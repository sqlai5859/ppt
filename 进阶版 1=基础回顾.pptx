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1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386" r:id="rId2"/>
    <p:sldId id="488" r:id="rId3"/>
    <p:sldId id="429" r:id="rId4"/>
    <p:sldId id="460" r:id="rId5"/>
    <p:sldId id="461" r:id="rId6"/>
    <p:sldId id="482" r:id="rId7"/>
    <p:sldId id="465" r:id="rId8"/>
    <p:sldId id="483" r:id="rId9"/>
    <p:sldId id="463" r:id="rId10"/>
    <p:sldId id="484" r:id="rId11"/>
    <p:sldId id="466" r:id="rId12"/>
    <p:sldId id="487" r:id="rId13"/>
    <p:sldId id="472" r:id="rId14"/>
    <p:sldId id="394" r:id="rId15"/>
    <p:sldId id="491" r:id="rId16"/>
    <p:sldId id="492" r:id="rId17"/>
    <p:sldId id="397" r:id="rId18"/>
    <p:sldId id="428" r:id="rId19"/>
    <p:sldId id="490" r:id="rId20"/>
    <p:sldId id="486" r:id="rId21"/>
    <p:sldId id="430" r:id="rId22"/>
    <p:sldId id="475" r:id="rId23"/>
    <p:sldId id="477" r:id="rId24"/>
    <p:sldId id="476" r:id="rId25"/>
    <p:sldId id="481" r:id="rId26"/>
    <p:sldId id="401" r:id="rId27"/>
    <p:sldId id="489" r:id="rId28"/>
    <p:sldId id="431" r:id="rId29"/>
    <p:sldId id="434" r:id="rId30"/>
    <p:sldId id="435" r:id="rId31"/>
    <p:sldId id="436" r:id="rId32"/>
    <p:sldId id="438" r:id="rId33"/>
    <p:sldId id="437" r:id="rId34"/>
    <p:sldId id="441" r:id="rId35"/>
    <p:sldId id="432" r:id="rId36"/>
    <p:sldId id="444" r:id="rId37"/>
    <p:sldId id="446" r:id="rId38"/>
    <p:sldId id="449" r:id="rId39"/>
    <p:sldId id="448" r:id="rId40"/>
    <p:sldId id="445" r:id="rId41"/>
    <p:sldId id="450" r:id="rId42"/>
    <p:sldId id="451" r:id="rId43"/>
    <p:sldId id="443" r:id="rId44"/>
    <p:sldId id="409" r:id="rId45"/>
    <p:sldId id="453" r:id="rId46"/>
    <p:sldId id="452" r:id="rId47"/>
    <p:sldId id="473" r:id="rId48"/>
    <p:sldId id="474" r:id="rId49"/>
    <p:sldId id="455" r:id="rId50"/>
    <p:sldId id="454" r:id="rId51"/>
    <p:sldId id="478" r:id="rId52"/>
    <p:sldId id="457" r:id="rId53"/>
    <p:sldId id="391" r:id="rId54"/>
    <p:sldId id="392" r:id="rId55"/>
  </p:sldIdLst>
  <p:sldSz cx="17279938" cy="9720263"/>
  <p:notesSz cx="6858000" cy="9144000"/>
  <p:custDataLst>
    <p:tags r:id="rId57"/>
  </p:custDataLst>
  <p:defaultTextStyle>
    <a:defPPr>
      <a:defRPr lang="zh-CN"/>
    </a:defPPr>
    <a:lvl1pPr marL="0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1pPr>
    <a:lvl2pPr marL="647929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2pPr>
    <a:lvl3pPr marL="1295856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3pPr>
    <a:lvl4pPr marL="1943784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4pPr>
    <a:lvl5pPr marL="2591712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5pPr>
    <a:lvl6pPr marL="3239640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6pPr>
    <a:lvl7pPr marL="3887569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7pPr>
    <a:lvl8pPr marL="4535496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8pPr>
    <a:lvl9pPr marL="5183425" algn="l" defTabSz="1295856" rtl="0" eaLnBrk="1" latinLnBrk="0" hangingPunct="1">
      <a:defRPr sz="25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B050"/>
    <a:srgbClr val="CCECFF"/>
    <a:srgbClr val="CC6600"/>
    <a:srgbClr val="FFE8E0"/>
    <a:srgbClr val="FF8A65"/>
    <a:srgbClr val="FF9966"/>
    <a:srgbClr val="92D050"/>
    <a:srgbClr val="7F7F7F"/>
    <a:srgbClr val="EAE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5" autoAdjust="0"/>
    <p:restoredTop sz="90506" autoAdjust="0"/>
  </p:normalViewPr>
  <p:slideViewPr>
    <p:cSldViewPr snapToGrid="0">
      <p:cViewPr varScale="1">
        <p:scale>
          <a:sx n="53" d="100"/>
          <a:sy n="53" d="100"/>
        </p:scale>
        <p:origin x="86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24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y%20documents\002%20&#20538;&#21048;&#24066;&#22330;\excel&#25968;&#25454;\06%20&#22269;&#20869;&#37329;&#34701;&#24066;&#2233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my%20documents\002%20&#20538;&#21048;&#24066;&#22330;\excel&#25968;&#25454;\06%20&#22269;&#20869;&#37329;&#34701;&#24066;&#22330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y%20documents\002%20&#20538;&#21048;&#24066;&#22330;\excel&#25968;&#25454;\&#21033;&#24046;&#36208;&#21183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y%20documents\002%20&#20538;&#21048;&#24066;&#22330;\excel&#25968;&#25454;\&#21033;&#24046;&#36208;&#21183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4"/>
          <c:order val="0"/>
          <c:tx>
            <c:strRef>
              <c:f>Sheet1!$B$1</c:f>
              <c:strCache>
                <c:ptCount val="1"/>
                <c:pt idx="0">
                  <c:v>160210.IB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Sheet1!$A$2:$A$340</c:f>
              <c:numCache>
                <c:formatCode>m/d/yyyy</c:formatCode>
                <c:ptCount val="339"/>
                <c:pt idx="0">
                  <c:v>42738</c:v>
                </c:pt>
                <c:pt idx="1">
                  <c:v>42739</c:v>
                </c:pt>
                <c:pt idx="2">
                  <c:v>42740</c:v>
                </c:pt>
                <c:pt idx="3">
                  <c:v>42741</c:v>
                </c:pt>
                <c:pt idx="4">
                  <c:v>42744</c:v>
                </c:pt>
                <c:pt idx="5">
                  <c:v>42745</c:v>
                </c:pt>
                <c:pt idx="6">
                  <c:v>42746</c:v>
                </c:pt>
                <c:pt idx="7">
                  <c:v>42747</c:v>
                </c:pt>
                <c:pt idx="8">
                  <c:v>42748</c:v>
                </c:pt>
                <c:pt idx="9">
                  <c:v>42751</c:v>
                </c:pt>
                <c:pt idx="10">
                  <c:v>42752</c:v>
                </c:pt>
                <c:pt idx="11">
                  <c:v>42753</c:v>
                </c:pt>
                <c:pt idx="12">
                  <c:v>42754</c:v>
                </c:pt>
                <c:pt idx="13">
                  <c:v>42755</c:v>
                </c:pt>
                <c:pt idx="14">
                  <c:v>42757</c:v>
                </c:pt>
                <c:pt idx="15">
                  <c:v>42758</c:v>
                </c:pt>
                <c:pt idx="16">
                  <c:v>42759</c:v>
                </c:pt>
                <c:pt idx="17">
                  <c:v>42760</c:v>
                </c:pt>
                <c:pt idx="18">
                  <c:v>42761</c:v>
                </c:pt>
                <c:pt idx="19">
                  <c:v>42769</c:v>
                </c:pt>
                <c:pt idx="20">
                  <c:v>42770</c:v>
                </c:pt>
                <c:pt idx="21">
                  <c:v>42772</c:v>
                </c:pt>
                <c:pt idx="22">
                  <c:v>42773</c:v>
                </c:pt>
                <c:pt idx="23">
                  <c:v>42774</c:v>
                </c:pt>
                <c:pt idx="24">
                  <c:v>42775</c:v>
                </c:pt>
                <c:pt idx="25">
                  <c:v>42776</c:v>
                </c:pt>
                <c:pt idx="26">
                  <c:v>42779</c:v>
                </c:pt>
                <c:pt idx="27">
                  <c:v>42780</c:v>
                </c:pt>
                <c:pt idx="28">
                  <c:v>42781</c:v>
                </c:pt>
                <c:pt idx="29">
                  <c:v>42782</c:v>
                </c:pt>
                <c:pt idx="30">
                  <c:v>42783</c:v>
                </c:pt>
                <c:pt idx="31">
                  <c:v>42786</c:v>
                </c:pt>
                <c:pt idx="32">
                  <c:v>42787</c:v>
                </c:pt>
                <c:pt idx="33">
                  <c:v>42788</c:v>
                </c:pt>
                <c:pt idx="34">
                  <c:v>42789</c:v>
                </c:pt>
                <c:pt idx="35">
                  <c:v>42790</c:v>
                </c:pt>
                <c:pt idx="36">
                  <c:v>42793</c:v>
                </c:pt>
                <c:pt idx="37">
                  <c:v>42794</c:v>
                </c:pt>
                <c:pt idx="38">
                  <c:v>42795</c:v>
                </c:pt>
                <c:pt idx="39">
                  <c:v>42796</c:v>
                </c:pt>
                <c:pt idx="40">
                  <c:v>42797</c:v>
                </c:pt>
                <c:pt idx="41">
                  <c:v>42800</c:v>
                </c:pt>
                <c:pt idx="42">
                  <c:v>42801</c:v>
                </c:pt>
                <c:pt idx="43">
                  <c:v>42802</c:v>
                </c:pt>
                <c:pt idx="44">
                  <c:v>42803</c:v>
                </c:pt>
                <c:pt idx="45">
                  <c:v>42804</c:v>
                </c:pt>
                <c:pt idx="46">
                  <c:v>42807</c:v>
                </c:pt>
                <c:pt idx="47">
                  <c:v>42808</c:v>
                </c:pt>
                <c:pt idx="48">
                  <c:v>42809</c:v>
                </c:pt>
                <c:pt idx="49">
                  <c:v>42810</c:v>
                </c:pt>
                <c:pt idx="50">
                  <c:v>42811</c:v>
                </c:pt>
                <c:pt idx="51">
                  <c:v>42814</c:v>
                </c:pt>
                <c:pt idx="52">
                  <c:v>42815</c:v>
                </c:pt>
                <c:pt idx="53">
                  <c:v>42816</c:v>
                </c:pt>
                <c:pt idx="54">
                  <c:v>42817</c:v>
                </c:pt>
                <c:pt idx="55">
                  <c:v>42818</c:v>
                </c:pt>
                <c:pt idx="56">
                  <c:v>42821</c:v>
                </c:pt>
                <c:pt idx="57">
                  <c:v>42822</c:v>
                </c:pt>
                <c:pt idx="58">
                  <c:v>42823</c:v>
                </c:pt>
                <c:pt idx="59">
                  <c:v>42824</c:v>
                </c:pt>
                <c:pt idx="60">
                  <c:v>42825</c:v>
                </c:pt>
                <c:pt idx="61">
                  <c:v>42826</c:v>
                </c:pt>
                <c:pt idx="62">
                  <c:v>42830</c:v>
                </c:pt>
                <c:pt idx="63">
                  <c:v>42831</c:v>
                </c:pt>
                <c:pt idx="64">
                  <c:v>42832</c:v>
                </c:pt>
                <c:pt idx="65">
                  <c:v>42835</c:v>
                </c:pt>
                <c:pt idx="66">
                  <c:v>42836</c:v>
                </c:pt>
                <c:pt idx="67">
                  <c:v>42837</c:v>
                </c:pt>
                <c:pt idx="68">
                  <c:v>42838</c:v>
                </c:pt>
                <c:pt idx="69">
                  <c:v>42839</c:v>
                </c:pt>
                <c:pt idx="70">
                  <c:v>42842</c:v>
                </c:pt>
                <c:pt idx="71">
                  <c:v>42843</c:v>
                </c:pt>
                <c:pt idx="72">
                  <c:v>42844</c:v>
                </c:pt>
                <c:pt idx="73">
                  <c:v>42845</c:v>
                </c:pt>
                <c:pt idx="74">
                  <c:v>42846</c:v>
                </c:pt>
                <c:pt idx="75">
                  <c:v>42849</c:v>
                </c:pt>
                <c:pt idx="76">
                  <c:v>42850</c:v>
                </c:pt>
                <c:pt idx="77">
                  <c:v>42851</c:v>
                </c:pt>
                <c:pt idx="78">
                  <c:v>42852</c:v>
                </c:pt>
                <c:pt idx="79">
                  <c:v>42853</c:v>
                </c:pt>
                <c:pt idx="80">
                  <c:v>42857</c:v>
                </c:pt>
                <c:pt idx="81">
                  <c:v>42858</c:v>
                </c:pt>
                <c:pt idx="82">
                  <c:v>42859</c:v>
                </c:pt>
                <c:pt idx="83">
                  <c:v>42860</c:v>
                </c:pt>
                <c:pt idx="84">
                  <c:v>42863</c:v>
                </c:pt>
                <c:pt idx="85">
                  <c:v>42864</c:v>
                </c:pt>
                <c:pt idx="86">
                  <c:v>42865</c:v>
                </c:pt>
                <c:pt idx="87">
                  <c:v>42866</c:v>
                </c:pt>
                <c:pt idx="88">
                  <c:v>42867</c:v>
                </c:pt>
                <c:pt idx="89">
                  <c:v>42870</c:v>
                </c:pt>
                <c:pt idx="90">
                  <c:v>42871</c:v>
                </c:pt>
                <c:pt idx="91">
                  <c:v>42872</c:v>
                </c:pt>
                <c:pt idx="92">
                  <c:v>42873</c:v>
                </c:pt>
                <c:pt idx="93">
                  <c:v>42874</c:v>
                </c:pt>
                <c:pt idx="94">
                  <c:v>42877</c:v>
                </c:pt>
                <c:pt idx="95">
                  <c:v>42878</c:v>
                </c:pt>
                <c:pt idx="96">
                  <c:v>42879</c:v>
                </c:pt>
                <c:pt idx="97">
                  <c:v>42880</c:v>
                </c:pt>
                <c:pt idx="98">
                  <c:v>42881</c:v>
                </c:pt>
                <c:pt idx="99">
                  <c:v>42882</c:v>
                </c:pt>
                <c:pt idx="100">
                  <c:v>42886</c:v>
                </c:pt>
                <c:pt idx="101">
                  <c:v>42887</c:v>
                </c:pt>
                <c:pt idx="102">
                  <c:v>42888</c:v>
                </c:pt>
                <c:pt idx="103">
                  <c:v>42891</c:v>
                </c:pt>
                <c:pt idx="104">
                  <c:v>42892</c:v>
                </c:pt>
                <c:pt idx="105">
                  <c:v>42893</c:v>
                </c:pt>
                <c:pt idx="106">
                  <c:v>42894</c:v>
                </c:pt>
                <c:pt idx="107">
                  <c:v>42895</c:v>
                </c:pt>
                <c:pt idx="108">
                  <c:v>42898</c:v>
                </c:pt>
                <c:pt idx="109">
                  <c:v>42899</c:v>
                </c:pt>
                <c:pt idx="110">
                  <c:v>42900</c:v>
                </c:pt>
                <c:pt idx="111">
                  <c:v>42901</c:v>
                </c:pt>
                <c:pt idx="112">
                  <c:v>42902</c:v>
                </c:pt>
                <c:pt idx="113">
                  <c:v>42905</c:v>
                </c:pt>
                <c:pt idx="114">
                  <c:v>42906</c:v>
                </c:pt>
                <c:pt idx="115">
                  <c:v>42907</c:v>
                </c:pt>
                <c:pt idx="116">
                  <c:v>42908</c:v>
                </c:pt>
                <c:pt idx="117">
                  <c:v>42909</c:v>
                </c:pt>
                <c:pt idx="118">
                  <c:v>42912</c:v>
                </c:pt>
                <c:pt idx="119">
                  <c:v>42913</c:v>
                </c:pt>
                <c:pt idx="120">
                  <c:v>42914</c:v>
                </c:pt>
                <c:pt idx="121">
                  <c:v>42915</c:v>
                </c:pt>
                <c:pt idx="122">
                  <c:v>42916</c:v>
                </c:pt>
                <c:pt idx="123">
                  <c:v>42919</c:v>
                </c:pt>
                <c:pt idx="124">
                  <c:v>42920</c:v>
                </c:pt>
                <c:pt idx="125">
                  <c:v>42921</c:v>
                </c:pt>
                <c:pt idx="126">
                  <c:v>42922</c:v>
                </c:pt>
                <c:pt idx="127">
                  <c:v>42923</c:v>
                </c:pt>
                <c:pt idx="128">
                  <c:v>42926</c:v>
                </c:pt>
                <c:pt idx="129">
                  <c:v>42927</c:v>
                </c:pt>
                <c:pt idx="130">
                  <c:v>42928</c:v>
                </c:pt>
                <c:pt idx="131">
                  <c:v>42929</c:v>
                </c:pt>
                <c:pt idx="132">
                  <c:v>42930</c:v>
                </c:pt>
                <c:pt idx="133">
                  <c:v>42933</c:v>
                </c:pt>
                <c:pt idx="134">
                  <c:v>42934</c:v>
                </c:pt>
                <c:pt idx="135">
                  <c:v>42935</c:v>
                </c:pt>
                <c:pt idx="136">
                  <c:v>42936</c:v>
                </c:pt>
                <c:pt idx="137">
                  <c:v>42937</c:v>
                </c:pt>
                <c:pt idx="138">
                  <c:v>42940</c:v>
                </c:pt>
                <c:pt idx="139">
                  <c:v>42941</c:v>
                </c:pt>
                <c:pt idx="140">
                  <c:v>42942</c:v>
                </c:pt>
                <c:pt idx="141">
                  <c:v>42943</c:v>
                </c:pt>
                <c:pt idx="142">
                  <c:v>42944</c:v>
                </c:pt>
                <c:pt idx="143">
                  <c:v>42947</c:v>
                </c:pt>
                <c:pt idx="144">
                  <c:v>42948</c:v>
                </c:pt>
                <c:pt idx="145">
                  <c:v>42949</c:v>
                </c:pt>
                <c:pt idx="146">
                  <c:v>42950</c:v>
                </c:pt>
                <c:pt idx="147">
                  <c:v>42951</c:v>
                </c:pt>
                <c:pt idx="148">
                  <c:v>42954</c:v>
                </c:pt>
                <c:pt idx="149">
                  <c:v>42955</c:v>
                </c:pt>
                <c:pt idx="150">
                  <c:v>42956</c:v>
                </c:pt>
                <c:pt idx="151">
                  <c:v>42957</c:v>
                </c:pt>
                <c:pt idx="152">
                  <c:v>42958</c:v>
                </c:pt>
                <c:pt idx="153">
                  <c:v>42961</c:v>
                </c:pt>
                <c:pt idx="154">
                  <c:v>42962</c:v>
                </c:pt>
                <c:pt idx="155">
                  <c:v>42963</c:v>
                </c:pt>
                <c:pt idx="156">
                  <c:v>42964</c:v>
                </c:pt>
                <c:pt idx="157">
                  <c:v>42965</c:v>
                </c:pt>
                <c:pt idx="158">
                  <c:v>42968</c:v>
                </c:pt>
                <c:pt idx="159">
                  <c:v>42969</c:v>
                </c:pt>
                <c:pt idx="160">
                  <c:v>42970</c:v>
                </c:pt>
                <c:pt idx="161">
                  <c:v>42971</c:v>
                </c:pt>
                <c:pt idx="162">
                  <c:v>42972</c:v>
                </c:pt>
                <c:pt idx="163">
                  <c:v>42975</c:v>
                </c:pt>
                <c:pt idx="164">
                  <c:v>42976</c:v>
                </c:pt>
                <c:pt idx="165">
                  <c:v>42977</c:v>
                </c:pt>
                <c:pt idx="166">
                  <c:v>42978</c:v>
                </c:pt>
                <c:pt idx="167">
                  <c:v>42979</c:v>
                </c:pt>
                <c:pt idx="168">
                  <c:v>42982</c:v>
                </c:pt>
                <c:pt idx="169">
                  <c:v>42983</c:v>
                </c:pt>
                <c:pt idx="170">
                  <c:v>42984</c:v>
                </c:pt>
                <c:pt idx="171">
                  <c:v>42985</c:v>
                </c:pt>
                <c:pt idx="172">
                  <c:v>42986</c:v>
                </c:pt>
                <c:pt idx="173">
                  <c:v>42989</c:v>
                </c:pt>
                <c:pt idx="174">
                  <c:v>42990</c:v>
                </c:pt>
                <c:pt idx="175">
                  <c:v>42991</c:v>
                </c:pt>
                <c:pt idx="176">
                  <c:v>42992</c:v>
                </c:pt>
                <c:pt idx="177">
                  <c:v>42993</c:v>
                </c:pt>
                <c:pt idx="178">
                  <c:v>42996</c:v>
                </c:pt>
                <c:pt idx="179">
                  <c:v>42997</c:v>
                </c:pt>
                <c:pt idx="180">
                  <c:v>42998</c:v>
                </c:pt>
                <c:pt idx="181">
                  <c:v>42999</c:v>
                </c:pt>
                <c:pt idx="182">
                  <c:v>43000</c:v>
                </c:pt>
                <c:pt idx="183">
                  <c:v>43003</c:v>
                </c:pt>
                <c:pt idx="184">
                  <c:v>43004</c:v>
                </c:pt>
                <c:pt idx="185">
                  <c:v>43005</c:v>
                </c:pt>
                <c:pt idx="186">
                  <c:v>43006</c:v>
                </c:pt>
                <c:pt idx="187">
                  <c:v>43007</c:v>
                </c:pt>
                <c:pt idx="188">
                  <c:v>43008</c:v>
                </c:pt>
                <c:pt idx="189">
                  <c:v>43017</c:v>
                </c:pt>
                <c:pt idx="190">
                  <c:v>43018</c:v>
                </c:pt>
                <c:pt idx="191">
                  <c:v>43019</c:v>
                </c:pt>
                <c:pt idx="192">
                  <c:v>43020</c:v>
                </c:pt>
                <c:pt idx="193">
                  <c:v>43021</c:v>
                </c:pt>
                <c:pt idx="194">
                  <c:v>43024</c:v>
                </c:pt>
                <c:pt idx="195">
                  <c:v>43025</c:v>
                </c:pt>
                <c:pt idx="196">
                  <c:v>43026</c:v>
                </c:pt>
                <c:pt idx="197">
                  <c:v>43027</c:v>
                </c:pt>
                <c:pt idx="198">
                  <c:v>43028</c:v>
                </c:pt>
                <c:pt idx="199">
                  <c:v>43031</c:v>
                </c:pt>
                <c:pt idx="200">
                  <c:v>43032</c:v>
                </c:pt>
                <c:pt idx="201">
                  <c:v>43033</c:v>
                </c:pt>
                <c:pt idx="202">
                  <c:v>43034</c:v>
                </c:pt>
                <c:pt idx="203">
                  <c:v>43035</c:v>
                </c:pt>
                <c:pt idx="204">
                  <c:v>43038</c:v>
                </c:pt>
                <c:pt idx="205">
                  <c:v>43039</c:v>
                </c:pt>
                <c:pt idx="206">
                  <c:v>43040</c:v>
                </c:pt>
                <c:pt idx="207">
                  <c:v>43041</c:v>
                </c:pt>
                <c:pt idx="208">
                  <c:v>43042</c:v>
                </c:pt>
                <c:pt idx="209">
                  <c:v>43045</c:v>
                </c:pt>
                <c:pt idx="210">
                  <c:v>43046</c:v>
                </c:pt>
                <c:pt idx="211">
                  <c:v>43047</c:v>
                </c:pt>
                <c:pt idx="212">
                  <c:v>43048</c:v>
                </c:pt>
                <c:pt idx="213">
                  <c:v>43049</c:v>
                </c:pt>
                <c:pt idx="214">
                  <c:v>43052</c:v>
                </c:pt>
                <c:pt idx="215">
                  <c:v>43053</c:v>
                </c:pt>
                <c:pt idx="216">
                  <c:v>43054</c:v>
                </c:pt>
                <c:pt idx="217">
                  <c:v>43055</c:v>
                </c:pt>
                <c:pt idx="218">
                  <c:v>43056</c:v>
                </c:pt>
                <c:pt idx="219">
                  <c:v>43059</c:v>
                </c:pt>
                <c:pt idx="220">
                  <c:v>43060</c:v>
                </c:pt>
                <c:pt idx="221">
                  <c:v>43061</c:v>
                </c:pt>
                <c:pt idx="222">
                  <c:v>43062</c:v>
                </c:pt>
                <c:pt idx="223">
                  <c:v>43063</c:v>
                </c:pt>
                <c:pt idx="224">
                  <c:v>43066</c:v>
                </c:pt>
                <c:pt idx="225">
                  <c:v>43067</c:v>
                </c:pt>
                <c:pt idx="226">
                  <c:v>43068</c:v>
                </c:pt>
                <c:pt idx="227">
                  <c:v>43069</c:v>
                </c:pt>
                <c:pt idx="228">
                  <c:v>43070</c:v>
                </c:pt>
                <c:pt idx="229">
                  <c:v>43073</c:v>
                </c:pt>
                <c:pt idx="230">
                  <c:v>43074</c:v>
                </c:pt>
                <c:pt idx="231">
                  <c:v>43075</c:v>
                </c:pt>
                <c:pt idx="232">
                  <c:v>43076</c:v>
                </c:pt>
                <c:pt idx="233">
                  <c:v>43077</c:v>
                </c:pt>
                <c:pt idx="234">
                  <c:v>43080</c:v>
                </c:pt>
                <c:pt idx="235">
                  <c:v>43081</c:v>
                </c:pt>
                <c:pt idx="236">
                  <c:v>43082</c:v>
                </c:pt>
                <c:pt idx="237">
                  <c:v>43083</c:v>
                </c:pt>
                <c:pt idx="238">
                  <c:v>43084</c:v>
                </c:pt>
                <c:pt idx="239">
                  <c:v>43087</c:v>
                </c:pt>
                <c:pt idx="240">
                  <c:v>43088</c:v>
                </c:pt>
                <c:pt idx="241">
                  <c:v>43089</c:v>
                </c:pt>
                <c:pt idx="242">
                  <c:v>43090</c:v>
                </c:pt>
                <c:pt idx="243">
                  <c:v>43091</c:v>
                </c:pt>
                <c:pt idx="244">
                  <c:v>43094</c:v>
                </c:pt>
                <c:pt idx="245">
                  <c:v>43095</c:v>
                </c:pt>
                <c:pt idx="246">
                  <c:v>43096</c:v>
                </c:pt>
                <c:pt idx="247">
                  <c:v>43097</c:v>
                </c:pt>
                <c:pt idx="248">
                  <c:v>43098</c:v>
                </c:pt>
                <c:pt idx="249">
                  <c:v>43099</c:v>
                </c:pt>
                <c:pt idx="250">
                  <c:v>43100</c:v>
                </c:pt>
                <c:pt idx="251">
                  <c:v>43102</c:v>
                </c:pt>
                <c:pt idx="252">
                  <c:v>43103</c:v>
                </c:pt>
                <c:pt idx="253">
                  <c:v>43104</c:v>
                </c:pt>
                <c:pt idx="254">
                  <c:v>43105</c:v>
                </c:pt>
                <c:pt idx="255">
                  <c:v>43108</c:v>
                </c:pt>
                <c:pt idx="256">
                  <c:v>43109</c:v>
                </c:pt>
                <c:pt idx="257">
                  <c:v>43110</c:v>
                </c:pt>
                <c:pt idx="258">
                  <c:v>43111</c:v>
                </c:pt>
                <c:pt idx="259">
                  <c:v>43112</c:v>
                </c:pt>
                <c:pt idx="260">
                  <c:v>43115</c:v>
                </c:pt>
                <c:pt idx="261">
                  <c:v>43116</c:v>
                </c:pt>
                <c:pt idx="262">
                  <c:v>43117</c:v>
                </c:pt>
                <c:pt idx="263">
                  <c:v>43118</c:v>
                </c:pt>
                <c:pt idx="264">
                  <c:v>43119</c:v>
                </c:pt>
                <c:pt idx="265">
                  <c:v>43122</c:v>
                </c:pt>
                <c:pt idx="266">
                  <c:v>43123</c:v>
                </c:pt>
                <c:pt idx="267">
                  <c:v>43124</c:v>
                </c:pt>
                <c:pt idx="268">
                  <c:v>43125</c:v>
                </c:pt>
                <c:pt idx="269">
                  <c:v>43126</c:v>
                </c:pt>
                <c:pt idx="270">
                  <c:v>43129</c:v>
                </c:pt>
                <c:pt idx="271">
                  <c:v>43130</c:v>
                </c:pt>
                <c:pt idx="272">
                  <c:v>43131</c:v>
                </c:pt>
                <c:pt idx="273">
                  <c:v>43132</c:v>
                </c:pt>
                <c:pt idx="274">
                  <c:v>43133</c:v>
                </c:pt>
                <c:pt idx="275">
                  <c:v>43136</c:v>
                </c:pt>
                <c:pt idx="276">
                  <c:v>43137</c:v>
                </c:pt>
                <c:pt idx="277">
                  <c:v>43138</c:v>
                </c:pt>
                <c:pt idx="278">
                  <c:v>43139</c:v>
                </c:pt>
                <c:pt idx="279">
                  <c:v>43140</c:v>
                </c:pt>
                <c:pt idx="280">
                  <c:v>43142</c:v>
                </c:pt>
                <c:pt idx="281">
                  <c:v>43143</c:v>
                </c:pt>
                <c:pt idx="282">
                  <c:v>43144</c:v>
                </c:pt>
                <c:pt idx="283">
                  <c:v>43145</c:v>
                </c:pt>
                <c:pt idx="284">
                  <c:v>43153</c:v>
                </c:pt>
                <c:pt idx="285">
                  <c:v>43154</c:v>
                </c:pt>
                <c:pt idx="286">
                  <c:v>43155</c:v>
                </c:pt>
                <c:pt idx="287">
                  <c:v>43157</c:v>
                </c:pt>
                <c:pt idx="288">
                  <c:v>43158</c:v>
                </c:pt>
                <c:pt idx="289">
                  <c:v>43159</c:v>
                </c:pt>
                <c:pt idx="290">
                  <c:v>43160</c:v>
                </c:pt>
                <c:pt idx="291">
                  <c:v>43161</c:v>
                </c:pt>
                <c:pt idx="292">
                  <c:v>43164</c:v>
                </c:pt>
                <c:pt idx="293">
                  <c:v>43165</c:v>
                </c:pt>
                <c:pt idx="294">
                  <c:v>43166</c:v>
                </c:pt>
                <c:pt idx="295">
                  <c:v>43167</c:v>
                </c:pt>
                <c:pt idx="296">
                  <c:v>43168</c:v>
                </c:pt>
                <c:pt idx="297">
                  <c:v>43171</c:v>
                </c:pt>
                <c:pt idx="298">
                  <c:v>43172</c:v>
                </c:pt>
                <c:pt idx="299">
                  <c:v>43173</c:v>
                </c:pt>
                <c:pt idx="300">
                  <c:v>43174</c:v>
                </c:pt>
                <c:pt idx="301">
                  <c:v>43175</c:v>
                </c:pt>
                <c:pt idx="302">
                  <c:v>43178</c:v>
                </c:pt>
                <c:pt idx="303">
                  <c:v>43179</c:v>
                </c:pt>
                <c:pt idx="304">
                  <c:v>43180</c:v>
                </c:pt>
                <c:pt idx="305">
                  <c:v>43181</c:v>
                </c:pt>
                <c:pt idx="306">
                  <c:v>43182</c:v>
                </c:pt>
                <c:pt idx="307">
                  <c:v>43185</c:v>
                </c:pt>
                <c:pt idx="308">
                  <c:v>43186</c:v>
                </c:pt>
                <c:pt idx="309">
                  <c:v>43187</c:v>
                </c:pt>
                <c:pt idx="310">
                  <c:v>43188</c:v>
                </c:pt>
                <c:pt idx="311">
                  <c:v>43189</c:v>
                </c:pt>
                <c:pt idx="312">
                  <c:v>43192</c:v>
                </c:pt>
                <c:pt idx="313">
                  <c:v>43193</c:v>
                </c:pt>
                <c:pt idx="314">
                  <c:v>43194</c:v>
                </c:pt>
                <c:pt idx="315">
                  <c:v>43198</c:v>
                </c:pt>
                <c:pt idx="316">
                  <c:v>43199</c:v>
                </c:pt>
                <c:pt idx="317">
                  <c:v>43200</c:v>
                </c:pt>
                <c:pt idx="318">
                  <c:v>43201</c:v>
                </c:pt>
                <c:pt idx="319">
                  <c:v>43202</c:v>
                </c:pt>
                <c:pt idx="320">
                  <c:v>43203</c:v>
                </c:pt>
                <c:pt idx="321">
                  <c:v>43206</c:v>
                </c:pt>
                <c:pt idx="322">
                  <c:v>43207</c:v>
                </c:pt>
                <c:pt idx="323">
                  <c:v>43208</c:v>
                </c:pt>
                <c:pt idx="324">
                  <c:v>43209</c:v>
                </c:pt>
                <c:pt idx="325">
                  <c:v>43210</c:v>
                </c:pt>
                <c:pt idx="326">
                  <c:v>43213</c:v>
                </c:pt>
                <c:pt idx="327">
                  <c:v>43214</c:v>
                </c:pt>
                <c:pt idx="328">
                  <c:v>43215</c:v>
                </c:pt>
                <c:pt idx="329">
                  <c:v>43216</c:v>
                </c:pt>
                <c:pt idx="330">
                  <c:v>43217</c:v>
                </c:pt>
                <c:pt idx="331">
                  <c:v>43218</c:v>
                </c:pt>
                <c:pt idx="332">
                  <c:v>43222</c:v>
                </c:pt>
                <c:pt idx="333">
                  <c:v>43223</c:v>
                </c:pt>
                <c:pt idx="334">
                  <c:v>43224</c:v>
                </c:pt>
                <c:pt idx="335">
                  <c:v>43227</c:v>
                </c:pt>
                <c:pt idx="336">
                  <c:v>43228</c:v>
                </c:pt>
                <c:pt idx="337">
                  <c:v>43229</c:v>
                </c:pt>
                <c:pt idx="338">
                  <c:v>43230</c:v>
                </c:pt>
              </c:numCache>
            </c:numRef>
          </c:cat>
          <c:val>
            <c:numRef>
              <c:f>Sheet1!$B$2:$B$340</c:f>
              <c:numCache>
                <c:formatCode>#,##0.0000</c:formatCode>
                <c:ptCount val="339"/>
                <c:pt idx="0">
                  <c:v>3.6899000000000002</c:v>
                </c:pt>
                <c:pt idx="1">
                  <c:v>3.7372999999999998</c:v>
                </c:pt>
                <c:pt idx="2">
                  <c:v>3.7793000000000001</c:v>
                </c:pt>
                <c:pt idx="3">
                  <c:v>3.7545000000000002</c:v>
                </c:pt>
                <c:pt idx="4">
                  <c:v>3.7198000000000002</c:v>
                </c:pt>
                <c:pt idx="5">
                  <c:v>3.71</c:v>
                </c:pt>
                <c:pt idx="6">
                  <c:v>3.7311000000000001</c:v>
                </c:pt>
                <c:pt idx="7">
                  <c:v>3.7210999999999999</c:v>
                </c:pt>
                <c:pt idx="8">
                  <c:v>3.722</c:v>
                </c:pt>
                <c:pt idx="9">
                  <c:v>3.7797999999999998</c:v>
                </c:pt>
                <c:pt idx="10">
                  <c:v>3.8149000000000002</c:v>
                </c:pt>
                <c:pt idx="11">
                  <c:v>3.8397999999999999</c:v>
                </c:pt>
                <c:pt idx="12">
                  <c:v>3.8523000000000001</c:v>
                </c:pt>
                <c:pt idx="13">
                  <c:v>3.82</c:v>
                </c:pt>
                <c:pt idx="14">
                  <c:v>3.8197999999999999</c:v>
                </c:pt>
                <c:pt idx="15">
                  <c:v>3.8597999999999999</c:v>
                </c:pt>
                <c:pt idx="16">
                  <c:v>3.9397000000000002</c:v>
                </c:pt>
                <c:pt idx="17">
                  <c:v>4.0148000000000001</c:v>
                </c:pt>
                <c:pt idx="18">
                  <c:v>4.0194000000000001</c:v>
                </c:pt>
                <c:pt idx="19">
                  <c:v>4.1196999999999999</c:v>
                </c:pt>
                <c:pt idx="20">
                  <c:v>4.1369999999999996</c:v>
                </c:pt>
                <c:pt idx="21">
                  <c:v>4.2196999999999996</c:v>
                </c:pt>
                <c:pt idx="22">
                  <c:v>4.2546999999999997</c:v>
                </c:pt>
                <c:pt idx="23">
                  <c:v>4.2446999999999999</c:v>
                </c:pt>
                <c:pt idx="24">
                  <c:v>4.1821999999999999</c:v>
                </c:pt>
                <c:pt idx="25">
                  <c:v>4.2179000000000002</c:v>
                </c:pt>
                <c:pt idx="26">
                  <c:v>4.2205000000000004</c:v>
                </c:pt>
                <c:pt idx="27">
                  <c:v>4.2282000000000002</c:v>
                </c:pt>
                <c:pt idx="28">
                  <c:v>4.2321999999999997</c:v>
                </c:pt>
                <c:pt idx="29">
                  <c:v>4.2138</c:v>
                </c:pt>
                <c:pt idx="30">
                  <c:v>4.1961000000000004</c:v>
                </c:pt>
                <c:pt idx="31">
                  <c:v>4.1531000000000002</c:v>
                </c:pt>
                <c:pt idx="32">
                  <c:v>4.1784999999999997</c:v>
                </c:pt>
                <c:pt idx="33">
                  <c:v>4.1665000000000001</c:v>
                </c:pt>
                <c:pt idx="34">
                  <c:v>4.1528999999999998</c:v>
                </c:pt>
                <c:pt idx="35">
                  <c:v>4.149</c:v>
                </c:pt>
                <c:pt idx="36">
                  <c:v>4.1458000000000004</c:v>
                </c:pt>
                <c:pt idx="37">
                  <c:v>4.1501999999999999</c:v>
                </c:pt>
                <c:pt idx="38">
                  <c:v>4.1923000000000004</c:v>
                </c:pt>
                <c:pt idx="39">
                  <c:v>4.2183000000000002</c:v>
                </c:pt>
                <c:pt idx="40">
                  <c:v>4.2241999999999997</c:v>
                </c:pt>
                <c:pt idx="41">
                  <c:v>4.2553999999999998</c:v>
                </c:pt>
                <c:pt idx="42">
                  <c:v>4.2441000000000004</c:v>
                </c:pt>
                <c:pt idx="43">
                  <c:v>4.2831999999999999</c:v>
                </c:pt>
                <c:pt idx="44">
                  <c:v>4.2949999999999999</c:v>
                </c:pt>
                <c:pt idx="45">
                  <c:v>4.2896999999999998</c:v>
                </c:pt>
                <c:pt idx="46">
                  <c:v>4.2626999999999997</c:v>
                </c:pt>
                <c:pt idx="47">
                  <c:v>4.2380000000000004</c:v>
                </c:pt>
                <c:pt idx="48">
                  <c:v>4.2145999999999999</c:v>
                </c:pt>
                <c:pt idx="49">
                  <c:v>4.1706000000000003</c:v>
                </c:pt>
                <c:pt idx="50">
                  <c:v>4.1771000000000003</c:v>
                </c:pt>
                <c:pt idx="51">
                  <c:v>4.1860999999999997</c:v>
                </c:pt>
                <c:pt idx="52">
                  <c:v>4.1898</c:v>
                </c:pt>
                <c:pt idx="53">
                  <c:v>4.1737000000000002</c:v>
                </c:pt>
                <c:pt idx="54">
                  <c:v>4.1763000000000003</c:v>
                </c:pt>
                <c:pt idx="55">
                  <c:v>4.1319999999999997</c:v>
                </c:pt>
                <c:pt idx="56">
                  <c:v>4.1243999999999996</c:v>
                </c:pt>
                <c:pt idx="57">
                  <c:v>4.1288999999999998</c:v>
                </c:pt>
                <c:pt idx="58">
                  <c:v>4.1364000000000001</c:v>
                </c:pt>
                <c:pt idx="59">
                  <c:v>4.1482000000000001</c:v>
                </c:pt>
                <c:pt idx="60">
                  <c:v>4.1489000000000003</c:v>
                </c:pt>
                <c:pt idx="61">
                  <c:v>4.1429</c:v>
                </c:pt>
                <c:pt idx="62">
                  <c:v>4.1566999999999998</c:v>
                </c:pt>
                <c:pt idx="63">
                  <c:v>4.1529999999999996</c:v>
                </c:pt>
                <c:pt idx="64">
                  <c:v>4.1361999999999997</c:v>
                </c:pt>
                <c:pt idx="65">
                  <c:v>4.1439000000000004</c:v>
                </c:pt>
                <c:pt idx="66">
                  <c:v>4.1562999999999999</c:v>
                </c:pt>
                <c:pt idx="67">
                  <c:v>4.1669999999999998</c:v>
                </c:pt>
                <c:pt idx="68">
                  <c:v>4.1760000000000002</c:v>
                </c:pt>
                <c:pt idx="69">
                  <c:v>4.2115</c:v>
                </c:pt>
                <c:pt idx="70">
                  <c:v>4.2857000000000003</c:v>
                </c:pt>
                <c:pt idx="71">
                  <c:v>4.2967000000000004</c:v>
                </c:pt>
                <c:pt idx="72">
                  <c:v>4.2954999999999997</c:v>
                </c:pt>
                <c:pt idx="73">
                  <c:v>4.3182</c:v>
                </c:pt>
                <c:pt idx="74">
                  <c:v>4.3371000000000004</c:v>
                </c:pt>
                <c:pt idx="75">
                  <c:v>4.3832000000000004</c:v>
                </c:pt>
                <c:pt idx="76">
                  <c:v>4.3440000000000003</c:v>
                </c:pt>
                <c:pt idx="77">
                  <c:v>4.3522999999999996</c:v>
                </c:pt>
                <c:pt idx="78">
                  <c:v>4.3367000000000004</c:v>
                </c:pt>
                <c:pt idx="79">
                  <c:v>4.3612000000000002</c:v>
                </c:pt>
                <c:pt idx="80">
                  <c:v>4.3891</c:v>
                </c:pt>
                <c:pt idx="81">
                  <c:v>4.3994</c:v>
                </c:pt>
                <c:pt idx="82">
                  <c:v>4.4231999999999996</c:v>
                </c:pt>
                <c:pt idx="83">
                  <c:v>4.4249999999999998</c:v>
                </c:pt>
                <c:pt idx="84">
                  <c:v>4.4752999999999998</c:v>
                </c:pt>
                <c:pt idx="85">
                  <c:v>4.5323000000000002</c:v>
                </c:pt>
                <c:pt idx="86">
                  <c:v>4.5801999999999996</c:v>
                </c:pt>
                <c:pt idx="87">
                  <c:v>4.5414000000000003</c:v>
                </c:pt>
                <c:pt idx="88">
                  <c:v>4.5576999999999996</c:v>
                </c:pt>
                <c:pt idx="89">
                  <c:v>4.5274999999999999</c:v>
                </c:pt>
                <c:pt idx="90">
                  <c:v>4.5415000000000001</c:v>
                </c:pt>
                <c:pt idx="91">
                  <c:v>4.5448000000000004</c:v>
                </c:pt>
                <c:pt idx="92">
                  <c:v>4.5147000000000004</c:v>
                </c:pt>
                <c:pt idx="93">
                  <c:v>4.5258000000000003</c:v>
                </c:pt>
                <c:pt idx="94">
                  <c:v>4.5521000000000003</c:v>
                </c:pt>
                <c:pt idx="95">
                  <c:v>4.5612000000000004</c:v>
                </c:pt>
                <c:pt idx="96">
                  <c:v>4.5445000000000002</c:v>
                </c:pt>
                <c:pt idx="97">
                  <c:v>4.5403000000000002</c:v>
                </c:pt>
                <c:pt idx="98">
                  <c:v>4.5330000000000004</c:v>
                </c:pt>
                <c:pt idx="99">
                  <c:v>4.5145</c:v>
                </c:pt>
                <c:pt idx="100">
                  <c:v>4.5307000000000004</c:v>
                </c:pt>
                <c:pt idx="101">
                  <c:v>4.5270999999999999</c:v>
                </c:pt>
                <c:pt idx="102">
                  <c:v>4.5134999999999996</c:v>
                </c:pt>
                <c:pt idx="103">
                  <c:v>4.4942000000000002</c:v>
                </c:pt>
                <c:pt idx="104">
                  <c:v>4.4954999999999998</c:v>
                </c:pt>
                <c:pt idx="105">
                  <c:v>4.5006000000000004</c:v>
                </c:pt>
                <c:pt idx="106">
                  <c:v>4.4861000000000004</c:v>
                </c:pt>
                <c:pt idx="107">
                  <c:v>4.4577999999999998</c:v>
                </c:pt>
                <c:pt idx="108">
                  <c:v>4.3971999999999998</c:v>
                </c:pt>
                <c:pt idx="109">
                  <c:v>4.3773</c:v>
                </c:pt>
                <c:pt idx="110">
                  <c:v>4.3655999999999997</c:v>
                </c:pt>
                <c:pt idx="111">
                  <c:v>4.3659999999999997</c:v>
                </c:pt>
                <c:pt idx="112">
                  <c:v>4.3712999999999997</c:v>
                </c:pt>
                <c:pt idx="113">
                  <c:v>4.3064</c:v>
                </c:pt>
                <c:pt idx="114">
                  <c:v>4.2881999999999998</c:v>
                </c:pt>
                <c:pt idx="115">
                  <c:v>4.3113999999999999</c:v>
                </c:pt>
                <c:pt idx="116">
                  <c:v>4.3421000000000003</c:v>
                </c:pt>
                <c:pt idx="117">
                  <c:v>4.3338000000000001</c:v>
                </c:pt>
                <c:pt idx="118">
                  <c:v>4.3266</c:v>
                </c:pt>
                <c:pt idx="119">
                  <c:v>4.3129</c:v>
                </c:pt>
                <c:pt idx="120">
                  <c:v>4.2929000000000004</c:v>
                </c:pt>
                <c:pt idx="121">
                  <c:v>4.3005000000000004</c:v>
                </c:pt>
                <c:pt idx="122">
                  <c:v>4.3095999999999997</c:v>
                </c:pt>
                <c:pt idx="123">
                  <c:v>4.3236999999999997</c:v>
                </c:pt>
                <c:pt idx="124">
                  <c:v>4.3301999999999996</c:v>
                </c:pt>
                <c:pt idx="125">
                  <c:v>4.3113999999999999</c:v>
                </c:pt>
                <c:pt idx="126">
                  <c:v>4.2773000000000003</c:v>
                </c:pt>
                <c:pt idx="127">
                  <c:v>4.2907999999999999</c:v>
                </c:pt>
                <c:pt idx="128">
                  <c:v>4.2957000000000001</c:v>
                </c:pt>
                <c:pt idx="129">
                  <c:v>4.2885</c:v>
                </c:pt>
                <c:pt idx="130">
                  <c:v>4.2630999999999997</c:v>
                </c:pt>
                <c:pt idx="131">
                  <c:v>4.2413999999999996</c:v>
                </c:pt>
                <c:pt idx="132">
                  <c:v>4.2472000000000003</c:v>
                </c:pt>
                <c:pt idx="133">
                  <c:v>4.2470999999999997</c:v>
                </c:pt>
                <c:pt idx="134">
                  <c:v>4.2610000000000001</c:v>
                </c:pt>
                <c:pt idx="135">
                  <c:v>4.2508999999999997</c:v>
                </c:pt>
                <c:pt idx="136">
                  <c:v>4.2454999999999998</c:v>
                </c:pt>
                <c:pt idx="137">
                  <c:v>4.2378999999999998</c:v>
                </c:pt>
                <c:pt idx="138">
                  <c:v>4.24</c:v>
                </c:pt>
                <c:pt idx="139">
                  <c:v>4.2507999999999999</c:v>
                </c:pt>
                <c:pt idx="140">
                  <c:v>4.2698</c:v>
                </c:pt>
                <c:pt idx="141">
                  <c:v>4.2728000000000002</c:v>
                </c:pt>
                <c:pt idx="142">
                  <c:v>4.2716000000000003</c:v>
                </c:pt>
                <c:pt idx="143">
                  <c:v>4.2915000000000001</c:v>
                </c:pt>
                <c:pt idx="144">
                  <c:v>4.306</c:v>
                </c:pt>
                <c:pt idx="145">
                  <c:v>4.3045999999999998</c:v>
                </c:pt>
                <c:pt idx="146">
                  <c:v>4.3055000000000003</c:v>
                </c:pt>
                <c:pt idx="147">
                  <c:v>4.306</c:v>
                </c:pt>
                <c:pt idx="148">
                  <c:v>4.3540000000000001</c:v>
                </c:pt>
                <c:pt idx="149">
                  <c:v>4.3682999999999996</c:v>
                </c:pt>
                <c:pt idx="150">
                  <c:v>4.3697999999999997</c:v>
                </c:pt>
                <c:pt idx="151">
                  <c:v>4.3539000000000003</c:v>
                </c:pt>
                <c:pt idx="152">
                  <c:v>4.3051000000000004</c:v>
                </c:pt>
                <c:pt idx="153">
                  <c:v>4.2862999999999998</c:v>
                </c:pt>
                <c:pt idx="154">
                  <c:v>4.2830000000000004</c:v>
                </c:pt>
                <c:pt idx="155">
                  <c:v>4.3029999999999999</c:v>
                </c:pt>
                <c:pt idx="156">
                  <c:v>4.3033000000000001</c:v>
                </c:pt>
                <c:pt idx="157">
                  <c:v>4.3136000000000001</c:v>
                </c:pt>
                <c:pt idx="158">
                  <c:v>4.3305999999999996</c:v>
                </c:pt>
                <c:pt idx="159">
                  <c:v>4.3570000000000002</c:v>
                </c:pt>
                <c:pt idx="160">
                  <c:v>4.3623000000000003</c:v>
                </c:pt>
                <c:pt idx="161">
                  <c:v>4.3794000000000004</c:v>
                </c:pt>
                <c:pt idx="162">
                  <c:v>4.3921000000000001</c:v>
                </c:pt>
                <c:pt idx="163">
                  <c:v>4.4219999999999997</c:v>
                </c:pt>
                <c:pt idx="164">
                  <c:v>4.4287000000000001</c:v>
                </c:pt>
                <c:pt idx="165">
                  <c:v>4.4227999999999996</c:v>
                </c:pt>
                <c:pt idx="166">
                  <c:v>4.4104000000000001</c:v>
                </c:pt>
                <c:pt idx="167">
                  <c:v>4.4131</c:v>
                </c:pt>
                <c:pt idx="168">
                  <c:v>4.4238</c:v>
                </c:pt>
                <c:pt idx="169">
                  <c:v>4.4424000000000001</c:v>
                </c:pt>
                <c:pt idx="170">
                  <c:v>4.4318</c:v>
                </c:pt>
                <c:pt idx="171">
                  <c:v>4.3891999999999998</c:v>
                </c:pt>
                <c:pt idx="172">
                  <c:v>4.3856000000000002</c:v>
                </c:pt>
                <c:pt idx="173">
                  <c:v>4.3817000000000004</c:v>
                </c:pt>
                <c:pt idx="174">
                  <c:v>4.3769999999999998</c:v>
                </c:pt>
                <c:pt idx="175">
                  <c:v>4.3883999999999999</c:v>
                </c:pt>
                <c:pt idx="176">
                  <c:v>4.3635999999999999</c:v>
                </c:pt>
                <c:pt idx="177">
                  <c:v>4.3704999999999998</c:v>
                </c:pt>
                <c:pt idx="178">
                  <c:v>4.3865999999999996</c:v>
                </c:pt>
                <c:pt idx="179">
                  <c:v>4.3898999999999999</c:v>
                </c:pt>
                <c:pt idx="180">
                  <c:v>4.3814000000000002</c:v>
                </c:pt>
                <c:pt idx="181">
                  <c:v>4.3841000000000001</c:v>
                </c:pt>
                <c:pt idx="182">
                  <c:v>4.3868999999999998</c:v>
                </c:pt>
                <c:pt idx="183">
                  <c:v>4.3733000000000004</c:v>
                </c:pt>
                <c:pt idx="184">
                  <c:v>4.3795000000000002</c:v>
                </c:pt>
                <c:pt idx="185">
                  <c:v>4.3924000000000003</c:v>
                </c:pt>
                <c:pt idx="186">
                  <c:v>4.3723000000000001</c:v>
                </c:pt>
                <c:pt idx="187">
                  <c:v>4.3701999999999996</c:v>
                </c:pt>
                <c:pt idx="188">
                  <c:v>4.3693</c:v>
                </c:pt>
                <c:pt idx="189">
                  <c:v>4.3954000000000004</c:v>
                </c:pt>
                <c:pt idx="190">
                  <c:v>4.3925999999999998</c:v>
                </c:pt>
                <c:pt idx="191">
                  <c:v>4.3996000000000004</c:v>
                </c:pt>
                <c:pt idx="192">
                  <c:v>4.4169</c:v>
                </c:pt>
                <c:pt idx="193">
                  <c:v>4.4173999999999998</c:v>
                </c:pt>
                <c:pt idx="194">
                  <c:v>4.4574999999999996</c:v>
                </c:pt>
                <c:pt idx="195">
                  <c:v>4.4798</c:v>
                </c:pt>
                <c:pt idx="196">
                  <c:v>4.4797000000000002</c:v>
                </c:pt>
                <c:pt idx="197">
                  <c:v>4.4672999999999998</c:v>
                </c:pt>
                <c:pt idx="198">
                  <c:v>4.4757999999999996</c:v>
                </c:pt>
                <c:pt idx="199">
                  <c:v>4.4820000000000002</c:v>
                </c:pt>
                <c:pt idx="200">
                  <c:v>4.4855999999999998</c:v>
                </c:pt>
                <c:pt idx="201">
                  <c:v>4.5118999999999998</c:v>
                </c:pt>
                <c:pt idx="202">
                  <c:v>4.5263999999999998</c:v>
                </c:pt>
                <c:pt idx="203">
                  <c:v>4.5452000000000004</c:v>
                </c:pt>
                <c:pt idx="204">
                  <c:v>4.6379999999999999</c:v>
                </c:pt>
                <c:pt idx="205">
                  <c:v>4.6430999999999996</c:v>
                </c:pt>
                <c:pt idx="206">
                  <c:v>4.6212</c:v>
                </c:pt>
                <c:pt idx="207">
                  <c:v>4.6376999999999997</c:v>
                </c:pt>
                <c:pt idx="208">
                  <c:v>4.6276999999999999</c:v>
                </c:pt>
                <c:pt idx="209">
                  <c:v>4.6326000000000001</c:v>
                </c:pt>
                <c:pt idx="210">
                  <c:v>4.6642999999999999</c:v>
                </c:pt>
                <c:pt idx="211">
                  <c:v>4.6737000000000002</c:v>
                </c:pt>
                <c:pt idx="212">
                  <c:v>4.6845999999999997</c:v>
                </c:pt>
                <c:pt idx="213">
                  <c:v>4.7102000000000004</c:v>
                </c:pt>
                <c:pt idx="214">
                  <c:v>4.7817999999999996</c:v>
                </c:pt>
                <c:pt idx="215">
                  <c:v>4.8127000000000004</c:v>
                </c:pt>
                <c:pt idx="216">
                  <c:v>4.8327</c:v>
                </c:pt>
                <c:pt idx="217">
                  <c:v>4.8042999999999996</c:v>
                </c:pt>
                <c:pt idx="218">
                  <c:v>4.8289999999999997</c:v>
                </c:pt>
                <c:pt idx="219">
                  <c:v>4.8445999999999998</c:v>
                </c:pt>
                <c:pt idx="220">
                  <c:v>4.8975999999999997</c:v>
                </c:pt>
                <c:pt idx="221">
                  <c:v>5.0312999999999999</c:v>
                </c:pt>
                <c:pt idx="222">
                  <c:v>5.0279999999999996</c:v>
                </c:pt>
                <c:pt idx="223">
                  <c:v>4.9617000000000004</c:v>
                </c:pt>
                <c:pt idx="224">
                  <c:v>4.9726999999999997</c:v>
                </c:pt>
                <c:pt idx="225">
                  <c:v>5.0035999999999996</c:v>
                </c:pt>
                <c:pt idx="226">
                  <c:v>4.9630999999999998</c:v>
                </c:pt>
                <c:pt idx="227">
                  <c:v>4.9574999999999996</c:v>
                </c:pt>
                <c:pt idx="228">
                  <c:v>4.9499000000000004</c:v>
                </c:pt>
                <c:pt idx="229">
                  <c:v>4.9241000000000001</c:v>
                </c:pt>
                <c:pt idx="230">
                  <c:v>4.9044999999999996</c:v>
                </c:pt>
                <c:pt idx="231">
                  <c:v>4.875</c:v>
                </c:pt>
                <c:pt idx="232">
                  <c:v>4.8529999999999998</c:v>
                </c:pt>
                <c:pt idx="233">
                  <c:v>4.8707000000000003</c:v>
                </c:pt>
                <c:pt idx="234">
                  <c:v>4.9042000000000003</c:v>
                </c:pt>
                <c:pt idx="235">
                  <c:v>4.9234</c:v>
                </c:pt>
                <c:pt idx="236">
                  <c:v>4.9314</c:v>
                </c:pt>
                <c:pt idx="237">
                  <c:v>4.9302000000000001</c:v>
                </c:pt>
                <c:pt idx="238">
                  <c:v>4.9208999999999996</c:v>
                </c:pt>
                <c:pt idx="239">
                  <c:v>4.9218999999999999</c:v>
                </c:pt>
                <c:pt idx="240">
                  <c:v>4.9321999999999999</c:v>
                </c:pt>
                <c:pt idx="241">
                  <c:v>4.9558999999999997</c:v>
                </c:pt>
                <c:pt idx="242">
                  <c:v>4.9696999999999996</c:v>
                </c:pt>
                <c:pt idx="243">
                  <c:v>4.9520999999999997</c:v>
                </c:pt>
                <c:pt idx="244">
                  <c:v>4.9673999999999996</c:v>
                </c:pt>
                <c:pt idx="245">
                  <c:v>4.9904999999999999</c:v>
                </c:pt>
                <c:pt idx="246">
                  <c:v>5.0030999999999999</c:v>
                </c:pt>
                <c:pt idx="247">
                  <c:v>4.9950000000000001</c:v>
                </c:pt>
                <c:pt idx="248">
                  <c:v>4.9837999999999996</c:v>
                </c:pt>
                <c:pt idx="249">
                  <c:v>4.9836</c:v>
                </c:pt>
                <c:pt idx="250">
                  <c:v>4.9836999999999998</c:v>
                </c:pt>
                <c:pt idx="251">
                  <c:v>4.9992999999999999</c:v>
                </c:pt>
                <c:pt idx="252">
                  <c:v>5.0171000000000001</c:v>
                </c:pt>
                <c:pt idx="253">
                  <c:v>5.0484999999999998</c:v>
                </c:pt>
                <c:pt idx="254">
                  <c:v>5.0449000000000002</c:v>
                </c:pt>
                <c:pt idx="255">
                  <c:v>5.0547000000000004</c:v>
                </c:pt>
                <c:pt idx="256">
                  <c:v>5.0346000000000002</c:v>
                </c:pt>
                <c:pt idx="257">
                  <c:v>5.0757000000000003</c:v>
                </c:pt>
                <c:pt idx="258">
                  <c:v>5.1024000000000003</c:v>
                </c:pt>
                <c:pt idx="259">
                  <c:v>5.0911</c:v>
                </c:pt>
                <c:pt idx="260">
                  <c:v>5.1227999999999998</c:v>
                </c:pt>
                <c:pt idx="261">
                  <c:v>5.1279000000000003</c:v>
                </c:pt>
                <c:pt idx="262">
                  <c:v>5.1456</c:v>
                </c:pt>
                <c:pt idx="263">
                  <c:v>5.1756000000000002</c:v>
                </c:pt>
                <c:pt idx="264">
                  <c:v>5.1741999999999999</c:v>
                </c:pt>
                <c:pt idx="265">
                  <c:v>5.1784999999999997</c:v>
                </c:pt>
                <c:pt idx="266">
                  <c:v>5.1782000000000004</c:v>
                </c:pt>
                <c:pt idx="267">
                  <c:v>5.1772</c:v>
                </c:pt>
                <c:pt idx="268">
                  <c:v>5.1669999999999998</c:v>
                </c:pt>
                <c:pt idx="269">
                  <c:v>5.1782000000000004</c:v>
                </c:pt>
                <c:pt idx="270">
                  <c:v>5.1753999999999998</c:v>
                </c:pt>
                <c:pt idx="271">
                  <c:v>5.1790000000000003</c:v>
                </c:pt>
                <c:pt idx="272">
                  <c:v>5.1688999999999998</c:v>
                </c:pt>
                <c:pt idx="273">
                  <c:v>5.1510999999999996</c:v>
                </c:pt>
                <c:pt idx="274">
                  <c:v>5.1458000000000004</c:v>
                </c:pt>
                <c:pt idx="275">
                  <c:v>5.1658999999999997</c:v>
                </c:pt>
                <c:pt idx="276">
                  <c:v>5.1002999999999998</c:v>
                </c:pt>
                <c:pt idx="277">
                  <c:v>5.0991</c:v>
                </c:pt>
                <c:pt idx="278">
                  <c:v>5.0876999999999999</c:v>
                </c:pt>
                <c:pt idx="279">
                  <c:v>5.0763999999999996</c:v>
                </c:pt>
                <c:pt idx="280">
                  <c:v>5.0724999999999998</c:v>
                </c:pt>
                <c:pt idx="281">
                  <c:v>5.0594000000000001</c:v>
                </c:pt>
                <c:pt idx="282">
                  <c:v>5.0593000000000004</c:v>
                </c:pt>
                <c:pt idx="283">
                  <c:v>5.0633999999999997</c:v>
                </c:pt>
                <c:pt idx="284">
                  <c:v>5.0808</c:v>
                </c:pt>
                <c:pt idx="285">
                  <c:v>5.0616000000000003</c:v>
                </c:pt>
                <c:pt idx="286">
                  <c:v>5.0548999999999999</c:v>
                </c:pt>
                <c:pt idx="287">
                  <c:v>5.0185000000000004</c:v>
                </c:pt>
                <c:pt idx="288">
                  <c:v>4.9854000000000003</c:v>
                </c:pt>
                <c:pt idx="289">
                  <c:v>4.9722999999999997</c:v>
                </c:pt>
                <c:pt idx="290">
                  <c:v>4.9645999999999999</c:v>
                </c:pt>
                <c:pt idx="291">
                  <c:v>4.9863</c:v>
                </c:pt>
                <c:pt idx="292">
                  <c:v>5.0022000000000002</c:v>
                </c:pt>
                <c:pt idx="293">
                  <c:v>4.9744000000000002</c:v>
                </c:pt>
                <c:pt idx="294">
                  <c:v>4.9714999999999998</c:v>
                </c:pt>
                <c:pt idx="295">
                  <c:v>4.9394</c:v>
                </c:pt>
                <c:pt idx="296">
                  <c:v>4.9481999999999999</c:v>
                </c:pt>
                <c:pt idx="297">
                  <c:v>4.9493</c:v>
                </c:pt>
                <c:pt idx="298">
                  <c:v>4.9786999999999999</c:v>
                </c:pt>
                <c:pt idx="299">
                  <c:v>4.9793000000000003</c:v>
                </c:pt>
                <c:pt idx="300">
                  <c:v>4.9741</c:v>
                </c:pt>
                <c:pt idx="301">
                  <c:v>4.9741</c:v>
                </c:pt>
                <c:pt idx="302">
                  <c:v>4.9741999999999997</c:v>
                </c:pt>
                <c:pt idx="303">
                  <c:v>4.9527999999999999</c:v>
                </c:pt>
                <c:pt idx="304">
                  <c:v>4.944</c:v>
                </c:pt>
                <c:pt idx="305">
                  <c:v>4.9215</c:v>
                </c:pt>
                <c:pt idx="306">
                  <c:v>4.8102</c:v>
                </c:pt>
                <c:pt idx="307">
                  <c:v>4.8289</c:v>
                </c:pt>
                <c:pt idx="308">
                  <c:v>4.8512000000000004</c:v>
                </c:pt>
                <c:pt idx="309">
                  <c:v>4.8140999999999998</c:v>
                </c:pt>
                <c:pt idx="310">
                  <c:v>4.8048999999999999</c:v>
                </c:pt>
                <c:pt idx="311">
                  <c:v>4.7935999999999996</c:v>
                </c:pt>
                <c:pt idx="312">
                  <c:v>4.7957999999999998</c:v>
                </c:pt>
                <c:pt idx="313">
                  <c:v>4.7756999999999996</c:v>
                </c:pt>
                <c:pt idx="314">
                  <c:v>4.7370000000000001</c:v>
                </c:pt>
                <c:pt idx="315">
                  <c:v>4.6844999999999999</c:v>
                </c:pt>
                <c:pt idx="316">
                  <c:v>4.6977000000000002</c:v>
                </c:pt>
                <c:pt idx="317">
                  <c:v>4.7256</c:v>
                </c:pt>
                <c:pt idx="318">
                  <c:v>4.7081</c:v>
                </c:pt>
                <c:pt idx="319">
                  <c:v>4.7117000000000004</c:v>
                </c:pt>
                <c:pt idx="320">
                  <c:v>4.7309000000000001</c:v>
                </c:pt>
                <c:pt idx="321">
                  <c:v>4.7108999999999996</c:v>
                </c:pt>
                <c:pt idx="322">
                  <c:v>4.6859000000000002</c:v>
                </c:pt>
                <c:pt idx="323">
                  <c:v>4.4459999999999997</c:v>
                </c:pt>
                <c:pt idx="324">
                  <c:v>4.5033000000000003</c:v>
                </c:pt>
                <c:pt idx="325">
                  <c:v>4.5183999999999997</c:v>
                </c:pt>
                <c:pt idx="326">
                  <c:v>4.5613000000000001</c:v>
                </c:pt>
                <c:pt idx="327">
                  <c:v>4.5365000000000002</c:v>
                </c:pt>
                <c:pt idx="328">
                  <c:v>4.5704000000000002</c:v>
                </c:pt>
                <c:pt idx="329">
                  <c:v>4.5785999999999998</c:v>
                </c:pt>
                <c:pt idx="330">
                  <c:v>4.5980999999999996</c:v>
                </c:pt>
                <c:pt idx="331">
                  <c:v>4.5884999999999998</c:v>
                </c:pt>
                <c:pt idx="332">
                  <c:v>4.6276999999999999</c:v>
                </c:pt>
                <c:pt idx="333">
                  <c:v>4.6104000000000003</c:v>
                </c:pt>
                <c:pt idx="334">
                  <c:v>4.5732999999999997</c:v>
                </c:pt>
                <c:pt idx="335">
                  <c:v>4.6029</c:v>
                </c:pt>
                <c:pt idx="336">
                  <c:v>4.6288999999999998</c:v>
                </c:pt>
                <c:pt idx="337">
                  <c:v>4.6614000000000004</c:v>
                </c:pt>
                <c:pt idx="338">
                  <c:v>4.6596000000000002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6E-47B7-945E-7BA6ED944069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160213.IB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Sheet1!$A$2:$A$340</c:f>
              <c:numCache>
                <c:formatCode>m/d/yyyy</c:formatCode>
                <c:ptCount val="339"/>
                <c:pt idx="0">
                  <c:v>42738</c:v>
                </c:pt>
                <c:pt idx="1">
                  <c:v>42739</c:v>
                </c:pt>
                <c:pt idx="2">
                  <c:v>42740</c:v>
                </c:pt>
                <c:pt idx="3">
                  <c:v>42741</c:v>
                </c:pt>
                <c:pt idx="4">
                  <c:v>42744</c:v>
                </c:pt>
                <c:pt idx="5">
                  <c:v>42745</c:v>
                </c:pt>
                <c:pt idx="6">
                  <c:v>42746</c:v>
                </c:pt>
                <c:pt idx="7">
                  <c:v>42747</c:v>
                </c:pt>
                <c:pt idx="8">
                  <c:v>42748</c:v>
                </c:pt>
                <c:pt idx="9">
                  <c:v>42751</c:v>
                </c:pt>
                <c:pt idx="10">
                  <c:v>42752</c:v>
                </c:pt>
                <c:pt idx="11">
                  <c:v>42753</c:v>
                </c:pt>
                <c:pt idx="12">
                  <c:v>42754</c:v>
                </c:pt>
                <c:pt idx="13">
                  <c:v>42755</c:v>
                </c:pt>
                <c:pt idx="14">
                  <c:v>42757</c:v>
                </c:pt>
                <c:pt idx="15">
                  <c:v>42758</c:v>
                </c:pt>
                <c:pt idx="16">
                  <c:v>42759</c:v>
                </c:pt>
                <c:pt idx="17">
                  <c:v>42760</c:v>
                </c:pt>
                <c:pt idx="18">
                  <c:v>42761</c:v>
                </c:pt>
                <c:pt idx="19">
                  <c:v>42769</c:v>
                </c:pt>
                <c:pt idx="20">
                  <c:v>42770</c:v>
                </c:pt>
                <c:pt idx="21">
                  <c:v>42772</c:v>
                </c:pt>
                <c:pt idx="22">
                  <c:v>42773</c:v>
                </c:pt>
                <c:pt idx="23">
                  <c:v>42774</c:v>
                </c:pt>
                <c:pt idx="24">
                  <c:v>42775</c:v>
                </c:pt>
                <c:pt idx="25">
                  <c:v>42776</c:v>
                </c:pt>
                <c:pt idx="26">
                  <c:v>42779</c:v>
                </c:pt>
                <c:pt idx="27">
                  <c:v>42780</c:v>
                </c:pt>
                <c:pt idx="28">
                  <c:v>42781</c:v>
                </c:pt>
                <c:pt idx="29">
                  <c:v>42782</c:v>
                </c:pt>
                <c:pt idx="30">
                  <c:v>42783</c:v>
                </c:pt>
                <c:pt idx="31">
                  <c:v>42786</c:v>
                </c:pt>
                <c:pt idx="32">
                  <c:v>42787</c:v>
                </c:pt>
                <c:pt idx="33">
                  <c:v>42788</c:v>
                </c:pt>
                <c:pt idx="34">
                  <c:v>42789</c:v>
                </c:pt>
                <c:pt idx="35">
                  <c:v>42790</c:v>
                </c:pt>
                <c:pt idx="36">
                  <c:v>42793</c:v>
                </c:pt>
                <c:pt idx="37">
                  <c:v>42794</c:v>
                </c:pt>
                <c:pt idx="38">
                  <c:v>42795</c:v>
                </c:pt>
                <c:pt idx="39">
                  <c:v>42796</c:v>
                </c:pt>
                <c:pt idx="40">
                  <c:v>42797</c:v>
                </c:pt>
                <c:pt idx="41">
                  <c:v>42800</c:v>
                </c:pt>
                <c:pt idx="42">
                  <c:v>42801</c:v>
                </c:pt>
                <c:pt idx="43">
                  <c:v>42802</c:v>
                </c:pt>
                <c:pt idx="44">
                  <c:v>42803</c:v>
                </c:pt>
                <c:pt idx="45">
                  <c:v>42804</c:v>
                </c:pt>
                <c:pt idx="46">
                  <c:v>42807</c:v>
                </c:pt>
                <c:pt idx="47">
                  <c:v>42808</c:v>
                </c:pt>
                <c:pt idx="48">
                  <c:v>42809</c:v>
                </c:pt>
                <c:pt idx="49">
                  <c:v>42810</c:v>
                </c:pt>
                <c:pt idx="50">
                  <c:v>42811</c:v>
                </c:pt>
                <c:pt idx="51">
                  <c:v>42814</c:v>
                </c:pt>
                <c:pt idx="52">
                  <c:v>42815</c:v>
                </c:pt>
                <c:pt idx="53">
                  <c:v>42816</c:v>
                </c:pt>
                <c:pt idx="54">
                  <c:v>42817</c:v>
                </c:pt>
                <c:pt idx="55">
                  <c:v>42818</c:v>
                </c:pt>
                <c:pt idx="56">
                  <c:v>42821</c:v>
                </c:pt>
                <c:pt idx="57">
                  <c:v>42822</c:v>
                </c:pt>
                <c:pt idx="58">
                  <c:v>42823</c:v>
                </c:pt>
                <c:pt idx="59">
                  <c:v>42824</c:v>
                </c:pt>
                <c:pt idx="60">
                  <c:v>42825</c:v>
                </c:pt>
                <c:pt idx="61">
                  <c:v>42826</c:v>
                </c:pt>
                <c:pt idx="62">
                  <c:v>42830</c:v>
                </c:pt>
                <c:pt idx="63">
                  <c:v>42831</c:v>
                </c:pt>
                <c:pt idx="64">
                  <c:v>42832</c:v>
                </c:pt>
                <c:pt idx="65">
                  <c:v>42835</c:v>
                </c:pt>
                <c:pt idx="66">
                  <c:v>42836</c:v>
                </c:pt>
                <c:pt idx="67">
                  <c:v>42837</c:v>
                </c:pt>
                <c:pt idx="68">
                  <c:v>42838</c:v>
                </c:pt>
                <c:pt idx="69">
                  <c:v>42839</c:v>
                </c:pt>
                <c:pt idx="70">
                  <c:v>42842</c:v>
                </c:pt>
                <c:pt idx="71">
                  <c:v>42843</c:v>
                </c:pt>
                <c:pt idx="72">
                  <c:v>42844</c:v>
                </c:pt>
                <c:pt idx="73">
                  <c:v>42845</c:v>
                </c:pt>
                <c:pt idx="74">
                  <c:v>42846</c:v>
                </c:pt>
                <c:pt idx="75">
                  <c:v>42849</c:v>
                </c:pt>
                <c:pt idx="76">
                  <c:v>42850</c:v>
                </c:pt>
                <c:pt idx="77">
                  <c:v>42851</c:v>
                </c:pt>
                <c:pt idx="78">
                  <c:v>42852</c:v>
                </c:pt>
                <c:pt idx="79">
                  <c:v>42853</c:v>
                </c:pt>
                <c:pt idx="80">
                  <c:v>42857</c:v>
                </c:pt>
                <c:pt idx="81">
                  <c:v>42858</c:v>
                </c:pt>
                <c:pt idx="82">
                  <c:v>42859</c:v>
                </c:pt>
                <c:pt idx="83">
                  <c:v>42860</c:v>
                </c:pt>
                <c:pt idx="84">
                  <c:v>42863</c:v>
                </c:pt>
                <c:pt idx="85">
                  <c:v>42864</c:v>
                </c:pt>
                <c:pt idx="86">
                  <c:v>42865</c:v>
                </c:pt>
                <c:pt idx="87">
                  <c:v>42866</c:v>
                </c:pt>
                <c:pt idx="88">
                  <c:v>42867</c:v>
                </c:pt>
                <c:pt idx="89">
                  <c:v>42870</c:v>
                </c:pt>
                <c:pt idx="90">
                  <c:v>42871</c:v>
                </c:pt>
                <c:pt idx="91">
                  <c:v>42872</c:v>
                </c:pt>
                <c:pt idx="92">
                  <c:v>42873</c:v>
                </c:pt>
                <c:pt idx="93">
                  <c:v>42874</c:v>
                </c:pt>
                <c:pt idx="94">
                  <c:v>42877</c:v>
                </c:pt>
                <c:pt idx="95">
                  <c:v>42878</c:v>
                </c:pt>
                <c:pt idx="96">
                  <c:v>42879</c:v>
                </c:pt>
                <c:pt idx="97">
                  <c:v>42880</c:v>
                </c:pt>
                <c:pt idx="98">
                  <c:v>42881</c:v>
                </c:pt>
                <c:pt idx="99">
                  <c:v>42882</c:v>
                </c:pt>
                <c:pt idx="100">
                  <c:v>42886</c:v>
                </c:pt>
                <c:pt idx="101">
                  <c:v>42887</c:v>
                </c:pt>
                <c:pt idx="102">
                  <c:v>42888</c:v>
                </c:pt>
                <c:pt idx="103">
                  <c:v>42891</c:v>
                </c:pt>
                <c:pt idx="104">
                  <c:v>42892</c:v>
                </c:pt>
                <c:pt idx="105">
                  <c:v>42893</c:v>
                </c:pt>
                <c:pt idx="106">
                  <c:v>42894</c:v>
                </c:pt>
                <c:pt idx="107">
                  <c:v>42895</c:v>
                </c:pt>
                <c:pt idx="108">
                  <c:v>42898</c:v>
                </c:pt>
                <c:pt idx="109">
                  <c:v>42899</c:v>
                </c:pt>
                <c:pt idx="110">
                  <c:v>42900</c:v>
                </c:pt>
                <c:pt idx="111">
                  <c:v>42901</c:v>
                </c:pt>
                <c:pt idx="112">
                  <c:v>42902</c:v>
                </c:pt>
                <c:pt idx="113">
                  <c:v>42905</c:v>
                </c:pt>
                <c:pt idx="114">
                  <c:v>42906</c:v>
                </c:pt>
                <c:pt idx="115">
                  <c:v>42907</c:v>
                </c:pt>
                <c:pt idx="116">
                  <c:v>42908</c:v>
                </c:pt>
                <c:pt idx="117">
                  <c:v>42909</c:v>
                </c:pt>
                <c:pt idx="118">
                  <c:v>42912</c:v>
                </c:pt>
                <c:pt idx="119">
                  <c:v>42913</c:v>
                </c:pt>
                <c:pt idx="120">
                  <c:v>42914</c:v>
                </c:pt>
                <c:pt idx="121">
                  <c:v>42915</c:v>
                </c:pt>
                <c:pt idx="122">
                  <c:v>42916</c:v>
                </c:pt>
                <c:pt idx="123">
                  <c:v>42919</c:v>
                </c:pt>
                <c:pt idx="124">
                  <c:v>42920</c:v>
                </c:pt>
                <c:pt idx="125">
                  <c:v>42921</c:v>
                </c:pt>
                <c:pt idx="126">
                  <c:v>42922</c:v>
                </c:pt>
                <c:pt idx="127">
                  <c:v>42923</c:v>
                </c:pt>
                <c:pt idx="128">
                  <c:v>42926</c:v>
                </c:pt>
                <c:pt idx="129">
                  <c:v>42927</c:v>
                </c:pt>
                <c:pt idx="130">
                  <c:v>42928</c:v>
                </c:pt>
                <c:pt idx="131">
                  <c:v>42929</c:v>
                </c:pt>
                <c:pt idx="132">
                  <c:v>42930</c:v>
                </c:pt>
                <c:pt idx="133">
                  <c:v>42933</c:v>
                </c:pt>
                <c:pt idx="134">
                  <c:v>42934</c:v>
                </c:pt>
                <c:pt idx="135">
                  <c:v>42935</c:v>
                </c:pt>
                <c:pt idx="136">
                  <c:v>42936</c:v>
                </c:pt>
                <c:pt idx="137">
                  <c:v>42937</c:v>
                </c:pt>
                <c:pt idx="138">
                  <c:v>42940</c:v>
                </c:pt>
                <c:pt idx="139">
                  <c:v>42941</c:v>
                </c:pt>
                <c:pt idx="140">
                  <c:v>42942</c:v>
                </c:pt>
                <c:pt idx="141">
                  <c:v>42943</c:v>
                </c:pt>
                <c:pt idx="142">
                  <c:v>42944</c:v>
                </c:pt>
                <c:pt idx="143">
                  <c:v>42947</c:v>
                </c:pt>
                <c:pt idx="144">
                  <c:v>42948</c:v>
                </c:pt>
                <c:pt idx="145">
                  <c:v>42949</c:v>
                </c:pt>
                <c:pt idx="146">
                  <c:v>42950</c:v>
                </c:pt>
                <c:pt idx="147">
                  <c:v>42951</c:v>
                </c:pt>
                <c:pt idx="148">
                  <c:v>42954</c:v>
                </c:pt>
                <c:pt idx="149">
                  <c:v>42955</c:v>
                </c:pt>
                <c:pt idx="150">
                  <c:v>42956</c:v>
                </c:pt>
                <c:pt idx="151">
                  <c:v>42957</c:v>
                </c:pt>
                <c:pt idx="152">
                  <c:v>42958</c:v>
                </c:pt>
                <c:pt idx="153">
                  <c:v>42961</c:v>
                </c:pt>
                <c:pt idx="154">
                  <c:v>42962</c:v>
                </c:pt>
                <c:pt idx="155">
                  <c:v>42963</c:v>
                </c:pt>
                <c:pt idx="156">
                  <c:v>42964</c:v>
                </c:pt>
                <c:pt idx="157">
                  <c:v>42965</c:v>
                </c:pt>
                <c:pt idx="158">
                  <c:v>42968</c:v>
                </c:pt>
                <c:pt idx="159">
                  <c:v>42969</c:v>
                </c:pt>
                <c:pt idx="160">
                  <c:v>42970</c:v>
                </c:pt>
                <c:pt idx="161">
                  <c:v>42971</c:v>
                </c:pt>
                <c:pt idx="162">
                  <c:v>42972</c:v>
                </c:pt>
                <c:pt idx="163">
                  <c:v>42975</c:v>
                </c:pt>
                <c:pt idx="164">
                  <c:v>42976</c:v>
                </c:pt>
                <c:pt idx="165">
                  <c:v>42977</c:v>
                </c:pt>
                <c:pt idx="166">
                  <c:v>42978</c:v>
                </c:pt>
                <c:pt idx="167">
                  <c:v>42979</c:v>
                </c:pt>
                <c:pt idx="168">
                  <c:v>42982</c:v>
                </c:pt>
                <c:pt idx="169">
                  <c:v>42983</c:v>
                </c:pt>
                <c:pt idx="170">
                  <c:v>42984</c:v>
                </c:pt>
                <c:pt idx="171">
                  <c:v>42985</c:v>
                </c:pt>
                <c:pt idx="172">
                  <c:v>42986</c:v>
                </c:pt>
                <c:pt idx="173">
                  <c:v>42989</c:v>
                </c:pt>
                <c:pt idx="174">
                  <c:v>42990</c:v>
                </c:pt>
                <c:pt idx="175">
                  <c:v>42991</c:v>
                </c:pt>
                <c:pt idx="176">
                  <c:v>42992</c:v>
                </c:pt>
                <c:pt idx="177">
                  <c:v>42993</c:v>
                </c:pt>
                <c:pt idx="178">
                  <c:v>42996</c:v>
                </c:pt>
                <c:pt idx="179">
                  <c:v>42997</c:v>
                </c:pt>
                <c:pt idx="180">
                  <c:v>42998</c:v>
                </c:pt>
                <c:pt idx="181">
                  <c:v>42999</c:v>
                </c:pt>
                <c:pt idx="182">
                  <c:v>43000</c:v>
                </c:pt>
                <c:pt idx="183">
                  <c:v>43003</c:v>
                </c:pt>
                <c:pt idx="184">
                  <c:v>43004</c:v>
                </c:pt>
                <c:pt idx="185">
                  <c:v>43005</c:v>
                </c:pt>
                <c:pt idx="186">
                  <c:v>43006</c:v>
                </c:pt>
                <c:pt idx="187">
                  <c:v>43007</c:v>
                </c:pt>
                <c:pt idx="188">
                  <c:v>43008</c:v>
                </c:pt>
                <c:pt idx="189">
                  <c:v>43017</c:v>
                </c:pt>
                <c:pt idx="190">
                  <c:v>43018</c:v>
                </c:pt>
                <c:pt idx="191">
                  <c:v>43019</c:v>
                </c:pt>
                <c:pt idx="192">
                  <c:v>43020</c:v>
                </c:pt>
                <c:pt idx="193">
                  <c:v>43021</c:v>
                </c:pt>
                <c:pt idx="194">
                  <c:v>43024</c:v>
                </c:pt>
                <c:pt idx="195">
                  <c:v>43025</c:v>
                </c:pt>
                <c:pt idx="196">
                  <c:v>43026</c:v>
                </c:pt>
                <c:pt idx="197">
                  <c:v>43027</c:v>
                </c:pt>
                <c:pt idx="198">
                  <c:v>43028</c:v>
                </c:pt>
                <c:pt idx="199">
                  <c:v>43031</c:v>
                </c:pt>
                <c:pt idx="200">
                  <c:v>43032</c:v>
                </c:pt>
                <c:pt idx="201">
                  <c:v>43033</c:v>
                </c:pt>
                <c:pt idx="202">
                  <c:v>43034</c:v>
                </c:pt>
                <c:pt idx="203">
                  <c:v>43035</c:v>
                </c:pt>
                <c:pt idx="204">
                  <c:v>43038</c:v>
                </c:pt>
                <c:pt idx="205">
                  <c:v>43039</c:v>
                </c:pt>
                <c:pt idx="206">
                  <c:v>43040</c:v>
                </c:pt>
                <c:pt idx="207">
                  <c:v>43041</c:v>
                </c:pt>
                <c:pt idx="208">
                  <c:v>43042</c:v>
                </c:pt>
                <c:pt idx="209">
                  <c:v>43045</c:v>
                </c:pt>
                <c:pt idx="210">
                  <c:v>43046</c:v>
                </c:pt>
                <c:pt idx="211">
                  <c:v>43047</c:v>
                </c:pt>
                <c:pt idx="212">
                  <c:v>43048</c:v>
                </c:pt>
                <c:pt idx="213">
                  <c:v>43049</c:v>
                </c:pt>
                <c:pt idx="214">
                  <c:v>43052</c:v>
                </c:pt>
                <c:pt idx="215">
                  <c:v>43053</c:v>
                </c:pt>
                <c:pt idx="216">
                  <c:v>43054</c:v>
                </c:pt>
                <c:pt idx="217">
                  <c:v>43055</c:v>
                </c:pt>
                <c:pt idx="218">
                  <c:v>43056</c:v>
                </c:pt>
                <c:pt idx="219">
                  <c:v>43059</c:v>
                </c:pt>
                <c:pt idx="220">
                  <c:v>43060</c:v>
                </c:pt>
                <c:pt idx="221">
                  <c:v>43061</c:v>
                </c:pt>
                <c:pt idx="222">
                  <c:v>43062</c:v>
                </c:pt>
                <c:pt idx="223">
                  <c:v>43063</c:v>
                </c:pt>
                <c:pt idx="224">
                  <c:v>43066</c:v>
                </c:pt>
                <c:pt idx="225">
                  <c:v>43067</c:v>
                </c:pt>
                <c:pt idx="226">
                  <c:v>43068</c:v>
                </c:pt>
                <c:pt idx="227">
                  <c:v>43069</c:v>
                </c:pt>
                <c:pt idx="228">
                  <c:v>43070</c:v>
                </c:pt>
                <c:pt idx="229">
                  <c:v>43073</c:v>
                </c:pt>
                <c:pt idx="230">
                  <c:v>43074</c:v>
                </c:pt>
                <c:pt idx="231">
                  <c:v>43075</c:v>
                </c:pt>
                <c:pt idx="232">
                  <c:v>43076</c:v>
                </c:pt>
                <c:pt idx="233">
                  <c:v>43077</c:v>
                </c:pt>
                <c:pt idx="234">
                  <c:v>43080</c:v>
                </c:pt>
                <c:pt idx="235">
                  <c:v>43081</c:v>
                </c:pt>
                <c:pt idx="236">
                  <c:v>43082</c:v>
                </c:pt>
                <c:pt idx="237">
                  <c:v>43083</c:v>
                </c:pt>
                <c:pt idx="238">
                  <c:v>43084</c:v>
                </c:pt>
                <c:pt idx="239">
                  <c:v>43087</c:v>
                </c:pt>
                <c:pt idx="240">
                  <c:v>43088</c:v>
                </c:pt>
                <c:pt idx="241">
                  <c:v>43089</c:v>
                </c:pt>
                <c:pt idx="242">
                  <c:v>43090</c:v>
                </c:pt>
                <c:pt idx="243">
                  <c:v>43091</c:v>
                </c:pt>
                <c:pt idx="244">
                  <c:v>43094</c:v>
                </c:pt>
                <c:pt idx="245">
                  <c:v>43095</c:v>
                </c:pt>
                <c:pt idx="246">
                  <c:v>43096</c:v>
                </c:pt>
                <c:pt idx="247">
                  <c:v>43097</c:v>
                </c:pt>
                <c:pt idx="248">
                  <c:v>43098</c:v>
                </c:pt>
                <c:pt idx="249">
                  <c:v>43099</c:v>
                </c:pt>
                <c:pt idx="250">
                  <c:v>43100</c:v>
                </c:pt>
                <c:pt idx="251">
                  <c:v>43102</c:v>
                </c:pt>
                <c:pt idx="252">
                  <c:v>43103</c:v>
                </c:pt>
                <c:pt idx="253">
                  <c:v>43104</c:v>
                </c:pt>
                <c:pt idx="254">
                  <c:v>43105</c:v>
                </c:pt>
                <c:pt idx="255">
                  <c:v>43108</c:v>
                </c:pt>
                <c:pt idx="256">
                  <c:v>43109</c:v>
                </c:pt>
                <c:pt idx="257">
                  <c:v>43110</c:v>
                </c:pt>
                <c:pt idx="258">
                  <c:v>43111</c:v>
                </c:pt>
                <c:pt idx="259">
                  <c:v>43112</c:v>
                </c:pt>
                <c:pt idx="260">
                  <c:v>43115</c:v>
                </c:pt>
                <c:pt idx="261">
                  <c:v>43116</c:v>
                </c:pt>
                <c:pt idx="262">
                  <c:v>43117</c:v>
                </c:pt>
                <c:pt idx="263">
                  <c:v>43118</c:v>
                </c:pt>
                <c:pt idx="264">
                  <c:v>43119</c:v>
                </c:pt>
                <c:pt idx="265">
                  <c:v>43122</c:v>
                </c:pt>
                <c:pt idx="266">
                  <c:v>43123</c:v>
                </c:pt>
                <c:pt idx="267">
                  <c:v>43124</c:v>
                </c:pt>
                <c:pt idx="268">
                  <c:v>43125</c:v>
                </c:pt>
                <c:pt idx="269">
                  <c:v>43126</c:v>
                </c:pt>
                <c:pt idx="270">
                  <c:v>43129</c:v>
                </c:pt>
                <c:pt idx="271">
                  <c:v>43130</c:v>
                </c:pt>
                <c:pt idx="272">
                  <c:v>43131</c:v>
                </c:pt>
                <c:pt idx="273">
                  <c:v>43132</c:v>
                </c:pt>
                <c:pt idx="274">
                  <c:v>43133</c:v>
                </c:pt>
                <c:pt idx="275">
                  <c:v>43136</c:v>
                </c:pt>
                <c:pt idx="276">
                  <c:v>43137</c:v>
                </c:pt>
                <c:pt idx="277">
                  <c:v>43138</c:v>
                </c:pt>
                <c:pt idx="278">
                  <c:v>43139</c:v>
                </c:pt>
                <c:pt idx="279">
                  <c:v>43140</c:v>
                </c:pt>
                <c:pt idx="280">
                  <c:v>43142</c:v>
                </c:pt>
                <c:pt idx="281">
                  <c:v>43143</c:v>
                </c:pt>
                <c:pt idx="282">
                  <c:v>43144</c:v>
                </c:pt>
                <c:pt idx="283">
                  <c:v>43145</c:v>
                </c:pt>
                <c:pt idx="284">
                  <c:v>43153</c:v>
                </c:pt>
                <c:pt idx="285">
                  <c:v>43154</c:v>
                </c:pt>
                <c:pt idx="286">
                  <c:v>43155</c:v>
                </c:pt>
                <c:pt idx="287">
                  <c:v>43157</c:v>
                </c:pt>
                <c:pt idx="288">
                  <c:v>43158</c:v>
                </c:pt>
                <c:pt idx="289">
                  <c:v>43159</c:v>
                </c:pt>
                <c:pt idx="290">
                  <c:v>43160</c:v>
                </c:pt>
                <c:pt idx="291">
                  <c:v>43161</c:v>
                </c:pt>
                <c:pt idx="292">
                  <c:v>43164</c:v>
                </c:pt>
                <c:pt idx="293">
                  <c:v>43165</c:v>
                </c:pt>
                <c:pt idx="294">
                  <c:v>43166</c:v>
                </c:pt>
                <c:pt idx="295">
                  <c:v>43167</c:v>
                </c:pt>
                <c:pt idx="296">
                  <c:v>43168</c:v>
                </c:pt>
                <c:pt idx="297">
                  <c:v>43171</c:v>
                </c:pt>
                <c:pt idx="298">
                  <c:v>43172</c:v>
                </c:pt>
                <c:pt idx="299">
                  <c:v>43173</c:v>
                </c:pt>
                <c:pt idx="300">
                  <c:v>43174</c:v>
                </c:pt>
                <c:pt idx="301">
                  <c:v>43175</c:v>
                </c:pt>
                <c:pt idx="302">
                  <c:v>43178</c:v>
                </c:pt>
                <c:pt idx="303">
                  <c:v>43179</c:v>
                </c:pt>
                <c:pt idx="304">
                  <c:v>43180</c:v>
                </c:pt>
                <c:pt idx="305">
                  <c:v>43181</c:v>
                </c:pt>
                <c:pt idx="306">
                  <c:v>43182</c:v>
                </c:pt>
                <c:pt idx="307">
                  <c:v>43185</c:v>
                </c:pt>
                <c:pt idx="308">
                  <c:v>43186</c:v>
                </c:pt>
                <c:pt idx="309">
                  <c:v>43187</c:v>
                </c:pt>
                <c:pt idx="310">
                  <c:v>43188</c:v>
                </c:pt>
                <c:pt idx="311">
                  <c:v>43189</c:v>
                </c:pt>
                <c:pt idx="312">
                  <c:v>43192</c:v>
                </c:pt>
                <c:pt idx="313">
                  <c:v>43193</c:v>
                </c:pt>
                <c:pt idx="314">
                  <c:v>43194</c:v>
                </c:pt>
                <c:pt idx="315">
                  <c:v>43198</c:v>
                </c:pt>
                <c:pt idx="316">
                  <c:v>43199</c:v>
                </c:pt>
                <c:pt idx="317">
                  <c:v>43200</c:v>
                </c:pt>
                <c:pt idx="318">
                  <c:v>43201</c:v>
                </c:pt>
                <c:pt idx="319">
                  <c:v>43202</c:v>
                </c:pt>
                <c:pt idx="320">
                  <c:v>43203</c:v>
                </c:pt>
                <c:pt idx="321">
                  <c:v>43206</c:v>
                </c:pt>
                <c:pt idx="322">
                  <c:v>43207</c:v>
                </c:pt>
                <c:pt idx="323">
                  <c:v>43208</c:v>
                </c:pt>
                <c:pt idx="324">
                  <c:v>43209</c:v>
                </c:pt>
                <c:pt idx="325">
                  <c:v>43210</c:v>
                </c:pt>
                <c:pt idx="326">
                  <c:v>43213</c:v>
                </c:pt>
                <c:pt idx="327">
                  <c:v>43214</c:v>
                </c:pt>
                <c:pt idx="328">
                  <c:v>43215</c:v>
                </c:pt>
                <c:pt idx="329">
                  <c:v>43216</c:v>
                </c:pt>
                <c:pt idx="330">
                  <c:v>43217</c:v>
                </c:pt>
                <c:pt idx="331">
                  <c:v>43218</c:v>
                </c:pt>
                <c:pt idx="332">
                  <c:v>43222</c:v>
                </c:pt>
                <c:pt idx="333">
                  <c:v>43223</c:v>
                </c:pt>
                <c:pt idx="334">
                  <c:v>43224</c:v>
                </c:pt>
                <c:pt idx="335">
                  <c:v>43227</c:v>
                </c:pt>
                <c:pt idx="336">
                  <c:v>43228</c:v>
                </c:pt>
                <c:pt idx="337">
                  <c:v>43229</c:v>
                </c:pt>
                <c:pt idx="338">
                  <c:v>43230</c:v>
                </c:pt>
              </c:numCache>
            </c:numRef>
          </c:cat>
          <c:val>
            <c:numRef>
              <c:f>Sheet1!$C$2:$C$340</c:f>
              <c:numCache>
                <c:formatCode>#,##0.0000</c:formatCode>
                <c:ptCount val="339"/>
                <c:pt idx="0">
                  <c:v>3.6936</c:v>
                </c:pt>
                <c:pt idx="1">
                  <c:v>3.7448000000000001</c:v>
                </c:pt>
                <c:pt idx="2">
                  <c:v>3.7848000000000002</c:v>
                </c:pt>
                <c:pt idx="3">
                  <c:v>3.7645</c:v>
                </c:pt>
                <c:pt idx="4">
                  <c:v>3.73</c:v>
                </c:pt>
                <c:pt idx="5">
                  <c:v>3.7198000000000002</c:v>
                </c:pt>
                <c:pt idx="6">
                  <c:v>3.7488000000000001</c:v>
                </c:pt>
                <c:pt idx="7">
                  <c:v>3.7399</c:v>
                </c:pt>
                <c:pt idx="8">
                  <c:v>3.7385000000000002</c:v>
                </c:pt>
                <c:pt idx="9">
                  <c:v>3.7898000000000001</c:v>
                </c:pt>
                <c:pt idx="10">
                  <c:v>3.8187000000000002</c:v>
                </c:pt>
                <c:pt idx="11">
                  <c:v>3.8372999999999999</c:v>
                </c:pt>
                <c:pt idx="12">
                  <c:v>3.8397999999999999</c:v>
                </c:pt>
                <c:pt idx="13">
                  <c:v>3.8071000000000002</c:v>
                </c:pt>
                <c:pt idx="14">
                  <c:v>3.8075000000000001</c:v>
                </c:pt>
                <c:pt idx="15">
                  <c:v>3.8235999999999999</c:v>
                </c:pt>
                <c:pt idx="16">
                  <c:v>3.8972000000000002</c:v>
                </c:pt>
                <c:pt idx="17">
                  <c:v>3.9498000000000002</c:v>
                </c:pt>
                <c:pt idx="18">
                  <c:v>3.9544999999999999</c:v>
                </c:pt>
                <c:pt idx="19">
                  <c:v>4.0697999999999999</c:v>
                </c:pt>
                <c:pt idx="20">
                  <c:v>4.0795000000000003</c:v>
                </c:pt>
                <c:pt idx="21">
                  <c:v>4.1672000000000002</c:v>
                </c:pt>
                <c:pt idx="22">
                  <c:v>4.1909999999999998</c:v>
                </c:pt>
                <c:pt idx="23">
                  <c:v>4.1696999999999997</c:v>
                </c:pt>
                <c:pt idx="24">
                  <c:v>4.1071999999999997</c:v>
                </c:pt>
                <c:pt idx="25">
                  <c:v>4.1417000000000002</c:v>
                </c:pt>
                <c:pt idx="26">
                  <c:v>4.1372</c:v>
                </c:pt>
                <c:pt idx="27">
                  <c:v>4.1497000000000002</c:v>
                </c:pt>
                <c:pt idx="28">
                  <c:v>4.1535000000000002</c:v>
                </c:pt>
                <c:pt idx="29">
                  <c:v>4.1173999999999999</c:v>
                </c:pt>
                <c:pt idx="30">
                  <c:v>4.1115000000000004</c:v>
                </c:pt>
                <c:pt idx="31">
                  <c:v>4.0571999999999999</c:v>
                </c:pt>
                <c:pt idx="32">
                  <c:v>4.0872000000000002</c:v>
                </c:pt>
                <c:pt idx="33">
                  <c:v>4.0667</c:v>
                </c:pt>
                <c:pt idx="34">
                  <c:v>4.0571999999999999</c:v>
                </c:pt>
                <c:pt idx="35">
                  <c:v>4.0631000000000004</c:v>
                </c:pt>
                <c:pt idx="36">
                  <c:v>4.0608000000000004</c:v>
                </c:pt>
                <c:pt idx="37">
                  <c:v>4.0669000000000004</c:v>
                </c:pt>
                <c:pt idx="38">
                  <c:v>4.1163999999999996</c:v>
                </c:pt>
                <c:pt idx="39">
                  <c:v>4.1448</c:v>
                </c:pt>
                <c:pt idx="40">
                  <c:v>4.1523000000000003</c:v>
                </c:pt>
                <c:pt idx="41">
                  <c:v>4.1642999999999999</c:v>
                </c:pt>
                <c:pt idx="42">
                  <c:v>4.1619000000000002</c:v>
                </c:pt>
                <c:pt idx="43">
                  <c:v>4.2027000000000001</c:v>
                </c:pt>
                <c:pt idx="44">
                  <c:v>4.2126999999999999</c:v>
                </c:pt>
                <c:pt idx="45">
                  <c:v>4.2068000000000003</c:v>
                </c:pt>
                <c:pt idx="46">
                  <c:v>4.1797000000000004</c:v>
                </c:pt>
                <c:pt idx="47">
                  <c:v>4.1550000000000002</c:v>
                </c:pt>
                <c:pt idx="48">
                  <c:v>4.1269</c:v>
                </c:pt>
                <c:pt idx="49">
                  <c:v>4.0843999999999996</c:v>
                </c:pt>
                <c:pt idx="50">
                  <c:v>4.0907999999999998</c:v>
                </c:pt>
                <c:pt idx="51">
                  <c:v>4.0997000000000003</c:v>
                </c:pt>
                <c:pt idx="52">
                  <c:v>4.1134000000000004</c:v>
                </c:pt>
                <c:pt idx="53">
                  <c:v>4.0972999999999997</c:v>
                </c:pt>
                <c:pt idx="54">
                  <c:v>4.0998000000000001</c:v>
                </c:pt>
                <c:pt idx="55">
                  <c:v>4.0555000000000003</c:v>
                </c:pt>
                <c:pt idx="56">
                  <c:v>4.0477999999999996</c:v>
                </c:pt>
                <c:pt idx="57">
                  <c:v>4.0522999999999998</c:v>
                </c:pt>
                <c:pt idx="58">
                  <c:v>4.0597000000000003</c:v>
                </c:pt>
                <c:pt idx="59">
                  <c:v>4.0731999999999999</c:v>
                </c:pt>
                <c:pt idx="60">
                  <c:v>4.0632999999999999</c:v>
                </c:pt>
                <c:pt idx="61">
                  <c:v>4.0560999999999998</c:v>
                </c:pt>
                <c:pt idx="62">
                  <c:v>4.0808999999999997</c:v>
                </c:pt>
                <c:pt idx="63">
                  <c:v>4.0872999999999999</c:v>
                </c:pt>
                <c:pt idx="64">
                  <c:v>4.0709</c:v>
                </c:pt>
                <c:pt idx="65">
                  <c:v>4.0789999999999997</c:v>
                </c:pt>
                <c:pt idx="66">
                  <c:v>4.0896999999999997</c:v>
                </c:pt>
                <c:pt idx="67">
                  <c:v>4.0945999999999998</c:v>
                </c:pt>
                <c:pt idx="68">
                  <c:v>4.0999999999999996</c:v>
                </c:pt>
                <c:pt idx="69">
                  <c:v>4.1435000000000004</c:v>
                </c:pt>
                <c:pt idx="70">
                  <c:v>4.2157999999999998</c:v>
                </c:pt>
                <c:pt idx="71">
                  <c:v>4.2095000000000002</c:v>
                </c:pt>
                <c:pt idx="72">
                  <c:v>4.2079000000000004</c:v>
                </c:pt>
                <c:pt idx="73">
                  <c:v>4.2313000000000001</c:v>
                </c:pt>
                <c:pt idx="74">
                  <c:v>4.2617000000000003</c:v>
                </c:pt>
                <c:pt idx="75">
                  <c:v>4.3082000000000003</c:v>
                </c:pt>
                <c:pt idx="76">
                  <c:v>4.2535999999999996</c:v>
                </c:pt>
                <c:pt idx="77">
                  <c:v>4.2606999999999999</c:v>
                </c:pt>
                <c:pt idx="78">
                  <c:v>4.2502000000000004</c:v>
                </c:pt>
                <c:pt idx="79">
                  <c:v>4.2759</c:v>
                </c:pt>
                <c:pt idx="80">
                  <c:v>4.3048000000000002</c:v>
                </c:pt>
                <c:pt idx="81">
                  <c:v>4.3049999999999997</c:v>
                </c:pt>
                <c:pt idx="82">
                  <c:v>4.3497000000000003</c:v>
                </c:pt>
                <c:pt idx="83">
                  <c:v>4.3507999999999996</c:v>
                </c:pt>
                <c:pt idx="84">
                  <c:v>4.3921000000000001</c:v>
                </c:pt>
                <c:pt idx="85">
                  <c:v>4.4461000000000004</c:v>
                </c:pt>
                <c:pt idx="86">
                  <c:v>4.4912999999999998</c:v>
                </c:pt>
                <c:pt idx="87">
                  <c:v>4.4457000000000004</c:v>
                </c:pt>
                <c:pt idx="88">
                  <c:v>4.4778000000000002</c:v>
                </c:pt>
                <c:pt idx="89">
                  <c:v>4.4394999999999998</c:v>
                </c:pt>
                <c:pt idx="90">
                  <c:v>4.4690000000000003</c:v>
                </c:pt>
                <c:pt idx="91">
                  <c:v>4.4619</c:v>
                </c:pt>
                <c:pt idx="92">
                  <c:v>4.4322999999999997</c:v>
                </c:pt>
                <c:pt idx="93">
                  <c:v>4.4208999999999996</c:v>
                </c:pt>
                <c:pt idx="94">
                  <c:v>4.4507000000000003</c:v>
                </c:pt>
                <c:pt idx="95">
                  <c:v>4.4592999999999998</c:v>
                </c:pt>
                <c:pt idx="96">
                  <c:v>4.4512999999999998</c:v>
                </c:pt>
                <c:pt idx="97">
                  <c:v>4.4488000000000003</c:v>
                </c:pt>
                <c:pt idx="98">
                  <c:v>4.4527000000000001</c:v>
                </c:pt>
                <c:pt idx="99">
                  <c:v>4.4344000000000001</c:v>
                </c:pt>
                <c:pt idx="100">
                  <c:v>4.4302000000000001</c:v>
                </c:pt>
                <c:pt idx="101">
                  <c:v>4.4360999999999997</c:v>
                </c:pt>
                <c:pt idx="102">
                  <c:v>4.4238999999999997</c:v>
                </c:pt>
                <c:pt idx="103">
                  <c:v>4.4062999999999999</c:v>
                </c:pt>
                <c:pt idx="104">
                  <c:v>4.4101999999999997</c:v>
                </c:pt>
                <c:pt idx="105">
                  <c:v>4.4127999999999998</c:v>
                </c:pt>
                <c:pt idx="106">
                  <c:v>4.4208999999999996</c:v>
                </c:pt>
                <c:pt idx="107">
                  <c:v>4.4009999999999998</c:v>
                </c:pt>
                <c:pt idx="108">
                  <c:v>4.3475999999999999</c:v>
                </c:pt>
                <c:pt idx="109">
                  <c:v>4.3372000000000002</c:v>
                </c:pt>
                <c:pt idx="110">
                  <c:v>4.3140999999999998</c:v>
                </c:pt>
                <c:pt idx="111">
                  <c:v>4.3102999999999998</c:v>
                </c:pt>
                <c:pt idx="112">
                  <c:v>4.3174000000000001</c:v>
                </c:pt>
                <c:pt idx="113">
                  <c:v>4.2619999999999996</c:v>
                </c:pt>
                <c:pt idx="114">
                  <c:v>4.2645</c:v>
                </c:pt>
                <c:pt idx="115">
                  <c:v>4.2877999999999998</c:v>
                </c:pt>
                <c:pt idx="116">
                  <c:v>4.3246000000000002</c:v>
                </c:pt>
                <c:pt idx="117">
                  <c:v>4.3056000000000001</c:v>
                </c:pt>
                <c:pt idx="118">
                  <c:v>4.2868000000000004</c:v>
                </c:pt>
                <c:pt idx="119">
                  <c:v>4.2640000000000002</c:v>
                </c:pt>
                <c:pt idx="120">
                  <c:v>4.2770000000000001</c:v>
                </c:pt>
                <c:pt idx="121">
                  <c:v>4.2881999999999998</c:v>
                </c:pt>
                <c:pt idx="122">
                  <c:v>4.2994000000000003</c:v>
                </c:pt>
                <c:pt idx="123">
                  <c:v>4.3247</c:v>
                </c:pt>
                <c:pt idx="124">
                  <c:v>4.3314000000000004</c:v>
                </c:pt>
                <c:pt idx="125">
                  <c:v>4.3099999999999996</c:v>
                </c:pt>
                <c:pt idx="126">
                  <c:v>4.2766999999999999</c:v>
                </c:pt>
                <c:pt idx="127">
                  <c:v>4.2908999999999997</c:v>
                </c:pt>
                <c:pt idx="128">
                  <c:v>4.2948000000000004</c:v>
                </c:pt>
                <c:pt idx="129">
                  <c:v>4.2862</c:v>
                </c:pt>
                <c:pt idx="130">
                  <c:v>4.2607999999999997</c:v>
                </c:pt>
                <c:pt idx="131">
                  <c:v>4.2491000000000003</c:v>
                </c:pt>
                <c:pt idx="132">
                  <c:v>4.2549000000000001</c:v>
                </c:pt>
                <c:pt idx="133">
                  <c:v>4.2548000000000004</c:v>
                </c:pt>
                <c:pt idx="134">
                  <c:v>4.2659000000000002</c:v>
                </c:pt>
                <c:pt idx="135">
                  <c:v>4.2576000000000001</c:v>
                </c:pt>
                <c:pt idx="136">
                  <c:v>4.2507000000000001</c:v>
                </c:pt>
                <c:pt idx="137">
                  <c:v>4.2430000000000003</c:v>
                </c:pt>
                <c:pt idx="138">
                  <c:v>4.2451999999999996</c:v>
                </c:pt>
                <c:pt idx="139">
                  <c:v>4.2560000000000002</c:v>
                </c:pt>
                <c:pt idx="140">
                  <c:v>4.2662000000000004</c:v>
                </c:pt>
                <c:pt idx="141">
                  <c:v>4.2672999999999996</c:v>
                </c:pt>
                <c:pt idx="142">
                  <c:v>4.2649999999999997</c:v>
                </c:pt>
                <c:pt idx="143">
                  <c:v>4.2874999999999996</c:v>
                </c:pt>
                <c:pt idx="144">
                  <c:v>4.3003999999999998</c:v>
                </c:pt>
                <c:pt idx="145">
                  <c:v>4.2991999999999999</c:v>
                </c:pt>
                <c:pt idx="146">
                  <c:v>4.3005000000000004</c:v>
                </c:pt>
                <c:pt idx="147">
                  <c:v>4.2988</c:v>
                </c:pt>
                <c:pt idx="148">
                  <c:v>4.3468</c:v>
                </c:pt>
                <c:pt idx="149">
                  <c:v>4.3611000000000004</c:v>
                </c:pt>
                <c:pt idx="150">
                  <c:v>4.3525</c:v>
                </c:pt>
                <c:pt idx="151">
                  <c:v>4.3468999999999998</c:v>
                </c:pt>
                <c:pt idx="152">
                  <c:v>4.2977999999999996</c:v>
                </c:pt>
                <c:pt idx="153">
                  <c:v>4.2788000000000004</c:v>
                </c:pt>
                <c:pt idx="154">
                  <c:v>4.2766000000000002</c:v>
                </c:pt>
                <c:pt idx="155">
                  <c:v>4.2979000000000003</c:v>
                </c:pt>
                <c:pt idx="156">
                  <c:v>4.2996999999999996</c:v>
                </c:pt>
                <c:pt idx="157">
                  <c:v>4.3</c:v>
                </c:pt>
                <c:pt idx="158">
                  <c:v>4.3163999999999998</c:v>
                </c:pt>
                <c:pt idx="159">
                  <c:v>4.3329000000000004</c:v>
                </c:pt>
                <c:pt idx="160">
                  <c:v>4.3479999999999999</c:v>
                </c:pt>
                <c:pt idx="161">
                  <c:v>4.3672000000000004</c:v>
                </c:pt>
                <c:pt idx="162">
                  <c:v>4.3817000000000004</c:v>
                </c:pt>
                <c:pt idx="163">
                  <c:v>4.4050000000000002</c:v>
                </c:pt>
                <c:pt idx="164">
                  <c:v>4.4089999999999998</c:v>
                </c:pt>
                <c:pt idx="165">
                  <c:v>4.4092000000000002</c:v>
                </c:pt>
                <c:pt idx="166">
                  <c:v>4.3977000000000004</c:v>
                </c:pt>
                <c:pt idx="167">
                  <c:v>4.3978999999999999</c:v>
                </c:pt>
                <c:pt idx="168">
                  <c:v>4.4076000000000004</c:v>
                </c:pt>
                <c:pt idx="169">
                  <c:v>4.4356999999999998</c:v>
                </c:pt>
                <c:pt idx="170">
                  <c:v>4.4261999999999997</c:v>
                </c:pt>
                <c:pt idx="171">
                  <c:v>4.3848000000000003</c:v>
                </c:pt>
                <c:pt idx="172">
                  <c:v>4.3612000000000002</c:v>
                </c:pt>
                <c:pt idx="173">
                  <c:v>4.3662000000000001</c:v>
                </c:pt>
                <c:pt idx="174">
                  <c:v>4.3719000000000001</c:v>
                </c:pt>
                <c:pt idx="175">
                  <c:v>4.3810000000000002</c:v>
                </c:pt>
                <c:pt idx="176">
                  <c:v>4.3611000000000004</c:v>
                </c:pt>
                <c:pt idx="177">
                  <c:v>4.3564999999999996</c:v>
                </c:pt>
                <c:pt idx="178">
                  <c:v>4.3719999999999999</c:v>
                </c:pt>
                <c:pt idx="179">
                  <c:v>4.3750999999999998</c:v>
                </c:pt>
                <c:pt idx="180">
                  <c:v>4.3766999999999996</c:v>
                </c:pt>
                <c:pt idx="181">
                  <c:v>4.3691000000000004</c:v>
                </c:pt>
                <c:pt idx="182">
                  <c:v>4.3728999999999996</c:v>
                </c:pt>
                <c:pt idx="183">
                  <c:v>4.3593999999999999</c:v>
                </c:pt>
                <c:pt idx="184">
                  <c:v>4.3647</c:v>
                </c:pt>
                <c:pt idx="185">
                  <c:v>4.3781999999999996</c:v>
                </c:pt>
                <c:pt idx="186">
                  <c:v>4.3562000000000003</c:v>
                </c:pt>
                <c:pt idx="187">
                  <c:v>4.3540000000000001</c:v>
                </c:pt>
                <c:pt idx="188">
                  <c:v>4.3536000000000001</c:v>
                </c:pt>
                <c:pt idx="189">
                  <c:v>4.3784000000000001</c:v>
                </c:pt>
                <c:pt idx="190">
                  <c:v>4.3807999999999998</c:v>
                </c:pt>
                <c:pt idx="191">
                  <c:v>4.3883000000000001</c:v>
                </c:pt>
                <c:pt idx="192">
                  <c:v>4.4054000000000002</c:v>
                </c:pt>
                <c:pt idx="193">
                  <c:v>4.4058999999999999</c:v>
                </c:pt>
                <c:pt idx="194">
                  <c:v>4.4466000000000001</c:v>
                </c:pt>
                <c:pt idx="195">
                  <c:v>4.4764999999999997</c:v>
                </c:pt>
                <c:pt idx="196">
                  <c:v>4.4776999999999996</c:v>
                </c:pt>
                <c:pt idx="197">
                  <c:v>4.4660000000000002</c:v>
                </c:pt>
                <c:pt idx="198">
                  <c:v>4.4638</c:v>
                </c:pt>
                <c:pt idx="199">
                  <c:v>4.4714</c:v>
                </c:pt>
                <c:pt idx="200">
                  <c:v>4.4741</c:v>
                </c:pt>
                <c:pt idx="201">
                  <c:v>4.5183999999999997</c:v>
                </c:pt>
                <c:pt idx="202">
                  <c:v>4.5326000000000004</c:v>
                </c:pt>
                <c:pt idx="203">
                  <c:v>4.5617999999999999</c:v>
                </c:pt>
                <c:pt idx="204">
                  <c:v>4.6654</c:v>
                </c:pt>
                <c:pt idx="205">
                  <c:v>4.6500000000000004</c:v>
                </c:pt>
                <c:pt idx="206">
                  <c:v>4.6143000000000001</c:v>
                </c:pt>
                <c:pt idx="207">
                  <c:v>4.6300999999999997</c:v>
                </c:pt>
                <c:pt idx="208">
                  <c:v>4.6304999999999996</c:v>
                </c:pt>
                <c:pt idx="209">
                  <c:v>4.6360000000000001</c:v>
                </c:pt>
                <c:pt idx="210">
                  <c:v>4.6760000000000002</c:v>
                </c:pt>
                <c:pt idx="211">
                  <c:v>4.6859999999999999</c:v>
                </c:pt>
                <c:pt idx="212">
                  <c:v>4.6981000000000002</c:v>
                </c:pt>
                <c:pt idx="213">
                  <c:v>4.7232000000000003</c:v>
                </c:pt>
                <c:pt idx="214">
                  <c:v>4.8013000000000003</c:v>
                </c:pt>
                <c:pt idx="215">
                  <c:v>4.8228999999999997</c:v>
                </c:pt>
                <c:pt idx="216">
                  <c:v>4.8330000000000002</c:v>
                </c:pt>
                <c:pt idx="217">
                  <c:v>4.8045999999999998</c:v>
                </c:pt>
                <c:pt idx="218">
                  <c:v>4.8287000000000004</c:v>
                </c:pt>
                <c:pt idx="219">
                  <c:v>4.8446999999999996</c:v>
                </c:pt>
                <c:pt idx="220">
                  <c:v>4.8977000000000004</c:v>
                </c:pt>
                <c:pt idx="221">
                  <c:v>5.0313999999999997</c:v>
                </c:pt>
                <c:pt idx="222">
                  <c:v>5.03</c:v>
                </c:pt>
                <c:pt idx="223">
                  <c:v>4.9606000000000003</c:v>
                </c:pt>
                <c:pt idx="224">
                  <c:v>4.9711999999999996</c:v>
                </c:pt>
                <c:pt idx="225">
                  <c:v>5.0038</c:v>
                </c:pt>
                <c:pt idx="226">
                  <c:v>4.9607999999999999</c:v>
                </c:pt>
                <c:pt idx="227">
                  <c:v>4.9554999999999998</c:v>
                </c:pt>
                <c:pt idx="228">
                  <c:v>4.9278000000000004</c:v>
                </c:pt>
                <c:pt idx="229">
                  <c:v>4.9019000000000004</c:v>
                </c:pt>
                <c:pt idx="230">
                  <c:v>4.8822999999999999</c:v>
                </c:pt>
                <c:pt idx="231">
                  <c:v>4.8628</c:v>
                </c:pt>
                <c:pt idx="232">
                  <c:v>4.8606999999999996</c:v>
                </c:pt>
                <c:pt idx="233">
                  <c:v>4.8785999999999996</c:v>
                </c:pt>
                <c:pt idx="234">
                  <c:v>4.9104000000000001</c:v>
                </c:pt>
                <c:pt idx="235">
                  <c:v>4.9225000000000003</c:v>
                </c:pt>
                <c:pt idx="236">
                  <c:v>4.9307999999999996</c:v>
                </c:pt>
                <c:pt idx="237">
                  <c:v>4.9295</c:v>
                </c:pt>
                <c:pt idx="238">
                  <c:v>4.9101999999999997</c:v>
                </c:pt>
                <c:pt idx="239">
                  <c:v>4.9104000000000001</c:v>
                </c:pt>
                <c:pt idx="240">
                  <c:v>4.9307999999999996</c:v>
                </c:pt>
                <c:pt idx="241">
                  <c:v>4.9543999999999997</c:v>
                </c:pt>
                <c:pt idx="242">
                  <c:v>4.9682000000000004</c:v>
                </c:pt>
                <c:pt idx="243">
                  <c:v>4.9505999999999997</c:v>
                </c:pt>
                <c:pt idx="244">
                  <c:v>4.9659000000000004</c:v>
                </c:pt>
                <c:pt idx="245">
                  <c:v>4.9859999999999998</c:v>
                </c:pt>
                <c:pt idx="246">
                  <c:v>4.9991000000000003</c:v>
                </c:pt>
                <c:pt idx="247">
                  <c:v>4.9908999999999999</c:v>
                </c:pt>
                <c:pt idx="248">
                  <c:v>4.9797000000000002</c:v>
                </c:pt>
                <c:pt idx="249">
                  <c:v>4.9794</c:v>
                </c:pt>
                <c:pt idx="250">
                  <c:v>4.9794</c:v>
                </c:pt>
                <c:pt idx="251">
                  <c:v>4.9950999999999999</c:v>
                </c:pt>
                <c:pt idx="252">
                  <c:v>5.0125000000000002</c:v>
                </c:pt>
                <c:pt idx="253">
                  <c:v>5.0427</c:v>
                </c:pt>
                <c:pt idx="254">
                  <c:v>5.0393999999999997</c:v>
                </c:pt>
                <c:pt idx="255">
                  <c:v>5.0488999999999997</c:v>
                </c:pt>
                <c:pt idx="256">
                  <c:v>5.0286</c:v>
                </c:pt>
                <c:pt idx="257">
                  <c:v>5.0693000000000001</c:v>
                </c:pt>
                <c:pt idx="258">
                  <c:v>5.0964</c:v>
                </c:pt>
                <c:pt idx="259">
                  <c:v>5.1054000000000004</c:v>
                </c:pt>
                <c:pt idx="260">
                  <c:v>5.1188000000000002</c:v>
                </c:pt>
                <c:pt idx="261">
                  <c:v>5.1238000000000001</c:v>
                </c:pt>
                <c:pt idx="262">
                  <c:v>5.1414999999999997</c:v>
                </c:pt>
                <c:pt idx="263">
                  <c:v>5.1715999999999998</c:v>
                </c:pt>
                <c:pt idx="264">
                  <c:v>5.1843000000000004</c:v>
                </c:pt>
                <c:pt idx="265">
                  <c:v>5.1874000000000002</c:v>
                </c:pt>
                <c:pt idx="266">
                  <c:v>5.1769999999999996</c:v>
                </c:pt>
                <c:pt idx="267">
                  <c:v>5.1757999999999997</c:v>
                </c:pt>
                <c:pt idx="268">
                  <c:v>5.1657000000000002</c:v>
                </c:pt>
                <c:pt idx="269">
                  <c:v>5.1768000000000001</c:v>
                </c:pt>
                <c:pt idx="270">
                  <c:v>5.1760000000000002</c:v>
                </c:pt>
                <c:pt idx="271">
                  <c:v>5.1795</c:v>
                </c:pt>
                <c:pt idx="272">
                  <c:v>5.1684999999999999</c:v>
                </c:pt>
                <c:pt idx="273">
                  <c:v>5.1506999999999996</c:v>
                </c:pt>
                <c:pt idx="274">
                  <c:v>5.1454000000000004</c:v>
                </c:pt>
                <c:pt idx="275">
                  <c:v>5.1661999999999999</c:v>
                </c:pt>
                <c:pt idx="276">
                  <c:v>5.1006</c:v>
                </c:pt>
                <c:pt idx="277">
                  <c:v>5.0991</c:v>
                </c:pt>
                <c:pt idx="278">
                  <c:v>5.0873999999999997</c:v>
                </c:pt>
                <c:pt idx="279">
                  <c:v>5.0761000000000003</c:v>
                </c:pt>
                <c:pt idx="280">
                  <c:v>5.0720999999999998</c:v>
                </c:pt>
                <c:pt idx="281">
                  <c:v>5.0590999999999999</c:v>
                </c:pt>
                <c:pt idx="282">
                  <c:v>5.0590000000000002</c:v>
                </c:pt>
                <c:pt idx="283">
                  <c:v>5.0629999999999997</c:v>
                </c:pt>
                <c:pt idx="284">
                  <c:v>5.0804</c:v>
                </c:pt>
                <c:pt idx="285">
                  <c:v>5.0612000000000004</c:v>
                </c:pt>
                <c:pt idx="286">
                  <c:v>5.0545</c:v>
                </c:pt>
                <c:pt idx="287">
                  <c:v>5.0180999999999996</c:v>
                </c:pt>
                <c:pt idx="288">
                  <c:v>4.9850000000000003</c:v>
                </c:pt>
                <c:pt idx="289">
                  <c:v>4.9718999999999998</c:v>
                </c:pt>
                <c:pt idx="290">
                  <c:v>4.9641999999999999</c:v>
                </c:pt>
                <c:pt idx="291">
                  <c:v>4.9859</c:v>
                </c:pt>
                <c:pt idx="292">
                  <c:v>5.0018000000000002</c:v>
                </c:pt>
                <c:pt idx="293">
                  <c:v>4.9740000000000002</c:v>
                </c:pt>
                <c:pt idx="294">
                  <c:v>4.9710999999999999</c:v>
                </c:pt>
                <c:pt idx="295">
                  <c:v>4.9389000000000003</c:v>
                </c:pt>
                <c:pt idx="296">
                  <c:v>4.9477000000000002</c:v>
                </c:pt>
                <c:pt idx="297">
                  <c:v>4.9488000000000003</c:v>
                </c:pt>
                <c:pt idx="298">
                  <c:v>4.9782999999999999</c:v>
                </c:pt>
                <c:pt idx="299">
                  <c:v>4.9787999999999997</c:v>
                </c:pt>
                <c:pt idx="300">
                  <c:v>4.9736000000000002</c:v>
                </c:pt>
                <c:pt idx="301">
                  <c:v>4.9737</c:v>
                </c:pt>
                <c:pt idx="302">
                  <c:v>4.9737</c:v>
                </c:pt>
                <c:pt idx="303">
                  <c:v>4.9523000000000001</c:v>
                </c:pt>
                <c:pt idx="304">
                  <c:v>4.9435000000000002</c:v>
                </c:pt>
                <c:pt idx="305">
                  <c:v>4.9210000000000003</c:v>
                </c:pt>
                <c:pt idx="306">
                  <c:v>4.8097000000000003</c:v>
                </c:pt>
                <c:pt idx="307">
                  <c:v>4.8284000000000002</c:v>
                </c:pt>
                <c:pt idx="308">
                  <c:v>4.8506999999999998</c:v>
                </c:pt>
                <c:pt idx="309">
                  <c:v>4.8135000000000003</c:v>
                </c:pt>
                <c:pt idx="310">
                  <c:v>4.8044000000000002</c:v>
                </c:pt>
                <c:pt idx="311">
                  <c:v>4.7930999999999999</c:v>
                </c:pt>
                <c:pt idx="312">
                  <c:v>4.7953000000000001</c:v>
                </c:pt>
                <c:pt idx="313">
                  <c:v>4.7751999999999999</c:v>
                </c:pt>
                <c:pt idx="314">
                  <c:v>4.7565</c:v>
                </c:pt>
                <c:pt idx="315">
                  <c:v>4.7039</c:v>
                </c:pt>
                <c:pt idx="316">
                  <c:v>4.6971999999999996</c:v>
                </c:pt>
                <c:pt idx="317">
                  <c:v>4.7249999999999996</c:v>
                </c:pt>
                <c:pt idx="318">
                  <c:v>4.7275</c:v>
                </c:pt>
                <c:pt idx="319">
                  <c:v>4.7310999999999996</c:v>
                </c:pt>
                <c:pt idx="320">
                  <c:v>4.7403000000000004</c:v>
                </c:pt>
                <c:pt idx="321">
                  <c:v>4.7202000000000002</c:v>
                </c:pt>
                <c:pt idx="322">
                  <c:v>4.6951999999999998</c:v>
                </c:pt>
                <c:pt idx="323">
                  <c:v>4.4553000000000003</c:v>
                </c:pt>
                <c:pt idx="324">
                  <c:v>4.5126999999999997</c:v>
                </c:pt>
                <c:pt idx="325">
                  <c:v>4.5076999999999998</c:v>
                </c:pt>
                <c:pt idx="326">
                  <c:v>4.5505000000000004</c:v>
                </c:pt>
                <c:pt idx="327">
                  <c:v>4.5255000000000001</c:v>
                </c:pt>
                <c:pt idx="328">
                  <c:v>4.5593000000000004</c:v>
                </c:pt>
                <c:pt idx="329">
                  <c:v>4.5773999999999999</c:v>
                </c:pt>
                <c:pt idx="330">
                  <c:v>4.5968</c:v>
                </c:pt>
                <c:pt idx="331">
                  <c:v>4.5869999999999997</c:v>
                </c:pt>
                <c:pt idx="332">
                  <c:v>4.6261999999999999</c:v>
                </c:pt>
                <c:pt idx="333">
                  <c:v>4.6086999999999998</c:v>
                </c:pt>
                <c:pt idx="334">
                  <c:v>4.5715000000000003</c:v>
                </c:pt>
                <c:pt idx="335">
                  <c:v>4.6012000000000004</c:v>
                </c:pt>
                <c:pt idx="336">
                  <c:v>4.6273999999999997</c:v>
                </c:pt>
                <c:pt idx="337">
                  <c:v>4.6599000000000004</c:v>
                </c:pt>
                <c:pt idx="338">
                  <c:v>4.6580000000000004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6E-47B7-945E-7BA6ED944069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170210.IB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Sheet1!$A$2:$A$340</c:f>
              <c:numCache>
                <c:formatCode>m/d/yyyy</c:formatCode>
                <c:ptCount val="339"/>
                <c:pt idx="0">
                  <c:v>42738</c:v>
                </c:pt>
                <c:pt idx="1">
                  <c:v>42739</c:v>
                </c:pt>
                <c:pt idx="2">
                  <c:v>42740</c:v>
                </c:pt>
                <c:pt idx="3">
                  <c:v>42741</c:v>
                </c:pt>
                <c:pt idx="4">
                  <c:v>42744</c:v>
                </c:pt>
                <c:pt idx="5">
                  <c:v>42745</c:v>
                </c:pt>
                <c:pt idx="6">
                  <c:v>42746</c:v>
                </c:pt>
                <c:pt idx="7">
                  <c:v>42747</c:v>
                </c:pt>
                <c:pt idx="8">
                  <c:v>42748</c:v>
                </c:pt>
                <c:pt idx="9">
                  <c:v>42751</c:v>
                </c:pt>
                <c:pt idx="10">
                  <c:v>42752</c:v>
                </c:pt>
                <c:pt idx="11">
                  <c:v>42753</c:v>
                </c:pt>
                <c:pt idx="12">
                  <c:v>42754</c:v>
                </c:pt>
                <c:pt idx="13">
                  <c:v>42755</c:v>
                </c:pt>
                <c:pt idx="14">
                  <c:v>42757</c:v>
                </c:pt>
                <c:pt idx="15">
                  <c:v>42758</c:v>
                </c:pt>
                <c:pt idx="16">
                  <c:v>42759</c:v>
                </c:pt>
                <c:pt idx="17">
                  <c:v>42760</c:v>
                </c:pt>
                <c:pt idx="18">
                  <c:v>42761</c:v>
                </c:pt>
                <c:pt idx="19">
                  <c:v>42769</c:v>
                </c:pt>
                <c:pt idx="20">
                  <c:v>42770</c:v>
                </c:pt>
                <c:pt idx="21">
                  <c:v>42772</c:v>
                </c:pt>
                <c:pt idx="22">
                  <c:v>42773</c:v>
                </c:pt>
                <c:pt idx="23">
                  <c:v>42774</c:v>
                </c:pt>
                <c:pt idx="24">
                  <c:v>42775</c:v>
                </c:pt>
                <c:pt idx="25">
                  <c:v>42776</c:v>
                </c:pt>
                <c:pt idx="26">
                  <c:v>42779</c:v>
                </c:pt>
                <c:pt idx="27">
                  <c:v>42780</c:v>
                </c:pt>
                <c:pt idx="28">
                  <c:v>42781</c:v>
                </c:pt>
                <c:pt idx="29">
                  <c:v>42782</c:v>
                </c:pt>
                <c:pt idx="30">
                  <c:v>42783</c:v>
                </c:pt>
                <c:pt idx="31">
                  <c:v>42786</c:v>
                </c:pt>
                <c:pt idx="32">
                  <c:v>42787</c:v>
                </c:pt>
                <c:pt idx="33">
                  <c:v>42788</c:v>
                </c:pt>
                <c:pt idx="34">
                  <c:v>42789</c:v>
                </c:pt>
                <c:pt idx="35">
                  <c:v>42790</c:v>
                </c:pt>
                <c:pt idx="36">
                  <c:v>42793</c:v>
                </c:pt>
                <c:pt idx="37">
                  <c:v>42794</c:v>
                </c:pt>
                <c:pt idx="38">
                  <c:v>42795</c:v>
                </c:pt>
                <c:pt idx="39">
                  <c:v>42796</c:v>
                </c:pt>
                <c:pt idx="40">
                  <c:v>42797</c:v>
                </c:pt>
                <c:pt idx="41">
                  <c:v>42800</c:v>
                </c:pt>
                <c:pt idx="42">
                  <c:v>42801</c:v>
                </c:pt>
                <c:pt idx="43">
                  <c:v>42802</c:v>
                </c:pt>
                <c:pt idx="44">
                  <c:v>42803</c:v>
                </c:pt>
                <c:pt idx="45">
                  <c:v>42804</c:v>
                </c:pt>
                <c:pt idx="46">
                  <c:v>42807</c:v>
                </c:pt>
                <c:pt idx="47">
                  <c:v>42808</c:v>
                </c:pt>
                <c:pt idx="48">
                  <c:v>42809</c:v>
                </c:pt>
                <c:pt idx="49">
                  <c:v>42810</c:v>
                </c:pt>
                <c:pt idx="50">
                  <c:v>42811</c:v>
                </c:pt>
                <c:pt idx="51">
                  <c:v>42814</c:v>
                </c:pt>
                <c:pt idx="52">
                  <c:v>42815</c:v>
                </c:pt>
                <c:pt idx="53">
                  <c:v>42816</c:v>
                </c:pt>
                <c:pt idx="54">
                  <c:v>42817</c:v>
                </c:pt>
                <c:pt idx="55">
                  <c:v>42818</c:v>
                </c:pt>
                <c:pt idx="56">
                  <c:v>42821</c:v>
                </c:pt>
                <c:pt idx="57">
                  <c:v>42822</c:v>
                </c:pt>
                <c:pt idx="58">
                  <c:v>42823</c:v>
                </c:pt>
                <c:pt idx="59">
                  <c:v>42824</c:v>
                </c:pt>
                <c:pt idx="60">
                  <c:v>42825</c:v>
                </c:pt>
                <c:pt idx="61">
                  <c:v>42826</c:v>
                </c:pt>
                <c:pt idx="62">
                  <c:v>42830</c:v>
                </c:pt>
                <c:pt idx="63">
                  <c:v>42831</c:v>
                </c:pt>
                <c:pt idx="64">
                  <c:v>42832</c:v>
                </c:pt>
                <c:pt idx="65">
                  <c:v>42835</c:v>
                </c:pt>
                <c:pt idx="66">
                  <c:v>42836</c:v>
                </c:pt>
                <c:pt idx="67">
                  <c:v>42837</c:v>
                </c:pt>
                <c:pt idx="68">
                  <c:v>42838</c:v>
                </c:pt>
                <c:pt idx="69">
                  <c:v>42839</c:v>
                </c:pt>
                <c:pt idx="70">
                  <c:v>42842</c:v>
                </c:pt>
                <c:pt idx="71">
                  <c:v>42843</c:v>
                </c:pt>
                <c:pt idx="72">
                  <c:v>42844</c:v>
                </c:pt>
                <c:pt idx="73">
                  <c:v>42845</c:v>
                </c:pt>
                <c:pt idx="74">
                  <c:v>42846</c:v>
                </c:pt>
                <c:pt idx="75">
                  <c:v>42849</c:v>
                </c:pt>
                <c:pt idx="76">
                  <c:v>42850</c:v>
                </c:pt>
                <c:pt idx="77">
                  <c:v>42851</c:v>
                </c:pt>
                <c:pt idx="78">
                  <c:v>42852</c:v>
                </c:pt>
                <c:pt idx="79">
                  <c:v>42853</c:v>
                </c:pt>
                <c:pt idx="80">
                  <c:v>42857</c:v>
                </c:pt>
                <c:pt idx="81">
                  <c:v>42858</c:v>
                </c:pt>
                <c:pt idx="82">
                  <c:v>42859</c:v>
                </c:pt>
                <c:pt idx="83">
                  <c:v>42860</c:v>
                </c:pt>
                <c:pt idx="84">
                  <c:v>42863</c:v>
                </c:pt>
                <c:pt idx="85">
                  <c:v>42864</c:v>
                </c:pt>
                <c:pt idx="86">
                  <c:v>42865</c:v>
                </c:pt>
                <c:pt idx="87">
                  <c:v>42866</c:v>
                </c:pt>
                <c:pt idx="88">
                  <c:v>42867</c:v>
                </c:pt>
                <c:pt idx="89">
                  <c:v>42870</c:v>
                </c:pt>
                <c:pt idx="90">
                  <c:v>42871</c:v>
                </c:pt>
                <c:pt idx="91">
                  <c:v>42872</c:v>
                </c:pt>
                <c:pt idx="92">
                  <c:v>42873</c:v>
                </c:pt>
                <c:pt idx="93">
                  <c:v>42874</c:v>
                </c:pt>
                <c:pt idx="94">
                  <c:v>42877</c:v>
                </c:pt>
                <c:pt idx="95">
                  <c:v>42878</c:v>
                </c:pt>
                <c:pt idx="96">
                  <c:v>42879</c:v>
                </c:pt>
                <c:pt idx="97">
                  <c:v>42880</c:v>
                </c:pt>
                <c:pt idx="98">
                  <c:v>42881</c:v>
                </c:pt>
                <c:pt idx="99">
                  <c:v>42882</c:v>
                </c:pt>
                <c:pt idx="100">
                  <c:v>42886</c:v>
                </c:pt>
                <c:pt idx="101">
                  <c:v>42887</c:v>
                </c:pt>
                <c:pt idx="102">
                  <c:v>42888</c:v>
                </c:pt>
                <c:pt idx="103">
                  <c:v>42891</c:v>
                </c:pt>
                <c:pt idx="104">
                  <c:v>42892</c:v>
                </c:pt>
                <c:pt idx="105">
                  <c:v>42893</c:v>
                </c:pt>
                <c:pt idx="106">
                  <c:v>42894</c:v>
                </c:pt>
                <c:pt idx="107">
                  <c:v>42895</c:v>
                </c:pt>
                <c:pt idx="108">
                  <c:v>42898</c:v>
                </c:pt>
                <c:pt idx="109">
                  <c:v>42899</c:v>
                </c:pt>
                <c:pt idx="110">
                  <c:v>42900</c:v>
                </c:pt>
                <c:pt idx="111">
                  <c:v>42901</c:v>
                </c:pt>
                <c:pt idx="112">
                  <c:v>42902</c:v>
                </c:pt>
                <c:pt idx="113">
                  <c:v>42905</c:v>
                </c:pt>
                <c:pt idx="114">
                  <c:v>42906</c:v>
                </c:pt>
                <c:pt idx="115">
                  <c:v>42907</c:v>
                </c:pt>
                <c:pt idx="116">
                  <c:v>42908</c:v>
                </c:pt>
                <c:pt idx="117">
                  <c:v>42909</c:v>
                </c:pt>
                <c:pt idx="118">
                  <c:v>42912</c:v>
                </c:pt>
                <c:pt idx="119">
                  <c:v>42913</c:v>
                </c:pt>
                <c:pt idx="120">
                  <c:v>42914</c:v>
                </c:pt>
                <c:pt idx="121">
                  <c:v>42915</c:v>
                </c:pt>
                <c:pt idx="122">
                  <c:v>42916</c:v>
                </c:pt>
                <c:pt idx="123">
                  <c:v>42919</c:v>
                </c:pt>
                <c:pt idx="124">
                  <c:v>42920</c:v>
                </c:pt>
                <c:pt idx="125">
                  <c:v>42921</c:v>
                </c:pt>
                <c:pt idx="126">
                  <c:v>42922</c:v>
                </c:pt>
                <c:pt idx="127">
                  <c:v>42923</c:v>
                </c:pt>
                <c:pt idx="128">
                  <c:v>42926</c:v>
                </c:pt>
                <c:pt idx="129">
                  <c:v>42927</c:v>
                </c:pt>
                <c:pt idx="130">
                  <c:v>42928</c:v>
                </c:pt>
                <c:pt idx="131">
                  <c:v>42929</c:v>
                </c:pt>
                <c:pt idx="132">
                  <c:v>42930</c:v>
                </c:pt>
                <c:pt idx="133">
                  <c:v>42933</c:v>
                </c:pt>
                <c:pt idx="134">
                  <c:v>42934</c:v>
                </c:pt>
                <c:pt idx="135">
                  <c:v>42935</c:v>
                </c:pt>
                <c:pt idx="136">
                  <c:v>42936</c:v>
                </c:pt>
                <c:pt idx="137">
                  <c:v>42937</c:v>
                </c:pt>
                <c:pt idx="138">
                  <c:v>42940</c:v>
                </c:pt>
                <c:pt idx="139">
                  <c:v>42941</c:v>
                </c:pt>
                <c:pt idx="140">
                  <c:v>42942</c:v>
                </c:pt>
                <c:pt idx="141">
                  <c:v>42943</c:v>
                </c:pt>
                <c:pt idx="142">
                  <c:v>42944</c:v>
                </c:pt>
                <c:pt idx="143">
                  <c:v>42947</c:v>
                </c:pt>
                <c:pt idx="144">
                  <c:v>42948</c:v>
                </c:pt>
                <c:pt idx="145">
                  <c:v>42949</c:v>
                </c:pt>
                <c:pt idx="146">
                  <c:v>42950</c:v>
                </c:pt>
                <c:pt idx="147">
                  <c:v>42951</c:v>
                </c:pt>
                <c:pt idx="148">
                  <c:v>42954</c:v>
                </c:pt>
                <c:pt idx="149">
                  <c:v>42955</c:v>
                </c:pt>
                <c:pt idx="150">
                  <c:v>42956</c:v>
                </c:pt>
                <c:pt idx="151">
                  <c:v>42957</c:v>
                </c:pt>
                <c:pt idx="152">
                  <c:v>42958</c:v>
                </c:pt>
                <c:pt idx="153">
                  <c:v>42961</c:v>
                </c:pt>
                <c:pt idx="154">
                  <c:v>42962</c:v>
                </c:pt>
                <c:pt idx="155">
                  <c:v>42963</c:v>
                </c:pt>
                <c:pt idx="156">
                  <c:v>42964</c:v>
                </c:pt>
                <c:pt idx="157">
                  <c:v>42965</c:v>
                </c:pt>
                <c:pt idx="158">
                  <c:v>42968</c:v>
                </c:pt>
                <c:pt idx="159">
                  <c:v>42969</c:v>
                </c:pt>
                <c:pt idx="160">
                  <c:v>42970</c:v>
                </c:pt>
                <c:pt idx="161">
                  <c:v>42971</c:v>
                </c:pt>
                <c:pt idx="162">
                  <c:v>42972</c:v>
                </c:pt>
                <c:pt idx="163">
                  <c:v>42975</c:v>
                </c:pt>
                <c:pt idx="164">
                  <c:v>42976</c:v>
                </c:pt>
                <c:pt idx="165">
                  <c:v>42977</c:v>
                </c:pt>
                <c:pt idx="166">
                  <c:v>42978</c:v>
                </c:pt>
                <c:pt idx="167">
                  <c:v>42979</c:v>
                </c:pt>
                <c:pt idx="168">
                  <c:v>42982</c:v>
                </c:pt>
                <c:pt idx="169">
                  <c:v>42983</c:v>
                </c:pt>
                <c:pt idx="170">
                  <c:v>42984</c:v>
                </c:pt>
                <c:pt idx="171">
                  <c:v>42985</c:v>
                </c:pt>
                <c:pt idx="172">
                  <c:v>42986</c:v>
                </c:pt>
                <c:pt idx="173">
                  <c:v>42989</c:v>
                </c:pt>
                <c:pt idx="174">
                  <c:v>42990</c:v>
                </c:pt>
                <c:pt idx="175">
                  <c:v>42991</c:v>
                </c:pt>
                <c:pt idx="176">
                  <c:v>42992</c:v>
                </c:pt>
                <c:pt idx="177">
                  <c:v>42993</c:v>
                </c:pt>
                <c:pt idx="178">
                  <c:v>42996</c:v>
                </c:pt>
                <c:pt idx="179">
                  <c:v>42997</c:v>
                </c:pt>
                <c:pt idx="180">
                  <c:v>42998</c:v>
                </c:pt>
                <c:pt idx="181">
                  <c:v>42999</c:v>
                </c:pt>
                <c:pt idx="182">
                  <c:v>43000</c:v>
                </c:pt>
                <c:pt idx="183">
                  <c:v>43003</c:v>
                </c:pt>
                <c:pt idx="184">
                  <c:v>43004</c:v>
                </c:pt>
                <c:pt idx="185">
                  <c:v>43005</c:v>
                </c:pt>
                <c:pt idx="186">
                  <c:v>43006</c:v>
                </c:pt>
                <c:pt idx="187">
                  <c:v>43007</c:v>
                </c:pt>
                <c:pt idx="188">
                  <c:v>43008</c:v>
                </c:pt>
                <c:pt idx="189">
                  <c:v>43017</c:v>
                </c:pt>
                <c:pt idx="190">
                  <c:v>43018</c:v>
                </c:pt>
                <c:pt idx="191">
                  <c:v>43019</c:v>
                </c:pt>
                <c:pt idx="192">
                  <c:v>43020</c:v>
                </c:pt>
                <c:pt idx="193">
                  <c:v>43021</c:v>
                </c:pt>
                <c:pt idx="194">
                  <c:v>43024</c:v>
                </c:pt>
                <c:pt idx="195">
                  <c:v>43025</c:v>
                </c:pt>
                <c:pt idx="196">
                  <c:v>43026</c:v>
                </c:pt>
                <c:pt idx="197">
                  <c:v>43027</c:v>
                </c:pt>
                <c:pt idx="198">
                  <c:v>43028</c:v>
                </c:pt>
                <c:pt idx="199">
                  <c:v>43031</c:v>
                </c:pt>
                <c:pt idx="200">
                  <c:v>43032</c:v>
                </c:pt>
                <c:pt idx="201">
                  <c:v>43033</c:v>
                </c:pt>
                <c:pt idx="202">
                  <c:v>43034</c:v>
                </c:pt>
                <c:pt idx="203">
                  <c:v>43035</c:v>
                </c:pt>
                <c:pt idx="204">
                  <c:v>43038</c:v>
                </c:pt>
                <c:pt idx="205">
                  <c:v>43039</c:v>
                </c:pt>
                <c:pt idx="206">
                  <c:v>43040</c:v>
                </c:pt>
                <c:pt idx="207">
                  <c:v>43041</c:v>
                </c:pt>
                <c:pt idx="208">
                  <c:v>43042</c:v>
                </c:pt>
                <c:pt idx="209">
                  <c:v>43045</c:v>
                </c:pt>
                <c:pt idx="210">
                  <c:v>43046</c:v>
                </c:pt>
                <c:pt idx="211">
                  <c:v>43047</c:v>
                </c:pt>
                <c:pt idx="212">
                  <c:v>43048</c:v>
                </c:pt>
                <c:pt idx="213">
                  <c:v>43049</c:v>
                </c:pt>
                <c:pt idx="214">
                  <c:v>43052</c:v>
                </c:pt>
                <c:pt idx="215">
                  <c:v>43053</c:v>
                </c:pt>
                <c:pt idx="216">
                  <c:v>43054</c:v>
                </c:pt>
                <c:pt idx="217">
                  <c:v>43055</c:v>
                </c:pt>
                <c:pt idx="218">
                  <c:v>43056</c:v>
                </c:pt>
                <c:pt idx="219">
                  <c:v>43059</c:v>
                </c:pt>
                <c:pt idx="220">
                  <c:v>43060</c:v>
                </c:pt>
                <c:pt idx="221">
                  <c:v>43061</c:v>
                </c:pt>
                <c:pt idx="222">
                  <c:v>43062</c:v>
                </c:pt>
                <c:pt idx="223">
                  <c:v>43063</c:v>
                </c:pt>
                <c:pt idx="224">
                  <c:v>43066</c:v>
                </c:pt>
                <c:pt idx="225">
                  <c:v>43067</c:v>
                </c:pt>
                <c:pt idx="226">
                  <c:v>43068</c:v>
                </c:pt>
                <c:pt idx="227">
                  <c:v>43069</c:v>
                </c:pt>
                <c:pt idx="228">
                  <c:v>43070</c:v>
                </c:pt>
                <c:pt idx="229">
                  <c:v>43073</c:v>
                </c:pt>
                <c:pt idx="230">
                  <c:v>43074</c:v>
                </c:pt>
                <c:pt idx="231">
                  <c:v>43075</c:v>
                </c:pt>
                <c:pt idx="232">
                  <c:v>43076</c:v>
                </c:pt>
                <c:pt idx="233">
                  <c:v>43077</c:v>
                </c:pt>
                <c:pt idx="234">
                  <c:v>43080</c:v>
                </c:pt>
                <c:pt idx="235">
                  <c:v>43081</c:v>
                </c:pt>
                <c:pt idx="236">
                  <c:v>43082</c:v>
                </c:pt>
                <c:pt idx="237">
                  <c:v>43083</c:v>
                </c:pt>
                <c:pt idx="238">
                  <c:v>43084</c:v>
                </c:pt>
                <c:pt idx="239">
                  <c:v>43087</c:v>
                </c:pt>
                <c:pt idx="240">
                  <c:v>43088</c:v>
                </c:pt>
                <c:pt idx="241">
                  <c:v>43089</c:v>
                </c:pt>
                <c:pt idx="242">
                  <c:v>43090</c:v>
                </c:pt>
                <c:pt idx="243">
                  <c:v>43091</c:v>
                </c:pt>
                <c:pt idx="244">
                  <c:v>43094</c:v>
                </c:pt>
                <c:pt idx="245">
                  <c:v>43095</c:v>
                </c:pt>
                <c:pt idx="246">
                  <c:v>43096</c:v>
                </c:pt>
                <c:pt idx="247">
                  <c:v>43097</c:v>
                </c:pt>
                <c:pt idx="248">
                  <c:v>43098</c:v>
                </c:pt>
                <c:pt idx="249">
                  <c:v>43099</c:v>
                </c:pt>
                <c:pt idx="250">
                  <c:v>43100</c:v>
                </c:pt>
                <c:pt idx="251">
                  <c:v>43102</c:v>
                </c:pt>
                <c:pt idx="252">
                  <c:v>43103</c:v>
                </c:pt>
                <c:pt idx="253">
                  <c:v>43104</c:v>
                </c:pt>
                <c:pt idx="254">
                  <c:v>43105</c:v>
                </c:pt>
                <c:pt idx="255">
                  <c:v>43108</c:v>
                </c:pt>
                <c:pt idx="256">
                  <c:v>43109</c:v>
                </c:pt>
                <c:pt idx="257">
                  <c:v>43110</c:v>
                </c:pt>
                <c:pt idx="258">
                  <c:v>43111</c:v>
                </c:pt>
                <c:pt idx="259">
                  <c:v>43112</c:v>
                </c:pt>
                <c:pt idx="260">
                  <c:v>43115</c:v>
                </c:pt>
                <c:pt idx="261">
                  <c:v>43116</c:v>
                </c:pt>
                <c:pt idx="262">
                  <c:v>43117</c:v>
                </c:pt>
                <c:pt idx="263">
                  <c:v>43118</c:v>
                </c:pt>
                <c:pt idx="264">
                  <c:v>43119</c:v>
                </c:pt>
                <c:pt idx="265">
                  <c:v>43122</c:v>
                </c:pt>
                <c:pt idx="266">
                  <c:v>43123</c:v>
                </c:pt>
                <c:pt idx="267">
                  <c:v>43124</c:v>
                </c:pt>
                <c:pt idx="268">
                  <c:v>43125</c:v>
                </c:pt>
                <c:pt idx="269">
                  <c:v>43126</c:v>
                </c:pt>
                <c:pt idx="270">
                  <c:v>43129</c:v>
                </c:pt>
                <c:pt idx="271">
                  <c:v>43130</c:v>
                </c:pt>
                <c:pt idx="272">
                  <c:v>43131</c:v>
                </c:pt>
                <c:pt idx="273">
                  <c:v>43132</c:v>
                </c:pt>
                <c:pt idx="274">
                  <c:v>43133</c:v>
                </c:pt>
                <c:pt idx="275">
                  <c:v>43136</c:v>
                </c:pt>
                <c:pt idx="276">
                  <c:v>43137</c:v>
                </c:pt>
                <c:pt idx="277">
                  <c:v>43138</c:v>
                </c:pt>
                <c:pt idx="278">
                  <c:v>43139</c:v>
                </c:pt>
                <c:pt idx="279">
                  <c:v>43140</c:v>
                </c:pt>
                <c:pt idx="280">
                  <c:v>43142</c:v>
                </c:pt>
                <c:pt idx="281">
                  <c:v>43143</c:v>
                </c:pt>
                <c:pt idx="282">
                  <c:v>43144</c:v>
                </c:pt>
                <c:pt idx="283">
                  <c:v>43145</c:v>
                </c:pt>
                <c:pt idx="284">
                  <c:v>43153</c:v>
                </c:pt>
                <c:pt idx="285">
                  <c:v>43154</c:v>
                </c:pt>
                <c:pt idx="286">
                  <c:v>43155</c:v>
                </c:pt>
                <c:pt idx="287">
                  <c:v>43157</c:v>
                </c:pt>
                <c:pt idx="288">
                  <c:v>43158</c:v>
                </c:pt>
                <c:pt idx="289">
                  <c:v>43159</c:v>
                </c:pt>
                <c:pt idx="290">
                  <c:v>43160</c:v>
                </c:pt>
                <c:pt idx="291">
                  <c:v>43161</c:v>
                </c:pt>
                <c:pt idx="292">
                  <c:v>43164</c:v>
                </c:pt>
                <c:pt idx="293">
                  <c:v>43165</c:v>
                </c:pt>
                <c:pt idx="294">
                  <c:v>43166</c:v>
                </c:pt>
                <c:pt idx="295">
                  <c:v>43167</c:v>
                </c:pt>
                <c:pt idx="296">
                  <c:v>43168</c:v>
                </c:pt>
                <c:pt idx="297">
                  <c:v>43171</c:v>
                </c:pt>
                <c:pt idx="298">
                  <c:v>43172</c:v>
                </c:pt>
                <c:pt idx="299">
                  <c:v>43173</c:v>
                </c:pt>
                <c:pt idx="300">
                  <c:v>43174</c:v>
                </c:pt>
                <c:pt idx="301">
                  <c:v>43175</c:v>
                </c:pt>
                <c:pt idx="302">
                  <c:v>43178</c:v>
                </c:pt>
                <c:pt idx="303">
                  <c:v>43179</c:v>
                </c:pt>
                <c:pt idx="304">
                  <c:v>43180</c:v>
                </c:pt>
                <c:pt idx="305">
                  <c:v>43181</c:v>
                </c:pt>
                <c:pt idx="306">
                  <c:v>43182</c:v>
                </c:pt>
                <c:pt idx="307">
                  <c:v>43185</c:v>
                </c:pt>
                <c:pt idx="308">
                  <c:v>43186</c:v>
                </c:pt>
                <c:pt idx="309">
                  <c:v>43187</c:v>
                </c:pt>
                <c:pt idx="310">
                  <c:v>43188</c:v>
                </c:pt>
                <c:pt idx="311">
                  <c:v>43189</c:v>
                </c:pt>
                <c:pt idx="312">
                  <c:v>43192</c:v>
                </c:pt>
                <c:pt idx="313">
                  <c:v>43193</c:v>
                </c:pt>
                <c:pt idx="314">
                  <c:v>43194</c:v>
                </c:pt>
                <c:pt idx="315">
                  <c:v>43198</c:v>
                </c:pt>
                <c:pt idx="316">
                  <c:v>43199</c:v>
                </c:pt>
                <c:pt idx="317">
                  <c:v>43200</c:v>
                </c:pt>
                <c:pt idx="318">
                  <c:v>43201</c:v>
                </c:pt>
                <c:pt idx="319">
                  <c:v>43202</c:v>
                </c:pt>
                <c:pt idx="320">
                  <c:v>43203</c:v>
                </c:pt>
                <c:pt idx="321">
                  <c:v>43206</c:v>
                </c:pt>
                <c:pt idx="322">
                  <c:v>43207</c:v>
                </c:pt>
                <c:pt idx="323">
                  <c:v>43208</c:v>
                </c:pt>
                <c:pt idx="324">
                  <c:v>43209</c:v>
                </c:pt>
                <c:pt idx="325">
                  <c:v>43210</c:v>
                </c:pt>
                <c:pt idx="326">
                  <c:v>43213</c:v>
                </c:pt>
                <c:pt idx="327">
                  <c:v>43214</c:v>
                </c:pt>
                <c:pt idx="328">
                  <c:v>43215</c:v>
                </c:pt>
                <c:pt idx="329">
                  <c:v>43216</c:v>
                </c:pt>
                <c:pt idx="330">
                  <c:v>43217</c:v>
                </c:pt>
                <c:pt idx="331">
                  <c:v>43218</c:v>
                </c:pt>
                <c:pt idx="332">
                  <c:v>43222</c:v>
                </c:pt>
                <c:pt idx="333">
                  <c:v>43223</c:v>
                </c:pt>
                <c:pt idx="334">
                  <c:v>43224</c:v>
                </c:pt>
                <c:pt idx="335">
                  <c:v>43227</c:v>
                </c:pt>
                <c:pt idx="336">
                  <c:v>43228</c:v>
                </c:pt>
                <c:pt idx="337">
                  <c:v>43229</c:v>
                </c:pt>
                <c:pt idx="338">
                  <c:v>43230</c:v>
                </c:pt>
              </c:numCache>
            </c:numRef>
          </c:cat>
          <c:val>
            <c:numRef>
              <c:f>Sheet1!$D$2:$D$340</c:f>
              <c:numCache>
                <c:formatCode>General</c:formatCode>
                <c:ptCount val="339"/>
                <c:pt idx="65" formatCode="#,##0.0000">
                  <c:v>4.0743999999999998</c:v>
                </c:pt>
                <c:pt idx="66" formatCode="#,##0.0000">
                  <c:v>4.0726000000000004</c:v>
                </c:pt>
                <c:pt idx="67" formatCode="#,##0.0000">
                  <c:v>4.0488</c:v>
                </c:pt>
                <c:pt idx="68" formatCode="#,##0.0000">
                  <c:v>4.0513000000000003</c:v>
                </c:pt>
                <c:pt idx="69" formatCode="#,##0.0000">
                  <c:v>4.0826000000000002</c:v>
                </c:pt>
                <c:pt idx="70" formatCode="#,##0.0000">
                  <c:v>4.12</c:v>
                </c:pt>
                <c:pt idx="71" formatCode="#,##0.0000">
                  <c:v>4.1174999999999997</c:v>
                </c:pt>
                <c:pt idx="72" formatCode="#,##0.0000">
                  <c:v>4.1150000000000002</c:v>
                </c:pt>
                <c:pt idx="73" formatCode="#,##0.0000">
                  <c:v>4.1399999999999997</c:v>
                </c:pt>
                <c:pt idx="74" formatCode="#,##0.0000">
                  <c:v>4.1737000000000002</c:v>
                </c:pt>
                <c:pt idx="75" formatCode="#,##0.0000">
                  <c:v>4.2111999999999998</c:v>
                </c:pt>
                <c:pt idx="76" formatCode="#,##0.0000">
                  <c:v>4.1586999999999996</c:v>
                </c:pt>
                <c:pt idx="77" formatCode="#,##0.0000">
                  <c:v>4.1624999999999996</c:v>
                </c:pt>
                <c:pt idx="78" formatCode="#,##0.0000">
                  <c:v>4.1589999999999998</c:v>
                </c:pt>
                <c:pt idx="79" formatCode="#,##0.0000">
                  <c:v>4.1775000000000002</c:v>
                </c:pt>
                <c:pt idx="80" formatCode="#,##0.0000">
                  <c:v>4.2061999999999999</c:v>
                </c:pt>
                <c:pt idx="81" formatCode="#,##0.0000">
                  <c:v>4.2161999999999997</c:v>
                </c:pt>
                <c:pt idx="82" formatCode="#,##0.0000">
                  <c:v>4.2637</c:v>
                </c:pt>
                <c:pt idx="83" formatCode="#,##0.0000">
                  <c:v>4.2624000000000004</c:v>
                </c:pt>
                <c:pt idx="84" formatCode="#,##0.0000">
                  <c:v>4.2925000000000004</c:v>
                </c:pt>
                <c:pt idx="85" formatCode="#,##0.0000">
                  <c:v>4.3550000000000004</c:v>
                </c:pt>
                <c:pt idx="86" formatCode="#,##0.0000">
                  <c:v>4.3849</c:v>
                </c:pt>
                <c:pt idx="87" formatCode="#,##0.0000">
                  <c:v>4.3324999999999996</c:v>
                </c:pt>
                <c:pt idx="88" formatCode="#,##0.0000">
                  <c:v>4.3624000000000001</c:v>
                </c:pt>
                <c:pt idx="89" formatCode="#,##0.0000">
                  <c:v>4.3125</c:v>
                </c:pt>
                <c:pt idx="90" formatCode="#,##0.0000">
                  <c:v>4.3311999999999999</c:v>
                </c:pt>
                <c:pt idx="91" formatCode="#,##0.0000">
                  <c:v>4.3224999999999998</c:v>
                </c:pt>
                <c:pt idx="92" formatCode="#,##0.0000">
                  <c:v>4.3037000000000001</c:v>
                </c:pt>
                <c:pt idx="93" formatCode="#,##0.0000">
                  <c:v>4.3163999999999998</c:v>
                </c:pt>
                <c:pt idx="94" formatCode="#,##0.0000">
                  <c:v>4.3586999999999998</c:v>
                </c:pt>
                <c:pt idx="95" formatCode="#,##0.0000">
                  <c:v>4.3562000000000003</c:v>
                </c:pt>
                <c:pt idx="96" formatCode="#,##0.0000">
                  <c:v>4.3425000000000002</c:v>
                </c:pt>
                <c:pt idx="97" formatCode="#,##0.0000">
                  <c:v>4.3574999999999999</c:v>
                </c:pt>
                <c:pt idx="98" formatCode="#,##0.0000">
                  <c:v>4.3600000000000003</c:v>
                </c:pt>
                <c:pt idx="99" formatCode="#,##0.0000">
                  <c:v>4.3365999999999998</c:v>
                </c:pt>
                <c:pt idx="100" formatCode="#,##0.0000">
                  <c:v>4.3361999999999998</c:v>
                </c:pt>
                <c:pt idx="101" formatCode="#,##0.0000">
                  <c:v>4.3387000000000002</c:v>
                </c:pt>
                <c:pt idx="102" formatCode="#,##0.0000">
                  <c:v>4.3445999999999998</c:v>
                </c:pt>
                <c:pt idx="103" formatCode="#,##0.0000">
                  <c:v>4.3367000000000004</c:v>
                </c:pt>
                <c:pt idx="104" formatCode="#,##0.0000">
                  <c:v>4.3531000000000004</c:v>
                </c:pt>
                <c:pt idx="105" formatCode="#,##0.0000">
                  <c:v>4.3437000000000001</c:v>
                </c:pt>
                <c:pt idx="106" formatCode="#,##0.0000">
                  <c:v>4.3440000000000003</c:v>
                </c:pt>
                <c:pt idx="107" formatCode="#,##0.0000">
                  <c:v>4.3364000000000003</c:v>
                </c:pt>
                <c:pt idx="108" formatCode="#,##0.0000">
                  <c:v>4.2736999999999998</c:v>
                </c:pt>
                <c:pt idx="109" formatCode="#,##0.0000">
                  <c:v>4.2525000000000004</c:v>
                </c:pt>
                <c:pt idx="110" formatCode="#,##0.0000">
                  <c:v>4.2175000000000002</c:v>
                </c:pt>
                <c:pt idx="111" formatCode="#,##0.0000">
                  <c:v>4.2211999999999996</c:v>
                </c:pt>
                <c:pt idx="112" formatCode="#,##0.0000">
                  <c:v>4.2336999999999998</c:v>
                </c:pt>
                <c:pt idx="113" formatCode="#,##0.0000">
                  <c:v>4.1637000000000004</c:v>
                </c:pt>
                <c:pt idx="114" formatCode="#,##0.0000">
                  <c:v>4.1524999999999999</c:v>
                </c:pt>
                <c:pt idx="115" formatCode="#,##0.0000">
                  <c:v>4.1761999999999997</c:v>
                </c:pt>
                <c:pt idx="116" formatCode="#,##0.0000">
                  <c:v>4.2149999999999999</c:v>
                </c:pt>
                <c:pt idx="117" formatCode="#,##0.0000">
                  <c:v>4.1886999999999999</c:v>
                </c:pt>
                <c:pt idx="118" formatCode="#,##0.0000">
                  <c:v>4.1612</c:v>
                </c:pt>
                <c:pt idx="119" formatCode="#,##0.0000">
                  <c:v>4.1471999999999998</c:v>
                </c:pt>
                <c:pt idx="120" formatCode="#,##0.0000">
                  <c:v>4.165</c:v>
                </c:pt>
                <c:pt idx="121" formatCode="#,##0.0000">
                  <c:v>4.1787000000000001</c:v>
                </c:pt>
                <c:pt idx="122" formatCode="#,##0.0000">
                  <c:v>4.1962000000000002</c:v>
                </c:pt>
                <c:pt idx="123" formatCode="#,##0.0000">
                  <c:v>4.2225000000000001</c:v>
                </c:pt>
                <c:pt idx="124" formatCode="#,##0.0000">
                  <c:v>4.2287999999999997</c:v>
                </c:pt>
                <c:pt idx="125" formatCode="#,##0.0000">
                  <c:v>4.1974999999999998</c:v>
                </c:pt>
                <c:pt idx="126" formatCode="#,##0.0000">
                  <c:v>4.1847000000000003</c:v>
                </c:pt>
                <c:pt idx="127" formatCode="#,##0.0000">
                  <c:v>4.2012</c:v>
                </c:pt>
                <c:pt idx="128" formatCode="#,##0.0000">
                  <c:v>4.2024999999999997</c:v>
                </c:pt>
                <c:pt idx="129" formatCode="#,##0.0000">
                  <c:v>4.1912000000000003</c:v>
                </c:pt>
                <c:pt idx="130" formatCode="#,##0.0000">
                  <c:v>4.1775000000000002</c:v>
                </c:pt>
                <c:pt idx="131" formatCode="#,##0.0000">
                  <c:v>4.1661999999999999</c:v>
                </c:pt>
                <c:pt idx="132" formatCode="#,##0.0000">
                  <c:v>4.165</c:v>
                </c:pt>
                <c:pt idx="133" formatCode="#,##0.0000">
                  <c:v>4.1689999999999996</c:v>
                </c:pt>
                <c:pt idx="134" formatCode="#,##0.0000">
                  <c:v>4.1905000000000001</c:v>
                </c:pt>
                <c:pt idx="135" formatCode="#,##0.0000">
                  <c:v>4.1864999999999997</c:v>
                </c:pt>
                <c:pt idx="136" formatCode="#,##0.0000">
                  <c:v>4.1740000000000004</c:v>
                </c:pt>
                <c:pt idx="137" formatCode="#,##0.0000">
                  <c:v>4.1787000000000001</c:v>
                </c:pt>
                <c:pt idx="138" formatCode="#,##0.0000">
                  <c:v>4.1811999999999996</c:v>
                </c:pt>
                <c:pt idx="139" formatCode="#,##0.0000">
                  <c:v>4.1936999999999998</c:v>
                </c:pt>
                <c:pt idx="140" formatCode="#,##0.0000">
                  <c:v>4.2137000000000002</c:v>
                </c:pt>
                <c:pt idx="141" formatCode="#,##0.0000">
                  <c:v>4.1950000000000003</c:v>
                </c:pt>
                <c:pt idx="142" formatCode="#,##0.0000">
                  <c:v>4.1993999999999998</c:v>
                </c:pt>
                <c:pt idx="143" formatCode="#,##0.0000">
                  <c:v>4.2262000000000004</c:v>
                </c:pt>
                <c:pt idx="144" formatCode="#,##0.0000">
                  <c:v>4.2350000000000003</c:v>
                </c:pt>
                <c:pt idx="145" formatCode="#,##0.0000">
                  <c:v>4.2335000000000003</c:v>
                </c:pt>
                <c:pt idx="146" formatCode="#,##0.0000">
                  <c:v>4.2388000000000003</c:v>
                </c:pt>
                <c:pt idx="147" formatCode="#,##0.0000">
                  <c:v>4.2450000000000001</c:v>
                </c:pt>
                <c:pt idx="148" formatCode="#,##0.0000">
                  <c:v>4.2949999999999999</c:v>
                </c:pt>
                <c:pt idx="149" formatCode="#,##0.0000">
                  <c:v>4.3085000000000004</c:v>
                </c:pt>
                <c:pt idx="150" formatCode="#,##0.0000">
                  <c:v>4.3112000000000004</c:v>
                </c:pt>
                <c:pt idx="151" formatCode="#,##0.0000">
                  <c:v>4.2931999999999997</c:v>
                </c:pt>
                <c:pt idx="152" formatCode="#,##0.0000">
                  <c:v>4.2691999999999997</c:v>
                </c:pt>
                <c:pt idx="153" formatCode="#,##0.0000">
                  <c:v>4.2549999999999999</c:v>
                </c:pt>
                <c:pt idx="154" formatCode="#,##0.0000">
                  <c:v>4.2537000000000003</c:v>
                </c:pt>
                <c:pt idx="155" formatCode="#,##0.0000">
                  <c:v>4.2750000000000004</c:v>
                </c:pt>
                <c:pt idx="156" formatCode="#,##0.0000">
                  <c:v>4.2670000000000003</c:v>
                </c:pt>
                <c:pt idx="157" formatCode="#,##0.0000">
                  <c:v>4.2786</c:v>
                </c:pt>
                <c:pt idx="158" formatCode="#,##0.0000">
                  <c:v>4.3023999999999996</c:v>
                </c:pt>
                <c:pt idx="159" formatCode="#,##0.0000">
                  <c:v>4.3174000000000001</c:v>
                </c:pt>
                <c:pt idx="160" formatCode="#,##0.0000">
                  <c:v>4.3243999999999998</c:v>
                </c:pt>
                <c:pt idx="161" formatCode="#,##0.0000">
                  <c:v>4.3425000000000002</c:v>
                </c:pt>
                <c:pt idx="162" formatCode="#,##0.0000">
                  <c:v>4.3597999999999999</c:v>
                </c:pt>
                <c:pt idx="163" formatCode="#,##0.0000">
                  <c:v>4.3783000000000003</c:v>
                </c:pt>
                <c:pt idx="164" formatCode="#,##0.0000">
                  <c:v>4.3605999999999998</c:v>
                </c:pt>
                <c:pt idx="165" formatCode="#,##0.0000">
                  <c:v>4.3628</c:v>
                </c:pt>
                <c:pt idx="166" formatCode="#,##0.0000">
                  <c:v>4.3555000000000001</c:v>
                </c:pt>
                <c:pt idx="167" formatCode="#,##0.0000">
                  <c:v>4.3667999999999996</c:v>
                </c:pt>
                <c:pt idx="168" formatCode="#,##0.0000">
                  <c:v>4.3826999999999998</c:v>
                </c:pt>
                <c:pt idx="169" formatCode="#,##0.0000">
                  <c:v>4.4044999999999996</c:v>
                </c:pt>
                <c:pt idx="170" formatCode="#,##0.0000">
                  <c:v>4.3766999999999996</c:v>
                </c:pt>
                <c:pt idx="171" formatCode="#,##0.0000">
                  <c:v>4.3308999999999997</c:v>
                </c:pt>
                <c:pt idx="172" formatCode="#,##0.0000">
                  <c:v>4.3080999999999996</c:v>
                </c:pt>
                <c:pt idx="173" formatCode="#,##0.0000">
                  <c:v>4.3289</c:v>
                </c:pt>
                <c:pt idx="174" formatCode="#,##0.0000">
                  <c:v>4.3316999999999997</c:v>
                </c:pt>
                <c:pt idx="175" formatCode="#,##0.0000">
                  <c:v>4.34</c:v>
                </c:pt>
                <c:pt idx="176" formatCode="#,##0.0000">
                  <c:v>4.3032000000000004</c:v>
                </c:pt>
                <c:pt idx="177" formatCode="#,##0.0000">
                  <c:v>4.3079000000000001</c:v>
                </c:pt>
                <c:pt idx="178" formatCode="#,##0.0000">
                  <c:v>4.3263999999999996</c:v>
                </c:pt>
                <c:pt idx="179" formatCode="#,##0.0000">
                  <c:v>4.3106999999999998</c:v>
                </c:pt>
                <c:pt idx="180" formatCode="#,##0.0000">
                  <c:v>4.3129</c:v>
                </c:pt>
                <c:pt idx="181" formatCode="#,##0.0000">
                  <c:v>4.3369999999999997</c:v>
                </c:pt>
                <c:pt idx="182" formatCode="#,##0.0000">
                  <c:v>4.3212000000000002</c:v>
                </c:pt>
                <c:pt idx="183" formatCode="#,##0.0000">
                  <c:v>4.3064999999999998</c:v>
                </c:pt>
                <c:pt idx="184" formatCode="#,##0.0000">
                  <c:v>4.3174000000000001</c:v>
                </c:pt>
                <c:pt idx="185" formatCode="#,##0.0000">
                  <c:v>4.3272000000000004</c:v>
                </c:pt>
                <c:pt idx="186" formatCode="#,##0.0000">
                  <c:v>4.3044000000000002</c:v>
                </c:pt>
                <c:pt idx="187" formatCode="#,##0.0000">
                  <c:v>4.3018000000000001</c:v>
                </c:pt>
                <c:pt idx="188" formatCode="#,##0.0000">
                  <c:v>4.2988</c:v>
                </c:pt>
                <c:pt idx="189" formatCode="#,##0.0000">
                  <c:v>4.3297999999999996</c:v>
                </c:pt>
                <c:pt idx="190" formatCode="#,##0.0000">
                  <c:v>4.3352000000000004</c:v>
                </c:pt>
                <c:pt idx="191" formatCode="#,##0.0000">
                  <c:v>4.3295000000000003</c:v>
                </c:pt>
                <c:pt idx="192" formatCode="#,##0.0000">
                  <c:v>4.3577000000000004</c:v>
                </c:pt>
                <c:pt idx="193" formatCode="#,##0.0000">
                  <c:v>4.3578999999999999</c:v>
                </c:pt>
                <c:pt idx="194" formatCode="#,##0.0000">
                  <c:v>4.3975</c:v>
                </c:pt>
                <c:pt idx="195" formatCode="#,##0.0000">
                  <c:v>4.4377000000000004</c:v>
                </c:pt>
                <c:pt idx="196" formatCode="#,##0.0000">
                  <c:v>4.4208999999999996</c:v>
                </c:pt>
                <c:pt idx="197" formatCode="#,##0.0000">
                  <c:v>4.4043999999999999</c:v>
                </c:pt>
                <c:pt idx="198" formatCode="#,##0.0000">
                  <c:v>4.4264000000000001</c:v>
                </c:pt>
                <c:pt idx="199" formatCode="#,##0.0000">
                  <c:v>4.4268999999999998</c:v>
                </c:pt>
                <c:pt idx="200" formatCode="#,##0.0000">
                  <c:v>4.4215999999999998</c:v>
                </c:pt>
                <c:pt idx="201" formatCode="#,##0.0000">
                  <c:v>4.4776999999999996</c:v>
                </c:pt>
                <c:pt idx="202" formatCode="#,##0.0000">
                  <c:v>4.4816000000000003</c:v>
                </c:pt>
                <c:pt idx="203" formatCode="#,##0.0000">
                  <c:v>4.5228000000000002</c:v>
                </c:pt>
                <c:pt idx="204" formatCode="#,##0.0000">
                  <c:v>4.6237000000000004</c:v>
                </c:pt>
                <c:pt idx="205" formatCode="#,##0.0000">
                  <c:v>4.6306000000000003</c:v>
                </c:pt>
                <c:pt idx="206" formatCode="#,##0.0000">
                  <c:v>4.5923999999999996</c:v>
                </c:pt>
                <c:pt idx="207" formatCode="#,##0.0000">
                  <c:v>4.6135999999999999</c:v>
                </c:pt>
                <c:pt idx="208" formatCode="#,##0.0000">
                  <c:v>4.6212999999999997</c:v>
                </c:pt>
                <c:pt idx="209" formatCode="#,##0.0000">
                  <c:v>4.6238000000000001</c:v>
                </c:pt>
                <c:pt idx="210" formatCode="#,##0.0000">
                  <c:v>4.6580000000000004</c:v>
                </c:pt>
                <c:pt idx="211" formatCode="#,##0.0000">
                  <c:v>4.6650999999999998</c:v>
                </c:pt>
                <c:pt idx="212" formatCode="#,##0.0000">
                  <c:v>4.6778000000000004</c:v>
                </c:pt>
                <c:pt idx="213" formatCode="#,##0.0000">
                  <c:v>4.7054</c:v>
                </c:pt>
                <c:pt idx="214" formatCode="#,##0.0000">
                  <c:v>4.7903000000000002</c:v>
                </c:pt>
                <c:pt idx="215" formatCode="#,##0.0000">
                  <c:v>4.8265000000000002</c:v>
                </c:pt>
                <c:pt idx="216" formatCode="#,##0.0000">
                  <c:v>4.8365999999999998</c:v>
                </c:pt>
                <c:pt idx="217" formatCode="#,##0.0000">
                  <c:v>4.7774999999999999</c:v>
                </c:pt>
                <c:pt idx="218" formatCode="#,##0.0000">
                  <c:v>4.7965</c:v>
                </c:pt>
                <c:pt idx="219" formatCode="#,##0.0000">
                  <c:v>4.8148</c:v>
                </c:pt>
                <c:pt idx="220" formatCode="#,##0.0000">
                  <c:v>4.8532000000000002</c:v>
                </c:pt>
                <c:pt idx="221" formatCode="#,##0.0000">
                  <c:v>4.9950999999999999</c:v>
                </c:pt>
                <c:pt idx="222" formatCode="#,##0.0000">
                  <c:v>4.9973999999999998</c:v>
                </c:pt>
                <c:pt idx="223" formatCode="#,##0.0000">
                  <c:v>4.9093999999999998</c:v>
                </c:pt>
                <c:pt idx="224" formatCode="#,##0.0000">
                  <c:v>4.9245999999999999</c:v>
                </c:pt>
                <c:pt idx="225" formatCode="#,##0.0000">
                  <c:v>4.9644000000000004</c:v>
                </c:pt>
                <c:pt idx="226" formatCode="#,##0.0000">
                  <c:v>4.9112</c:v>
                </c:pt>
                <c:pt idx="227" formatCode="#,##0.0000">
                  <c:v>4.9039000000000001</c:v>
                </c:pt>
                <c:pt idx="228" formatCode="#,##0.0000">
                  <c:v>4.8851000000000004</c:v>
                </c:pt>
                <c:pt idx="229" formatCode="#,##0.0000">
                  <c:v>4.8743999999999996</c:v>
                </c:pt>
                <c:pt idx="230" formatCode="#,##0.0000">
                  <c:v>4.8598999999999997</c:v>
                </c:pt>
                <c:pt idx="231" formatCode="#,##0.0000">
                  <c:v>4.8506999999999998</c:v>
                </c:pt>
                <c:pt idx="232" formatCode="#,##0.0000">
                  <c:v>4.8360000000000003</c:v>
                </c:pt>
                <c:pt idx="233" formatCode="#,##0.0000">
                  <c:v>4.8579999999999997</c:v>
                </c:pt>
                <c:pt idx="234" formatCode="#,##0.0000">
                  <c:v>4.9108999999999998</c:v>
                </c:pt>
                <c:pt idx="235" formatCode="#,##0.0000">
                  <c:v>4.9306999999999999</c:v>
                </c:pt>
                <c:pt idx="236" formatCode="#,##0.0000">
                  <c:v>4.9324000000000003</c:v>
                </c:pt>
                <c:pt idx="237" formatCode="#,##0.0000">
                  <c:v>4.9017999999999997</c:v>
                </c:pt>
                <c:pt idx="238" formatCode="#,##0.0000">
                  <c:v>4.8756000000000004</c:v>
                </c:pt>
                <c:pt idx="239" formatCode="#,##0.0000">
                  <c:v>4.8960999999999997</c:v>
                </c:pt>
                <c:pt idx="240" formatCode="#,##0.0000">
                  <c:v>4.9085999999999999</c:v>
                </c:pt>
                <c:pt idx="241" formatCode="#,##0.0000">
                  <c:v>4.9320000000000004</c:v>
                </c:pt>
                <c:pt idx="242" formatCode="#,##0.0000">
                  <c:v>4.9401000000000002</c:v>
                </c:pt>
                <c:pt idx="243" formatCode="#,##0.0000">
                  <c:v>4.9054000000000002</c:v>
                </c:pt>
                <c:pt idx="244" formatCode="#,##0.0000">
                  <c:v>4.9284999999999997</c:v>
                </c:pt>
                <c:pt idx="245" formatCode="#,##0.0000">
                  <c:v>4.9558</c:v>
                </c:pt>
                <c:pt idx="246" formatCode="#,##0.0000">
                  <c:v>4.9584999999999999</c:v>
                </c:pt>
                <c:pt idx="247" formatCode="#,##0.0000">
                  <c:v>4.9471999999999996</c:v>
                </c:pt>
                <c:pt idx="248" formatCode="#,##0.0000">
                  <c:v>4.9313000000000002</c:v>
                </c:pt>
                <c:pt idx="249" formatCode="#,##0.0000">
                  <c:v>4.9493</c:v>
                </c:pt>
                <c:pt idx="250" formatCode="#,##0.0000">
                  <c:v>4.9496000000000002</c:v>
                </c:pt>
                <c:pt idx="251" formatCode="#,##0.0000">
                  <c:v>4.9611999999999998</c:v>
                </c:pt>
                <c:pt idx="252" formatCode="#,##0.0000">
                  <c:v>4.9764999999999997</c:v>
                </c:pt>
                <c:pt idx="253" formatCode="#,##0.0000">
                  <c:v>5.0156999999999998</c:v>
                </c:pt>
                <c:pt idx="254" formatCode="#,##0.0000">
                  <c:v>5.0065</c:v>
                </c:pt>
                <c:pt idx="255" formatCode="#,##0.0000">
                  <c:v>5.016</c:v>
                </c:pt>
                <c:pt idx="256" formatCode="#,##0.0000">
                  <c:v>5.0171000000000001</c:v>
                </c:pt>
                <c:pt idx="257" formatCode="#,##0.0000">
                  <c:v>5.0667999999999997</c:v>
                </c:pt>
                <c:pt idx="258" formatCode="#,##0.0000">
                  <c:v>5.0918000000000001</c:v>
                </c:pt>
                <c:pt idx="259" formatCode="#,##0.0000">
                  <c:v>5.0781000000000001</c:v>
                </c:pt>
                <c:pt idx="260" formatCode="#,##0.0000">
                  <c:v>5.1188000000000002</c:v>
                </c:pt>
                <c:pt idx="261" formatCode="#,##0.0000">
                  <c:v>5.1238000000000001</c:v>
                </c:pt>
                <c:pt idx="262" formatCode="#,##0.0000">
                  <c:v>5.1421000000000001</c:v>
                </c:pt>
                <c:pt idx="263" formatCode="#,##0.0000">
                  <c:v>5.1753999999999998</c:v>
                </c:pt>
                <c:pt idx="264" formatCode="#,##0.0000">
                  <c:v>5.1843000000000004</c:v>
                </c:pt>
                <c:pt idx="265" formatCode="#,##0.0000">
                  <c:v>5.1597999999999997</c:v>
                </c:pt>
                <c:pt idx="266" formatCode="#,##0.0000">
                  <c:v>5.1501999999999999</c:v>
                </c:pt>
                <c:pt idx="267" formatCode="#,##0.0000">
                  <c:v>5.1508000000000003</c:v>
                </c:pt>
                <c:pt idx="268" formatCode="#,##0.0000">
                  <c:v>5.14</c:v>
                </c:pt>
                <c:pt idx="269" formatCode="#,##0.0000">
                  <c:v>5.1538000000000004</c:v>
                </c:pt>
                <c:pt idx="270" formatCode="#,##0.0000">
                  <c:v>5.1558000000000002</c:v>
                </c:pt>
                <c:pt idx="271" formatCode="#,##0.0000">
                  <c:v>5.1703000000000001</c:v>
                </c:pt>
                <c:pt idx="272" formatCode="#,##0.0000">
                  <c:v>5.1477000000000004</c:v>
                </c:pt>
                <c:pt idx="273" formatCode="#,##0.0000">
                  <c:v>5.1283000000000003</c:v>
                </c:pt>
                <c:pt idx="274" formatCode="#,##0.0000">
                  <c:v>5.1242000000000001</c:v>
                </c:pt>
                <c:pt idx="275" formatCode="#,##0.0000">
                  <c:v>5.1463000000000001</c:v>
                </c:pt>
                <c:pt idx="276" formatCode="#,##0.0000">
                  <c:v>5.0805999999999996</c:v>
                </c:pt>
                <c:pt idx="277" formatCode="#,##0.0000">
                  <c:v>5.0945999999999998</c:v>
                </c:pt>
                <c:pt idx="278" formatCode="#,##0.0000">
                  <c:v>5.0552000000000001</c:v>
                </c:pt>
                <c:pt idx="279" formatCode="#,##0.0000">
                  <c:v>5.0430999999999999</c:v>
                </c:pt>
                <c:pt idx="280" formatCode="#,##0.0000">
                  <c:v>5.0380000000000003</c:v>
                </c:pt>
                <c:pt idx="281" formatCode="#,##0.0000">
                  <c:v>5.0450999999999997</c:v>
                </c:pt>
                <c:pt idx="282" formatCode="#,##0.0000">
                  <c:v>5.0444000000000004</c:v>
                </c:pt>
                <c:pt idx="283" formatCode="#,##0.0000">
                  <c:v>5.0385</c:v>
                </c:pt>
                <c:pt idx="284" formatCode="#,##0.0000">
                  <c:v>5.0571999999999999</c:v>
                </c:pt>
                <c:pt idx="285" formatCode="#,##0.0000">
                  <c:v>5.0579999999999998</c:v>
                </c:pt>
                <c:pt idx="286" formatCode="#,##0.0000">
                  <c:v>5.0418000000000003</c:v>
                </c:pt>
                <c:pt idx="287" formatCode="#,##0.0000">
                  <c:v>4.9850000000000003</c:v>
                </c:pt>
                <c:pt idx="288" formatCode="#,##0.0000">
                  <c:v>4.9615999999999998</c:v>
                </c:pt>
                <c:pt idx="289" formatCode="#,##0.0000">
                  <c:v>4.9492000000000003</c:v>
                </c:pt>
                <c:pt idx="290" formatCode="#,##0.0000">
                  <c:v>4.9516999999999998</c:v>
                </c:pt>
                <c:pt idx="291" formatCode="#,##0.0000">
                  <c:v>4.9736000000000002</c:v>
                </c:pt>
                <c:pt idx="292" formatCode="#,##0.0000">
                  <c:v>4.9896000000000003</c:v>
                </c:pt>
                <c:pt idx="293" formatCode="#,##0.0000">
                  <c:v>4.9516999999999998</c:v>
                </c:pt>
                <c:pt idx="294" formatCode="#,##0.0000">
                  <c:v>4.9486999999999997</c:v>
                </c:pt>
                <c:pt idx="295" formatCode="#,##0.0000">
                  <c:v>4.9172000000000002</c:v>
                </c:pt>
                <c:pt idx="296" formatCode="#,##0.0000">
                  <c:v>4.9360999999999997</c:v>
                </c:pt>
                <c:pt idx="297" formatCode="#,##0.0000">
                  <c:v>4.9375999999999998</c:v>
                </c:pt>
                <c:pt idx="298" formatCode="#,##0.0000">
                  <c:v>4.9671000000000003</c:v>
                </c:pt>
                <c:pt idx="299" formatCode="#,##0.0000">
                  <c:v>4.968</c:v>
                </c:pt>
                <c:pt idx="300" formatCode="#,##0.0000">
                  <c:v>4.9626999999999999</c:v>
                </c:pt>
                <c:pt idx="301" formatCode="#,##0.0000">
                  <c:v>4.9627999999999997</c:v>
                </c:pt>
                <c:pt idx="302" formatCode="#,##0.0000">
                  <c:v>4.9629000000000003</c:v>
                </c:pt>
                <c:pt idx="303" formatCode="#,##0.0000">
                  <c:v>4.9414999999999996</c:v>
                </c:pt>
                <c:pt idx="304" formatCode="#,##0.0000">
                  <c:v>4.9229000000000003</c:v>
                </c:pt>
                <c:pt idx="305" formatCode="#,##0.0000">
                  <c:v>4.9004000000000003</c:v>
                </c:pt>
                <c:pt idx="306" formatCode="#,##0.0000">
                  <c:v>4.7889999999999997</c:v>
                </c:pt>
                <c:pt idx="307" formatCode="#,##0.0000">
                  <c:v>4.8079000000000001</c:v>
                </c:pt>
                <c:pt idx="308" formatCode="#,##0.0000">
                  <c:v>4.8303000000000003</c:v>
                </c:pt>
                <c:pt idx="309" formatCode="#,##0.0000">
                  <c:v>4.7931999999999997</c:v>
                </c:pt>
                <c:pt idx="310" formatCode="#,##0.0000">
                  <c:v>4.7939999999999996</c:v>
                </c:pt>
                <c:pt idx="311" formatCode="#,##0.0000">
                  <c:v>4.7827999999999999</c:v>
                </c:pt>
                <c:pt idx="312" formatCode="#,##0.0000">
                  <c:v>4.7850000000000001</c:v>
                </c:pt>
                <c:pt idx="313" formatCode="#,##0.0000">
                  <c:v>4.7648999999999999</c:v>
                </c:pt>
                <c:pt idx="314" formatCode="#,##0.0000">
                  <c:v>4.7262000000000004</c:v>
                </c:pt>
                <c:pt idx="315" formatCode="#,##0.0000">
                  <c:v>4.6737000000000002</c:v>
                </c:pt>
                <c:pt idx="316" formatCode="#,##0.0000">
                  <c:v>4.6769999999999996</c:v>
                </c:pt>
                <c:pt idx="317" formatCode="#,##0.0000">
                  <c:v>4.7248000000000001</c:v>
                </c:pt>
                <c:pt idx="318" formatCode="#,##0.0000">
                  <c:v>4.7073</c:v>
                </c:pt>
                <c:pt idx="319" formatCode="#,##0.0000">
                  <c:v>4.7108999999999996</c:v>
                </c:pt>
                <c:pt idx="320" formatCode="#,##0.0000">
                  <c:v>4.7201000000000004</c:v>
                </c:pt>
                <c:pt idx="321" formatCode="#,##0.0000">
                  <c:v>4.7</c:v>
                </c:pt>
                <c:pt idx="322" formatCode="#,##0.0000">
                  <c:v>4.6749999999999998</c:v>
                </c:pt>
                <c:pt idx="323" formatCode="#,##0.0000">
                  <c:v>4.4351000000000003</c:v>
                </c:pt>
                <c:pt idx="324" formatCode="#,##0.0000">
                  <c:v>4.5125000000000002</c:v>
                </c:pt>
                <c:pt idx="325" formatCode="#,##0.0000">
                  <c:v>4.5075000000000003</c:v>
                </c:pt>
                <c:pt idx="326" formatCode="#,##0.0000">
                  <c:v>4.5503</c:v>
                </c:pt>
                <c:pt idx="327" formatCode="#,##0.0000">
                  <c:v>4.5252999999999997</c:v>
                </c:pt>
                <c:pt idx="328" formatCode="#,##0.0000">
                  <c:v>4.5590999999999999</c:v>
                </c:pt>
                <c:pt idx="329" formatCode="#,##0.0000">
                  <c:v>4.5872000000000002</c:v>
                </c:pt>
                <c:pt idx="330" formatCode="#,##0.0000">
                  <c:v>4.6066000000000003</c:v>
                </c:pt>
                <c:pt idx="331" formatCode="#,##0.0000">
                  <c:v>4.5968</c:v>
                </c:pt>
                <c:pt idx="332" formatCode="#,##0.0000">
                  <c:v>4.6360000000000001</c:v>
                </c:pt>
                <c:pt idx="333" formatCode="#,##0.0000">
                  <c:v>4.6185</c:v>
                </c:pt>
                <c:pt idx="334" formatCode="#,##0.0000">
                  <c:v>4.5812999999999997</c:v>
                </c:pt>
                <c:pt idx="335" formatCode="#,##0.0000">
                  <c:v>4.6109999999999998</c:v>
                </c:pt>
                <c:pt idx="336" formatCode="#,##0.0000">
                  <c:v>4.6372</c:v>
                </c:pt>
                <c:pt idx="337" formatCode="#,##0.0000">
                  <c:v>4.6696999999999997</c:v>
                </c:pt>
                <c:pt idx="338" formatCode="#,##0.0000">
                  <c:v>4.6677999999999997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46E-47B7-945E-7BA6ED944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70240552"/>
        <c:axId val="1370236616"/>
      </c:lineChart>
      <c:dateAx>
        <c:axId val="1370240552"/>
        <c:scaling>
          <c:orientation val="minMax"/>
          <c:max val="43099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0236616"/>
        <c:crosses val="autoZero"/>
        <c:auto val="1"/>
        <c:lblOffset val="100"/>
        <c:baseTimeUnit val="days"/>
        <c:majorUnit val="3"/>
        <c:majorTimeUnit val="months"/>
      </c:dateAx>
      <c:valAx>
        <c:axId val="1370236616"/>
        <c:scaling>
          <c:orientation val="minMax"/>
          <c:max val="5"/>
          <c:min val="3.5"/>
        </c:scaling>
        <c:delete val="0"/>
        <c:axPos val="l"/>
        <c:majorGridlines>
          <c:spPr>
            <a:ln w="127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.00_);[Red]\(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0240552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 b="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5445571679897"/>
          <c:y val="3.4361345584391238E-2"/>
          <c:w val="0.87913755930628745"/>
          <c:h val="0.64760656341076239"/>
        </c:manualLayout>
      </c:layout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170210.IB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Sheet1!$A$2:$A$340</c:f>
              <c:numCache>
                <c:formatCode>m/d/yyyy</c:formatCode>
                <c:ptCount val="339"/>
                <c:pt idx="0">
                  <c:v>42738</c:v>
                </c:pt>
                <c:pt idx="1">
                  <c:v>42739</c:v>
                </c:pt>
                <c:pt idx="2">
                  <c:v>42740</c:v>
                </c:pt>
                <c:pt idx="3">
                  <c:v>42741</c:v>
                </c:pt>
                <c:pt idx="4">
                  <c:v>42744</c:v>
                </c:pt>
                <c:pt idx="5">
                  <c:v>42745</c:v>
                </c:pt>
                <c:pt idx="6">
                  <c:v>42746</c:v>
                </c:pt>
                <c:pt idx="7">
                  <c:v>42747</c:v>
                </c:pt>
                <c:pt idx="8">
                  <c:v>42748</c:v>
                </c:pt>
                <c:pt idx="9">
                  <c:v>42751</c:v>
                </c:pt>
                <c:pt idx="10">
                  <c:v>42752</c:v>
                </c:pt>
                <c:pt idx="11">
                  <c:v>42753</c:v>
                </c:pt>
                <c:pt idx="12">
                  <c:v>42754</c:v>
                </c:pt>
                <c:pt idx="13">
                  <c:v>42755</c:v>
                </c:pt>
                <c:pt idx="14">
                  <c:v>42757</c:v>
                </c:pt>
                <c:pt idx="15">
                  <c:v>42758</c:v>
                </c:pt>
                <c:pt idx="16">
                  <c:v>42759</c:v>
                </c:pt>
                <c:pt idx="17">
                  <c:v>42760</c:v>
                </c:pt>
                <c:pt idx="18">
                  <c:v>42761</c:v>
                </c:pt>
                <c:pt idx="19">
                  <c:v>42769</c:v>
                </c:pt>
                <c:pt idx="20">
                  <c:v>42770</c:v>
                </c:pt>
                <c:pt idx="21">
                  <c:v>42772</c:v>
                </c:pt>
                <c:pt idx="22">
                  <c:v>42773</c:v>
                </c:pt>
                <c:pt idx="23">
                  <c:v>42774</c:v>
                </c:pt>
                <c:pt idx="24">
                  <c:v>42775</c:v>
                </c:pt>
                <c:pt idx="25">
                  <c:v>42776</c:v>
                </c:pt>
                <c:pt idx="26">
                  <c:v>42779</c:v>
                </c:pt>
                <c:pt idx="27">
                  <c:v>42780</c:v>
                </c:pt>
                <c:pt idx="28">
                  <c:v>42781</c:v>
                </c:pt>
                <c:pt idx="29">
                  <c:v>42782</c:v>
                </c:pt>
                <c:pt idx="30">
                  <c:v>42783</c:v>
                </c:pt>
                <c:pt idx="31">
                  <c:v>42786</c:v>
                </c:pt>
                <c:pt idx="32">
                  <c:v>42787</c:v>
                </c:pt>
                <c:pt idx="33">
                  <c:v>42788</c:v>
                </c:pt>
                <c:pt idx="34">
                  <c:v>42789</c:v>
                </c:pt>
                <c:pt idx="35">
                  <c:v>42790</c:v>
                </c:pt>
                <c:pt idx="36">
                  <c:v>42793</c:v>
                </c:pt>
                <c:pt idx="37">
                  <c:v>42794</c:v>
                </c:pt>
                <c:pt idx="38">
                  <c:v>42795</c:v>
                </c:pt>
                <c:pt idx="39">
                  <c:v>42796</c:v>
                </c:pt>
                <c:pt idx="40">
                  <c:v>42797</c:v>
                </c:pt>
                <c:pt idx="41">
                  <c:v>42800</c:v>
                </c:pt>
                <c:pt idx="42">
                  <c:v>42801</c:v>
                </c:pt>
                <c:pt idx="43">
                  <c:v>42802</c:v>
                </c:pt>
                <c:pt idx="44">
                  <c:v>42803</c:v>
                </c:pt>
                <c:pt idx="45">
                  <c:v>42804</c:v>
                </c:pt>
                <c:pt idx="46">
                  <c:v>42807</c:v>
                </c:pt>
                <c:pt idx="47">
                  <c:v>42808</c:v>
                </c:pt>
                <c:pt idx="48">
                  <c:v>42809</c:v>
                </c:pt>
                <c:pt idx="49">
                  <c:v>42810</c:v>
                </c:pt>
                <c:pt idx="50">
                  <c:v>42811</c:v>
                </c:pt>
                <c:pt idx="51">
                  <c:v>42814</c:v>
                </c:pt>
                <c:pt idx="52">
                  <c:v>42815</c:v>
                </c:pt>
                <c:pt idx="53">
                  <c:v>42816</c:v>
                </c:pt>
                <c:pt idx="54">
                  <c:v>42817</c:v>
                </c:pt>
                <c:pt idx="55">
                  <c:v>42818</c:v>
                </c:pt>
                <c:pt idx="56">
                  <c:v>42821</c:v>
                </c:pt>
                <c:pt idx="57">
                  <c:v>42822</c:v>
                </c:pt>
                <c:pt idx="58">
                  <c:v>42823</c:v>
                </c:pt>
                <c:pt idx="59">
                  <c:v>42824</c:v>
                </c:pt>
                <c:pt idx="60">
                  <c:v>42825</c:v>
                </c:pt>
                <c:pt idx="61">
                  <c:v>42826</c:v>
                </c:pt>
                <c:pt idx="62">
                  <c:v>42830</c:v>
                </c:pt>
                <c:pt idx="63">
                  <c:v>42831</c:v>
                </c:pt>
                <c:pt idx="64">
                  <c:v>42832</c:v>
                </c:pt>
                <c:pt idx="65">
                  <c:v>42835</c:v>
                </c:pt>
                <c:pt idx="66">
                  <c:v>42836</c:v>
                </c:pt>
                <c:pt idx="67">
                  <c:v>42837</c:v>
                </c:pt>
                <c:pt idx="68">
                  <c:v>42838</c:v>
                </c:pt>
                <c:pt idx="69">
                  <c:v>42839</c:v>
                </c:pt>
                <c:pt idx="70">
                  <c:v>42842</c:v>
                </c:pt>
                <c:pt idx="71">
                  <c:v>42843</c:v>
                </c:pt>
                <c:pt idx="72">
                  <c:v>42844</c:v>
                </c:pt>
                <c:pt idx="73">
                  <c:v>42845</c:v>
                </c:pt>
                <c:pt idx="74">
                  <c:v>42846</c:v>
                </c:pt>
                <c:pt idx="75">
                  <c:v>42849</c:v>
                </c:pt>
                <c:pt idx="76">
                  <c:v>42850</c:v>
                </c:pt>
                <c:pt idx="77">
                  <c:v>42851</c:v>
                </c:pt>
                <c:pt idx="78">
                  <c:v>42852</c:v>
                </c:pt>
                <c:pt idx="79">
                  <c:v>42853</c:v>
                </c:pt>
                <c:pt idx="80">
                  <c:v>42857</c:v>
                </c:pt>
                <c:pt idx="81">
                  <c:v>42858</c:v>
                </c:pt>
                <c:pt idx="82">
                  <c:v>42859</c:v>
                </c:pt>
                <c:pt idx="83">
                  <c:v>42860</c:v>
                </c:pt>
                <c:pt idx="84">
                  <c:v>42863</c:v>
                </c:pt>
                <c:pt idx="85">
                  <c:v>42864</c:v>
                </c:pt>
                <c:pt idx="86">
                  <c:v>42865</c:v>
                </c:pt>
                <c:pt idx="87">
                  <c:v>42866</c:v>
                </c:pt>
                <c:pt idx="88">
                  <c:v>42867</c:v>
                </c:pt>
                <c:pt idx="89">
                  <c:v>42870</c:v>
                </c:pt>
                <c:pt idx="90">
                  <c:v>42871</c:v>
                </c:pt>
                <c:pt idx="91">
                  <c:v>42872</c:v>
                </c:pt>
                <c:pt idx="92">
                  <c:v>42873</c:v>
                </c:pt>
                <c:pt idx="93">
                  <c:v>42874</c:v>
                </c:pt>
                <c:pt idx="94">
                  <c:v>42877</c:v>
                </c:pt>
                <c:pt idx="95">
                  <c:v>42878</c:v>
                </c:pt>
                <c:pt idx="96">
                  <c:v>42879</c:v>
                </c:pt>
                <c:pt idx="97">
                  <c:v>42880</c:v>
                </c:pt>
                <c:pt idx="98">
                  <c:v>42881</c:v>
                </c:pt>
                <c:pt idx="99">
                  <c:v>42882</c:v>
                </c:pt>
                <c:pt idx="100">
                  <c:v>42886</c:v>
                </c:pt>
                <c:pt idx="101">
                  <c:v>42887</c:v>
                </c:pt>
                <c:pt idx="102">
                  <c:v>42888</c:v>
                </c:pt>
                <c:pt idx="103">
                  <c:v>42891</c:v>
                </c:pt>
                <c:pt idx="104">
                  <c:v>42892</c:v>
                </c:pt>
                <c:pt idx="105">
                  <c:v>42893</c:v>
                </c:pt>
                <c:pt idx="106">
                  <c:v>42894</c:v>
                </c:pt>
                <c:pt idx="107">
                  <c:v>42895</c:v>
                </c:pt>
                <c:pt idx="108">
                  <c:v>42898</c:v>
                </c:pt>
                <c:pt idx="109">
                  <c:v>42899</c:v>
                </c:pt>
                <c:pt idx="110">
                  <c:v>42900</c:v>
                </c:pt>
                <c:pt idx="111">
                  <c:v>42901</c:v>
                </c:pt>
                <c:pt idx="112">
                  <c:v>42902</c:v>
                </c:pt>
                <c:pt idx="113">
                  <c:v>42905</c:v>
                </c:pt>
                <c:pt idx="114">
                  <c:v>42906</c:v>
                </c:pt>
                <c:pt idx="115">
                  <c:v>42907</c:v>
                </c:pt>
                <c:pt idx="116">
                  <c:v>42908</c:v>
                </c:pt>
                <c:pt idx="117">
                  <c:v>42909</c:v>
                </c:pt>
                <c:pt idx="118">
                  <c:v>42912</c:v>
                </c:pt>
                <c:pt idx="119">
                  <c:v>42913</c:v>
                </c:pt>
                <c:pt idx="120">
                  <c:v>42914</c:v>
                </c:pt>
                <c:pt idx="121">
                  <c:v>42915</c:v>
                </c:pt>
                <c:pt idx="122">
                  <c:v>42916</c:v>
                </c:pt>
                <c:pt idx="123">
                  <c:v>42919</c:v>
                </c:pt>
                <c:pt idx="124">
                  <c:v>42920</c:v>
                </c:pt>
                <c:pt idx="125">
                  <c:v>42921</c:v>
                </c:pt>
                <c:pt idx="126">
                  <c:v>42922</c:v>
                </c:pt>
                <c:pt idx="127">
                  <c:v>42923</c:v>
                </c:pt>
                <c:pt idx="128">
                  <c:v>42926</c:v>
                </c:pt>
                <c:pt idx="129">
                  <c:v>42927</c:v>
                </c:pt>
                <c:pt idx="130">
                  <c:v>42928</c:v>
                </c:pt>
                <c:pt idx="131">
                  <c:v>42929</c:v>
                </c:pt>
                <c:pt idx="132">
                  <c:v>42930</c:v>
                </c:pt>
                <c:pt idx="133">
                  <c:v>42933</c:v>
                </c:pt>
                <c:pt idx="134">
                  <c:v>42934</c:v>
                </c:pt>
                <c:pt idx="135">
                  <c:v>42935</c:v>
                </c:pt>
                <c:pt idx="136">
                  <c:v>42936</c:v>
                </c:pt>
                <c:pt idx="137">
                  <c:v>42937</c:v>
                </c:pt>
                <c:pt idx="138">
                  <c:v>42940</c:v>
                </c:pt>
                <c:pt idx="139">
                  <c:v>42941</c:v>
                </c:pt>
                <c:pt idx="140">
                  <c:v>42942</c:v>
                </c:pt>
                <c:pt idx="141">
                  <c:v>42943</c:v>
                </c:pt>
                <c:pt idx="142">
                  <c:v>42944</c:v>
                </c:pt>
                <c:pt idx="143">
                  <c:v>42947</c:v>
                </c:pt>
                <c:pt idx="144">
                  <c:v>42948</c:v>
                </c:pt>
                <c:pt idx="145">
                  <c:v>42949</c:v>
                </c:pt>
                <c:pt idx="146">
                  <c:v>42950</c:v>
                </c:pt>
                <c:pt idx="147">
                  <c:v>42951</c:v>
                </c:pt>
                <c:pt idx="148">
                  <c:v>42954</c:v>
                </c:pt>
                <c:pt idx="149">
                  <c:v>42955</c:v>
                </c:pt>
                <c:pt idx="150">
                  <c:v>42956</c:v>
                </c:pt>
                <c:pt idx="151">
                  <c:v>42957</c:v>
                </c:pt>
                <c:pt idx="152">
                  <c:v>42958</c:v>
                </c:pt>
                <c:pt idx="153">
                  <c:v>42961</c:v>
                </c:pt>
                <c:pt idx="154">
                  <c:v>42962</c:v>
                </c:pt>
                <c:pt idx="155">
                  <c:v>42963</c:v>
                </c:pt>
                <c:pt idx="156">
                  <c:v>42964</c:v>
                </c:pt>
                <c:pt idx="157">
                  <c:v>42965</c:v>
                </c:pt>
                <c:pt idx="158">
                  <c:v>42968</c:v>
                </c:pt>
                <c:pt idx="159">
                  <c:v>42969</c:v>
                </c:pt>
                <c:pt idx="160">
                  <c:v>42970</c:v>
                </c:pt>
                <c:pt idx="161">
                  <c:v>42971</c:v>
                </c:pt>
                <c:pt idx="162">
                  <c:v>42972</c:v>
                </c:pt>
                <c:pt idx="163">
                  <c:v>42975</c:v>
                </c:pt>
                <c:pt idx="164">
                  <c:v>42976</c:v>
                </c:pt>
                <c:pt idx="165">
                  <c:v>42977</c:v>
                </c:pt>
                <c:pt idx="166">
                  <c:v>42978</c:v>
                </c:pt>
                <c:pt idx="167">
                  <c:v>42979</c:v>
                </c:pt>
                <c:pt idx="168">
                  <c:v>42982</c:v>
                </c:pt>
                <c:pt idx="169">
                  <c:v>42983</c:v>
                </c:pt>
                <c:pt idx="170">
                  <c:v>42984</c:v>
                </c:pt>
                <c:pt idx="171">
                  <c:v>42985</c:v>
                </c:pt>
                <c:pt idx="172">
                  <c:v>42986</c:v>
                </c:pt>
                <c:pt idx="173">
                  <c:v>42989</c:v>
                </c:pt>
                <c:pt idx="174">
                  <c:v>42990</c:v>
                </c:pt>
                <c:pt idx="175">
                  <c:v>42991</c:v>
                </c:pt>
                <c:pt idx="176">
                  <c:v>42992</c:v>
                </c:pt>
                <c:pt idx="177">
                  <c:v>42993</c:v>
                </c:pt>
                <c:pt idx="178">
                  <c:v>42996</c:v>
                </c:pt>
                <c:pt idx="179">
                  <c:v>42997</c:v>
                </c:pt>
                <c:pt idx="180">
                  <c:v>42998</c:v>
                </c:pt>
                <c:pt idx="181">
                  <c:v>42999</c:v>
                </c:pt>
                <c:pt idx="182">
                  <c:v>43000</c:v>
                </c:pt>
                <c:pt idx="183">
                  <c:v>43003</c:v>
                </c:pt>
                <c:pt idx="184">
                  <c:v>43004</c:v>
                </c:pt>
                <c:pt idx="185">
                  <c:v>43005</c:v>
                </c:pt>
                <c:pt idx="186">
                  <c:v>43006</c:v>
                </c:pt>
                <c:pt idx="187">
                  <c:v>43007</c:v>
                </c:pt>
                <c:pt idx="188">
                  <c:v>43008</c:v>
                </c:pt>
                <c:pt idx="189">
                  <c:v>43017</c:v>
                </c:pt>
                <c:pt idx="190">
                  <c:v>43018</c:v>
                </c:pt>
                <c:pt idx="191">
                  <c:v>43019</c:v>
                </c:pt>
                <c:pt idx="192">
                  <c:v>43020</c:v>
                </c:pt>
                <c:pt idx="193">
                  <c:v>43021</c:v>
                </c:pt>
                <c:pt idx="194">
                  <c:v>43024</c:v>
                </c:pt>
                <c:pt idx="195">
                  <c:v>43025</c:v>
                </c:pt>
                <c:pt idx="196">
                  <c:v>43026</c:v>
                </c:pt>
                <c:pt idx="197">
                  <c:v>43027</c:v>
                </c:pt>
                <c:pt idx="198">
                  <c:v>43028</c:v>
                </c:pt>
                <c:pt idx="199">
                  <c:v>43031</c:v>
                </c:pt>
                <c:pt idx="200">
                  <c:v>43032</c:v>
                </c:pt>
                <c:pt idx="201">
                  <c:v>43033</c:v>
                </c:pt>
                <c:pt idx="202">
                  <c:v>43034</c:v>
                </c:pt>
                <c:pt idx="203">
                  <c:v>43035</c:v>
                </c:pt>
                <c:pt idx="204">
                  <c:v>43038</c:v>
                </c:pt>
                <c:pt idx="205">
                  <c:v>43039</c:v>
                </c:pt>
                <c:pt idx="206">
                  <c:v>43040</c:v>
                </c:pt>
                <c:pt idx="207">
                  <c:v>43041</c:v>
                </c:pt>
                <c:pt idx="208">
                  <c:v>43042</c:v>
                </c:pt>
                <c:pt idx="209">
                  <c:v>43045</c:v>
                </c:pt>
                <c:pt idx="210">
                  <c:v>43046</c:v>
                </c:pt>
                <c:pt idx="211">
                  <c:v>43047</c:v>
                </c:pt>
                <c:pt idx="212">
                  <c:v>43048</c:v>
                </c:pt>
                <c:pt idx="213">
                  <c:v>43049</c:v>
                </c:pt>
                <c:pt idx="214">
                  <c:v>43052</c:v>
                </c:pt>
                <c:pt idx="215">
                  <c:v>43053</c:v>
                </c:pt>
                <c:pt idx="216">
                  <c:v>43054</c:v>
                </c:pt>
                <c:pt idx="217">
                  <c:v>43055</c:v>
                </c:pt>
                <c:pt idx="218">
                  <c:v>43056</c:v>
                </c:pt>
                <c:pt idx="219">
                  <c:v>43059</c:v>
                </c:pt>
                <c:pt idx="220">
                  <c:v>43060</c:v>
                </c:pt>
                <c:pt idx="221">
                  <c:v>43061</c:v>
                </c:pt>
                <c:pt idx="222">
                  <c:v>43062</c:v>
                </c:pt>
                <c:pt idx="223">
                  <c:v>43063</c:v>
                </c:pt>
                <c:pt idx="224">
                  <c:v>43066</c:v>
                </c:pt>
                <c:pt idx="225">
                  <c:v>43067</c:v>
                </c:pt>
                <c:pt idx="226">
                  <c:v>43068</c:v>
                </c:pt>
                <c:pt idx="227">
                  <c:v>43069</c:v>
                </c:pt>
                <c:pt idx="228">
                  <c:v>43070</c:v>
                </c:pt>
                <c:pt idx="229">
                  <c:v>43073</c:v>
                </c:pt>
                <c:pt idx="230">
                  <c:v>43074</c:v>
                </c:pt>
                <c:pt idx="231">
                  <c:v>43075</c:v>
                </c:pt>
                <c:pt idx="232">
                  <c:v>43076</c:v>
                </c:pt>
                <c:pt idx="233">
                  <c:v>43077</c:v>
                </c:pt>
                <c:pt idx="234">
                  <c:v>43080</c:v>
                </c:pt>
                <c:pt idx="235">
                  <c:v>43081</c:v>
                </c:pt>
                <c:pt idx="236">
                  <c:v>43082</c:v>
                </c:pt>
                <c:pt idx="237">
                  <c:v>43083</c:v>
                </c:pt>
                <c:pt idx="238">
                  <c:v>43084</c:v>
                </c:pt>
                <c:pt idx="239">
                  <c:v>43087</c:v>
                </c:pt>
                <c:pt idx="240">
                  <c:v>43088</c:v>
                </c:pt>
                <c:pt idx="241">
                  <c:v>43089</c:v>
                </c:pt>
                <c:pt idx="242">
                  <c:v>43090</c:v>
                </c:pt>
                <c:pt idx="243">
                  <c:v>43091</c:v>
                </c:pt>
                <c:pt idx="244">
                  <c:v>43094</c:v>
                </c:pt>
                <c:pt idx="245">
                  <c:v>43095</c:v>
                </c:pt>
                <c:pt idx="246">
                  <c:v>43096</c:v>
                </c:pt>
                <c:pt idx="247">
                  <c:v>43097</c:v>
                </c:pt>
                <c:pt idx="248">
                  <c:v>43098</c:v>
                </c:pt>
                <c:pt idx="249">
                  <c:v>43099</c:v>
                </c:pt>
                <c:pt idx="250">
                  <c:v>43100</c:v>
                </c:pt>
                <c:pt idx="251">
                  <c:v>43102</c:v>
                </c:pt>
                <c:pt idx="252">
                  <c:v>43103</c:v>
                </c:pt>
                <c:pt idx="253">
                  <c:v>43104</c:v>
                </c:pt>
                <c:pt idx="254">
                  <c:v>43105</c:v>
                </c:pt>
                <c:pt idx="255">
                  <c:v>43108</c:v>
                </c:pt>
                <c:pt idx="256">
                  <c:v>43109</c:v>
                </c:pt>
                <c:pt idx="257">
                  <c:v>43110</c:v>
                </c:pt>
                <c:pt idx="258">
                  <c:v>43111</c:v>
                </c:pt>
                <c:pt idx="259">
                  <c:v>43112</c:v>
                </c:pt>
                <c:pt idx="260">
                  <c:v>43115</c:v>
                </c:pt>
                <c:pt idx="261">
                  <c:v>43116</c:v>
                </c:pt>
                <c:pt idx="262">
                  <c:v>43117</c:v>
                </c:pt>
                <c:pt idx="263">
                  <c:v>43118</c:v>
                </c:pt>
                <c:pt idx="264">
                  <c:v>43119</c:v>
                </c:pt>
                <c:pt idx="265">
                  <c:v>43122</c:v>
                </c:pt>
                <c:pt idx="266">
                  <c:v>43123</c:v>
                </c:pt>
                <c:pt idx="267">
                  <c:v>43124</c:v>
                </c:pt>
                <c:pt idx="268">
                  <c:v>43125</c:v>
                </c:pt>
                <c:pt idx="269">
                  <c:v>43126</c:v>
                </c:pt>
                <c:pt idx="270">
                  <c:v>43129</c:v>
                </c:pt>
                <c:pt idx="271">
                  <c:v>43130</c:v>
                </c:pt>
                <c:pt idx="272">
                  <c:v>43131</c:v>
                </c:pt>
                <c:pt idx="273">
                  <c:v>43132</c:v>
                </c:pt>
                <c:pt idx="274">
                  <c:v>43133</c:v>
                </c:pt>
                <c:pt idx="275">
                  <c:v>43136</c:v>
                </c:pt>
                <c:pt idx="276">
                  <c:v>43137</c:v>
                </c:pt>
                <c:pt idx="277">
                  <c:v>43138</c:v>
                </c:pt>
                <c:pt idx="278">
                  <c:v>43139</c:v>
                </c:pt>
                <c:pt idx="279">
                  <c:v>43140</c:v>
                </c:pt>
                <c:pt idx="280">
                  <c:v>43142</c:v>
                </c:pt>
                <c:pt idx="281">
                  <c:v>43143</c:v>
                </c:pt>
                <c:pt idx="282">
                  <c:v>43144</c:v>
                </c:pt>
                <c:pt idx="283">
                  <c:v>43145</c:v>
                </c:pt>
                <c:pt idx="284">
                  <c:v>43153</c:v>
                </c:pt>
                <c:pt idx="285">
                  <c:v>43154</c:v>
                </c:pt>
                <c:pt idx="286">
                  <c:v>43155</c:v>
                </c:pt>
                <c:pt idx="287">
                  <c:v>43157</c:v>
                </c:pt>
                <c:pt idx="288">
                  <c:v>43158</c:v>
                </c:pt>
                <c:pt idx="289">
                  <c:v>43159</c:v>
                </c:pt>
                <c:pt idx="290">
                  <c:v>43160</c:v>
                </c:pt>
                <c:pt idx="291">
                  <c:v>43161</c:v>
                </c:pt>
                <c:pt idx="292">
                  <c:v>43164</c:v>
                </c:pt>
                <c:pt idx="293">
                  <c:v>43165</c:v>
                </c:pt>
                <c:pt idx="294">
                  <c:v>43166</c:v>
                </c:pt>
                <c:pt idx="295">
                  <c:v>43167</c:v>
                </c:pt>
                <c:pt idx="296">
                  <c:v>43168</c:v>
                </c:pt>
                <c:pt idx="297">
                  <c:v>43171</c:v>
                </c:pt>
                <c:pt idx="298">
                  <c:v>43172</c:v>
                </c:pt>
                <c:pt idx="299">
                  <c:v>43173</c:v>
                </c:pt>
                <c:pt idx="300">
                  <c:v>43174</c:v>
                </c:pt>
                <c:pt idx="301">
                  <c:v>43175</c:v>
                </c:pt>
                <c:pt idx="302">
                  <c:v>43178</c:v>
                </c:pt>
                <c:pt idx="303">
                  <c:v>43179</c:v>
                </c:pt>
                <c:pt idx="304">
                  <c:v>43180</c:v>
                </c:pt>
                <c:pt idx="305">
                  <c:v>43181</c:v>
                </c:pt>
                <c:pt idx="306">
                  <c:v>43182</c:v>
                </c:pt>
                <c:pt idx="307">
                  <c:v>43185</c:v>
                </c:pt>
                <c:pt idx="308">
                  <c:v>43186</c:v>
                </c:pt>
                <c:pt idx="309">
                  <c:v>43187</c:v>
                </c:pt>
                <c:pt idx="310">
                  <c:v>43188</c:v>
                </c:pt>
                <c:pt idx="311">
                  <c:v>43189</c:v>
                </c:pt>
                <c:pt idx="312">
                  <c:v>43192</c:v>
                </c:pt>
                <c:pt idx="313">
                  <c:v>43193</c:v>
                </c:pt>
                <c:pt idx="314">
                  <c:v>43194</c:v>
                </c:pt>
                <c:pt idx="315">
                  <c:v>43198</c:v>
                </c:pt>
                <c:pt idx="316">
                  <c:v>43199</c:v>
                </c:pt>
                <c:pt idx="317">
                  <c:v>43200</c:v>
                </c:pt>
                <c:pt idx="318">
                  <c:v>43201</c:v>
                </c:pt>
                <c:pt idx="319">
                  <c:v>43202</c:v>
                </c:pt>
                <c:pt idx="320">
                  <c:v>43203</c:v>
                </c:pt>
                <c:pt idx="321">
                  <c:v>43206</c:v>
                </c:pt>
                <c:pt idx="322">
                  <c:v>43207</c:v>
                </c:pt>
                <c:pt idx="323">
                  <c:v>43208</c:v>
                </c:pt>
                <c:pt idx="324">
                  <c:v>43209</c:v>
                </c:pt>
                <c:pt idx="325">
                  <c:v>43210</c:v>
                </c:pt>
                <c:pt idx="326">
                  <c:v>43213</c:v>
                </c:pt>
                <c:pt idx="327">
                  <c:v>43214</c:v>
                </c:pt>
                <c:pt idx="328">
                  <c:v>43215</c:v>
                </c:pt>
                <c:pt idx="329">
                  <c:v>43216</c:v>
                </c:pt>
                <c:pt idx="330">
                  <c:v>43217</c:v>
                </c:pt>
                <c:pt idx="331">
                  <c:v>43218</c:v>
                </c:pt>
                <c:pt idx="332">
                  <c:v>43222</c:v>
                </c:pt>
                <c:pt idx="333">
                  <c:v>43223</c:v>
                </c:pt>
                <c:pt idx="334">
                  <c:v>43224</c:v>
                </c:pt>
                <c:pt idx="335">
                  <c:v>43227</c:v>
                </c:pt>
                <c:pt idx="336">
                  <c:v>43228</c:v>
                </c:pt>
                <c:pt idx="337">
                  <c:v>43229</c:v>
                </c:pt>
                <c:pt idx="338">
                  <c:v>43230</c:v>
                </c:pt>
              </c:numCache>
            </c:numRef>
          </c:cat>
          <c:val>
            <c:numRef>
              <c:f>Sheet1!$D$2:$D$340</c:f>
              <c:numCache>
                <c:formatCode>General</c:formatCode>
                <c:ptCount val="339"/>
                <c:pt idx="65" formatCode="#,##0.0000">
                  <c:v>4.0743999999999998</c:v>
                </c:pt>
                <c:pt idx="66" formatCode="#,##0.0000">
                  <c:v>4.0726000000000004</c:v>
                </c:pt>
                <c:pt idx="67" formatCode="#,##0.0000">
                  <c:v>4.0488</c:v>
                </c:pt>
                <c:pt idx="68" formatCode="#,##0.0000">
                  <c:v>4.0513000000000003</c:v>
                </c:pt>
                <c:pt idx="69" formatCode="#,##0.0000">
                  <c:v>4.0826000000000002</c:v>
                </c:pt>
                <c:pt idx="70" formatCode="#,##0.0000">
                  <c:v>4.12</c:v>
                </c:pt>
                <c:pt idx="71" formatCode="#,##0.0000">
                  <c:v>4.1174999999999997</c:v>
                </c:pt>
                <c:pt idx="72" formatCode="#,##0.0000">
                  <c:v>4.1150000000000002</c:v>
                </c:pt>
                <c:pt idx="73" formatCode="#,##0.0000">
                  <c:v>4.1399999999999997</c:v>
                </c:pt>
                <c:pt idx="74" formatCode="#,##0.0000">
                  <c:v>4.1737000000000002</c:v>
                </c:pt>
                <c:pt idx="75" formatCode="#,##0.0000">
                  <c:v>4.2111999999999998</c:v>
                </c:pt>
                <c:pt idx="76" formatCode="#,##0.0000">
                  <c:v>4.1586999999999996</c:v>
                </c:pt>
                <c:pt idx="77" formatCode="#,##0.0000">
                  <c:v>4.1624999999999996</c:v>
                </c:pt>
                <c:pt idx="78" formatCode="#,##0.0000">
                  <c:v>4.1589999999999998</c:v>
                </c:pt>
                <c:pt idx="79" formatCode="#,##0.0000">
                  <c:v>4.1775000000000002</c:v>
                </c:pt>
                <c:pt idx="80" formatCode="#,##0.0000">
                  <c:v>4.2061999999999999</c:v>
                </c:pt>
                <c:pt idx="81" formatCode="#,##0.0000">
                  <c:v>4.2161999999999997</c:v>
                </c:pt>
                <c:pt idx="82" formatCode="#,##0.0000">
                  <c:v>4.2637</c:v>
                </c:pt>
                <c:pt idx="83" formatCode="#,##0.0000">
                  <c:v>4.2624000000000004</c:v>
                </c:pt>
                <c:pt idx="84" formatCode="#,##0.0000">
                  <c:v>4.2925000000000004</c:v>
                </c:pt>
                <c:pt idx="85" formatCode="#,##0.0000">
                  <c:v>4.3550000000000004</c:v>
                </c:pt>
                <c:pt idx="86" formatCode="#,##0.0000">
                  <c:v>4.3849</c:v>
                </c:pt>
                <c:pt idx="87" formatCode="#,##0.0000">
                  <c:v>4.3324999999999996</c:v>
                </c:pt>
                <c:pt idx="88" formatCode="#,##0.0000">
                  <c:v>4.3624000000000001</c:v>
                </c:pt>
                <c:pt idx="89" formatCode="#,##0.0000">
                  <c:v>4.3125</c:v>
                </c:pt>
                <c:pt idx="90" formatCode="#,##0.0000">
                  <c:v>4.3311999999999999</c:v>
                </c:pt>
                <c:pt idx="91" formatCode="#,##0.0000">
                  <c:v>4.3224999999999998</c:v>
                </c:pt>
                <c:pt idx="92" formatCode="#,##0.0000">
                  <c:v>4.3037000000000001</c:v>
                </c:pt>
                <c:pt idx="93" formatCode="#,##0.0000">
                  <c:v>4.3163999999999998</c:v>
                </c:pt>
                <c:pt idx="94" formatCode="#,##0.0000">
                  <c:v>4.3586999999999998</c:v>
                </c:pt>
                <c:pt idx="95" formatCode="#,##0.0000">
                  <c:v>4.3562000000000003</c:v>
                </c:pt>
                <c:pt idx="96" formatCode="#,##0.0000">
                  <c:v>4.3425000000000002</c:v>
                </c:pt>
                <c:pt idx="97" formatCode="#,##0.0000">
                  <c:v>4.3574999999999999</c:v>
                </c:pt>
                <c:pt idx="98" formatCode="#,##0.0000">
                  <c:v>4.3600000000000003</c:v>
                </c:pt>
                <c:pt idx="99" formatCode="#,##0.0000">
                  <c:v>4.3365999999999998</c:v>
                </c:pt>
                <c:pt idx="100" formatCode="#,##0.0000">
                  <c:v>4.3361999999999998</c:v>
                </c:pt>
                <c:pt idx="101" formatCode="#,##0.0000">
                  <c:v>4.3387000000000002</c:v>
                </c:pt>
                <c:pt idx="102" formatCode="#,##0.0000">
                  <c:v>4.3445999999999998</c:v>
                </c:pt>
                <c:pt idx="103" formatCode="#,##0.0000">
                  <c:v>4.3367000000000004</c:v>
                </c:pt>
                <c:pt idx="104" formatCode="#,##0.0000">
                  <c:v>4.3531000000000004</c:v>
                </c:pt>
                <c:pt idx="105" formatCode="#,##0.0000">
                  <c:v>4.3437000000000001</c:v>
                </c:pt>
                <c:pt idx="106" formatCode="#,##0.0000">
                  <c:v>4.3440000000000003</c:v>
                </c:pt>
                <c:pt idx="107" formatCode="#,##0.0000">
                  <c:v>4.3364000000000003</c:v>
                </c:pt>
                <c:pt idx="108" formatCode="#,##0.0000">
                  <c:v>4.2736999999999998</c:v>
                </c:pt>
                <c:pt idx="109" formatCode="#,##0.0000">
                  <c:v>4.2525000000000004</c:v>
                </c:pt>
                <c:pt idx="110" formatCode="#,##0.0000">
                  <c:v>4.2175000000000002</c:v>
                </c:pt>
                <c:pt idx="111" formatCode="#,##0.0000">
                  <c:v>4.2211999999999996</c:v>
                </c:pt>
                <c:pt idx="112" formatCode="#,##0.0000">
                  <c:v>4.2336999999999998</c:v>
                </c:pt>
                <c:pt idx="113" formatCode="#,##0.0000">
                  <c:v>4.1637000000000004</c:v>
                </c:pt>
                <c:pt idx="114" formatCode="#,##0.0000">
                  <c:v>4.1524999999999999</c:v>
                </c:pt>
                <c:pt idx="115" formatCode="#,##0.0000">
                  <c:v>4.1761999999999997</c:v>
                </c:pt>
                <c:pt idx="116" formatCode="#,##0.0000">
                  <c:v>4.2149999999999999</c:v>
                </c:pt>
                <c:pt idx="117" formatCode="#,##0.0000">
                  <c:v>4.1886999999999999</c:v>
                </c:pt>
                <c:pt idx="118" formatCode="#,##0.0000">
                  <c:v>4.1612</c:v>
                </c:pt>
                <c:pt idx="119" formatCode="#,##0.0000">
                  <c:v>4.1471999999999998</c:v>
                </c:pt>
                <c:pt idx="120" formatCode="#,##0.0000">
                  <c:v>4.165</c:v>
                </c:pt>
                <c:pt idx="121" formatCode="#,##0.0000">
                  <c:v>4.1787000000000001</c:v>
                </c:pt>
                <c:pt idx="122" formatCode="#,##0.0000">
                  <c:v>4.1962000000000002</c:v>
                </c:pt>
                <c:pt idx="123" formatCode="#,##0.0000">
                  <c:v>4.2225000000000001</c:v>
                </c:pt>
                <c:pt idx="124" formatCode="#,##0.0000">
                  <c:v>4.2287999999999997</c:v>
                </c:pt>
                <c:pt idx="125" formatCode="#,##0.0000">
                  <c:v>4.1974999999999998</c:v>
                </c:pt>
                <c:pt idx="126" formatCode="#,##0.0000">
                  <c:v>4.1847000000000003</c:v>
                </c:pt>
                <c:pt idx="127" formatCode="#,##0.0000">
                  <c:v>4.2012</c:v>
                </c:pt>
                <c:pt idx="128" formatCode="#,##0.0000">
                  <c:v>4.2024999999999997</c:v>
                </c:pt>
                <c:pt idx="129" formatCode="#,##0.0000">
                  <c:v>4.1912000000000003</c:v>
                </c:pt>
                <c:pt idx="130" formatCode="#,##0.0000">
                  <c:v>4.1775000000000002</c:v>
                </c:pt>
                <c:pt idx="131" formatCode="#,##0.0000">
                  <c:v>4.1661999999999999</c:v>
                </c:pt>
                <c:pt idx="132" formatCode="#,##0.0000">
                  <c:v>4.165</c:v>
                </c:pt>
                <c:pt idx="133" formatCode="#,##0.0000">
                  <c:v>4.1689999999999996</c:v>
                </c:pt>
                <c:pt idx="134" formatCode="#,##0.0000">
                  <c:v>4.1905000000000001</c:v>
                </c:pt>
                <c:pt idx="135" formatCode="#,##0.0000">
                  <c:v>4.1864999999999997</c:v>
                </c:pt>
                <c:pt idx="136" formatCode="#,##0.0000">
                  <c:v>4.1740000000000004</c:v>
                </c:pt>
                <c:pt idx="137" formatCode="#,##0.0000">
                  <c:v>4.1787000000000001</c:v>
                </c:pt>
                <c:pt idx="138" formatCode="#,##0.0000">
                  <c:v>4.1811999999999996</c:v>
                </c:pt>
                <c:pt idx="139" formatCode="#,##0.0000">
                  <c:v>4.1936999999999998</c:v>
                </c:pt>
                <c:pt idx="140" formatCode="#,##0.0000">
                  <c:v>4.2137000000000002</c:v>
                </c:pt>
                <c:pt idx="141" formatCode="#,##0.0000">
                  <c:v>4.1950000000000003</c:v>
                </c:pt>
                <c:pt idx="142" formatCode="#,##0.0000">
                  <c:v>4.1993999999999998</c:v>
                </c:pt>
                <c:pt idx="143" formatCode="#,##0.0000">
                  <c:v>4.2262000000000004</c:v>
                </c:pt>
                <c:pt idx="144" formatCode="#,##0.0000">
                  <c:v>4.2350000000000003</c:v>
                </c:pt>
                <c:pt idx="145" formatCode="#,##0.0000">
                  <c:v>4.2335000000000003</c:v>
                </c:pt>
                <c:pt idx="146" formatCode="#,##0.0000">
                  <c:v>4.2388000000000003</c:v>
                </c:pt>
                <c:pt idx="147" formatCode="#,##0.0000">
                  <c:v>4.2450000000000001</c:v>
                </c:pt>
                <c:pt idx="148" formatCode="#,##0.0000">
                  <c:v>4.2949999999999999</c:v>
                </c:pt>
                <c:pt idx="149" formatCode="#,##0.0000">
                  <c:v>4.3085000000000004</c:v>
                </c:pt>
                <c:pt idx="150" formatCode="#,##0.0000">
                  <c:v>4.3112000000000004</c:v>
                </c:pt>
                <c:pt idx="151" formatCode="#,##0.0000">
                  <c:v>4.2931999999999997</c:v>
                </c:pt>
                <c:pt idx="152" formatCode="#,##0.0000">
                  <c:v>4.2691999999999997</c:v>
                </c:pt>
                <c:pt idx="153" formatCode="#,##0.0000">
                  <c:v>4.2549999999999999</c:v>
                </c:pt>
                <c:pt idx="154" formatCode="#,##0.0000">
                  <c:v>4.2537000000000003</c:v>
                </c:pt>
                <c:pt idx="155" formatCode="#,##0.0000">
                  <c:v>4.2750000000000004</c:v>
                </c:pt>
                <c:pt idx="156" formatCode="#,##0.0000">
                  <c:v>4.2670000000000003</c:v>
                </c:pt>
                <c:pt idx="157" formatCode="#,##0.0000">
                  <c:v>4.2786</c:v>
                </c:pt>
                <c:pt idx="158" formatCode="#,##0.0000">
                  <c:v>4.3023999999999996</c:v>
                </c:pt>
                <c:pt idx="159" formatCode="#,##0.0000">
                  <c:v>4.3174000000000001</c:v>
                </c:pt>
                <c:pt idx="160" formatCode="#,##0.0000">
                  <c:v>4.3243999999999998</c:v>
                </c:pt>
                <c:pt idx="161" formatCode="#,##0.0000">
                  <c:v>4.3425000000000002</c:v>
                </c:pt>
                <c:pt idx="162" formatCode="#,##0.0000">
                  <c:v>4.3597999999999999</c:v>
                </c:pt>
                <c:pt idx="163" formatCode="#,##0.0000">
                  <c:v>4.3783000000000003</c:v>
                </c:pt>
                <c:pt idx="164" formatCode="#,##0.0000">
                  <c:v>4.3605999999999998</c:v>
                </c:pt>
                <c:pt idx="165" formatCode="#,##0.0000">
                  <c:v>4.3628</c:v>
                </c:pt>
                <c:pt idx="166" formatCode="#,##0.0000">
                  <c:v>4.3555000000000001</c:v>
                </c:pt>
                <c:pt idx="167" formatCode="#,##0.0000">
                  <c:v>4.3667999999999996</c:v>
                </c:pt>
                <c:pt idx="168" formatCode="#,##0.0000">
                  <c:v>4.3826999999999998</c:v>
                </c:pt>
                <c:pt idx="169" formatCode="#,##0.0000">
                  <c:v>4.4044999999999996</c:v>
                </c:pt>
                <c:pt idx="170" formatCode="#,##0.0000">
                  <c:v>4.3766999999999996</c:v>
                </c:pt>
                <c:pt idx="171" formatCode="#,##0.0000">
                  <c:v>4.3308999999999997</c:v>
                </c:pt>
                <c:pt idx="172" formatCode="#,##0.0000">
                  <c:v>4.3080999999999996</c:v>
                </c:pt>
                <c:pt idx="173" formatCode="#,##0.0000">
                  <c:v>4.3289</c:v>
                </c:pt>
                <c:pt idx="174" formatCode="#,##0.0000">
                  <c:v>4.3316999999999997</c:v>
                </c:pt>
                <c:pt idx="175" formatCode="#,##0.0000">
                  <c:v>4.34</c:v>
                </c:pt>
                <c:pt idx="176" formatCode="#,##0.0000">
                  <c:v>4.3032000000000004</c:v>
                </c:pt>
                <c:pt idx="177" formatCode="#,##0.0000">
                  <c:v>4.3079000000000001</c:v>
                </c:pt>
                <c:pt idx="178" formatCode="#,##0.0000">
                  <c:v>4.3263999999999996</c:v>
                </c:pt>
                <c:pt idx="179" formatCode="#,##0.0000">
                  <c:v>4.3106999999999998</c:v>
                </c:pt>
                <c:pt idx="180" formatCode="#,##0.0000">
                  <c:v>4.3129</c:v>
                </c:pt>
                <c:pt idx="181" formatCode="#,##0.0000">
                  <c:v>4.3369999999999997</c:v>
                </c:pt>
                <c:pt idx="182" formatCode="#,##0.0000">
                  <c:v>4.3212000000000002</c:v>
                </c:pt>
                <c:pt idx="183" formatCode="#,##0.0000">
                  <c:v>4.3064999999999998</c:v>
                </c:pt>
                <c:pt idx="184" formatCode="#,##0.0000">
                  <c:v>4.3174000000000001</c:v>
                </c:pt>
                <c:pt idx="185" formatCode="#,##0.0000">
                  <c:v>4.3272000000000004</c:v>
                </c:pt>
                <c:pt idx="186" formatCode="#,##0.0000">
                  <c:v>4.3044000000000002</c:v>
                </c:pt>
                <c:pt idx="187" formatCode="#,##0.0000">
                  <c:v>4.3018000000000001</c:v>
                </c:pt>
                <c:pt idx="188" formatCode="#,##0.0000">
                  <c:v>4.2988</c:v>
                </c:pt>
                <c:pt idx="189" formatCode="#,##0.0000">
                  <c:v>4.3297999999999996</c:v>
                </c:pt>
                <c:pt idx="190" formatCode="#,##0.0000">
                  <c:v>4.3352000000000004</c:v>
                </c:pt>
                <c:pt idx="191" formatCode="#,##0.0000">
                  <c:v>4.3295000000000003</c:v>
                </c:pt>
                <c:pt idx="192" formatCode="#,##0.0000">
                  <c:v>4.3577000000000004</c:v>
                </c:pt>
                <c:pt idx="193" formatCode="#,##0.0000">
                  <c:v>4.3578999999999999</c:v>
                </c:pt>
                <c:pt idx="194" formatCode="#,##0.0000">
                  <c:v>4.3975</c:v>
                </c:pt>
                <c:pt idx="195" formatCode="#,##0.0000">
                  <c:v>4.4377000000000004</c:v>
                </c:pt>
                <c:pt idx="196" formatCode="#,##0.0000">
                  <c:v>4.4208999999999996</c:v>
                </c:pt>
                <c:pt idx="197" formatCode="#,##0.0000">
                  <c:v>4.4043999999999999</c:v>
                </c:pt>
                <c:pt idx="198" formatCode="#,##0.0000">
                  <c:v>4.4264000000000001</c:v>
                </c:pt>
                <c:pt idx="199" formatCode="#,##0.0000">
                  <c:v>4.4268999999999998</c:v>
                </c:pt>
                <c:pt idx="200" formatCode="#,##0.0000">
                  <c:v>4.4215999999999998</c:v>
                </c:pt>
                <c:pt idx="201" formatCode="#,##0.0000">
                  <c:v>4.4776999999999996</c:v>
                </c:pt>
                <c:pt idx="202" formatCode="#,##0.0000">
                  <c:v>4.4816000000000003</c:v>
                </c:pt>
                <c:pt idx="203" formatCode="#,##0.0000">
                  <c:v>4.5228000000000002</c:v>
                </c:pt>
                <c:pt idx="204" formatCode="#,##0.0000">
                  <c:v>4.6237000000000004</c:v>
                </c:pt>
                <c:pt idx="205" formatCode="#,##0.0000">
                  <c:v>4.6306000000000003</c:v>
                </c:pt>
                <c:pt idx="206" formatCode="#,##0.0000">
                  <c:v>4.5923999999999996</c:v>
                </c:pt>
                <c:pt idx="207" formatCode="#,##0.0000">
                  <c:v>4.6135999999999999</c:v>
                </c:pt>
                <c:pt idx="208" formatCode="#,##0.0000">
                  <c:v>4.6212999999999997</c:v>
                </c:pt>
                <c:pt idx="209" formatCode="#,##0.0000">
                  <c:v>4.6238000000000001</c:v>
                </c:pt>
                <c:pt idx="210" formatCode="#,##0.0000">
                  <c:v>4.6580000000000004</c:v>
                </c:pt>
                <c:pt idx="211" formatCode="#,##0.0000">
                  <c:v>4.6650999999999998</c:v>
                </c:pt>
                <c:pt idx="212" formatCode="#,##0.0000">
                  <c:v>4.6778000000000004</c:v>
                </c:pt>
                <c:pt idx="213" formatCode="#,##0.0000">
                  <c:v>4.7054</c:v>
                </c:pt>
                <c:pt idx="214" formatCode="#,##0.0000">
                  <c:v>4.7903000000000002</c:v>
                </c:pt>
                <c:pt idx="215" formatCode="#,##0.0000">
                  <c:v>4.8265000000000002</c:v>
                </c:pt>
                <c:pt idx="216" formatCode="#,##0.0000">
                  <c:v>4.8365999999999998</c:v>
                </c:pt>
                <c:pt idx="217" formatCode="#,##0.0000">
                  <c:v>4.7774999999999999</c:v>
                </c:pt>
                <c:pt idx="218" formatCode="#,##0.0000">
                  <c:v>4.7965</c:v>
                </c:pt>
                <c:pt idx="219" formatCode="#,##0.0000">
                  <c:v>4.8148</c:v>
                </c:pt>
                <c:pt idx="220" formatCode="#,##0.0000">
                  <c:v>4.8532000000000002</c:v>
                </c:pt>
                <c:pt idx="221" formatCode="#,##0.0000">
                  <c:v>4.9950999999999999</c:v>
                </c:pt>
                <c:pt idx="222" formatCode="#,##0.0000">
                  <c:v>4.9973999999999998</c:v>
                </c:pt>
                <c:pt idx="223" formatCode="#,##0.0000">
                  <c:v>4.9093999999999998</c:v>
                </c:pt>
                <c:pt idx="224" formatCode="#,##0.0000">
                  <c:v>4.9245999999999999</c:v>
                </c:pt>
                <c:pt idx="225" formatCode="#,##0.0000">
                  <c:v>4.9644000000000004</c:v>
                </c:pt>
                <c:pt idx="226" formatCode="#,##0.0000">
                  <c:v>4.9112</c:v>
                </c:pt>
                <c:pt idx="227" formatCode="#,##0.0000">
                  <c:v>4.9039000000000001</c:v>
                </c:pt>
                <c:pt idx="228" formatCode="#,##0.0000">
                  <c:v>4.8851000000000004</c:v>
                </c:pt>
                <c:pt idx="229" formatCode="#,##0.0000">
                  <c:v>4.8743999999999996</c:v>
                </c:pt>
                <c:pt idx="230" formatCode="#,##0.0000">
                  <c:v>4.8598999999999997</c:v>
                </c:pt>
                <c:pt idx="231" formatCode="#,##0.0000">
                  <c:v>4.8506999999999998</c:v>
                </c:pt>
                <c:pt idx="232" formatCode="#,##0.0000">
                  <c:v>4.8360000000000003</c:v>
                </c:pt>
                <c:pt idx="233" formatCode="#,##0.0000">
                  <c:v>4.8579999999999997</c:v>
                </c:pt>
                <c:pt idx="234" formatCode="#,##0.0000">
                  <c:v>4.9108999999999998</c:v>
                </c:pt>
                <c:pt idx="235" formatCode="#,##0.0000">
                  <c:v>4.9306999999999999</c:v>
                </c:pt>
                <c:pt idx="236" formatCode="#,##0.0000">
                  <c:v>4.9324000000000003</c:v>
                </c:pt>
                <c:pt idx="237" formatCode="#,##0.0000">
                  <c:v>4.9017999999999997</c:v>
                </c:pt>
                <c:pt idx="238" formatCode="#,##0.0000">
                  <c:v>4.8756000000000004</c:v>
                </c:pt>
                <c:pt idx="239" formatCode="#,##0.0000">
                  <c:v>4.8960999999999997</c:v>
                </c:pt>
                <c:pt idx="240" formatCode="#,##0.0000">
                  <c:v>4.9085999999999999</c:v>
                </c:pt>
                <c:pt idx="241" formatCode="#,##0.0000">
                  <c:v>4.9320000000000004</c:v>
                </c:pt>
                <c:pt idx="242" formatCode="#,##0.0000">
                  <c:v>4.9401000000000002</c:v>
                </c:pt>
                <c:pt idx="243" formatCode="#,##0.0000">
                  <c:v>4.9054000000000002</c:v>
                </c:pt>
                <c:pt idx="244" formatCode="#,##0.0000">
                  <c:v>4.9284999999999997</c:v>
                </c:pt>
                <c:pt idx="245" formatCode="#,##0.0000">
                  <c:v>4.9558</c:v>
                </c:pt>
                <c:pt idx="246" formatCode="#,##0.0000">
                  <c:v>4.9584999999999999</c:v>
                </c:pt>
                <c:pt idx="247" formatCode="#,##0.0000">
                  <c:v>4.9471999999999996</c:v>
                </c:pt>
                <c:pt idx="248" formatCode="#,##0.0000">
                  <c:v>4.9313000000000002</c:v>
                </c:pt>
                <c:pt idx="249" formatCode="#,##0.0000">
                  <c:v>4.9493</c:v>
                </c:pt>
                <c:pt idx="250" formatCode="#,##0.0000">
                  <c:v>4.9496000000000002</c:v>
                </c:pt>
                <c:pt idx="251" formatCode="#,##0.0000">
                  <c:v>4.9611999999999998</c:v>
                </c:pt>
                <c:pt idx="252" formatCode="#,##0.0000">
                  <c:v>4.9764999999999997</c:v>
                </c:pt>
                <c:pt idx="253" formatCode="#,##0.0000">
                  <c:v>5.0156999999999998</c:v>
                </c:pt>
                <c:pt idx="254" formatCode="#,##0.0000">
                  <c:v>5.0065</c:v>
                </c:pt>
                <c:pt idx="255" formatCode="#,##0.0000">
                  <c:v>5.016</c:v>
                </c:pt>
                <c:pt idx="256" formatCode="#,##0.0000">
                  <c:v>5.0171000000000001</c:v>
                </c:pt>
                <c:pt idx="257" formatCode="#,##0.0000">
                  <c:v>5.0667999999999997</c:v>
                </c:pt>
                <c:pt idx="258" formatCode="#,##0.0000">
                  <c:v>5.0918000000000001</c:v>
                </c:pt>
                <c:pt idx="259" formatCode="#,##0.0000">
                  <c:v>5.0781000000000001</c:v>
                </c:pt>
                <c:pt idx="260" formatCode="#,##0.0000">
                  <c:v>5.1188000000000002</c:v>
                </c:pt>
                <c:pt idx="261" formatCode="#,##0.0000">
                  <c:v>5.1238000000000001</c:v>
                </c:pt>
                <c:pt idx="262" formatCode="#,##0.0000">
                  <c:v>5.1421000000000001</c:v>
                </c:pt>
                <c:pt idx="263" formatCode="#,##0.0000">
                  <c:v>5.1753999999999998</c:v>
                </c:pt>
                <c:pt idx="264" formatCode="#,##0.0000">
                  <c:v>5.1843000000000004</c:v>
                </c:pt>
                <c:pt idx="265" formatCode="#,##0.0000">
                  <c:v>5.1597999999999997</c:v>
                </c:pt>
                <c:pt idx="266" formatCode="#,##0.0000">
                  <c:v>5.1501999999999999</c:v>
                </c:pt>
                <c:pt idx="267" formatCode="#,##0.0000">
                  <c:v>5.1508000000000003</c:v>
                </c:pt>
                <c:pt idx="268" formatCode="#,##0.0000">
                  <c:v>5.14</c:v>
                </c:pt>
                <c:pt idx="269" formatCode="#,##0.0000">
                  <c:v>5.1538000000000004</c:v>
                </c:pt>
                <c:pt idx="270" formatCode="#,##0.0000">
                  <c:v>5.1558000000000002</c:v>
                </c:pt>
                <c:pt idx="271" formatCode="#,##0.0000">
                  <c:v>5.1703000000000001</c:v>
                </c:pt>
                <c:pt idx="272" formatCode="#,##0.0000">
                  <c:v>5.1477000000000004</c:v>
                </c:pt>
                <c:pt idx="273" formatCode="#,##0.0000">
                  <c:v>5.1283000000000003</c:v>
                </c:pt>
                <c:pt idx="274" formatCode="#,##0.0000">
                  <c:v>5.1242000000000001</c:v>
                </c:pt>
                <c:pt idx="275" formatCode="#,##0.0000">
                  <c:v>5.1463000000000001</c:v>
                </c:pt>
                <c:pt idx="276" formatCode="#,##0.0000">
                  <c:v>5.0805999999999996</c:v>
                </c:pt>
                <c:pt idx="277" formatCode="#,##0.0000">
                  <c:v>5.0945999999999998</c:v>
                </c:pt>
                <c:pt idx="278" formatCode="#,##0.0000">
                  <c:v>5.0552000000000001</c:v>
                </c:pt>
                <c:pt idx="279" formatCode="#,##0.0000">
                  <c:v>5.0430999999999999</c:v>
                </c:pt>
                <c:pt idx="280" formatCode="#,##0.0000">
                  <c:v>5.0380000000000003</c:v>
                </c:pt>
                <c:pt idx="281" formatCode="#,##0.0000">
                  <c:v>5.0450999999999997</c:v>
                </c:pt>
                <c:pt idx="282" formatCode="#,##0.0000">
                  <c:v>5.0444000000000004</c:v>
                </c:pt>
                <c:pt idx="283" formatCode="#,##0.0000">
                  <c:v>5.0385</c:v>
                </c:pt>
                <c:pt idx="284" formatCode="#,##0.0000">
                  <c:v>5.0571999999999999</c:v>
                </c:pt>
                <c:pt idx="285" formatCode="#,##0.0000">
                  <c:v>5.0579999999999998</c:v>
                </c:pt>
                <c:pt idx="286" formatCode="#,##0.0000">
                  <c:v>5.0418000000000003</c:v>
                </c:pt>
                <c:pt idx="287" formatCode="#,##0.0000">
                  <c:v>4.9850000000000003</c:v>
                </c:pt>
                <c:pt idx="288" formatCode="#,##0.0000">
                  <c:v>4.9615999999999998</c:v>
                </c:pt>
                <c:pt idx="289" formatCode="#,##0.0000">
                  <c:v>4.9492000000000003</c:v>
                </c:pt>
                <c:pt idx="290" formatCode="#,##0.0000">
                  <c:v>4.9516999999999998</c:v>
                </c:pt>
                <c:pt idx="291" formatCode="#,##0.0000">
                  <c:v>4.9736000000000002</c:v>
                </c:pt>
                <c:pt idx="292" formatCode="#,##0.0000">
                  <c:v>4.9896000000000003</c:v>
                </c:pt>
                <c:pt idx="293" formatCode="#,##0.0000">
                  <c:v>4.9516999999999998</c:v>
                </c:pt>
                <c:pt idx="294" formatCode="#,##0.0000">
                  <c:v>4.9486999999999997</c:v>
                </c:pt>
                <c:pt idx="295" formatCode="#,##0.0000">
                  <c:v>4.9172000000000002</c:v>
                </c:pt>
                <c:pt idx="296" formatCode="#,##0.0000">
                  <c:v>4.9360999999999997</c:v>
                </c:pt>
                <c:pt idx="297" formatCode="#,##0.0000">
                  <c:v>4.9375999999999998</c:v>
                </c:pt>
                <c:pt idx="298" formatCode="#,##0.0000">
                  <c:v>4.9671000000000003</c:v>
                </c:pt>
                <c:pt idx="299" formatCode="#,##0.0000">
                  <c:v>4.968</c:v>
                </c:pt>
                <c:pt idx="300" formatCode="#,##0.0000">
                  <c:v>4.9626999999999999</c:v>
                </c:pt>
                <c:pt idx="301" formatCode="#,##0.0000">
                  <c:v>4.9627999999999997</c:v>
                </c:pt>
                <c:pt idx="302" formatCode="#,##0.0000">
                  <c:v>4.9629000000000003</c:v>
                </c:pt>
                <c:pt idx="303" formatCode="#,##0.0000">
                  <c:v>4.9414999999999996</c:v>
                </c:pt>
                <c:pt idx="304" formatCode="#,##0.0000">
                  <c:v>4.9229000000000003</c:v>
                </c:pt>
                <c:pt idx="305" formatCode="#,##0.0000">
                  <c:v>4.9004000000000003</c:v>
                </c:pt>
                <c:pt idx="306" formatCode="#,##0.0000">
                  <c:v>4.7889999999999997</c:v>
                </c:pt>
                <c:pt idx="307" formatCode="#,##0.0000">
                  <c:v>4.8079000000000001</c:v>
                </c:pt>
                <c:pt idx="308" formatCode="#,##0.0000">
                  <c:v>4.8303000000000003</c:v>
                </c:pt>
                <c:pt idx="309" formatCode="#,##0.0000">
                  <c:v>4.7931999999999997</c:v>
                </c:pt>
                <c:pt idx="310" formatCode="#,##0.0000">
                  <c:v>4.7939999999999996</c:v>
                </c:pt>
                <c:pt idx="311" formatCode="#,##0.0000">
                  <c:v>4.7827999999999999</c:v>
                </c:pt>
                <c:pt idx="312" formatCode="#,##0.0000">
                  <c:v>4.7850000000000001</c:v>
                </c:pt>
                <c:pt idx="313" formatCode="#,##0.0000">
                  <c:v>4.7648999999999999</c:v>
                </c:pt>
                <c:pt idx="314" formatCode="#,##0.0000">
                  <c:v>4.7262000000000004</c:v>
                </c:pt>
                <c:pt idx="315" formatCode="#,##0.0000">
                  <c:v>4.6737000000000002</c:v>
                </c:pt>
                <c:pt idx="316" formatCode="#,##0.0000">
                  <c:v>4.6769999999999996</c:v>
                </c:pt>
                <c:pt idx="317" formatCode="#,##0.0000">
                  <c:v>4.7248000000000001</c:v>
                </c:pt>
                <c:pt idx="318" formatCode="#,##0.0000">
                  <c:v>4.7073</c:v>
                </c:pt>
                <c:pt idx="319" formatCode="#,##0.0000">
                  <c:v>4.7108999999999996</c:v>
                </c:pt>
                <c:pt idx="320" formatCode="#,##0.0000">
                  <c:v>4.7201000000000004</c:v>
                </c:pt>
                <c:pt idx="321" formatCode="#,##0.0000">
                  <c:v>4.7</c:v>
                </c:pt>
                <c:pt idx="322" formatCode="#,##0.0000">
                  <c:v>4.6749999999999998</c:v>
                </c:pt>
                <c:pt idx="323" formatCode="#,##0.0000">
                  <c:v>4.4351000000000003</c:v>
                </c:pt>
                <c:pt idx="324" formatCode="#,##0.0000">
                  <c:v>4.5125000000000002</c:v>
                </c:pt>
                <c:pt idx="325" formatCode="#,##0.0000">
                  <c:v>4.5075000000000003</c:v>
                </c:pt>
                <c:pt idx="326" formatCode="#,##0.0000">
                  <c:v>4.5503</c:v>
                </c:pt>
                <c:pt idx="327" formatCode="#,##0.0000">
                  <c:v>4.5252999999999997</c:v>
                </c:pt>
                <c:pt idx="328" formatCode="#,##0.0000">
                  <c:v>4.5590999999999999</c:v>
                </c:pt>
                <c:pt idx="329" formatCode="#,##0.0000">
                  <c:v>4.5872000000000002</c:v>
                </c:pt>
                <c:pt idx="330" formatCode="#,##0.0000">
                  <c:v>4.6066000000000003</c:v>
                </c:pt>
                <c:pt idx="331" formatCode="#,##0.0000">
                  <c:v>4.5968</c:v>
                </c:pt>
                <c:pt idx="332" formatCode="#,##0.0000">
                  <c:v>4.6360000000000001</c:v>
                </c:pt>
                <c:pt idx="333" formatCode="#,##0.0000">
                  <c:v>4.6185</c:v>
                </c:pt>
                <c:pt idx="334" formatCode="#,##0.0000">
                  <c:v>4.5812999999999997</c:v>
                </c:pt>
                <c:pt idx="335" formatCode="#,##0.0000">
                  <c:v>4.6109999999999998</c:v>
                </c:pt>
                <c:pt idx="336" formatCode="#,##0.0000">
                  <c:v>4.6372</c:v>
                </c:pt>
                <c:pt idx="337" formatCode="#,##0.0000">
                  <c:v>4.6696999999999997</c:v>
                </c:pt>
                <c:pt idx="338" formatCode="#,##0.0000">
                  <c:v>4.6677999999999997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49-4BA5-BCA5-248DEAFDAAF3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170215.IB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Sheet1!$A$2:$A$340</c:f>
              <c:numCache>
                <c:formatCode>m/d/yyyy</c:formatCode>
                <c:ptCount val="339"/>
                <c:pt idx="0">
                  <c:v>42738</c:v>
                </c:pt>
                <c:pt idx="1">
                  <c:v>42739</c:v>
                </c:pt>
                <c:pt idx="2">
                  <c:v>42740</c:v>
                </c:pt>
                <c:pt idx="3">
                  <c:v>42741</c:v>
                </c:pt>
                <c:pt idx="4">
                  <c:v>42744</c:v>
                </c:pt>
                <c:pt idx="5">
                  <c:v>42745</c:v>
                </c:pt>
                <c:pt idx="6">
                  <c:v>42746</c:v>
                </c:pt>
                <c:pt idx="7">
                  <c:v>42747</c:v>
                </c:pt>
                <c:pt idx="8">
                  <c:v>42748</c:v>
                </c:pt>
                <c:pt idx="9">
                  <c:v>42751</c:v>
                </c:pt>
                <c:pt idx="10">
                  <c:v>42752</c:v>
                </c:pt>
                <c:pt idx="11">
                  <c:v>42753</c:v>
                </c:pt>
                <c:pt idx="12">
                  <c:v>42754</c:v>
                </c:pt>
                <c:pt idx="13">
                  <c:v>42755</c:v>
                </c:pt>
                <c:pt idx="14">
                  <c:v>42757</c:v>
                </c:pt>
                <c:pt idx="15">
                  <c:v>42758</c:v>
                </c:pt>
                <c:pt idx="16">
                  <c:v>42759</c:v>
                </c:pt>
                <c:pt idx="17">
                  <c:v>42760</c:v>
                </c:pt>
                <c:pt idx="18">
                  <c:v>42761</c:v>
                </c:pt>
                <c:pt idx="19">
                  <c:v>42769</c:v>
                </c:pt>
                <c:pt idx="20">
                  <c:v>42770</c:v>
                </c:pt>
                <c:pt idx="21">
                  <c:v>42772</c:v>
                </c:pt>
                <c:pt idx="22">
                  <c:v>42773</c:v>
                </c:pt>
                <c:pt idx="23">
                  <c:v>42774</c:v>
                </c:pt>
                <c:pt idx="24">
                  <c:v>42775</c:v>
                </c:pt>
                <c:pt idx="25">
                  <c:v>42776</c:v>
                </c:pt>
                <c:pt idx="26">
                  <c:v>42779</c:v>
                </c:pt>
                <c:pt idx="27">
                  <c:v>42780</c:v>
                </c:pt>
                <c:pt idx="28">
                  <c:v>42781</c:v>
                </c:pt>
                <c:pt idx="29">
                  <c:v>42782</c:v>
                </c:pt>
                <c:pt idx="30">
                  <c:v>42783</c:v>
                </c:pt>
                <c:pt idx="31">
                  <c:v>42786</c:v>
                </c:pt>
                <c:pt idx="32">
                  <c:v>42787</c:v>
                </c:pt>
                <c:pt idx="33">
                  <c:v>42788</c:v>
                </c:pt>
                <c:pt idx="34">
                  <c:v>42789</c:v>
                </c:pt>
                <c:pt idx="35">
                  <c:v>42790</c:v>
                </c:pt>
                <c:pt idx="36">
                  <c:v>42793</c:v>
                </c:pt>
                <c:pt idx="37">
                  <c:v>42794</c:v>
                </c:pt>
                <c:pt idx="38">
                  <c:v>42795</c:v>
                </c:pt>
                <c:pt idx="39">
                  <c:v>42796</c:v>
                </c:pt>
                <c:pt idx="40">
                  <c:v>42797</c:v>
                </c:pt>
                <c:pt idx="41">
                  <c:v>42800</c:v>
                </c:pt>
                <c:pt idx="42">
                  <c:v>42801</c:v>
                </c:pt>
                <c:pt idx="43">
                  <c:v>42802</c:v>
                </c:pt>
                <c:pt idx="44">
                  <c:v>42803</c:v>
                </c:pt>
                <c:pt idx="45">
                  <c:v>42804</c:v>
                </c:pt>
                <c:pt idx="46">
                  <c:v>42807</c:v>
                </c:pt>
                <c:pt idx="47">
                  <c:v>42808</c:v>
                </c:pt>
                <c:pt idx="48">
                  <c:v>42809</c:v>
                </c:pt>
                <c:pt idx="49">
                  <c:v>42810</c:v>
                </c:pt>
                <c:pt idx="50">
                  <c:v>42811</c:v>
                </c:pt>
                <c:pt idx="51">
                  <c:v>42814</c:v>
                </c:pt>
                <c:pt idx="52">
                  <c:v>42815</c:v>
                </c:pt>
                <c:pt idx="53">
                  <c:v>42816</c:v>
                </c:pt>
                <c:pt idx="54">
                  <c:v>42817</c:v>
                </c:pt>
                <c:pt idx="55">
                  <c:v>42818</c:v>
                </c:pt>
                <c:pt idx="56">
                  <c:v>42821</c:v>
                </c:pt>
                <c:pt idx="57">
                  <c:v>42822</c:v>
                </c:pt>
                <c:pt idx="58">
                  <c:v>42823</c:v>
                </c:pt>
                <c:pt idx="59">
                  <c:v>42824</c:v>
                </c:pt>
                <c:pt idx="60">
                  <c:v>42825</c:v>
                </c:pt>
                <c:pt idx="61">
                  <c:v>42826</c:v>
                </c:pt>
                <c:pt idx="62">
                  <c:v>42830</c:v>
                </c:pt>
                <c:pt idx="63">
                  <c:v>42831</c:v>
                </c:pt>
                <c:pt idx="64">
                  <c:v>42832</c:v>
                </c:pt>
                <c:pt idx="65">
                  <c:v>42835</c:v>
                </c:pt>
                <c:pt idx="66">
                  <c:v>42836</c:v>
                </c:pt>
                <c:pt idx="67">
                  <c:v>42837</c:v>
                </c:pt>
                <c:pt idx="68">
                  <c:v>42838</c:v>
                </c:pt>
                <c:pt idx="69">
                  <c:v>42839</c:v>
                </c:pt>
                <c:pt idx="70">
                  <c:v>42842</c:v>
                </c:pt>
                <c:pt idx="71">
                  <c:v>42843</c:v>
                </c:pt>
                <c:pt idx="72">
                  <c:v>42844</c:v>
                </c:pt>
                <c:pt idx="73">
                  <c:v>42845</c:v>
                </c:pt>
                <c:pt idx="74">
                  <c:v>42846</c:v>
                </c:pt>
                <c:pt idx="75">
                  <c:v>42849</c:v>
                </c:pt>
                <c:pt idx="76">
                  <c:v>42850</c:v>
                </c:pt>
                <c:pt idx="77">
                  <c:v>42851</c:v>
                </c:pt>
                <c:pt idx="78">
                  <c:v>42852</c:v>
                </c:pt>
                <c:pt idx="79">
                  <c:v>42853</c:v>
                </c:pt>
                <c:pt idx="80">
                  <c:v>42857</c:v>
                </c:pt>
                <c:pt idx="81">
                  <c:v>42858</c:v>
                </c:pt>
                <c:pt idx="82">
                  <c:v>42859</c:v>
                </c:pt>
                <c:pt idx="83">
                  <c:v>42860</c:v>
                </c:pt>
                <c:pt idx="84">
                  <c:v>42863</c:v>
                </c:pt>
                <c:pt idx="85">
                  <c:v>42864</c:v>
                </c:pt>
                <c:pt idx="86">
                  <c:v>42865</c:v>
                </c:pt>
                <c:pt idx="87">
                  <c:v>42866</c:v>
                </c:pt>
                <c:pt idx="88">
                  <c:v>42867</c:v>
                </c:pt>
                <c:pt idx="89">
                  <c:v>42870</c:v>
                </c:pt>
                <c:pt idx="90">
                  <c:v>42871</c:v>
                </c:pt>
                <c:pt idx="91">
                  <c:v>42872</c:v>
                </c:pt>
                <c:pt idx="92">
                  <c:v>42873</c:v>
                </c:pt>
                <c:pt idx="93">
                  <c:v>42874</c:v>
                </c:pt>
                <c:pt idx="94">
                  <c:v>42877</c:v>
                </c:pt>
                <c:pt idx="95">
                  <c:v>42878</c:v>
                </c:pt>
                <c:pt idx="96">
                  <c:v>42879</c:v>
                </c:pt>
                <c:pt idx="97">
                  <c:v>42880</c:v>
                </c:pt>
                <c:pt idx="98">
                  <c:v>42881</c:v>
                </c:pt>
                <c:pt idx="99">
                  <c:v>42882</c:v>
                </c:pt>
                <c:pt idx="100">
                  <c:v>42886</c:v>
                </c:pt>
                <c:pt idx="101">
                  <c:v>42887</c:v>
                </c:pt>
                <c:pt idx="102">
                  <c:v>42888</c:v>
                </c:pt>
                <c:pt idx="103">
                  <c:v>42891</c:v>
                </c:pt>
                <c:pt idx="104">
                  <c:v>42892</c:v>
                </c:pt>
                <c:pt idx="105">
                  <c:v>42893</c:v>
                </c:pt>
                <c:pt idx="106">
                  <c:v>42894</c:v>
                </c:pt>
                <c:pt idx="107">
                  <c:v>42895</c:v>
                </c:pt>
                <c:pt idx="108">
                  <c:v>42898</c:v>
                </c:pt>
                <c:pt idx="109">
                  <c:v>42899</c:v>
                </c:pt>
                <c:pt idx="110">
                  <c:v>42900</c:v>
                </c:pt>
                <c:pt idx="111">
                  <c:v>42901</c:v>
                </c:pt>
                <c:pt idx="112">
                  <c:v>42902</c:v>
                </c:pt>
                <c:pt idx="113">
                  <c:v>42905</c:v>
                </c:pt>
                <c:pt idx="114">
                  <c:v>42906</c:v>
                </c:pt>
                <c:pt idx="115">
                  <c:v>42907</c:v>
                </c:pt>
                <c:pt idx="116">
                  <c:v>42908</c:v>
                </c:pt>
                <c:pt idx="117">
                  <c:v>42909</c:v>
                </c:pt>
                <c:pt idx="118">
                  <c:v>42912</c:v>
                </c:pt>
                <c:pt idx="119">
                  <c:v>42913</c:v>
                </c:pt>
                <c:pt idx="120">
                  <c:v>42914</c:v>
                </c:pt>
                <c:pt idx="121">
                  <c:v>42915</c:v>
                </c:pt>
                <c:pt idx="122">
                  <c:v>42916</c:v>
                </c:pt>
                <c:pt idx="123">
                  <c:v>42919</c:v>
                </c:pt>
                <c:pt idx="124">
                  <c:v>42920</c:v>
                </c:pt>
                <c:pt idx="125">
                  <c:v>42921</c:v>
                </c:pt>
                <c:pt idx="126">
                  <c:v>42922</c:v>
                </c:pt>
                <c:pt idx="127">
                  <c:v>42923</c:v>
                </c:pt>
                <c:pt idx="128">
                  <c:v>42926</c:v>
                </c:pt>
                <c:pt idx="129">
                  <c:v>42927</c:v>
                </c:pt>
                <c:pt idx="130">
                  <c:v>42928</c:v>
                </c:pt>
                <c:pt idx="131">
                  <c:v>42929</c:v>
                </c:pt>
                <c:pt idx="132">
                  <c:v>42930</c:v>
                </c:pt>
                <c:pt idx="133">
                  <c:v>42933</c:v>
                </c:pt>
                <c:pt idx="134">
                  <c:v>42934</c:v>
                </c:pt>
                <c:pt idx="135">
                  <c:v>42935</c:v>
                </c:pt>
                <c:pt idx="136">
                  <c:v>42936</c:v>
                </c:pt>
                <c:pt idx="137">
                  <c:v>42937</c:v>
                </c:pt>
                <c:pt idx="138">
                  <c:v>42940</c:v>
                </c:pt>
                <c:pt idx="139">
                  <c:v>42941</c:v>
                </c:pt>
                <c:pt idx="140">
                  <c:v>42942</c:v>
                </c:pt>
                <c:pt idx="141">
                  <c:v>42943</c:v>
                </c:pt>
                <c:pt idx="142">
                  <c:v>42944</c:v>
                </c:pt>
                <c:pt idx="143">
                  <c:v>42947</c:v>
                </c:pt>
                <c:pt idx="144">
                  <c:v>42948</c:v>
                </c:pt>
                <c:pt idx="145">
                  <c:v>42949</c:v>
                </c:pt>
                <c:pt idx="146">
                  <c:v>42950</c:v>
                </c:pt>
                <c:pt idx="147">
                  <c:v>42951</c:v>
                </c:pt>
                <c:pt idx="148">
                  <c:v>42954</c:v>
                </c:pt>
                <c:pt idx="149">
                  <c:v>42955</c:v>
                </c:pt>
                <c:pt idx="150">
                  <c:v>42956</c:v>
                </c:pt>
                <c:pt idx="151">
                  <c:v>42957</c:v>
                </c:pt>
                <c:pt idx="152">
                  <c:v>42958</c:v>
                </c:pt>
                <c:pt idx="153">
                  <c:v>42961</c:v>
                </c:pt>
                <c:pt idx="154">
                  <c:v>42962</c:v>
                </c:pt>
                <c:pt idx="155">
                  <c:v>42963</c:v>
                </c:pt>
                <c:pt idx="156">
                  <c:v>42964</c:v>
                </c:pt>
                <c:pt idx="157">
                  <c:v>42965</c:v>
                </c:pt>
                <c:pt idx="158">
                  <c:v>42968</c:v>
                </c:pt>
                <c:pt idx="159">
                  <c:v>42969</c:v>
                </c:pt>
                <c:pt idx="160">
                  <c:v>42970</c:v>
                </c:pt>
                <c:pt idx="161">
                  <c:v>42971</c:v>
                </c:pt>
                <c:pt idx="162">
                  <c:v>42972</c:v>
                </c:pt>
                <c:pt idx="163">
                  <c:v>42975</c:v>
                </c:pt>
                <c:pt idx="164">
                  <c:v>42976</c:v>
                </c:pt>
                <c:pt idx="165">
                  <c:v>42977</c:v>
                </c:pt>
                <c:pt idx="166">
                  <c:v>42978</c:v>
                </c:pt>
                <c:pt idx="167">
                  <c:v>42979</c:v>
                </c:pt>
                <c:pt idx="168">
                  <c:v>42982</c:v>
                </c:pt>
                <c:pt idx="169">
                  <c:v>42983</c:v>
                </c:pt>
                <c:pt idx="170">
                  <c:v>42984</c:v>
                </c:pt>
                <c:pt idx="171">
                  <c:v>42985</c:v>
                </c:pt>
                <c:pt idx="172">
                  <c:v>42986</c:v>
                </c:pt>
                <c:pt idx="173">
                  <c:v>42989</c:v>
                </c:pt>
                <c:pt idx="174">
                  <c:v>42990</c:v>
                </c:pt>
                <c:pt idx="175">
                  <c:v>42991</c:v>
                </c:pt>
                <c:pt idx="176">
                  <c:v>42992</c:v>
                </c:pt>
                <c:pt idx="177">
                  <c:v>42993</c:v>
                </c:pt>
                <c:pt idx="178">
                  <c:v>42996</c:v>
                </c:pt>
                <c:pt idx="179">
                  <c:v>42997</c:v>
                </c:pt>
                <c:pt idx="180">
                  <c:v>42998</c:v>
                </c:pt>
                <c:pt idx="181">
                  <c:v>42999</c:v>
                </c:pt>
                <c:pt idx="182">
                  <c:v>43000</c:v>
                </c:pt>
                <c:pt idx="183">
                  <c:v>43003</c:v>
                </c:pt>
                <c:pt idx="184">
                  <c:v>43004</c:v>
                </c:pt>
                <c:pt idx="185">
                  <c:v>43005</c:v>
                </c:pt>
                <c:pt idx="186">
                  <c:v>43006</c:v>
                </c:pt>
                <c:pt idx="187">
                  <c:v>43007</c:v>
                </c:pt>
                <c:pt idx="188">
                  <c:v>43008</c:v>
                </c:pt>
                <c:pt idx="189">
                  <c:v>43017</c:v>
                </c:pt>
                <c:pt idx="190">
                  <c:v>43018</c:v>
                </c:pt>
                <c:pt idx="191">
                  <c:v>43019</c:v>
                </c:pt>
                <c:pt idx="192">
                  <c:v>43020</c:v>
                </c:pt>
                <c:pt idx="193">
                  <c:v>43021</c:v>
                </c:pt>
                <c:pt idx="194">
                  <c:v>43024</c:v>
                </c:pt>
                <c:pt idx="195">
                  <c:v>43025</c:v>
                </c:pt>
                <c:pt idx="196">
                  <c:v>43026</c:v>
                </c:pt>
                <c:pt idx="197">
                  <c:v>43027</c:v>
                </c:pt>
                <c:pt idx="198">
                  <c:v>43028</c:v>
                </c:pt>
                <c:pt idx="199">
                  <c:v>43031</c:v>
                </c:pt>
                <c:pt idx="200">
                  <c:v>43032</c:v>
                </c:pt>
                <c:pt idx="201">
                  <c:v>43033</c:v>
                </c:pt>
                <c:pt idx="202">
                  <c:v>43034</c:v>
                </c:pt>
                <c:pt idx="203">
                  <c:v>43035</c:v>
                </c:pt>
                <c:pt idx="204">
                  <c:v>43038</c:v>
                </c:pt>
                <c:pt idx="205">
                  <c:v>43039</c:v>
                </c:pt>
                <c:pt idx="206">
                  <c:v>43040</c:v>
                </c:pt>
                <c:pt idx="207">
                  <c:v>43041</c:v>
                </c:pt>
                <c:pt idx="208">
                  <c:v>43042</c:v>
                </c:pt>
                <c:pt idx="209">
                  <c:v>43045</c:v>
                </c:pt>
                <c:pt idx="210">
                  <c:v>43046</c:v>
                </c:pt>
                <c:pt idx="211">
                  <c:v>43047</c:v>
                </c:pt>
                <c:pt idx="212">
                  <c:v>43048</c:v>
                </c:pt>
                <c:pt idx="213">
                  <c:v>43049</c:v>
                </c:pt>
                <c:pt idx="214">
                  <c:v>43052</c:v>
                </c:pt>
                <c:pt idx="215">
                  <c:v>43053</c:v>
                </c:pt>
                <c:pt idx="216">
                  <c:v>43054</c:v>
                </c:pt>
                <c:pt idx="217">
                  <c:v>43055</c:v>
                </c:pt>
                <c:pt idx="218">
                  <c:v>43056</c:v>
                </c:pt>
                <c:pt idx="219">
                  <c:v>43059</c:v>
                </c:pt>
                <c:pt idx="220">
                  <c:v>43060</c:v>
                </c:pt>
                <c:pt idx="221">
                  <c:v>43061</c:v>
                </c:pt>
                <c:pt idx="222">
                  <c:v>43062</c:v>
                </c:pt>
                <c:pt idx="223">
                  <c:v>43063</c:v>
                </c:pt>
                <c:pt idx="224">
                  <c:v>43066</c:v>
                </c:pt>
                <c:pt idx="225">
                  <c:v>43067</c:v>
                </c:pt>
                <c:pt idx="226">
                  <c:v>43068</c:v>
                </c:pt>
                <c:pt idx="227">
                  <c:v>43069</c:v>
                </c:pt>
                <c:pt idx="228">
                  <c:v>43070</c:v>
                </c:pt>
                <c:pt idx="229">
                  <c:v>43073</c:v>
                </c:pt>
                <c:pt idx="230">
                  <c:v>43074</c:v>
                </c:pt>
                <c:pt idx="231">
                  <c:v>43075</c:v>
                </c:pt>
                <c:pt idx="232">
                  <c:v>43076</c:v>
                </c:pt>
                <c:pt idx="233">
                  <c:v>43077</c:v>
                </c:pt>
                <c:pt idx="234">
                  <c:v>43080</c:v>
                </c:pt>
                <c:pt idx="235">
                  <c:v>43081</c:v>
                </c:pt>
                <c:pt idx="236">
                  <c:v>43082</c:v>
                </c:pt>
                <c:pt idx="237">
                  <c:v>43083</c:v>
                </c:pt>
                <c:pt idx="238">
                  <c:v>43084</c:v>
                </c:pt>
                <c:pt idx="239">
                  <c:v>43087</c:v>
                </c:pt>
                <c:pt idx="240">
                  <c:v>43088</c:v>
                </c:pt>
                <c:pt idx="241">
                  <c:v>43089</c:v>
                </c:pt>
                <c:pt idx="242">
                  <c:v>43090</c:v>
                </c:pt>
                <c:pt idx="243">
                  <c:v>43091</c:v>
                </c:pt>
                <c:pt idx="244">
                  <c:v>43094</c:v>
                </c:pt>
                <c:pt idx="245">
                  <c:v>43095</c:v>
                </c:pt>
                <c:pt idx="246">
                  <c:v>43096</c:v>
                </c:pt>
                <c:pt idx="247">
                  <c:v>43097</c:v>
                </c:pt>
                <c:pt idx="248">
                  <c:v>43098</c:v>
                </c:pt>
                <c:pt idx="249">
                  <c:v>43099</c:v>
                </c:pt>
                <c:pt idx="250">
                  <c:v>43100</c:v>
                </c:pt>
                <c:pt idx="251">
                  <c:v>43102</c:v>
                </c:pt>
                <c:pt idx="252">
                  <c:v>43103</c:v>
                </c:pt>
                <c:pt idx="253">
                  <c:v>43104</c:v>
                </c:pt>
                <c:pt idx="254">
                  <c:v>43105</c:v>
                </c:pt>
                <c:pt idx="255">
                  <c:v>43108</c:v>
                </c:pt>
                <c:pt idx="256">
                  <c:v>43109</c:v>
                </c:pt>
                <c:pt idx="257">
                  <c:v>43110</c:v>
                </c:pt>
                <c:pt idx="258">
                  <c:v>43111</c:v>
                </c:pt>
                <c:pt idx="259">
                  <c:v>43112</c:v>
                </c:pt>
                <c:pt idx="260">
                  <c:v>43115</c:v>
                </c:pt>
                <c:pt idx="261">
                  <c:v>43116</c:v>
                </c:pt>
                <c:pt idx="262">
                  <c:v>43117</c:v>
                </c:pt>
                <c:pt idx="263">
                  <c:v>43118</c:v>
                </c:pt>
                <c:pt idx="264">
                  <c:v>43119</c:v>
                </c:pt>
                <c:pt idx="265">
                  <c:v>43122</c:v>
                </c:pt>
                <c:pt idx="266">
                  <c:v>43123</c:v>
                </c:pt>
                <c:pt idx="267">
                  <c:v>43124</c:v>
                </c:pt>
                <c:pt idx="268">
                  <c:v>43125</c:v>
                </c:pt>
                <c:pt idx="269">
                  <c:v>43126</c:v>
                </c:pt>
                <c:pt idx="270">
                  <c:v>43129</c:v>
                </c:pt>
                <c:pt idx="271">
                  <c:v>43130</c:v>
                </c:pt>
                <c:pt idx="272">
                  <c:v>43131</c:v>
                </c:pt>
                <c:pt idx="273">
                  <c:v>43132</c:v>
                </c:pt>
                <c:pt idx="274">
                  <c:v>43133</c:v>
                </c:pt>
                <c:pt idx="275">
                  <c:v>43136</c:v>
                </c:pt>
                <c:pt idx="276">
                  <c:v>43137</c:v>
                </c:pt>
                <c:pt idx="277">
                  <c:v>43138</c:v>
                </c:pt>
                <c:pt idx="278">
                  <c:v>43139</c:v>
                </c:pt>
                <c:pt idx="279">
                  <c:v>43140</c:v>
                </c:pt>
                <c:pt idx="280">
                  <c:v>43142</c:v>
                </c:pt>
                <c:pt idx="281">
                  <c:v>43143</c:v>
                </c:pt>
                <c:pt idx="282">
                  <c:v>43144</c:v>
                </c:pt>
                <c:pt idx="283">
                  <c:v>43145</c:v>
                </c:pt>
                <c:pt idx="284">
                  <c:v>43153</c:v>
                </c:pt>
                <c:pt idx="285">
                  <c:v>43154</c:v>
                </c:pt>
                <c:pt idx="286">
                  <c:v>43155</c:v>
                </c:pt>
                <c:pt idx="287">
                  <c:v>43157</c:v>
                </c:pt>
                <c:pt idx="288">
                  <c:v>43158</c:v>
                </c:pt>
                <c:pt idx="289">
                  <c:v>43159</c:v>
                </c:pt>
                <c:pt idx="290">
                  <c:v>43160</c:v>
                </c:pt>
                <c:pt idx="291">
                  <c:v>43161</c:v>
                </c:pt>
                <c:pt idx="292">
                  <c:v>43164</c:v>
                </c:pt>
                <c:pt idx="293">
                  <c:v>43165</c:v>
                </c:pt>
                <c:pt idx="294">
                  <c:v>43166</c:v>
                </c:pt>
                <c:pt idx="295">
                  <c:v>43167</c:v>
                </c:pt>
                <c:pt idx="296">
                  <c:v>43168</c:v>
                </c:pt>
                <c:pt idx="297">
                  <c:v>43171</c:v>
                </c:pt>
                <c:pt idx="298">
                  <c:v>43172</c:v>
                </c:pt>
                <c:pt idx="299">
                  <c:v>43173</c:v>
                </c:pt>
                <c:pt idx="300">
                  <c:v>43174</c:v>
                </c:pt>
                <c:pt idx="301">
                  <c:v>43175</c:v>
                </c:pt>
                <c:pt idx="302">
                  <c:v>43178</c:v>
                </c:pt>
                <c:pt idx="303">
                  <c:v>43179</c:v>
                </c:pt>
                <c:pt idx="304">
                  <c:v>43180</c:v>
                </c:pt>
                <c:pt idx="305">
                  <c:v>43181</c:v>
                </c:pt>
                <c:pt idx="306">
                  <c:v>43182</c:v>
                </c:pt>
                <c:pt idx="307">
                  <c:v>43185</c:v>
                </c:pt>
                <c:pt idx="308">
                  <c:v>43186</c:v>
                </c:pt>
                <c:pt idx="309">
                  <c:v>43187</c:v>
                </c:pt>
                <c:pt idx="310">
                  <c:v>43188</c:v>
                </c:pt>
                <c:pt idx="311">
                  <c:v>43189</c:v>
                </c:pt>
                <c:pt idx="312">
                  <c:v>43192</c:v>
                </c:pt>
                <c:pt idx="313">
                  <c:v>43193</c:v>
                </c:pt>
                <c:pt idx="314">
                  <c:v>43194</c:v>
                </c:pt>
                <c:pt idx="315">
                  <c:v>43198</c:v>
                </c:pt>
                <c:pt idx="316">
                  <c:v>43199</c:v>
                </c:pt>
                <c:pt idx="317">
                  <c:v>43200</c:v>
                </c:pt>
                <c:pt idx="318">
                  <c:v>43201</c:v>
                </c:pt>
                <c:pt idx="319">
                  <c:v>43202</c:v>
                </c:pt>
                <c:pt idx="320">
                  <c:v>43203</c:v>
                </c:pt>
                <c:pt idx="321">
                  <c:v>43206</c:v>
                </c:pt>
                <c:pt idx="322">
                  <c:v>43207</c:v>
                </c:pt>
                <c:pt idx="323">
                  <c:v>43208</c:v>
                </c:pt>
                <c:pt idx="324">
                  <c:v>43209</c:v>
                </c:pt>
                <c:pt idx="325">
                  <c:v>43210</c:v>
                </c:pt>
                <c:pt idx="326">
                  <c:v>43213</c:v>
                </c:pt>
                <c:pt idx="327">
                  <c:v>43214</c:v>
                </c:pt>
                <c:pt idx="328">
                  <c:v>43215</c:v>
                </c:pt>
                <c:pt idx="329">
                  <c:v>43216</c:v>
                </c:pt>
                <c:pt idx="330">
                  <c:v>43217</c:v>
                </c:pt>
                <c:pt idx="331">
                  <c:v>43218</c:v>
                </c:pt>
                <c:pt idx="332">
                  <c:v>43222</c:v>
                </c:pt>
                <c:pt idx="333">
                  <c:v>43223</c:v>
                </c:pt>
                <c:pt idx="334">
                  <c:v>43224</c:v>
                </c:pt>
                <c:pt idx="335">
                  <c:v>43227</c:v>
                </c:pt>
                <c:pt idx="336">
                  <c:v>43228</c:v>
                </c:pt>
                <c:pt idx="337">
                  <c:v>43229</c:v>
                </c:pt>
                <c:pt idx="338">
                  <c:v>43230</c:v>
                </c:pt>
              </c:numCache>
            </c:numRef>
          </c:cat>
          <c:val>
            <c:numRef>
              <c:f>Sheet1!$E$2:$E$340</c:f>
              <c:numCache>
                <c:formatCode>General</c:formatCode>
                <c:ptCount val="339"/>
                <c:pt idx="161" formatCode="#,##0.0000">
                  <c:v>4.2641</c:v>
                </c:pt>
                <c:pt idx="162" formatCode="#,##0.0000">
                  <c:v>4.2812000000000001</c:v>
                </c:pt>
                <c:pt idx="163" formatCode="#,##0.0000">
                  <c:v>4.3075000000000001</c:v>
                </c:pt>
                <c:pt idx="164" formatCode="#,##0.0000">
                  <c:v>4.2949999999999999</c:v>
                </c:pt>
                <c:pt idx="165" formatCode="#,##0.0000">
                  <c:v>4.2949999999999999</c:v>
                </c:pt>
                <c:pt idx="166" formatCode="#,##0.0000">
                  <c:v>4.2750000000000004</c:v>
                </c:pt>
                <c:pt idx="167" formatCode="#,##0.0000">
                  <c:v>4.2775999999999996</c:v>
                </c:pt>
                <c:pt idx="168" formatCode="#,##0.0000">
                  <c:v>4.2962999999999996</c:v>
                </c:pt>
                <c:pt idx="169" formatCode="#,##0.0000">
                  <c:v>4.32</c:v>
                </c:pt>
                <c:pt idx="170" formatCode="#,##0.0000">
                  <c:v>4.298</c:v>
                </c:pt>
                <c:pt idx="171" formatCode="#,##0.0000">
                  <c:v>4.25</c:v>
                </c:pt>
                <c:pt idx="172" formatCode="#,##0.0000">
                  <c:v>4.2275999999999998</c:v>
                </c:pt>
                <c:pt idx="173" formatCode="#,##0.0000">
                  <c:v>4.2412999999999998</c:v>
                </c:pt>
                <c:pt idx="174" formatCode="#,##0.0000">
                  <c:v>4.2424999999999997</c:v>
                </c:pt>
                <c:pt idx="175" formatCode="#,##0.0000">
                  <c:v>4.2512999999999996</c:v>
                </c:pt>
                <c:pt idx="176" formatCode="#,##0.0000">
                  <c:v>4.2024999999999997</c:v>
                </c:pt>
                <c:pt idx="177" formatCode="#,##0.0000">
                  <c:v>4.2074999999999996</c:v>
                </c:pt>
                <c:pt idx="178" formatCode="#,##0.0000">
                  <c:v>4.2275</c:v>
                </c:pt>
                <c:pt idx="179" formatCode="#,##0.0000">
                  <c:v>4.2125000000000004</c:v>
                </c:pt>
                <c:pt idx="180" formatCode="#,##0.0000">
                  <c:v>4.2149999999999999</c:v>
                </c:pt>
                <c:pt idx="181" formatCode="#,##0.0000">
                  <c:v>4.2300000000000004</c:v>
                </c:pt>
                <c:pt idx="182" formatCode="#,##0.0000">
                  <c:v>4.2088000000000001</c:v>
                </c:pt>
                <c:pt idx="183" formatCode="#,##0.0000">
                  <c:v>4.1932999999999998</c:v>
                </c:pt>
                <c:pt idx="184" formatCode="#,##0.0000">
                  <c:v>4.2074999999999996</c:v>
                </c:pt>
                <c:pt idx="185" formatCode="#,##0.0000">
                  <c:v>4.2149999999999999</c:v>
                </c:pt>
                <c:pt idx="186" formatCode="#,##0.0000">
                  <c:v>4.1924999999999999</c:v>
                </c:pt>
                <c:pt idx="187" formatCode="#,##0.0000">
                  <c:v>4.1900000000000004</c:v>
                </c:pt>
                <c:pt idx="188" formatCode="#,##0.0000">
                  <c:v>4.1852999999999998</c:v>
                </c:pt>
                <c:pt idx="189" formatCode="#,##0.0000">
                  <c:v>4.22</c:v>
                </c:pt>
                <c:pt idx="190" formatCode="#,##0.0000">
                  <c:v>4.2240000000000002</c:v>
                </c:pt>
                <c:pt idx="191" formatCode="#,##0.0000">
                  <c:v>4.2263000000000002</c:v>
                </c:pt>
                <c:pt idx="192" formatCode="#,##0.0000">
                  <c:v>4.2549999999999999</c:v>
                </c:pt>
                <c:pt idx="193" formatCode="#,##0.0000">
                  <c:v>4.2550999999999997</c:v>
                </c:pt>
                <c:pt idx="194" formatCode="#,##0.0000">
                  <c:v>4.2938000000000001</c:v>
                </c:pt>
                <c:pt idx="195" formatCode="#,##0.0000">
                  <c:v>4.3312999999999997</c:v>
                </c:pt>
                <c:pt idx="196" formatCode="#,##0.0000">
                  <c:v>4.3087999999999997</c:v>
                </c:pt>
                <c:pt idx="197" formatCode="#,##0.0000">
                  <c:v>4.2888000000000002</c:v>
                </c:pt>
                <c:pt idx="198" formatCode="#,##0.0000">
                  <c:v>4.3137999999999996</c:v>
                </c:pt>
                <c:pt idx="199" formatCode="#,##0.0000">
                  <c:v>4.3087999999999997</c:v>
                </c:pt>
                <c:pt idx="200" formatCode="#,##0.0000">
                  <c:v>4.3150000000000004</c:v>
                </c:pt>
                <c:pt idx="201" formatCode="#,##0.0000">
                  <c:v>4.37</c:v>
                </c:pt>
                <c:pt idx="202" formatCode="#,##0.0000">
                  <c:v>4.3636999999999997</c:v>
                </c:pt>
                <c:pt idx="203" formatCode="#,##0.0000">
                  <c:v>4.4074</c:v>
                </c:pt>
                <c:pt idx="204" formatCode="#,##0.0000">
                  <c:v>4.4962</c:v>
                </c:pt>
                <c:pt idx="205" formatCode="#,##0.0000">
                  <c:v>4.4950000000000001</c:v>
                </c:pt>
                <c:pt idx="206" formatCode="#,##0.0000">
                  <c:v>4.4675000000000002</c:v>
                </c:pt>
                <c:pt idx="207" formatCode="#,##0.0000">
                  <c:v>4.4924999999999997</c:v>
                </c:pt>
                <c:pt idx="208" formatCode="#,##0.0000">
                  <c:v>4.4985999999999997</c:v>
                </c:pt>
                <c:pt idx="209" formatCode="#,##0.0000">
                  <c:v>4.4886999999999997</c:v>
                </c:pt>
                <c:pt idx="210" formatCode="#,##0.0000">
                  <c:v>4.5475000000000003</c:v>
                </c:pt>
                <c:pt idx="211" formatCode="#,##0.0000">
                  <c:v>4.5523999999999996</c:v>
                </c:pt>
                <c:pt idx="212" formatCode="#,##0.0000">
                  <c:v>4.5648999999999997</c:v>
                </c:pt>
                <c:pt idx="213" formatCode="#,##0.0000">
                  <c:v>4.5948000000000002</c:v>
                </c:pt>
                <c:pt idx="214" formatCode="#,##0.0000">
                  <c:v>4.6798999999999999</c:v>
                </c:pt>
                <c:pt idx="215" formatCode="#,##0.0000">
                  <c:v>4.7199</c:v>
                </c:pt>
                <c:pt idx="216" formatCode="#,##0.0000">
                  <c:v>4.7199</c:v>
                </c:pt>
                <c:pt idx="217" formatCode="#,##0.0000">
                  <c:v>4.6919000000000004</c:v>
                </c:pt>
                <c:pt idx="218" formatCode="#,##0.0000">
                  <c:v>4.7046999999999999</c:v>
                </c:pt>
                <c:pt idx="219" formatCode="#,##0.0000">
                  <c:v>4.7248999999999999</c:v>
                </c:pt>
                <c:pt idx="220" formatCode="#,##0.0000">
                  <c:v>4.79</c:v>
                </c:pt>
                <c:pt idx="221" formatCode="#,##0.0000">
                  <c:v>4.9398999999999997</c:v>
                </c:pt>
                <c:pt idx="222" formatCode="#,##0.0000">
                  <c:v>4.9249000000000001</c:v>
                </c:pt>
                <c:pt idx="223" formatCode="#,##0.0000">
                  <c:v>4.8197000000000001</c:v>
                </c:pt>
                <c:pt idx="224" formatCode="#,##0.0000">
                  <c:v>4.8399000000000001</c:v>
                </c:pt>
                <c:pt idx="225" formatCode="#,##0.0000">
                  <c:v>4.8849</c:v>
                </c:pt>
                <c:pt idx="226" formatCode="#,##0.0000">
                  <c:v>4.8249000000000004</c:v>
                </c:pt>
                <c:pt idx="227" formatCode="#,##0.0000">
                  <c:v>4.8148999999999997</c:v>
                </c:pt>
                <c:pt idx="228" formatCode="#,##0.0000">
                  <c:v>4.8047000000000004</c:v>
                </c:pt>
                <c:pt idx="229" formatCode="#,##0.0000">
                  <c:v>4.7973999999999997</c:v>
                </c:pt>
                <c:pt idx="230" formatCode="#,##0.0000">
                  <c:v>4.7774000000000001</c:v>
                </c:pt>
                <c:pt idx="231" formatCode="#,##0.0000">
                  <c:v>4.7686000000000002</c:v>
                </c:pt>
                <c:pt idx="232" formatCode="#,##0.0000">
                  <c:v>4.7398999999999996</c:v>
                </c:pt>
                <c:pt idx="233" formatCode="#,##0.0000">
                  <c:v>4.7675999999999998</c:v>
                </c:pt>
                <c:pt idx="234" formatCode="#,##0.0000">
                  <c:v>4.8249000000000004</c:v>
                </c:pt>
                <c:pt idx="235" formatCode="#,##0.0000">
                  <c:v>4.8598999999999997</c:v>
                </c:pt>
                <c:pt idx="236" formatCode="#,##0.0000">
                  <c:v>4.8524000000000003</c:v>
                </c:pt>
                <c:pt idx="237" formatCode="#,##0.0000">
                  <c:v>4.8299000000000003</c:v>
                </c:pt>
                <c:pt idx="238" formatCode="#,##0.0000">
                  <c:v>4.7946999999999997</c:v>
                </c:pt>
                <c:pt idx="239" formatCode="#,##0.0000">
                  <c:v>4.7949000000000002</c:v>
                </c:pt>
                <c:pt idx="240" formatCode="#,##0.0000">
                  <c:v>4.8098999999999998</c:v>
                </c:pt>
                <c:pt idx="241" formatCode="#,##0.0000">
                  <c:v>4.8323999999999998</c:v>
                </c:pt>
                <c:pt idx="242" formatCode="#,##0.0000">
                  <c:v>4.8323999999999998</c:v>
                </c:pt>
                <c:pt idx="243" formatCode="#,##0.0000">
                  <c:v>4.7972000000000001</c:v>
                </c:pt>
                <c:pt idx="244" formatCode="#,##0.0000">
                  <c:v>4.8299000000000003</c:v>
                </c:pt>
                <c:pt idx="245" formatCode="#,##0.0000">
                  <c:v>4.8498999999999999</c:v>
                </c:pt>
                <c:pt idx="246" formatCode="#,##0.0000">
                  <c:v>4.8600000000000003</c:v>
                </c:pt>
                <c:pt idx="247" formatCode="#,##0.0000">
                  <c:v>4.8425000000000002</c:v>
                </c:pt>
                <c:pt idx="248" formatCode="#,##0.0000">
                  <c:v>4.8194999999999997</c:v>
                </c:pt>
                <c:pt idx="249" formatCode="#,##0.0000">
                  <c:v>4.8247</c:v>
                </c:pt>
                <c:pt idx="250" formatCode="#,##0.0000">
                  <c:v>4.8250000000000002</c:v>
                </c:pt>
                <c:pt idx="251" formatCode="#,##0.0000">
                  <c:v>4.8699000000000003</c:v>
                </c:pt>
                <c:pt idx="252" formatCode="#,##0.0000">
                  <c:v>4.8830999999999998</c:v>
                </c:pt>
                <c:pt idx="253" formatCode="#,##0.0000">
                  <c:v>4.9398</c:v>
                </c:pt>
                <c:pt idx="254" formatCode="#,##0.0000">
                  <c:v>4.9196</c:v>
                </c:pt>
                <c:pt idx="255" formatCode="#,##0.0000">
                  <c:v>4.9286000000000003</c:v>
                </c:pt>
                <c:pt idx="256" formatCode="#,##0.0000">
                  <c:v>4.9324000000000003</c:v>
                </c:pt>
                <c:pt idx="257" formatCode="#,##0.0000">
                  <c:v>4.9997999999999996</c:v>
                </c:pt>
                <c:pt idx="258" formatCode="#,##0.0000">
                  <c:v>5.0198</c:v>
                </c:pt>
                <c:pt idx="259" formatCode="#,##0.0000">
                  <c:v>4.9995000000000003</c:v>
                </c:pt>
                <c:pt idx="260" formatCode="#,##0.0000">
                  <c:v>5.0498000000000003</c:v>
                </c:pt>
                <c:pt idx="261" formatCode="#,##0.0000">
                  <c:v>5.0548000000000002</c:v>
                </c:pt>
                <c:pt idx="262" formatCode="#,##0.0000">
                  <c:v>5.0747999999999998</c:v>
                </c:pt>
                <c:pt idx="263" formatCode="#,##0.0000">
                  <c:v>5.1147999999999998</c:v>
                </c:pt>
                <c:pt idx="264" formatCode="#,##0.0000">
                  <c:v>5.1243999999999996</c:v>
                </c:pt>
                <c:pt idx="265" formatCode="#,##0.0000">
                  <c:v>5.0848000000000004</c:v>
                </c:pt>
                <c:pt idx="266" formatCode="#,##0.0000">
                  <c:v>5.0773000000000001</c:v>
                </c:pt>
                <c:pt idx="267" formatCode="#,##0.0000">
                  <c:v>5.0735999999999999</c:v>
                </c:pt>
                <c:pt idx="268" formatCode="#,##0.0000">
                  <c:v>5.0598000000000001</c:v>
                </c:pt>
                <c:pt idx="269" formatCode="#,##0.0000">
                  <c:v>5.0819000000000001</c:v>
                </c:pt>
                <c:pt idx="270" formatCode="#,##0.0000">
                  <c:v>5.0848000000000004</c:v>
                </c:pt>
                <c:pt idx="271" formatCode="#,##0.0000">
                  <c:v>5.0922999999999998</c:v>
                </c:pt>
                <c:pt idx="272" formatCode="#,##0.0000">
                  <c:v>5.0673000000000004</c:v>
                </c:pt>
                <c:pt idx="273" formatCode="#,##0.0000">
                  <c:v>5.0423</c:v>
                </c:pt>
                <c:pt idx="274" formatCode="#,##0.0000">
                  <c:v>5.0419999999999998</c:v>
                </c:pt>
                <c:pt idx="275" formatCode="#,##0.0000">
                  <c:v>5.0660999999999996</c:v>
                </c:pt>
                <c:pt idx="276" formatCode="#,##0.0000">
                  <c:v>4.9997999999999996</c:v>
                </c:pt>
                <c:pt idx="277" formatCode="#,##0.0000">
                  <c:v>4.9798</c:v>
                </c:pt>
                <c:pt idx="278" formatCode="#,##0.0000">
                  <c:v>4.9965000000000002</c:v>
                </c:pt>
                <c:pt idx="279" formatCode="#,##0.0000">
                  <c:v>4.9938000000000002</c:v>
                </c:pt>
                <c:pt idx="280" formatCode="#,##0.0000">
                  <c:v>4.9897</c:v>
                </c:pt>
                <c:pt idx="281" formatCode="#,##0.0000">
                  <c:v>4.9969999999999999</c:v>
                </c:pt>
                <c:pt idx="282" formatCode="#,##0.0000">
                  <c:v>4.9912000000000001</c:v>
                </c:pt>
                <c:pt idx="283" formatCode="#,##0.0000">
                  <c:v>4.9941000000000004</c:v>
                </c:pt>
                <c:pt idx="284" formatCode="#,##0.0000">
                  <c:v>5.0156999999999998</c:v>
                </c:pt>
                <c:pt idx="285" formatCode="#,##0.0000">
                  <c:v>5.0060000000000002</c:v>
                </c:pt>
                <c:pt idx="286" formatCode="#,##0.0000">
                  <c:v>4.9931999999999999</c:v>
                </c:pt>
                <c:pt idx="287" formatCode="#,##0.0000">
                  <c:v>4.9499000000000004</c:v>
                </c:pt>
                <c:pt idx="288" formatCode="#,##0.0000">
                  <c:v>4.9034000000000004</c:v>
                </c:pt>
                <c:pt idx="289" formatCode="#,##0.0000">
                  <c:v>4.9066000000000001</c:v>
                </c:pt>
                <c:pt idx="290" formatCode="#,##0.0000">
                  <c:v>4.9010999999999996</c:v>
                </c:pt>
                <c:pt idx="291" formatCode="#,##0.0000">
                  <c:v>4.9146999999999998</c:v>
                </c:pt>
                <c:pt idx="292" formatCode="#,##0.0000">
                  <c:v>4.9284999999999997</c:v>
                </c:pt>
                <c:pt idx="293" formatCode="#,##0.0000">
                  <c:v>4.8868999999999998</c:v>
                </c:pt>
                <c:pt idx="294" formatCode="#,##0.0000">
                  <c:v>4.8704000000000001</c:v>
                </c:pt>
                <c:pt idx="295" formatCode="#,##0.0000">
                  <c:v>4.8593999999999999</c:v>
                </c:pt>
                <c:pt idx="296" formatCode="#,##0.0000">
                  <c:v>4.8677000000000001</c:v>
                </c:pt>
                <c:pt idx="297" formatCode="#,##0.0000">
                  <c:v>4.8731</c:v>
                </c:pt>
                <c:pt idx="298" formatCode="#,##0.0000">
                  <c:v>4.9034000000000004</c:v>
                </c:pt>
                <c:pt idx="299" formatCode="#,##0.0000">
                  <c:v>4.9199000000000002</c:v>
                </c:pt>
                <c:pt idx="300" formatCode="#,##0.0000">
                  <c:v>4.9112999999999998</c:v>
                </c:pt>
                <c:pt idx="301" formatCode="#,##0.0000">
                  <c:v>4.9114000000000004</c:v>
                </c:pt>
                <c:pt idx="302" formatCode="#,##0.0000">
                  <c:v>4.9093999999999998</c:v>
                </c:pt>
                <c:pt idx="303" formatCode="#,##0.0000">
                  <c:v>4.8827999999999996</c:v>
                </c:pt>
                <c:pt idx="304" formatCode="#,##0.0000">
                  <c:v>4.8707000000000003</c:v>
                </c:pt>
                <c:pt idx="305" formatCode="#,##0.0000">
                  <c:v>4.8371000000000004</c:v>
                </c:pt>
                <c:pt idx="306" formatCode="#,##0.0000">
                  <c:v>4.7196999999999996</c:v>
                </c:pt>
                <c:pt idx="307" formatCode="#,##0.0000">
                  <c:v>4.7416</c:v>
                </c:pt>
                <c:pt idx="308" formatCode="#,##0.0000">
                  <c:v>4.7672999999999996</c:v>
                </c:pt>
                <c:pt idx="309" formatCode="#,##0.0000">
                  <c:v>4.7313000000000001</c:v>
                </c:pt>
                <c:pt idx="310" formatCode="#,##0.0000">
                  <c:v>4.7198000000000002</c:v>
                </c:pt>
                <c:pt idx="311" formatCode="#,##0.0000">
                  <c:v>4.7070999999999996</c:v>
                </c:pt>
                <c:pt idx="312" formatCode="#,##0.0000">
                  <c:v>4.7108999999999996</c:v>
                </c:pt>
                <c:pt idx="313" formatCode="#,##0.0000">
                  <c:v>4.6898999999999997</c:v>
                </c:pt>
                <c:pt idx="314" formatCode="#,##0.0000">
                  <c:v>4.6562000000000001</c:v>
                </c:pt>
                <c:pt idx="315" formatCode="#,##0.0000">
                  <c:v>4.5925000000000002</c:v>
                </c:pt>
                <c:pt idx="316" formatCode="#,##0.0000">
                  <c:v>4.6048999999999998</c:v>
                </c:pt>
                <c:pt idx="317" formatCode="#,##0.0000">
                  <c:v>4.6561000000000003</c:v>
                </c:pt>
                <c:pt idx="318" formatCode="#,##0.0000">
                  <c:v>4.6397000000000004</c:v>
                </c:pt>
                <c:pt idx="319" formatCode="#,##0.0000">
                  <c:v>4.6425000000000001</c:v>
                </c:pt>
                <c:pt idx="320" formatCode="#,##0.0000">
                  <c:v>4.6577999999999999</c:v>
                </c:pt>
                <c:pt idx="321" formatCode="#,##0.0000">
                  <c:v>4.6338999999999997</c:v>
                </c:pt>
                <c:pt idx="322" formatCode="#,##0.0000">
                  <c:v>4.6130000000000004</c:v>
                </c:pt>
                <c:pt idx="323" formatCode="#,##0.0000">
                  <c:v>4.3792</c:v>
                </c:pt>
                <c:pt idx="324" formatCode="#,##0.0000">
                  <c:v>4.4596</c:v>
                </c:pt>
                <c:pt idx="325" formatCode="#,##0.0000">
                  <c:v>4.4504000000000001</c:v>
                </c:pt>
                <c:pt idx="326" formatCode="#,##0.0000">
                  <c:v>4.4926000000000004</c:v>
                </c:pt>
                <c:pt idx="327" formatCode="#,##0.0000">
                  <c:v>4.4781000000000004</c:v>
                </c:pt>
                <c:pt idx="328" formatCode="#,##0.0000">
                  <c:v>4.5115999999999996</c:v>
                </c:pt>
                <c:pt idx="329" formatCode="#,##0.0000">
                  <c:v>4.5335000000000001</c:v>
                </c:pt>
                <c:pt idx="330" formatCode="#,##0.0000">
                  <c:v>4.5537999999999998</c:v>
                </c:pt>
                <c:pt idx="331" formatCode="#,##0.0000">
                  <c:v>4.5205000000000002</c:v>
                </c:pt>
                <c:pt idx="332" formatCode="#,##0.0000">
                  <c:v>4.5660999999999996</c:v>
                </c:pt>
                <c:pt idx="333" formatCode="#,##0.0000">
                  <c:v>4.5461</c:v>
                </c:pt>
                <c:pt idx="334" formatCode="#,##0.0000">
                  <c:v>4.5065</c:v>
                </c:pt>
                <c:pt idx="335" formatCode="#,##0.0000">
                  <c:v>4.5437000000000003</c:v>
                </c:pt>
                <c:pt idx="336" formatCode="#,##0.0000">
                  <c:v>4.5754999999999999</c:v>
                </c:pt>
                <c:pt idx="337" formatCode="#,##0.0000">
                  <c:v>4.6289999999999996</c:v>
                </c:pt>
                <c:pt idx="338" formatCode="#,##0.0000">
                  <c:v>4.6262999999999996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49-4BA5-BCA5-248DEAFDAAF3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180205.IB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Sheet1!$A$2:$A$340</c:f>
              <c:numCache>
                <c:formatCode>m/d/yyyy</c:formatCode>
                <c:ptCount val="339"/>
                <c:pt idx="0">
                  <c:v>42738</c:v>
                </c:pt>
                <c:pt idx="1">
                  <c:v>42739</c:v>
                </c:pt>
                <c:pt idx="2">
                  <c:v>42740</c:v>
                </c:pt>
                <c:pt idx="3">
                  <c:v>42741</c:v>
                </c:pt>
                <c:pt idx="4">
                  <c:v>42744</c:v>
                </c:pt>
                <c:pt idx="5">
                  <c:v>42745</c:v>
                </c:pt>
                <c:pt idx="6">
                  <c:v>42746</c:v>
                </c:pt>
                <c:pt idx="7">
                  <c:v>42747</c:v>
                </c:pt>
                <c:pt idx="8">
                  <c:v>42748</c:v>
                </c:pt>
                <c:pt idx="9">
                  <c:v>42751</c:v>
                </c:pt>
                <c:pt idx="10">
                  <c:v>42752</c:v>
                </c:pt>
                <c:pt idx="11">
                  <c:v>42753</c:v>
                </c:pt>
                <c:pt idx="12">
                  <c:v>42754</c:v>
                </c:pt>
                <c:pt idx="13">
                  <c:v>42755</c:v>
                </c:pt>
                <c:pt idx="14">
                  <c:v>42757</c:v>
                </c:pt>
                <c:pt idx="15">
                  <c:v>42758</c:v>
                </c:pt>
                <c:pt idx="16">
                  <c:v>42759</c:v>
                </c:pt>
                <c:pt idx="17">
                  <c:v>42760</c:v>
                </c:pt>
                <c:pt idx="18">
                  <c:v>42761</c:v>
                </c:pt>
                <c:pt idx="19">
                  <c:v>42769</c:v>
                </c:pt>
                <c:pt idx="20">
                  <c:v>42770</c:v>
                </c:pt>
                <c:pt idx="21">
                  <c:v>42772</c:v>
                </c:pt>
                <c:pt idx="22">
                  <c:v>42773</c:v>
                </c:pt>
                <c:pt idx="23">
                  <c:v>42774</c:v>
                </c:pt>
                <c:pt idx="24">
                  <c:v>42775</c:v>
                </c:pt>
                <c:pt idx="25">
                  <c:v>42776</c:v>
                </c:pt>
                <c:pt idx="26">
                  <c:v>42779</c:v>
                </c:pt>
                <c:pt idx="27">
                  <c:v>42780</c:v>
                </c:pt>
                <c:pt idx="28">
                  <c:v>42781</c:v>
                </c:pt>
                <c:pt idx="29">
                  <c:v>42782</c:v>
                </c:pt>
                <c:pt idx="30">
                  <c:v>42783</c:v>
                </c:pt>
                <c:pt idx="31">
                  <c:v>42786</c:v>
                </c:pt>
                <c:pt idx="32">
                  <c:v>42787</c:v>
                </c:pt>
                <c:pt idx="33">
                  <c:v>42788</c:v>
                </c:pt>
                <c:pt idx="34">
                  <c:v>42789</c:v>
                </c:pt>
                <c:pt idx="35">
                  <c:v>42790</c:v>
                </c:pt>
                <c:pt idx="36">
                  <c:v>42793</c:v>
                </c:pt>
                <c:pt idx="37">
                  <c:v>42794</c:v>
                </c:pt>
                <c:pt idx="38">
                  <c:v>42795</c:v>
                </c:pt>
                <c:pt idx="39">
                  <c:v>42796</c:v>
                </c:pt>
                <c:pt idx="40">
                  <c:v>42797</c:v>
                </c:pt>
                <c:pt idx="41">
                  <c:v>42800</c:v>
                </c:pt>
                <c:pt idx="42">
                  <c:v>42801</c:v>
                </c:pt>
                <c:pt idx="43">
                  <c:v>42802</c:v>
                </c:pt>
                <c:pt idx="44">
                  <c:v>42803</c:v>
                </c:pt>
                <c:pt idx="45">
                  <c:v>42804</c:v>
                </c:pt>
                <c:pt idx="46">
                  <c:v>42807</c:v>
                </c:pt>
                <c:pt idx="47">
                  <c:v>42808</c:v>
                </c:pt>
                <c:pt idx="48">
                  <c:v>42809</c:v>
                </c:pt>
                <c:pt idx="49">
                  <c:v>42810</c:v>
                </c:pt>
                <c:pt idx="50">
                  <c:v>42811</c:v>
                </c:pt>
                <c:pt idx="51">
                  <c:v>42814</c:v>
                </c:pt>
                <c:pt idx="52">
                  <c:v>42815</c:v>
                </c:pt>
                <c:pt idx="53">
                  <c:v>42816</c:v>
                </c:pt>
                <c:pt idx="54">
                  <c:v>42817</c:v>
                </c:pt>
                <c:pt idx="55">
                  <c:v>42818</c:v>
                </c:pt>
                <c:pt idx="56">
                  <c:v>42821</c:v>
                </c:pt>
                <c:pt idx="57">
                  <c:v>42822</c:v>
                </c:pt>
                <c:pt idx="58">
                  <c:v>42823</c:v>
                </c:pt>
                <c:pt idx="59">
                  <c:v>42824</c:v>
                </c:pt>
                <c:pt idx="60">
                  <c:v>42825</c:v>
                </c:pt>
                <c:pt idx="61">
                  <c:v>42826</c:v>
                </c:pt>
                <c:pt idx="62">
                  <c:v>42830</c:v>
                </c:pt>
                <c:pt idx="63">
                  <c:v>42831</c:v>
                </c:pt>
                <c:pt idx="64">
                  <c:v>42832</c:v>
                </c:pt>
                <c:pt idx="65">
                  <c:v>42835</c:v>
                </c:pt>
                <c:pt idx="66">
                  <c:v>42836</c:v>
                </c:pt>
                <c:pt idx="67">
                  <c:v>42837</c:v>
                </c:pt>
                <c:pt idx="68">
                  <c:v>42838</c:v>
                </c:pt>
                <c:pt idx="69">
                  <c:v>42839</c:v>
                </c:pt>
                <c:pt idx="70">
                  <c:v>42842</c:v>
                </c:pt>
                <c:pt idx="71">
                  <c:v>42843</c:v>
                </c:pt>
                <c:pt idx="72">
                  <c:v>42844</c:v>
                </c:pt>
                <c:pt idx="73">
                  <c:v>42845</c:v>
                </c:pt>
                <c:pt idx="74">
                  <c:v>42846</c:v>
                </c:pt>
                <c:pt idx="75">
                  <c:v>42849</c:v>
                </c:pt>
                <c:pt idx="76">
                  <c:v>42850</c:v>
                </c:pt>
                <c:pt idx="77">
                  <c:v>42851</c:v>
                </c:pt>
                <c:pt idx="78">
                  <c:v>42852</c:v>
                </c:pt>
                <c:pt idx="79">
                  <c:v>42853</c:v>
                </c:pt>
                <c:pt idx="80">
                  <c:v>42857</c:v>
                </c:pt>
                <c:pt idx="81">
                  <c:v>42858</c:v>
                </c:pt>
                <c:pt idx="82">
                  <c:v>42859</c:v>
                </c:pt>
                <c:pt idx="83">
                  <c:v>42860</c:v>
                </c:pt>
                <c:pt idx="84">
                  <c:v>42863</c:v>
                </c:pt>
                <c:pt idx="85">
                  <c:v>42864</c:v>
                </c:pt>
                <c:pt idx="86">
                  <c:v>42865</c:v>
                </c:pt>
                <c:pt idx="87">
                  <c:v>42866</c:v>
                </c:pt>
                <c:pt idx="88">
                  <c:v>42867</c:v>
                </c:pt>
                <c:pt idx="89">
                  <c:v>42870</c:v>
                </c:pt>
                <c:pt idx="90">
                  <c:v>42871</c:v>
                </c:pt>
                <c:pt idx="91">
                  <c:v>42872</c:v>
                </c:pt>
                <c:pt idx="92">
                  <c:v>42873</c:v>
                </c:pt>
                <c:pt idx="93">
                  <c:v>42874</c:v>
                </c:pt>
                <c:pt idx="94">
                  <c:v>42877</c:v>
                </c:pt>
                <c:pt idx="95">
                  <c:v>42878</c:v>
                </c:pt>
                <c:pt idx="96">
                  <c:v>42879</c:v>
                </c:pt>
                <c:pt idx="97">
                  <c:v>42880</c:v>
                </c:pt>
                <c:pt idx="98">
                  <c:v>42881</c:v>
                </c:pt>
                <c:pt idx="99">
                  <c:v>42882</c:v>
                </c:pt>
                <c:pt idx="100">
                  <c:v>42886</c:v>
                </c:pt>
                <c:pt idx="101">
                  <c:v>42887</c:v>
                </c:pt>
                <c:pt idx="102">
                  <c:v>42888</c:v>
                </c:pt>
                <c:pt idx="103">
                  <c:v>42891</c:v>
                </c:pt>
                <c:pt idx="104">
                  <c:v>42892</c:v>
                </c:pt>
                <c:pt idx="105">
                  <c:v>42893</c:v>
                </c:pt>
                <c:pt idx="106">
                  <c:v>42894</c:v>
                </c:pt>
                <c:pt idx="107">
                  <c:v>42895</c:v>
                </c:pt>
                <c:pt idx="108">
                  <c:v>42898</c:v>
                </c:pt>
                <c:pt idx="109">
                  <c:v>42899</c:v>
                </c:pt>
                <c:pt idx="110">
                  <c:v>42900</c:v>
                </c:pt>
                <c:pt idx="111">
                  <c:v>42901</c:v>
                </c:pt>
                <c:pt idx="112">
                  <c:v>42902</c:v>
                </c:pt>
                <c:pt idx="113">
                  <c:v>42905</c:v>
                </c:pt>
                <c:pt idx="114">
                  <c:v>42906</c:v>
                </c:pt>
                <c:pt idx="115">
                  <c:v>42907</c:v>
                </c:pt>
                <c:pt idx="116">
                  <c:v>42908</c:v>
                </c:pt>
                <c:pt idx="117">
                  <c:v>42909</c:v>
                </c:pt>
                <c:pt idx="118">
                  <c:v>42912</c:v>
                </c:pt>
                <c:pt idx="119">
                  <c:v>42913</c:v>
                </c:pt>
                <c:pt idx="120">
                  <c:v>42914</c:v>
                </c:pt>
                <c:pt idx="121">
                  <c:v>42915</c:v>
                </c:pt>
                <c:pt idx="122">
                  <c:v>42916</c:v>
                </c:pt>
                <c:pt idx="123">
                  <c:v>42919</c:v>
                </c:pt>
                <c:pt idx="124">
                  <c:v>42920</c:v>
                </c:pt>
                <c:pt idx="125">
                  <c:v>42921</c:v>
                </c:pt>
                <c:pt idx="126">
                  <c:v>42922</c:v>
                </c:pt>
                <c:pt idx="127">
                  <c:v>42923</c:v>
                </c:pt>
                <c:pt idx="128">
                  <c:v>42926</c:v>
                </c:pt>
                <c:pt idx="129">
                  <c:v>42927</c:v>
                </c:pt>
                <c:pt idx="130">
                  <c:v>42928</c:v>
                </c:pt>
                <c:pt idx="131">
                  <c:v>42929</c:v>
                </c:pt>
                <c:pt idx="132">
                  <c:v>42930</c:v>
                </c:pt>
                <c:pt idx="133">
                  <c:v>42933</c:v>
                </c:pt>
                <c:pt idx="134">
                  <c:v>42934</c:v>
                </c:pt>
                <c:pt idx="135">
                  <c:v>42935</c:v>
                </c:pt>
                <c:pt idx="136">
                  <c:v>42936</c:v>
                </c:pt>
                <c:pt idx="137">
                  <c:v>42937</c:v>
                </c:pt>
                <c:pt idx="138">
                  <c:v>42940</c:v>
                </c:pt>
                <c:pt idx="139">
                  <c:v>42941</c:v>
                </c:pt>
                <c:pt idx="140">
                  <c:v>42942</c:v>
                </c:pt>
                <c:pt idx="141">
                  <c:v>42943</c:v>
                </c:pt>
                <c:pt idx="142">
                  <c:v>42944</c:v>
                </c:pt>
                <c:pt idx="143">
                  <c:v>42947</c:v>
                </c:pt>
                <c:pt idx="144">
                  <c:v>42948</c:v>
                </c:pt>
                <c:pt idx="145">
                  <c:v>42949</c:v>
                </c:pt>
                <c:pt idx="146">
                  <c:v>42950</c:v>
                </c:pt>
                <c:pt idx="147">
                  <c:v>42951</c:v>
                </c:pt>
                <c:pt idx="148">
                  <c:v>42954</c:v>
                </c:pt>
                <c:pt idx="149">
                  <c:v>42955</c:v>
                </c:pt>
                <c:pt idx="150">
                  <c:v>42956</c:v>
                </c:pt>
                <c:pt idx="151">
                  <c:v>42957</c:v>
                </c:pt>
                <c:pt idx="152">
                  <c:v>42958</c:v>
                </c:pt>
                <c:pt idx="153">
                  <c:v>42961</c:v>
                </c:pt>
                <c:pt idx="154">
                  <c:v>42962</c:v>
                </c:pt>
                <c:pt idx="155">
                  <c:v>42963</c:v>
                </c:pt>
                <c:pt idx="156">
                  <c:v>42964</c:v>
                </c:pt>
                <c:pt idx="157">
                  <c:v>42965</c:v>
                </c:pt>
                <c:pt idx="158">
                  <c:v>42968</c:v>
                </c:pt>
                <c:pt idx="159">
                  <c:v>42969</c:v>
                </c:pt>
                <c:pt idx="160">
                  <c:v>42970</c:v>
                </c:pt>
                <c:pt idx="161">
                  <c:v>42971</c:v>
                </c:pt>
                <c:pt idx="162">
                  <c:v>42972</c:v>
                </c:pt>
                <c:pt idx="163">
                  <c:v>42975</c:v>
                </c:pt>
                <c:pt idx="164">
                  <c:v>42976</c:v>
                </c:pt>
                <c:pt idx="165">
                  <c:v>42977</c:v>
                </c:pt>
                <c:pt idx="166">
                  <c:v>42978</c:v>
                </c:pt>
                <c:pt idx="167">
                  <c:v>42979</c:v>
                </c:pt>
                <c:pt idx="168">
                  <c:v>42982</c:v>
                </c:pt>
                <c:pt idx="169">
                  <c:v>42983</c:v>
                </c:pt>
                <c:pt idx="170">
                  <c:v>42984</c:v>
                </c:pt>
                <c:pt idx="171">
                  <c:v>42985</c:v>
                </c:pt>
                <c:pt idx="172">
                  <c:v>42986</c:v>
                </c:pt>
                <c:pt idx="173">
                  <c:v>42989</c:v>
                </c:pt>
                <c:pt idx="174">
                  <c:v>42990</c:v>
                </c:pt>
                <c:pt idx="175">
                  <c:v>42991</c:v>
                </c:pt>
                <c:pt idx="176">
                  <c:v>42992</c:v>
                </c:pt>
                <c:pt idx="177">
                  <c:v>42993</c:v>
                </c:pt>
                <c:pt idx="178">
                  <c:v>42996</c:v>
                </c:pt>
                <c:pt idx="179">
                  <c:v>42997</c:v>
                </c:pt>
                <c:pt idx="180">
                  <c:v>42998</c:v>
                </c:pt>
                <c:pt idx="181">
                  <c:v>42999</c:v>
                </c:pt>
                <c:pt idx="182">
                  <c:v>43000</c:v>
                </c:pt>
                <c:pt idx="183">
                  <c:v>43003</c:v>
                </c:pt>
                <c:pt idx="184">
                  <c:v>43004</c:v>
                </c:pt>
                <c:pt idx="185">
                  <c:v>43005</c:v>
                </c:pt>
                <c:pt idx="186">
                  <c:v>43006</c:v>
                </c:pt>
                <c:pt idx="187">
                  <c:v>43007</c:v>
                </c:pt>
                <c:pt idx="188">
                  <c:v>43008</c:v>
                </c:pt>
                <c:pt idx="189">
                  <c:v>43017</c:v>
                </c:pt>
                <c:pt idx="190">
                  <c:v>43018</c:v>
                </c:pt>
                <c:pt idx="191">
                  <c:v>43019</c:v>
                </c:pt>
                <c:pt idx="192">
                  <c:v>43020</c:v>
                </c:pt>
                <c:pt idx="193">
                  <c:v>43021</c:v>
                </c:pt>
                <c:pt idx="194">
                  <c:v>43024</c:v>
                </c:pt>
                <c:pt idx="195">
                  <c:v>43025</c:v>
                </c:pt>
                <c:pt idx="196">
                  <c:v>43026</c:v>
                </c:pt>
                <c:pt idx="197">
                  <c:v>43027</c:v>
                </c:pt>
                <c:pt idx="198">
                  <c:v>43028</c:v>
                </c:pt>
                <c:pt idx="199">
                  <c:v>43031</c:v>
                </c:pt>
                <c:pt idx="200">
                  <c:v>43032</c:v>
                </c:pt>
                <c:pt idx="201">
                  <c:v>43033</c:v>
                </c:pt>
                <c:pt idx="202">
                  <c:v>43034</c:v>
                </c:pt>
                <c:pt idx="203">
                  <c:v>43035</c:v>
                </c:pt>
                <c:pt idx="204">
                  <c:v>43038</c:v>
                </c:pt>
                <c:pt idx="205">
                  <c:v>43039</c:v>
                </c:pt>
                <c:pt idx="206">
                  <c:v>43040</c:v>
                </c:pt>
                <c:pt idx="207">
                  <c:v>43041</c:v>
                </c:pt>
                <c:pt idx="208">
                  <c:v>43042</c:v>
                </c:pt>
                <c:pt idx="209">
                  <c:v>43045</c:v>
                </c:pt>
                <c:pt idx="210">
                  <c:v>43046</c:v>
                </c:pt>
                <c:pt idx="211">
                  <c:v>43047</c:v>
                </c:pt>
                <c:pt idx="212">
                  <c:v>43048</c:v>
                </c:pt>
                <c:pt idx="213">
                  <c:v>43049</c:v>
                </c:pt>
                <c:pt idx="214">
                  <c:v>43052</c:v>
                </c:pt>
                <c:pt idx="215">
                  <c:v>43053</c:v>
                </c:pt>
                <c:pt idx="216">
                  <c:v>43054</c:v>
                </c:pt>
                <c:pt idx="217">
                  <c:v>43055</c:v>
                </c:pt>
                <c:pt idx="218">
                  <c:v>43056</c:v>
                </c:pt>
                <c:pt idx="219">
                  <c:v>43059</c:v>
                </c:pt>
                <c:pt idx="220">
                  <c:v>43060</c:v>
                </c:pt>
                <c:pt idx="221">
                  <c:v>43061</c:v>
                </c:pt>
                <c:pt idx="222">
                  <c:v>43062</c:v>
                </c:pt>
                <c:pt idx="223">
                  <c:v>43063</c:v>
                </c:pt>
                <c:pt idx="224">
                  <c:v>43066</c:v>
                </c:pt>
                <c:pt idx="225">
                  <c:v>43067</c:v>
                </c:pt>
                <c:pt idx="226">
                  <c:v>43068</c:v>
                </c:pt>
                <c:pt idx="227">
                  <c:v>43069</c:v>
                </c:pt>
                <c:pt idx="228">
                  <c:v>43070</c:v>
                </c:pt>
                <c:pt idx="229">
                  <c:v>43073</c:v>
                </c:pt>
                <c:pt idx="230">
                  <c:v>43074</c:v>
                </c:pt>
                <c:pt idx="231">
                  <c:v>43075</c:v>
                </c:pt>
                <c:pt idx="232">
                  <c:v>43076</c:v>
                </c:pt>
                <c:pt idx="233">
                  <c:v>43077</c:v>
                </c:pt>
                <c:pt idx="234">
                  <c:v>43080</c:v>
                </c:pt>
                <c:pt idx="235">
                  <c:v>43081</c:v>
                </c:pt>
                <c:pt idx="236">
                  <c:v>43082</c:v>
                </c:pt>
                <c:pt idx="237">
                  <c:v>43083</c:v>
                </c:pt>
                <c:pt idx="238">
                  <c:v>43084</c:v>
                </c:pt>
                <c:pt idx="239">
                  <c:v>43087</c:v>
                </c:pt>
                <c:pt idx="240">
                  <c:v>43088</c:v>
                </c:pt>
                <c:pt idx="241">
                  <c:v>43089</c:v>
                </c:pt>
                <c:pt idx="242">
                  <c:v>43090</c:v>
                </c:pt>
                <c:pt idx="243">
                  <c:v>43091</c:v>
                </c:pt>
                <c:pt idx="244">
                  <c:v>43094</c:v>
                </c:pt>
                <c:pt idx="245">
                  <c:v>43095</c:v>
                </c:pt>
                <c:pt idx="246">
                  <c:v>43096</c:v>
                </c:pt>
                <c:pt idx="247">
                  <c:v>43097</c:v>
                </c:pt>
                <c:pt idx="248">
                  <c:v>43098</c:v>
                </c:pt>
                <c:pt idx="249">
                  <c:v>43099</c:v>
                </c:pt>
                <c:pt idx="250">
                  <c:v>43100</c:v>
                </c:pt>
                <c:pt idx="251">
                  <c:v>43102</c:v>
                </c:pt>
                <c:pt idx="252">
                  <c:v>43103</c:v>
                </c:pt>
                <c:pt idx="253">
                  <c:v>43104</c:v>
                </c:pt>
                <c:pt idx="254">
                  <c:v>43105</c:v>
                </c:pt>
                <c:pt idx="255">
                  <c:v>43108</c:v>
                </c:pt>
                <c:pt idx="256">
                  <c:v>43109</c:v>
                </c:pt>
                <c:pt idx="257">
                  <c:v>43110</c:v>
                </c:pt>
                <c:pt idx="258">
                  <c:v>43111</c:v>
                </c:pt>
                <c:pt idx="259">
                  <c:v>43112</c:v>
                </c:pt>
                <c:pt idx="260">
                  <c:v>43115</c:v>
                </c:pt>
                <c:pt idx="261">
                  <c:v>43116</c:v>
                </c:pt>
                <c:pt idx="262">
                  <c:v>43117</c:v>
                </c:pt>
                <c:pt idx="263">
                  <c:v>43118</c:v>
                </c:pt>
                <c:pt idx="264">
                  <c:v>43119</c:v>
                </c:pt>
                <c:pt idx="265">
                  <c:v>43122</c:v>
                </c:pt>
                <c:pt idx="266">
                  <c:v>43123</c:v>
                </c:pt>
                <c:pt idx="267">
                  <c:v>43124</c:v>
                </c:pt>
                <c:pt idx="268">
                  <c:v>43125</c:v>
                </c:pt>
                <c:pt idx="269">
                  <c:v>43126</c:v>
                </c:pt>
                <c:pt idx="270">
                  <c:v>43129</c:v>
                </c:pt>
                <c:pt idx="271">
                  <c:v>43130</c:v>
                </c:pt>
                <c:pt idx="272">
                  <c:v>43131</c:v>
                </c:pt>
                <c:pt idx="273">
                  <c:v>43132</c:v>
                </c:pt>
                <c:pt idx="274">
                  <c:v>43133</c:v>
                </c:pt>
                <c:pt idx="275">
                  <c:v>43136</c:v>
                </c:pt>
                <c:pt idx="276">
                  <c:v>43137</c:v>
                </c:pt>
                <c:pt idx="277">
                  <c:v>43138</c:v>
                </c:pt>
                <c:pt idx="278">
                  <c:v>43139</c:v>
                </c:pt>
                <c:pt idx="279">
                  <c:v>43140</c:v>
                </c:pt>
                <c:pt idx="280">
                  <c:v>43142</c:v>
                </c:pt>
                <c:pt idx="281">
                  <c:v>43143</c:v>
                </c:pt>
                <c:pt idx="282">
                  <c:v>43144</c:v>
                </c:pt>
                <c:pt idx="283">
                  <c:v>43145</c:v>
                </c:pt>
                <c:pt idx="284">
                  <c:v>43153</c:v>
                </c:pt>
                <c:pt idx="285">
                  <c:v>43154</c:v>
                </c:pt>
                <c:pt idx="286">
                  <c:v>43155</c:v>
                </c:pt>
                <c:pt idx="287">
                  <c:v>43157</c:v>
                </c:pt>
                <c:pt idx="288">
                  <c:v>43158</c:v>
                </c:pt>
                <c:pt idx="289">
                  <c:v>43159</c:v>
                </c:pt>
                <c:pt idx="290">
                  <c:v>43160</c:v>
                </c:pt>
                <c:pt idx="291">
                  <c:v>43161</c:v>
                </c:pt>
                <c:pt idx="292">
                  <c:v>43164</c:v>
                </c:pt>
                <c:pt idx="293">
                  <c:v>43165</c:v>
                </c:pt>
                <c:pt idx="294">
                  <c:v>43166</c:v>
                </c:pt>
                <c:pt idx="295">
                  <c:v>43167</c:v>
                </c:pt>
                <c:pt idx="296">
                  <c:v>43168</c:v>
                </c:pt>
                <c:pt idx="297">
                  <c:v>43171</c:v>
                </c:pt>
                <c:pt idx="298">
                  <c:v>43172</c:v>
                </c:pt>
                <c:pt idx="299">
                  <c:v>43173</c:v>
                </c:pt>
                <c:pt idx="300">
                  <c:v>43174</c:v>
                </c:pt>
                <c:pt idx="301">
                  <c:v>43175</c:v>
                </c:pt>
                <c:pt idx="302">
                  <c:v>43178</c:v>
                </c:pt>
                <c:pt idx="303">
                  <c:v>43179</c:v>
                </c:pt>
                <c:pt idx="304">
                  <c:v>43180</c:v>
                </c:pt>
                <c:pt idx="305">
                  <c:v>43181</c:v>
                </c:pt>
                <c:pt idx="306">
                  <c:v>43182</c:v>
                </c:pt>
                <c:pt idx="307">
                  <c:v>43185</c:v>
                </c:pt>
                <c:pt idx="308">
                  <c:v>43186</c:v>
                </c:pt>
                <c:pt idx="309">
                  <c:v>43187</c:v>
                </c:pt>
                <c:pt idx="310">
                  <c:v>43188</c:v>
                </c:pt>
                <c:pt idx="311">
                  <c:v>43189</c:v>
                </c:pt>
                <c:pt idx="312">
                  <c:v>43192</c:v>
                </c:pt>
                <c:pt idx="313">
                  <c:v>43193</c:v>
                </c:pt>
                <c:pt idx="314">
                  <c:v>43194</c:v>
                </c:pt>
                <c:pt idx="315">
                  <c:v>43198</c:v>
                </c:pt>
                <c:pt idx="316">
                  <c:v>43199</c:v>
                </c:pt>
                <c:pt idx="317">
                  <c:v>43200</c:v>
                </c:pt>
                <c:pt idx="318">
                  <c:v>43201</c:v>
                </c:pt>
                <c:pt idx="319">
                  <c:v>43202</c:v>
                </c:pt>
                <c:pt idx="320">
                  <c:v>43203</c:v>
                </c:pt>
                <c:pt idx="321">
                  <c:v>43206</c:v>
                </c:pt>
                <c:pt idx="322">
                  <c:v>43207</c:v>
                </c:pt>
                <c:pt idx="323">
                  <c:v>43208</c:v>
                </c:pt>
                <c:pt idx="324">
                  <c:v>43209</c:v>
                </c:pt>
                <c:pt idx="325">
                  <c:v>43210</c:v>
                </c:pt>
                <c:pt idx="326">
                  <c:v>43213</c:v>
                </c:pt>
                <c:pt idx="327">
                  <c:v>43214</c:v>
                </c:pt>
                <c:pt idx="328">
                  <c:v>43215</c:v>
                </c:pt>
                <c:pt idx="329">
                  <c:v>43216</c:v>
                </c:pt>
                <c:pt idx="330">
                  <c:v>43217</c:v>
                </c:pt>
                <c:pt idx="331">
                  <c:v>43218</c:v>
                </c:pt>
                <c:pt idx="332">
                  <c:v>43222</c:v>
                </c:pt>
                <c:pt idx="333">
                  <c:v>43223</c:v>
                </c:pt>
                <c:pt idx="334">
                  <c:v>43224</c:v>
                </c:pt>
                <c:pt idx="335">
                  <c:v>43227</c:v>
                </c:pt>
                <c:pt idx="336">
                  <c:v>43228</c:v>
                </c:pt>
                <c:pt idx="337">
                  <c:v>43229</c:v>
                </c:pt>
                <c:pt idx="338">
                  <c:v>43230</c:v>
                </c:pt>
              </c:numCache>
            </c:numRef>
          </c:cat>
          <c:val>
            <c:numRef>
              <c:f>Sheet1!$F$2:$F$340</c:f>
              <c:numCache>
                <c:formatCode>General</c:formatCode>
                <c:ptCount val="339"/>
                <c:pt idx="279" formatCode="#,##0.0000">
                  <c:v>4.9130000000000003</c:v>
                </c:pt>
                <c:pt idx="280" formatCode="#,##0.0000">
                  <c:v>4.8898999999999999</c:v>
                </c:pt>
                <c:pt idx="281" formatCode="#,##0.0000">
                  <c:v>4.9000000000000004</c:v>
                </c:pt>
                <c:pt idx="282" formatCode="#,##0.0000">
                  <c:v>4.8899999999999997</c:v>
                </c:pt>
                <c:pt idx="283" formatCode="#,##0.0000">
                  <c:v>4.8902999999999999</c:v>
                </c:pt>
                <c:pt idx="284" formatCode="#,##0.0000">
                  <c:v>4.915</c:v>
                </c:pt>
                <c:pt idx="285" formatCode="#,##0.0000">
                  <c:v>4.8945999999999996</c:v>
                </c:pt>
                <c:pt idx="286" formatCode="#,##0.0000">
                  <c:v>4.8916000000000004</c:v>
                </c:pt>
                <c:pt idx="287" formatCode="#,##0.0000">
                  <c:v>4.8400999999999996</c:v>
                </c:pt>
                <c:pt idx="288" formatCode="#,##0.0000">
                  <c:v>4.8150000000000004</c:v>
                </c:pt>
                <c:pt idx="289" formatCode="#,##0.0000">
                  <c:v>4.8137999999999996</c:v>
                </c:pt>
                <c:pt idx="290" formatCode="#,##0.0000">
                  <c:v>4.8101000000000003</c:v>
                </c:pt>
                <c:pt idx="291" formatCode="#,##0.0000">
                  <c:v>4.8350999999999997</c:v>
                </c:pt>
                <c:pt idx="292" formatCode="#,##0.0000">
                  <c:v>4.8463000000000003</c:v>
                </c:pt>
                <c:pt idx="293" formatCode="#,##0.0000">
                  <c:v>4.8106</c:v>
                </c:pt>
                <c:pt idx="294" formatCode="#,##0.0000">
                  <c:v>4.8</c:v>
                </c:pt>
                <c:pt idx="295" formatCode="#,##0.0000">
                  <c:v>4.7900999999999998</c:v>
                </c:pt>
                <c:pt idx="296" formatCode="#,##0.0000">
                  <c:v>4.7976999999999999</c:v>
                </c:pt>
                <c:pt idx="297" formatCode="#,##0.0000">
                  <c:v>4.8000999999999996</c:v>
                </c:pt>
                <c:pt idx="298" formatCode="#,##0.0000">
                  <c:v>4.8375000000000004</c:v>
                </c:pt>
                <c:pt idx="299" formatCode="#,##0.0000">
                  <c:v>4.8499999999999996</c:v>
                </c:pt>
                <c:pt idx="300" formatCode="#,##0.0000">
                  <c:v>4.8375000000000004</c:v>
                </c:pt>
                <c:pt idx="301" formatCode="#,##0.0000">
                  <c:v>4.8376000000000001</c:v>
                </c:pt>
                <c:pt idx="302" formatCode="#,##0.0000">
                  <c:v>4.8324999999999996</c:v>
                </c:pt>
                <c:pt idx="303" formatCode="#,##0.0000">
                  <c:v>4.8000999999999996</c:v>
                </c:pt>
                <c:pt idx="304" formatCode="#,##0.0000">
                  <c:v>4.8051000000000004</c:v>
                </c:pt>
                <c:pt idx="305" formatCode="#,##0.0000">
                  <c:v>4.7801</c:v>
                </c:pt>
                <c:pt idx="306" formatCode="#,##0.0000">
                  <c:v>4.6551999999999998</c:v>
                </c:pt>
                <c:pt idx="307" formatCode="#,##0.0000">
                  <c:v>4.68</c:v>
                </c:pt>
                <c:pt idx="308" formatCode="#,##0.0000">
                  <c:v>4.7095000000000002</c:v>
                </c:pt>
                <c:pt idx="309" formatCode="#,##0.0000">
                  <c:v>4.6745999999999999</c:v>
                </c:pt>
                <c:pt idx="310" formatCode="#,##0.0000">
                  <c:v>4.6600999999999999</c:v>
                </c:pt>
                <c:pt idx="311" formatCode="#,##0.0000">
                  <c:v>4.6452</c:v>
                </c:pt>
                <c:pt idx="312" formatCode="#,##0.0000">
                  <c:v>4.6501000000000001</c:v>
                </c:pt>
                <c:pt idx="313" formatCode="#,##0.0000">
                  <c:v>4.6276000000000002</c:v>
                </c:pt>
                <c:pt idx="314" formatCode="#,##0.0000">
                  <c:v>4.5999999999999996</c:v>
                </c:pt>
                <c:pt idx="315" formatCode="#,##0.0000">
                  <c:v>4.5201000000000002</c:v>
                </c:pt>
                <c:pt idx="316" formatCode="#,##0.0000">
                  <c:v>4.5346000000000002</c:v>
                </c:pt>
                <c:pt idx="317" formatCode="#,##0.0000">
                  <c:v>4.5701000000000001</c:v>
                </c:pt>
                <c:pt idx="318" formatCode="#,##0.0000">
                  <c:v>4.5551000000000004</c:v>
                </c:pt>
                <c:pt idx="319" formatCode="#,##0.0000">
                  <c:v>4.5563000000000002</c:v>
                </c:pt>
                <c:pt idx="320" formatCode="#,##0.0000">
                  <c:v>4.5803000000000003</c:v>
                </c:pt>
                <c:pt idx="321" formatCode="#,##0.0000">
                  <c:v>4.5500999999999996</c:v>
                </c:pt>
                <c:pt idx="322" formatCode="#,##0.0000">
                  <c:v>4.5350999999999999</c:v>
                </c:pt>
                <c:pt idx="323" formatCode="#,##0.0000">
                  <c:v>4.3101000000000003</c:v>
                </c:pt>
                <c:pt idx="324" formatCode="#,##0.0000">
                  <c:v>4.3750999999999998</c:v>
                </c:pt>
                <c:pt idx="325" formatCode="#,##0.0000">
                  <c:v>4.3594999999999997</c:v>
                </c:pt>
                <c:pt idx="326" formatCode="#,##0.0000">
                  <c:v>4.4001000000000001</c:v>
                </c:pt>
                <c:pt idx="327" formatCode="#,##0.0000">
                  <c:v>4.3499999999999996</c:v>
                </c:pt>
                <c:pt idx="328" formatCode="#,##0.0000">
                  <c:v>4.3826000000000001</c:v>
                </c:pt>
                <c:pt idx="329" formatCode="#,##0.0000">
                  <c:v>4.4138999999999999</c:v>
                </c:pt>
                <c:pt idx="330" formatCode="#,##0.0000">
                  <c:v>4.4351000000000003</c:v>
                </c:pt>
                <c:pt idx="331" formatCode="#,##0.0000">
                  <c:v>4.4154999999999998</c:v>
                </c:pt>
                <c:pt idx="332" formatCode="#,##0.0000">
                  <c:v>4.4701000000000004</c:v>
                </c:pt>
                <c:pt idx="333" formatCode="#,##0.0000">
                  <c:v>4.4450000000000003</c:v>
                </c:pt>
                <c:pt idx="334" formatCode="#,##0.0000">
                  <c:v>4.4004000000000003</c:v>
                </c:pt>
                <c:pt idx="335" formatCode="#,##0.0000">
                  <c:v>4.4500999999999999</c:v>
                </c:pt>
                <c:pt idx="336" formatCode="#,##0.0000">
                  <c:v>4.4926000000000004</c:v>
                </c:pt>
                <c:pt idx="337" formatCode="#,##0.0000">
                  <c:v>4.5275999999999996</c:v>
                </c:pt>
                <c:pt idx="338" formatCode="#,##0.0000">
                  <c:v>4.5229999999999997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349-4BA5-BCA5-248DEAFDA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70240552"/>
        <c:axId val="1370236616"/>
      </c:lineChart>
      <c:dateAx>
        <c:axId val="1370240552"/>
        <c:scaling>
          <c:orientation val="minMax"/>
          <c:min val="42828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0236616"/>
        <c:crosses val="autoZero"/>
        <c:auto val="1"/>
        <c:lblOffset val="100"/>
        <c:baseTimeUnit val="days"/>
        <c:majorUnit val="3"/>
        <c:majorTimeUnit val="months"/>
      </c:dateAx>
      <c:valAx>
        <c:axId val="1370236616"/>
        <c:scaling>
          <c:orientation val="minMax"/>
          <c:min val="4"/>
        </c:scaling>
        <c:delete val="0"/>
        <c:axPos val="l"/>
        <c:majorGridlines>
          <c:spPr>
            <a:ln w="127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.00_);[Red]\(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0240552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en-US"/>
              <a:t>2017</a:t>
            </a:r>
            <a:r>
              <a:rPr lang="zh-CN"/>
              <a:t>年以来国开债与国债收益率的名义价差</a:t>
            </a:r>
            <a:r>
              <a:rPr lang="en-US"/>
              <a:t>(bp)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0878222910404742"/>
          <c:y val="0.15142343983861523"/>
          <c:w val="0.83983839368664859"/>
          <c:h val="0.58960161384785581"/>
        </c:manualLayout>
      </c:layout>
      <c:lineChart>
        <c:grouping val="standard"/>
        <c:varyColors val="0"/>
        <c:ser>
          <c:idx val="1"/>
          <c:order val="0"/>
          <c:tx>
            <c:strRef>
              <c:f>'债券市场(YTD)'!$BM$23</c:f>
              <c:strCache>
                <c:ptCount val="1"/>
                <c:pt idx="0">
                  <c:v>1Y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'债券市场(YTD)'!$A$26:$A$400</c:f>
              <c:numCache>
                <c:formatCode>yyyy\-mm\-dd;@</c:formatCode>
                <c:ptCount val="375"/>
                <c:pt idx="0">
                  <c:v>43139</c:v>
                </c:pt>
                <c:pt idx="1">
                  <c:v>43138</c:v>
                </c:pt>
                <c:pt idx="2">
                  <c:v>43137</c:v>
                </c:pt>
                <c:pt idx="3">
                  <c:v>43136</c:v>
                </c:pt>
                <c:pt idx="4">
                  <c:v>43133</c:v>
                </c:pt>
                <c:pt idx="5">
                  <c:v>43132</c:v>
                </c:pt>
                <c:pt idx="6">
                  <c:v>43131</c:v>
                </c:pt>
                <c:pt idx="7">
                  <c:v>43130</c:v>
                </c:pt>
                <c:pt idx="8">
                  <c:v>43129</c:v>
                </c:pt>
                <c:pt idx="9">
                  <c:v>43126</c:v>
                </c:pt>
                <c:pt idx="10">
                  <c:v>43125</c:v>
                </c:pt>
                <c:pt idx="11">
                  <c:v>43124</c:v>
                </c:pt>
                <c:pt idx="12">
                  <c:v>43123</c:v>
                </c:pt>
                <c:pt idx="13">
                  <c:v>43122</c:v>
                </c:pt>
                <c:pt idx="14">
                  <c:v>43119</c:v>
                </c:pt>
                <c:pt idx="15">
                  <c:v>43118</c:v>
                </c:pt>
                <c:pt idx="16">
                  <c:v>43117</c:v>
                </c:pt>
                <c:pt idx="17">
                  <c:v>43116</c:v>
                </c:pt>
                <c:pt idx="18">
                  <c:v>43115</c:v>
                </c:pt>
                <c:pt idx="19">
                  <c:v>43112</c:v>
                </c:pt>
                <c:pt idx="20">
                  <c:v>43111</c:v>
                </c:pt>
                <c:pt idx="21">
                  <c:v>43110</c:v>
                </c:pt>
                <c:pt idx="22">
                  <c:v>43109</c:v>
                </c:pt>
                <c:pt idx="23">
                  <c:v>43108</c:v>
                </c:pt>
                <c:pt idx="24">
                  <c:v>43105</c:v>
                </c:pt>
                <c:pt idx="25">
                  <c:v>43104</c:v>
                </c:pt>
                <c:pt idx="26">
                  <c:v>43103</c:v>
                </c:pt>
                <c:pt idx="27">
                  <c:v>43102</c:v>
                </c:pt>
                <c:pt idx="28">
                  <c:v>43100</c:v>
                </c:pt>
                <c:pt idx="29">
                  <c:v>43099</c:v>
                </c:pt>
                <c:pt idx="30">
                  <c:v>43098</c:v>
                </c:pt>
                <c:pt idx="31">
                  <c:v>43097</c:v>
                </c:pt>
                <c:pt idx="32">
                  <c:v>43096</c:v>
                </c:pt>
                <c:pt idx="33">
                  <c:v>43095</c:v>
                </c:pt>
                <c:pt idx="34">
                  <c:v>43094</c:v>
                </c:pt>
                <c:pt idx="35">
                  <c:v>43091</c:v>
                </c:pt>
                <c:pt idx="36">
                  <c:v>43090</c:v>
                </c:pt>
                <c:pt idx="37">
                  <c:v>43089</c:v>
                </c:pt>
                <c:pt idx="38">
                  <c:v>43088</c:v>
                </c:pt>
                <c:pt idx="39">
                  <c:v>43087</c:v>
                </c:pt>
                <c:pt idx="40">
                  <c:v>43084</c:v>
                </c:pt>
                <c:pt idx="41">
                  <c:v>43083</c:v>
                </c:pt>
                <c:pt idx="42">
                  <c:v>43082</c:v>
                </c:pt>
                <c:pt idx="43">
                  <c:v>43081</c:v>
                </c:pt>
                <c:pt idx="44">
                  <c:v>43080</c:v>
                </c:pt>
                <c:pt idx="45">
                  <c:v>43077</c:v>
                </c:pt>
                <c:pt idx="46">
                  <c:v>43076</c:v>
                </c:pt>
                <c:pt idx="47">
                  <c:v>43075</c:v>
                </c:pt>
                <c:pt idx="48">
                  <c:v>43074</c:v>
                </c:pt>
                <c:pt idx="49">
                  <c:v>43073</c:v>
                </c:pt>
                <c:pt idx="50">
                  <c:v>43070</c:v>
                </c:pt>
                <c:pt idx="51">
                  <c:v>43069</c:v>
                </c:pt>
                <c:pt idx="52">
                  <c:v>43068</c:v>
                </c:pt>
                <c:pt idx="53">
                  <c:v>43067</c:v>
                </c:pt>
                <c:pt idx="54">
                  <c:v>43066</c:v>
                </c:pt>
                <c:pt idx="55">
                  <c:v>43063</c:v>
                </c:pt>
                <c:pt idx="56">
                  <c:v>43062</c:v>
                </c:pt>
                <c:pt idx="57">
                  <c:v>43061</c:v>
                </c:pt>
                <c:pt idx="58">
                  <c:v>43060</c:v>
                </c:pt>
                <c:pt idx="59">
                  <c:v>43059</c:v>
                </c:pt>
                <c:pt idx="60">
                  <c:v>43056</c:v>
                </c:pt>
                <c:pt idx="61">
                  <c:v>43055</c:v>
                </c:pt>
                <c:pt idx="62">
                  <c:v>43054</c:v>
                </c:pt>
                <c:pt idx="63">
                  <c:v>43053</c:v>
                </c:pt>
                <c:pt idx="64">
                  <c:v>43052</c:v>
                </c:pt>
                <c:pt idx="65">
                  <c:v>43049</c:v>
                </c:pt>
                <c:pt idx="66">
                  <c:v>43048</c:v>
                </c:pt>
                <c:pt idx="67">
                  <c:v>43047</c:v>
                </c:pt>
                <c:pt idx="68">
                  <c:v>43046</c:v>
                </c:pt>
                <c:pt idx="69">
                  <c:v>43045</c:v>
                </c:pt>
                <c:pt idx="70">
                  <c:v>43042</c:v>
                </c:pt>
                <c:pt idx="71">
                  <c:v>43041</c:v>
                </c:pt>
                <c:pt idx="72">
                  <c:v>43040</c:v>
                </c:pt>
                <c:pt idx="73">
                  <c:v>43039</c:v>
                </c:pt>
                <c:pt idx="74">
                  <c:v>43038</c:v>
                </c:pt>
                <c:pt idx="75">
                  <c:v>43035</c:v>
                </c:pt>
                <c:pt idx="76">
                  <c:v>43034</c:v>
                </c:pt>
                <c:pt idx="77">
                  <c:v>43033</c:v>
                </c:pt>
                <c:pt idx="78">
                  <c:v>43032</c:v>
                </c:pt>
                <c:pt idx="79">
                  <c:v>43031</c:v>
                </c:pt>
                <c:pt idx="80">
                  <c:v>43028</c:v>
                </c:pt>
                <c:pt idx="81">
                  <c:v>43027</c:v>
                </c:pt>
                <c:pt idx="82">
                  <c:v>43026</c:v>
                </c:pt>
                <c:pt idx="83">
                  <c:v>43025</c:v>
                </c:pt>
                <c:pt idx="84">
                  <c:v>43024</c:v>
                </c:pt>
                <c:pt idx="85">
                  <c:v>43021</c:v>
                </c:pt>
                <c:pt idx="86">
                  <c:v>43020</c:v>
                </c:pt>
                <c:pt idx="87">
                  <c:v>43019</c:v>
                </c:pt>
                <c:pt idx="88">
                  <c:v>43018</c:v>
                </c:pt>
                <c:pt idx="89">
                  <c:v>43017</c:v>
                </c:pt>
                <c:pt idx="90">
                  <c:v>43008</c:v>
                </c:pt>
                <c:pt idx="91">
                  <c:v>43007</c:v>
                </c:pt>
                <c:pt idx="92">
                  <c:v>43006</c:v>
                </c:pt>
                <c:pt idx="93">
                  <c:v>43005</c:v>
                </c:pt>
                <c:pt idx="94">
                  <c:v>43004</c:v>
                </c:pt>
                <c:pt idx="95">
                  <c:v>43003</c:v>
                </c:pt>
                <c:pt idx="96">
                  <c:v>43000</c:v>
                </c:pt>
                <c:pt idx="97">
                  <c:v>42999</c:v>
                </c:pt>
                <c:pt idx="98">
                  <c:v>42998</c:v>
                </c:pt>
                <c:pt idx="99">
                  <c:v>42997</c:v>
                </c:pt>
                <c:pt idx="100">
                  <c:v>42996</c:v>
                </c:pt>
                <c:pt idx="101">
                  <c:v>42993</c:v>
                </c:pt>
                <c:pt idx="102">
                  <c:v>42992</c:v>
                </c:pt>
                <c:pt idx="103">
                  <c:v>42991</c:v>
                </c:pt>
                <c:pt idx="104">
                  <c:v>42990</c:v>
                </c:pt>
                <c:pt idx="105">
                  <c:v>42989</c:v>
                </c:pt>
                <c:pt idx="106">
                  <c:v>42986</c:v>
                </c:pt>
                <c:pt idx="107">
                  <c:v>42985</c:v>
                </c:pt>
                <c:pt idx="108">
                  <c:v>42984</c:v>
                </c:pt>
                <c:pt idx="109">
                  <c:v>42983</c:v>
                </c:pt>
                <c:pt idx="110">
                  <c:v>42982</c:v>
                </c:pt>
                <c:pt idx="111">
                  <c:v>42979</c:v>
                </c:pt>
                <c:pt idx="112">
                  <c:v>42978</c:v>
                </c:pt>
                <c:pt idx="113">
                  <c:v>42977</c:v>
                </c:pt>
                <c:pt idx="114">
                  <c:v>42976</c:v>
                </c:pt>
                <c:pt idx="115">
                  <c:v>42975</c:v>
                </c:pt>
                <c:pt idx="116">
                  <c:v>42972</c:v>
                </c:pt>
                <c:pt idx="117">
                  <c:v>42971</c:v>
                </c:pt>
                <c:pt idx="118">
                  <c:v>42970</c:v>
                </c:pt>
                <c:pt idx="119">
                  <c:v>42969</c:v>
                </c:pt>
                <c:pt idx="120">
                  <c:v>42968</c:v>
                </c:pt>
                <c:pt idx="121">
                  <c:v>42965</c:v>
                </c:pt>
                <c:pt idx="122">
                  <c:v>42964</c:v>
                </c:pt>
                <c:pt idx="123">
                  <c:v>42963</c:v>
                </c:pt>
                <c:pt idx="124">
                  <c:v>42962</c:v>
                </c:pt>
                <c:pt idx="125">
                  <c:v>42961</c:v>
                </c:pt>
                <c:pt idx="126">
                  <c:v>42958</c:v>
                </c:pt>
                <c:pt idx="127">
                  <c:v>42957</c:v>
                </c:pt>
                <c:pt idx="128">
                  <c:v>42956</c:v>
                </c:pt>
                <c:pt idx="129">
                  <c:v>42955</c:v>
                </c:pt>
                <c:pt idx="130">
                  <c:v>42954</c:v>
                </c:pt>
                <c:pt idx="131">
                  <c:v>42951</c:v>
                </c:pt>
                <c:pt idx="132">
                  <c:v>42950</c:v>
                </c:pt>
                <c:pt idx="133">
                  <c:v>42949</c:v>
                </c:pt>
                <c:pt idx="134">
                  <c:v>42948</c:v>
                </c:pt>
                <c:pt idx="135">
                  <c:v>42947</c:v>
                </c:pt>
                <c:pt idx="136">
                  <c:v>42944</c:v>
                </c:pt>
                <c:pt idx="137">
                  <c:v>42943</c:v>
                </c:pt>
                <c:pt idx="138">
                  <c:v>42942</c:v>
                </c:pt>
                <c:pt idx="139">
                  <c:v>42941</c:v>
                </c:pt>
                <c:pt idx="140">
                  <c:v>42940</c:v>
                </c:pt>
                <c:pt idx="141">
                  <c:v>42937</c:v>
                </c:pt>
                <c:pt idx="142">
                  <c:v>42936</c:v>
                </c:pt>
                <c:pt idx="143">
                  <c:v>42935</c:v>
                </c:pt>
                <c:pt idx="144">
                  <c:v>42934</c:v>
                </c:pt>
                <c:pt idx="145">
                  <c:v>42933</c:v>
                </c:pt>
                <c:pt idx="146">
                  <c:v>42930</c:v>
                </c:pt>
                <c:pt idx="147">
                  <c:v>42929</c:v>
                </c:pt>
                <c:pt idx="148">
                  <c:v>42928</c:v>
                </c:pt>
                <c:pt idx="149">
                  <c:v>42927</c:v>
                </c:pt>
                <c:pt idx="150">
                  <c:v>42926</c:v>
                </c:pt>
                <c:pt idx="151">
                  <c:v>42923</c:v>
                </c:pt>
                <c:pt idx="152">
                  <c:v>42922</c:v>
                </c:pt>
                <c:pt idx="153">
                  <c:v>42921</c:v>
                </c:pt>
                <c:pt idx="154">
                  <c:v>42920</c:v>
                </c:pt>
                <c:pt idx="155">
                  <c:v>42919</c:v>
                </c:pt>
                <c:pt idx="156">
                  <c:v>42916</c:v>
                </c:pt>
                <c:pt idx="157">
                  <c:v>42915</c:v>
                </c:pt>
                <c:pt idx="158">
                  <c:v>42914</c:v>
                </c:pt>
                <c:pt idx="159">
                  <c:v>42913</c:v>
                </c:pt>
                <c:pt idx="160">
                  <c:v>42912</c:v>
                </c:pt>
                <c:pt idx="161">
                  <c:v>42909</c:v>
                </c:pt>
                <c:pt idx="162">
                  <c:v>42908</c:v>
                </c:pt>
                <c:pt idx="163">
                  <c:v>42907</c:v>
                </c:pt>
                <c:pt idx="164">
                  <c:v>42906</c:v>
                </c:pt>
                <c:pt idx="165">
                  <c:v>42905</c:v>
                </c:pt>
                <c:pt idx="166">
                  <c:v>42902</c:v>
                </c:pt>
                <c:pt idx="167">
                  <c:v>42901</c:v>
                </c:pt>
                <c:pt idx="168">
                  <c:v>42900</c:v>
                </c:pt>
                <c:pt idx="169">
                  <c:v>42899</c:v>
                </c:pt>
                <c:pt idx="170">
                  <c:v>42898</c:v>
                </c:pt>
                <c:pt idx="171">
                  <c:v>42896</c:v>
                </c:pt>
                <c:pt idx="172">
                  <c:v>42895</c:v>
                </c:pt>
                <c:pt idx="173">
                  <c:v>42894</c:v>
                </c:pt>
                <c:pt idx="174">
                  <c:v>42893</c:v>
                </c:pt>
                <c:pt idx="175">
                  <c:v>42892</c:v>
                </c:pt>
                <c:pt idx="176">
                  <c:v>42891</c:v>
                </c:pt>
                <c:pt idx="177">
                  <c:v>42888</c:v>
                </c:pt>
                <c:pt idx="178">
                  <c:v>42887</c:v>
                </c:pt>
                <c:pt idx="179">
                  <c:v>42886</c:v>
                </c:pt>
                <c:pt idx="180">
                  <c:v>42882</c:v>
                </c:pt>
                <c:pt idx="181">
                  <c:v>42881</c:v>
                </c:pt>
                <c:pt idx="182">
                  <c:v>42880</c:v>
                </c:pt>
                <c:pt idx="183">
                  <c:v>42879</c:v>
                </c:pt>
                <c:pt idx="184">
                  <c:v>42878</c:v>
                </c:pt>
                <c:pt idx="185">
                  <c:v>42877</c:v>
                </c:pt>
                <c:pt idx="186">
                  <c:v>42874</c:v>
                </c:pt>
                <c:pt idx="187">
                  <c:v>42873</c:v>
                </c:pt>
                <c:pt idx="188">
                  <c:v>42872</c:v>
                </c:pt>
                <c:pt idx="189">
                  <c:v>42871</c:v>
                </c:pt>
                <c:pt idx="190">
                  <c:v>42870</c:v>
                </c:pt>
                <c:pt idx="191">
                  <c:v>42867</c:v>
                </c:pt>
                <c:pt idx="192">
                  <c:v>42866</c:v>
                </c:pt>
                <c:pt idx="193">
                  <c:v>42865</c:v>
                </c:pt>
                <c:pt idx="194">
                  <c:v>42864</c:v>
                </c:pt>
                <c:pt idx="195">
                  <c:v>42863</c:v>
                </c:pt>
                <c:pt idx="196">
                  <c:v>42860</c:v>
                </c:pt>
                <c:pt idx="197">
                  <c:v>42859</c:v>
                </c:pt>
                <c:pt idx="198">
                  <c:v>42858</c:v>
                </c:pt>
                <c:pt idx="199">
                  <c:v>42857</c:v>
                </c:pt>
                <c:pt idx="200">
                  <c:v>42853</c:v>
                </c:pt>
                <c:pt idx="201">
                  <c:v>42852</c:v>
                </c:pt>
                <c:pt idx="202">
                  <c:v>42851</c:v>
                </c:pt>
                <c:pt idx="203">
                  <c:v>42850</c:v>
                </c:pt>
                <c:pt idx="204">
                  <c:v>42849</c:v>
                </c:pt>
                <c:pt idx="205">
                  <c:v>42846</c:v>
                </c:pt>
                <c:pt idx="206">
                  <c:v>42845</c:v>
                </c:pt>
                <c:pt idx="207">
                  <c:v>42844</c:v>
                </c:pt>
                <c:pt idx="208">
                  <c:v>42843</c:v>
                </c:pt>
                <c:pt idx="209">
                  <c:v>42842</c:v>
                </c:pt>
                <c:pt idx="210">
                  <c:v>42839</c:v>
                </c:pt>
                <c:pt idx="211">
                  <c:v>42838</c:v>
                </c:pt>
                <c:pt idx="212">
                  <c:v>42837</c:v>
                </c:pt>
                <c:pt idx="213">
                  <c:v>42836</c:v>
                </c:pt>
                <c:pt idx="214">
                  <c:v>42835</c:v>
                </c:pt>
                <c:pt idx="215">
                  <c:v>42832</c:v>
                </c:pt>
                <c:pt idx="216">
                  <c:v>42831</c:v>
                </c:pt>
                <c:pt idx="217">
                  <c:v>42830</c:v>
                </c:pt>
                <c:pt idx="218">
                  <c:v>42826</c:v>
                </c:pt>
                <c:pt idx="219">
                  <c:v>42825</c:v>
                </c:pt>
                <c:pt idx="220">
                  <c:v>42824</c:v>
                </c:pt>
                <c:pt idx="221">
                  <c:v>42823</c:v>
                </c:pt>
                <c:pt idx="222">
                  <c:v>42822</c:v>
                </c:pt>
                <c:pt idx="223">
                  <c:v>42821</c:v>
                </c:pt>
                <c:pt idx="224">
                  <c:v>42818</c:v>
                </c:pt>
                <c:pt idx="225">
                  <c:v>42817</c:v>
                </c:pt>
                <c:pt idx="226">
                  <c:v>42816</c:v>
                </c:pt>
                <c:pt idx="227">
                  <c:v>42815</c:v>
                </c:pt>
                <c:pt idx="228">
                  <c:v>42814</c:v>
                </c:pt>
                <c:pt idx="229">
                  <c:v>42811</c:v>
                </c:pt>
                <c:pt idx="230">
                  <c:v>42810</c:v>
                </c:pt>
                <c:pt idx="231">
                  <c:v>42809</c:v>
                </c:pt>
                <c:pt idx="232">
                  <c:v>42808</c:v>
                </c:pt>
                <c:pt idx="233">
                  <c:v>42807</c:v>
                </c:pt>
                <c:pt idx="234">
                  <c:v>42804</c:v>
                </c:pt>
                <c:pt idx="235">
                  <c:v>42803</c:v>
                </c:pt>
                <c:pt idx="236">
                  <c:v>42802</c:v>
                </c:pt>
                <c:pt idx="237">
                  <c:v>42801</c:v>
                </c:pt>
                <c:pt idx="238">
                  <c:v>42800</c:v>
                </c:pt>
                <c:pt idx="239">
                  <c:v>42797</c:v>
                </c:pt>
                <c:pt idx="240">
                  <c:v>42796</c:v>
                </c:pt>
                <c:pt idx="241">
                  <c:v>42795</c:v>
                </c:pt>
                <c:pt idx="242">
                  <c:v>42794</c:v>
                </c:pt>
                <c:pt idx="243">
                  <c:v>42793</c:v>
                </c:pt>
                <c:pt idx="244">
                  <c:v>42790</c:v>
                </c:pt>
                <c:pt idx="245">
                  <c:v>42789</c:v>
                </c:pt>
                <c:pt idx="246">
                  <c:v>42788</c:v>
                </c:pt>
                <c:pt idx="247">
                  <c:v>42787</c:v>
                </c:pt>
                <c:pt idx="248">
                  <c:v>42786</c:v>
                </c:pt>
                <c:pt idx="249">
                  <c:v>42783</c:v>
                </c:pt>
                <c:pt idx="250">
                  <c:v>42782</c:v>
                </c:pt>
                <c:pt idx="251">
                  <c:v>42781</c:v>
                </c:pt>
                <c:pt idx="252">
                  <c:v>42780</c:v>
                </c:pt>
                <c:pt idx="253">
                  <c:v>42779</c:v>
                </c:pt>
                <c:pt idx="254">
                  <c:v>42776</c:v>
                </c:pt>
                <c:pt idx="255">
                  <c:v>42775</c:v>
                </c:pt>
                <c:pt idx="256">
                  <c:v>42774</c:v>
                </c:pt>
                <c:pt idx="257">
                  <c:v>42773</c:v>
                </c:pt>
                <c:pt idx="258">
                  <c:v>42772</c:v>
                </c:pt>
                <c:pt idx="259">
                  <c:v>42770</c:v>
                </c:pt>
                <c:pt idx="260">
                  <c:v>42769</c:v>
                </c:pt>
                <c:pt idx="261">
                  <c:v>42761</c:v>
                </c:pt>
                <c:pt idx="262">
                  <c:v>42760</c:v>
                </c:pt>
                <c:pt idx="263">
                  <c:v>42759</c:v>
                </c:pt>
                <c:pt idx="264">
                  <c:v>42758</c:v>
                </c:pt>
                <c:pt idx="265">
                  <c:v>42757</c:v>
                </c:pt>
                <c:pt idx="266">
                  <c:v>42755</c:v>
                </c:pt>
                <c:pt idx="267">
                  <c:v>42754</c:v>
                </c:pt>
                <c:pt idx="268">
                  <c:v>42753</c:v>
                </c:pt>
                <c:pt idx="269">
                  <c:v>42752</c:v>
                </c:pt>
                <c:pt idx="270">
                  <c:v>42751</c:v>
                </c:pt>
                <c:pt idx="271">
                  <c:v>42748</c:v>
                </c:pt>
                <c:pt idx="272">
                  <c:v>42747</c:v>
                </c:pt>
                <c:pt idx="273">
                  <c:v>42746</c:v>
                </c:pt>
                <c:pt idx="274">
                  <c:v>42745</c:v>
                </c:pt>
                <c:pt idx="275">
                  <c:v>42744</c:v>
                </c:pt>
                <c:pt idx="276">
                  <c:v>42741</c:v>
                </c:pt>
                <c:pt idx="277">
                  <c:v>42740</c:v>
                </c:pt>
                <c:pt idx="278">
                  <c:v>42739</c:v>
                </c:pt>
                <c:pt idx="279">
                  <c:v>42738</c:v>
                </c:pt>
              </c:numCache>
            </c:numRef>
          </c:cat>
          <c:val>
            <c:numRef>
              <c:f>'债券市场(YTD)'!$BM$26:$BM$400</c:f>
              <c:numCache>
                <c:formatCode>General</c:formatCode>
                <c:ptCount val="375"/>
                <c:pt idx="0">
                  <c:v>84.909999999999954</c:v>
                </c:pt>
                <c:pt idx="1">
                  <c:v>84.909999999999954</c:v>
                </c:pt>
                <c:pt idx="2">
                  <c:v>85.199999999999989</c:v>
                </c:pt>
                <c:pt idx="3">
                  <c:v>81.199999999999989</c:v>
                </c:pt>
                <c:pt idx="4">
                  <c:v>83.559999999999988</c:v>
                </c:pt>
                <c:pt idx="5">
                  <c:v>86.549999999999955</c:v>
                </c:pt>
                <c:pt idx="6">
                  <c:v>83.010000000000034</c:v>
                </c:pt>
                <c:pt idx="7">
                  <c:v>76.39</c:v>
                </c:pt>
                <c:pt idx="8">
                  <c:v>77.38000000000001</c:v>
                </c:pt>
                <c:pt idx="9">
                  <c:v>75.039999999999992</c:v>
                </c:pt>
                <c:pt idx="10">
                  <c:v>76.019999999999982</c:v>
                </c:pt>
                <c:pt idx="11">
                  <c:v>75.95</c:v>
                </c:pt>
                <c:pt idx="12">
                  <c:v>74.879999999999967</c:v>
                </c:pt>
                <c:pt idx="13">
                  <c:v>77.810000000000031</c:v>
                </c:pt>
                <c:pt idx="14">
                  <c:v>79.38000000000001</c:v>
                </c:pt>
                <c:pt idx="15">
                  <c:v>79.419999999999959</c:v>
                </c:pt>
                <c:pt idx="16">
                  <c:v>80.139999999999972</c:v>
                </c:pt>
                <c:pt idx="17">
                  <c:v>80.369999999999962</c:v>
                </c:pt>
                <c:pt idx="18">
                  <c:v>76.819999999999979</c:v>
                </c:pt>
                <c:pt idx="19">
                  <c:v>78.950000000000031</c:v>
                </c:pt>
                <c:pt idx="20">
                  <c:v>77.930000000000007</c:v>
                </c:pt>
                <c:pt idx="21">
                  <c:v>72.480000000000018</c:v>
                </c:pt>
                <c:pt idx="22">
                  <c:v>67.390000000000057</c:v>
                </c:pt>
                <c:pt idx="23">
                  <c:v>63.72</c:v>
                </c:pt>
                <c:pt idx="24">
                  <c:v>66.910000000000025</c:v>
                </c:pt>
                <c:pt idx="25">
                  <c:v>74.420000000000016</c:v>
                </c:pt>
                <c:pt idx="26">
                  <c:v>73.220000000000013</c:v>
                </c:pt>
                <c:pt idx="27">
                  <c:v>80.110000000000042</c:v>
                </c:pt>
                <c:pt idx="28">
                  <c:v>88.79999999999994</c:v>
                </c:pt>
                <c:pt idx="29">
                  <c:v>88.79999999999994</c:v>
                </c:pt>
                <c:pt idx="30">
                  <c:v>88.79999999999994</c:v>
                </c:pt>
                <c:pt idx="31">
                  <c:v>88.439999999999984</c:v>
                </c:pt>
                <c:pt idx="32">
                  <c:v>83.920000000000044</c:v>
                </c:pt>
                <c:pt idx="33">
                  <c:v>81.980000000000032</c:v>
                </c:pt>
                <c:pt idx="34">
                  <c:v>81.980000000000032</c:v>
                </c:pt>
                <c:pt idx="35">
                  <c:v>85.999999999999986</c:v>
                </c:pt>
                <c:pt idx="36">
                  <c:v>86.970000000000041</c:v>
                </c:pt>
                <c:pt idx="37">
                  <c:v>81.489999999999981</c:v>
                </c:pt>
                <c:pt idx="38">
                  <c:v>79.499999999999943</c:v>
                </c:pt>
                <c:pt idx="39">
                  <c:v>79.489999999999966</c:v>
                </c:pt>
                <c:pt idx="40">
                  <c:v>76.610000000000028</c:v>
                </c:pt>
                <c:pt idx="41">
                  <c:v>73.95999999999998</c:v>
                </c:pt>
                <c:pt idx="42">
                  <c:v>73.899999999999991</c:v>
                </c:pt>
                <c:pt idx="43">
                  <c:v>76.640000000000043</c:v>
                </c:pt>
                <c:pt idx="44">
                  <c:v>76.640000000000043</c:v>
                </c:pt>
                <c:pt idx="45">
                  <c:v>76.119999999999962</c:v>
                </c:pt>
                <c:pt idx="46">
                  <c:v>78.150000000000034</c:v>
                </c:pt>
                <c:pt idx="47">
                  <c:v>78.500000000000014</c:v>
                </c:pt>
                <c:pt idx="48">
                  <c:v>89.299999999999983</c:v>
                </c:pt>
                <c:pt idx="49">
                  <c:v>90.940000000000026</c:v>
                </c:pt>
                <c:pt idx="50">
                  <c:v>86.79</c:v>
                </c:pt>
                <c:pt idx="51">
                  <c:v>86.17000000000003</c:v>
                </c:pt>
                <c:pt idx="52">
                  <c:v>82.200000000000045</c:v>
                </c:pt>
                <c:pt idx="53">
                  <c:v>74.589999999999975</c:v>
                </c:pt>
                <c:pt idx="54">
                  <c:v>75.450000000000017</c:v>
                </c:pt>
                <c:pt idx="55">
                  <c:v>73.94999999999996</c:v>
                </c:pt>
                <c:pt idx="56">
                  <c:v>75.429999999999978</c:v>
                </c:pt>
                <c:pt idx="57">
                  <c:v>76.379999999999981</c:v>
                </c:pt>
                <c:pt idx="58">
                  <c:v>67.54000000000002</c:v>
                </c:pt>
                <c:pt idx="59">
                  <c:v>64.740000000000023</c:v>
                </c:pt>
                <c:pt idx="60">
                  <c:v>61.339999999999947</c:v>
                </c:pt>
                <c:pt idx="61">
                  <c:v>61.129999999999995</c:v>
                </c:pt>
                <c:pt idx="62">
                  <c:v>62.96999999999997</c:v>
                </c:pt>
                <c:pt idx="63">
                  <c:v>59.85</c:v>
                </c:pt>
                <c:pt idx="64">
                  <c:v>54.309999999999988</c:v>
                </c:pt>
                <c:pt idx="65">
                  <c:v>54.410000000000025</c:v>
                </c:pt>
                <c:pt idx="66">
                  <c:v>53.989999999999981</c:v>
                </c:pt>
                <c:pt idx="67">
                  <c:v>53.380000000000024</c:v>
                </c:pt>
                <c:pt idx="68">
                  <c:v>52.709999999999994</c:v>
                </c:pt>
                <c:pt idx="69">
                  <c:v>48.83000000000002</c:v>
                </c:pt>
                <c:pt idx="70">
                  <c:v>49.130000000000031</c:v>
                </c:pt>
                <c:pt idx="71">
                  <c:v>45.829999999999991</c:v>
                </c:pt>
                <c:pt idx="72">
                  <c:v>48.210000000000043</c:v>
                </c:pt>
                <c:pt idx="73">
                  <c:v>50.820000000000043</c:v>
                </c:pt>
                <c:pt idx="74">
                  <c:v>46.209999999999994</c:v>
                </c:pt>
                <c:pt idx="75">
                  <c:v>45.769999999999996</c:v>
                </c:pt>
                <c:pt idx="76">
                  <c:v>45.899999999999963</c:v>
                </c:pt>
                <c:pt idx="77">
                  <c:v>47.56</c:v>
                </c:pt>
                <c:pt idx="78">
                  <c:v>47.250000000000014</c:v>
                </c:pt>
                <c:pt idx="79">
                  <c:v>38.20000000000001</c:v>
                </c:pt>
                <c:pt idx="80">
                  <c:v>37.780000000000015</c:v>
                </c:pt>
                <c:pt idx="81">
                  <c:v>39.849999999999987</c:v>
                </c:pt>
                <c:pt idx="82">
                  <c:v>42.680000000000007</c:v>
                </c:pt>
                <c:pt idx="83">
                  <c:v>41.230000000000011</c:v>
                </c:pt>
                <c:pt idx="84">
                  <c:v>41.239999999999988</c:v>
                </c:pt>
                <c:pt idx="85">
                  <c:v>41.92</c:v>
                </c:pt>
                <c:pt idx="86">
                  <c:v>43.379999999999974</c:v>
                </c:pt>
                <c:pt idx="87">
                  <c:v>47.069999999999993</c:v>
                </c:pt>
                <c:pt idx="88">
                  <c:v>47.889999999999986</c:v>
                </c:pt>
                <c:pt idx="89">
                  <c:v>48.720000000000006</c:v>
                </c:pt>
                <c:pt idx="90">
                  <c:v>49.01</c:v>
                </c:pt>
                <c:pt idx="91">
                  <c:v>49.069999999999993</c:v>
                </c:pt>
                <c:pt idx="92">
                  <c:v>49.069999999999993</c:v>
                </c:pt>
                <c:pt idx="93">
                  <c:v>49.069999999999993</c:v>
                </c:pt>
                <c:pt idx="94">
                  <c:v>49.429999999999993</c:v>
                </c:pt>
                <c:pt idx="95">
                  <c:v>43.840000000000011</c:v>
                </c:pt>
                <c:pt idx="96">
                  <c:v>44.289999999999985</c:v>
                </c:pt>
                <c:pt idx="97">
                  <c:v>42.380000000000038</c:v>
                </c:pt>
                <c:pt idx="98">
                  <c:v>42.459999999999987</c:v>
                </c:pt>
                <c:pt idx="99">
                  <c:v>43.449999999999989</c:v>
                </c:pt>
                <c:pt idx="100">
                  <c:v>41.699999999999982</c:v>
                </c:pt>
                <c:pt idx="101">
                  <c:v>41.659999999999982</c:v>
                </c:pt>
                <c:pt idx="102">
                  <c:v>41.96999999999997</c:v>
                </c:pt>
                <c:pt idx="103">
                  <c:v>40.97</c:v>
                </c:pt>
                <c:pt idx="104">
                  <c:v>44.910000000000004</c:v>
                </c:pt>
                <c:pt idx="105">
                  <c:v>41.779999999999973</c:v>
                </c:pt>
                <c:pt idx="106">
                  <c:v>43.239999999999988</c:v>
                </c:pt>
                <c:pt idx="107">
                  <c:v>45.110000000000028</c:v>
                </c:pt>
                <c:pt idx="108">
                  <c:v>45.449999999999989</c:v>
                </c:pt>
                <c:pt idx="109">
                  <c:v>53.459999999999972</c:v>
                </c:pt>
                <c:pt idx="110">
                  <c:v>53.66</c:v>
                </c:pt>
                <c:pt idx="111">
                  <c:v>54.280000000000015</c:v>
                </c:pt>
                <c:pt idx="112">
                  <c:v>57.180000000000007</c:v>
                </c:pt>
                <c:pt idx="113">
                  <c:v>57.379999999999988</c:v>
                </c:pt>
                <c:pt idx="114">
                  <c:v>55.920000000000016</c:v>
                </c:pt>
                <c:pt idx="115">
                  <c:v>49.549999999999983</c:v>
                </c:pt>
                <c:pt idx="116">
                  <c:v>41.94</c:v>
                </c:pt>
                <c:pt idx="117">
                  <c:v>44.379999999999995</c:v>
                </c:pt>
                <c:pt idx="118">
                  <c:v>45.79</c:v>
                </c:pt>
                <c:pt idx="119">
                  <c:v>42.039999999999992</c:v>
                </c:pt>
                <c:pt idx="120">
                  <c:v>34.970000000000034</c:v>
                </c:pt>
                <c:pt idx="121">
                  <c:v>33.780000000000008</c:v>
                </c:pt>
                <c:pt idx="122">
                  <c:v>35.230000000000004</c:v>
                </c:pt>
                <c:pt idx="123">
                  <c:v>34.690000000000019</c:v>
                </c:pt>
                <c:pt idx="124">
                  <c:v>33.72999999999999</c:v>
                </c:pt>
                <c:pt idx="125">
                  <c:v>36.640000000000008</c:v>
                </c:pt>
                <c:pt idx="126">
                  <c:v>35.240000000000023</c:v>
                </c:pt>
                <c:pt idx="127">
                  <c:v>35.779999999999966</c:v>
                </c:pt>
                <c:pt idx="128">
                  <c:v>34.350000000000016</c:v>
                </c:pt>
                <c:pt idx="129">
                  <c:v>33.469999999999978</c:v>
                </c:pt>
                <c:pt idx="130">
                  <c:v>34.249999999999979</c:v>
                </c:pt>
                <c:pt idx="131">
                  <c:v>37.620000000000033</c:v>
                </c:pt>
                <c:pt idx="132">
                  <c:v>32.929999999999993</c:v>
                </c:pt>
                <c:pt idx="133">
                  <c:v>32.819999999999979</c:v>
                </c:pt>
                <c:pt idx="134">
                  <c:v>30.739999999999988</c:v>
                </c:pt>
                <c:pt idx="135">
                  <c:v>29.529999999999966</c:v>
                </c:pt>
                <c:pt idx="136">
                  <c:v>28.869999999999997</c:v>
                </c:pt>
                <c:pt idx="137">
                  <c:v>28.719999999999992</c:v>
                </c:pt>
                <c:pt idx="138">
                  <c:v>30.659999999999997</c:v>
                </c:pt>
                <c:pt idx="139">
                  <c:v>30.779999999999987</c:v>
                </c:pt>
                <c:pt idx="140">
                  <c:v>28.200000000000003</c:v>
                </c:pt>
                <c:pt idx="141">
                  <c:v>28.22</c:v>
                </c:pt>
                <c:pt idx="142">
                  <c:v>28.05000000000004</c:v>
                </c:pt>
                <c:pt idx="143">
                  <c:v>31.50999999999997</c:v>
                </c:pt>
                <c:pt idx="144">
                  <c:v>32.619999999999962</c:v>
                </c:pt>
                <c:pt idx="145">
                  <c:v>27.530000000000008</c:v>
                </c:pt>
                <c:pt idx="146">
                  <c:v>32.379999999999988</c:v>
                </c:pt>
                <c:pt idx="147">
                  <c:v>33.389999999999986</c:v>
                </c:pt>
                <c:pt idx="148">
                  <c:v>32.85</c:v>
                </c:pt>
                <c:pt idx="149">
                  <c:v>31.95000000000001</c:v>
                </c:pt>
                <c:pt idx="150">
                  <c:v>29.21</c:v>
                </c:pt>
                <c:pt idx="151">
                  <c:v>31.65</c:v>
                </c:pt>
                <c:pt idx="152">
                  <c:v>35.159999999999989</c:v>
                </c:pt>
                <c:pt idx="153">
                  <c:v>35.729999999999997</c:v>
                </c:pt>
                <c:pt idx="154">
                  <c:v>39.149999999999977</c:v>
                </c:pt>
                <c:pt idx="155">
                  <c:v>41.049999999999983</c:v>
                </c:pt>
                <c:pt idx="156">
                  <c:v>40.790000000000013</c:v>
                </c:pt>
                <c:pt idx="157">
                  <c:v>43.019999999999968</c:v>
                </c:pt>
                <c:pt idx="158">
                  <c:v>45.170000000000023</c:v>
                </c:pt>
                <c:pt idx="159">
                  <c:v>48.919999999999987</c:v>
                </c:pt>
                <c:pt idx="160">
                  <c:v>52.150000000000006</c:v>
                </c:pt>
                <c:pt idx="161">
                  <c:v>52.299999999999969</c:v>
                </c:pt>
                <c:pt idx="162">
                  <c:v>51.540000000000006</c:v>
                </c:pt>
                <c:pt idx="163">
                  <c:v>54.049999999999976</c:v>
                </c:pt>
                <c:pt idx="164">
                  <c:v>56.230000000000047</c:v>
                </c:pt>
                <c:pt idx="165">
                  <c:v>57.930000000000035</c:v>
                </c:pt>
                <c:pt idx="166">
                  <c:v>58.169999999999966</c:v>
                </c:pt>
                <c:pt idx="167">
                  <c:v>58.519999999999953</c:v>
                </c:pt>
                <c:pt idx="168">
                  <c:v>58.440000000000005</c:v>
                </c:pt>
                <c:pt idx="169">
                  <c:v>58.869999999999976</c:v>
                </c:pt>
                <c:pt idx="170">
                  <c:v>63.190000000000033</c:v>
                </c:pt>
                <c:pt idx="171">
                  <c:v>60.219999999999985</c:v>
                </c:pt>
                <c:pt idx="172">
                  <c:v>60.219999999999985</c:v>
                </c:pt>
                <c:pt idx="173">
                  <c:v>59.830000000000005</c:v>
                </c:pt>
                <c:pt idx="174">
                  <c:v>65.45999999999998</c:v>
                </c:pt>
                <c:pt idx="175">
                  <c:v>65.220000000000013</c:v>
                </c:pt>
                <c:pt idx="176">
                  <c:v>65.620000000000061</c:v>
                </c:pt>
                <c:pt idx="177">
                  <c:v>64.389999999999986</c:v>
                </c:pt>
                <c:pt idx="178">
                  <c:v>66.469999999999985</c:v>
                </c:pt>
                <c:pt idx="179">
                  <c:v>69.109999999999957</c:v>
                </c:pt>
                <c:pt idx="180">
                  <c:v>66.079999999999956</c:v>
                </c:pt>
                <c:pt idx="181">
                  <c:v>68.589999999999975</c:v>
                </c:pt>
                <c:pt idx="182">
                  <c:v>71.13000000000001</c:v>
                </c:pt>
                <c:pt idx="183">
                  <c:v>72.869999999999948</c:v>
                </c:pt>
                <c:pt idx="184">
                  <c:v>74.889999999999986</c:v>
                </c:pt>
                <c:pt idx="185">
                  <c:v>73.030000000000015</c:v>
                </c:pt>
                <c:pt idx="186">
                  <c:v>70.200000000000045</c:v>
                </c:pt>
                <c:pt idx="187">
                  <c:v>68.509999999999977</c:v>
                </c:pt>
                <c:pt idx="188">
                  <c:v>67.850000000000051</c:v>
                </c:pt>
                <c:pt idx="189">
                  <c:v>67.770000000000024</c:v>
                </c:pt>
                <c:pt idx="190">
                  <c:v>61.33000000000002</c:v>
                </c:pt>
                <c:pt idx="191">
                  <c:v>61.339999999999947</c:v>
                </c:pt>
                <c:pt idx="192">
                  <c:v>58.919999999999995</c:v>
                </c:pt>
                <c:pt idx="193">
                  <c:v>47.760000000000026</c:v>
                </c:pt>
                <c:pt idx="194">
                  <c:v>50.839999999999996</c:v>
                </c:pt>
                <c:pt idx="195">
                  <c:v>50.199999999999974</c:v>
                </c:pt>
                <c:pt idx="196">
                  <c:v>46.510000000000005</c:v>
                </c:pt>
                <c:pt idx="197">
                  <c:v>46.19</c:v>
                </c:pt>
                <c:pt idx="198">
                  <c:v>51.330000000000013</c:v>
                </c:pt>
                <c:pt idx="199">
                  <c:v>45.540000000000006</c:v>
                </c:pt>
                <c:pt idx="200">
                  <c:v>54.430000000000021</c:v>
                </c:pt>
                <c:pt idx="201">
                  <c:v>53.889999999999993</c:v>
                </c:pt>
                <c:pt idx="202">
                  <c:v>51.709999999999965</c:v>
                </c:pt>
                <c:pt idx="203">
                  <c:v>52.389999999999979</c:v>
                </c:pt>
                <c:pt idx="204">
                  <c:v>53.089999999999989</c:v>
                </c:pt>
                <c:pt idx="205">
                  <c:v>56.150000000000013</c:v>
                </c:pt>
                <c:pt idx="206">
                  <c:v>54.219999999999978</c:v>
                </c:pt>
                <c:pt idx="207">
                  <c:v>55.3</c:v>
                </c:pt>
                <c:pt idx="208">
                  <c:v>59.45999999999998</c:v>
                </c:pt>
                <c:pt idx="209">
                  <c:v>58.640000000000029</c:v>
                </c:pt>
                <c:pt idx="210">
                  <c:v>63.430000000000007</c:v>
                </c:pt>
                <c:pt idx="211">
                  <c:v>64.69</c:v>
                </c:pt>
                <c:pt idx="212">
                  <c:v>62.71</c:v>
                </c:pt>
                <c:pt idx="213">
                  <c:v>60.799999999999969</c:v>
                </c:pt>
                <c:pt idx="214">
                  <c:v>61.169999999999987</c:v>
                </c:pt>
                <c:pt idx="215">
                  <c:v>59.11</c:v>
                </c:pt>
                <c:pt idx="216">
                  <c:v>60.590000000000011</c:v>
                </c:pt>
                <c:pt idx="217">
                  <c:v>63.350000000000016</c:v>
                </c:pt>
                <c:pt idx="218">
                  <c:v>66.639999999999986</c:v>
                </c:pt>
                <c:pt idx="219">
                  <c:v>69.38</c:v>
                </c:pt>
                <c:pt idx="220">
                  <c:v>70.83</c:v>
                </c:pt>
                <c:pt idx="221">
                  <c:v>70.470000000000027</c:v>
                </c:pt>
                <c:pt idx="222">
                  <c:v>70.420000000000016</c:v>
                </c:pt>
                <c:pt idx="223">
                  <c:v>71.869999999999962</c:v>
                </c:pt>
                <c:pt idx="224">
                  <c:v>72.669999999999973</c:v>
                </c:pt>
                <c:pt idx="225">
                  <c:v>72.81</c:v>
                </c:pt>
                <c:pt idx="226">
                  <c:v>76.100000000000009</c:v>
                </c:pt>
                <c:pt idx="227">
                  <c:v>70.639999999999986</c:v>
                </c:pt>
                <c:pt idx="228">
                  <c:v>67.11</c:v>
                </c:pt>
                <c:pt idx="229">
                  <c:v>63.380000000000038</c:v>
                </c:pt>
                <c:pt idx="230">
                  <c:v>57.540000000000013</c:v>
                </c:pt>
                <c:pt idx="231">
                  <c:v>56.97999999999999</c:v>
                </c:pt>
                <c:pt idx="232">
                  <c:v>55.319999999999993</c:v>
                </c:pt>
                <c:pt idx="233">
                  <c:v>54.909999999999968</c:v>
                </c:pt>
                <c:pt idx="234">
                  <c:v>50.459999999999994</c:v>
                </c:pt>
                <c:pt idx="235">
                  <c:v>46.319999999999965</c:v>
                </c:pt>
                <c:pt idx="236">
                  <c:v>51.64</c:v>
                </c:pt>
                <c:pt idx="237">
                  <c:v>59.630000000000024</c:v>
                </c:pt>
                <c:pt idx="238">
                  <c:v>63.7</c:v>
                </c:pt>
                <c:pt idx="239">
                  <c:v>60.410000000000032</c:v>
                </c:pt>
                <c:pt idx="240">
                  <c:v>64.570000000000022</c:v>
                </c:pt>
                <c:pt idx="241">
                  <c:v>67.7</c:v>
                </c:pt>
                <c:pt idx="242">
                  <c:v>66.14</c:v>
                </c:pt>
                <c:pt idx="243">
                  <c:v>58.200000000000031</c:v>
                </c:pt>
                <c:pt idx="244">
                  <c:v>57.390000000000008</c:v>
                </c:pt>
                <c:pt idx="245">
                  <c:v>59.03</c:v>
                </c:pt>
                <c:pt idx="246">
                  <c:v>62.320000000000022</c:v>
                </c:pt>
                <c:pt idx="247">
                  <c:v>57.45</c:v>
                </c:pt>
                <c:pt idx="248">
                  <c:v>53.6</c:v>
                </c:pt>
                <c:pt idx="249">
                  <c:v>54.680000000000021</c:v>
                </c:pt>
                <c:pt idx="250">
                  <c:v>55.339999999999989</c:v>
                </c:pt>
                <c:pt idx="251">
                  <c:v>56.389999999999986</c:v>
                </c:pt>
                <c:pt idx="252">
                  <c:v>58.510000000000019</c:v>
                </c:pt>
                <c:pt idx="253">
                  <c:v>54.880000000000038</c:v>
                </c:pt>
                <c:pt idx="254">
                  <c:v>54.11999999999999</c:v>
                </c:pt>
                <c:pt idx="255">
                  <c:v>51.64</c:v>
                </c:pt>
                <c:pt idx="256">
                  <c:v>46.710000000000029</c:v>
                </c:pt>
                <c:pt idx="257">
                  <c:v>45.799999999999976</c:v>
                </c:pt>
                <c:pt idx="258">
                  <c:v>42.680000000000007</c:v>
                </c:pt>
                <c:pt idx="259">
                  <c:v>42.00999999999997</c:v>
                </c:pt>
                <c:pt idx="260">
                  <c:v>47.249999999999972</c:v>
                </c:pt>
                <c:pt idx="261">
                  <c:v>46.870000000000012</c:v>
                </c:pt>
                <c:pt idx="262">
                  <c:v>49.83</c:v>
                </c:pt>
                <c:pt idx="263">
                  <c:v>46.470000000000013</c:v>
                </c:pt>
                <c:pt idx="264">
                  <c:v>49.920000000000009</c:v>
                </c:pt>
                <c:pt idx="265">
                  <c:v>55.090000000000039</c:v>
                </c:pt>
                <c:pt idx="266">
                  <c:v>55.089999999999996</c:v>
                </c:pt>
                <c:pt idx="267">
                  <c:v>65.599999999999966</c:v>
                </c:pt>
                <c:pt idx="268">
                  <c:v>65.72</c:v>
                </c:pt>
                <c:pt idx="269">
                  <c:v>57.100000000000016</c:v>
                </c:pt>
                <c:pt idx="270">
                  <c:v>53.74000000000003</c:v>
                </c:pt>
                <c:pt idx="271">
                  <c:v>46.300000000000011</c:v>
                </c:pt>
                <c:pt idx="272">
                  <c:v>43.710000000000008</c:v>
                </c:pt>
                <c:pt idx="273">
                  <c:v>46.649999999999991</c:v>
                </c:pt>
                <c:pt idx="274">
                  <c:v>47.39</c:v>
                </c:pt>
                <c:pt idx="275">
                  <c:v>48.179999999999978</c:v>
                </c:pt>
                <c:pt idx="276">
                  <c:v>43.239999999999988</c:v>
                </c:pt>
                <c:pt idx="277">
                  <c:v>43.719999999999985</c:v>
                </c:pt>
                <c:pt idx="278">
                  <c:v>45.599999999999994</c:v>
                </c:pt>
                <c:pt idx="279">
                  <c:v>44.379999999999995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5A-434B-AF87-CB9601F04E41}"/>
            </c:ext>
          </c:extLst>
        </c:ser>
        <c:ser>
          <c:idx val="0"/>
          <c:order val="1"/>
          <c:tx>
            <c:strRef>
              <c:f>'债券市场(YTD)'!$BN$23</c:f>
              <c:strCache>
                <c:ptCount val="1"/>
                <c:pt idx="0">
                  <c:v>5Y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'债券市场(YTD)'!$A$26:$A$400</c:f>
              <c:numCache>
                <c:formatCode>yyyy\-mm\-dd;@</c:formatCode>
                <c:ptCount val="375"/>
                <c:pt idx="0">
                  <c:v>43139</c:v>
                </c:pt>
                <c:pt idx="1">
                  <c:v>43138</c:v>
                </c:pt>
                <c:pt idx="2">
                  <c:v>43137</c:v>
                </c:pt>
                <c:pt idx="3">
                  <c:v>43136</c:v>
                </c:pt>
                <c:pt idx="4">
                  <c:v>43133</c:v>
                </c:pt>
                <c:pt idx="5">
                  <c:v>43132</c:v>
                </c:pt>
                <c:pt idx="6">
                  <c:v>43131</c:v>
                </c:pt>
                <c:pt idx="7">
                  <c:v>43130</c:v>
                </c:pt>
                <c:pt idx="8">
                  <c:v>43129</c:v>
                </c:pt>
                <c:pt idx="9">
                  <c:v>43126</c:v>
                </c:pt>
                <c:pt idx="10">
                  <c:v>43125</c:v>
                </c:pt>
                <c:pt idx="11">
                  <c:v>43124</c:v>
                </c:pt>
                <c:pt idx="12">
                  <c:v>43123</c:v>
                </c:pt>
                <c:pt idx="13">
                  <c:v>43122</c:v>
                </c:pt>
                <c:pt idx="14">
                  <c:v>43119</c:v>
                </c:pt>
                <c:pt idx="15">
                  <c:v>43118</c:v>
                </c:pt>
                <c:pt idx="16">
                  <c:v>43117</c:v>
                </c:pt>
                <c:pt idx="17">
                  <c:v>43116</c:v>
                </c:pt>
                <c:pt idx="18">
                  <c:v>43115</c:v>
                </c:pt>
                <c:pt idx="19">
                  <c:v>43112</c:v>
                </c:pt>
                <c:pt idx="20">
                  <c:v>43111</c:v>
                </c:pt>
                <c:pt idx="21">
                  <c:v>43110</c:v>
                </c:pt>
                <c:pt idx="22">
                  <c:v>43109</c:v>
                </c:pt>
                <c:pt idx="23">
                  <c:v>43108</c:v>
                </c:pt>
                <c:pt idx="24">
                  <c:v>43105</c:v>
                </c:pt>
                <c:pt idx="25">
                  <c:v>43104</c:v>
                </c:pt>
                <c:pt idx="26">
                  <c:v>43103</c:v>
                </c:pt>
                <c:pt idx="27">
                  <c:v>43102</c:v>
                </c:pt>
                <c:pt idx="28">
                  <c:v>43100</c:v>
                </c:pt>
                <c:pt idx="29">
                  <c:v>43099</c:v>
                </c:pt>
                <c:pt idx="30">
                  <c:v>43098</c:v>
                </c:pt>
                <c:pt idx="31">
                  <c:v>43097</c:v>
                </c:pt>
                <c:pt idx="32">
                  <c:v>43096</c:v>
                </c:pt>
                <c:pt idx="33">
                  <c:v>43095</c:v>
                </c:pt>
                <c:pt idx="34">
                  <c:v>43094</c:v>
                </c:pt>
                <c:pt idx="35">
                  <c:v>43091</c:v>
                </c:pt>
                <c:pt idx="36">
                  <c:v>43090</c:v>
                </c:pt>
                <c:pt idx="37">
                  <c:v>43089</c:v>
                </c:pt>
                <c:pt idx="38">
                  <c:v>43088</c:v>
                </c:pt>
                <c:pt idx="39">
                  <c:v>43087</c:v>
                </c:pt>
                <c:pt idx="40">
                  <c:v>43084</c:v>
                </c:pt>
                <c:pt idx="41">
                  <c:v>43083</c:v>
                </c:pt>
                <c:pt idx="42">
                  <c:v>43082</c:v>
                </c:pt>
                <c:pt idx="43">
                  <c:v>43081</c:v>
                </c:pt>
                <c:pt idx="44">
                  <c:v>43080</c:v>
                </c:pt>
                <c:pt idx="45">
                  <c:v>43077</c:v>
                </c:pt>
                <c:pt idx="46">
                  <c:v>43076</c:v>
                </c:pt>
                <c:pt idx="47">
                  <c:v>43075</c:v>
                </c:pt>
                <c:pt idx="48">
                  <c:v>43074</c:v>
                </c:pt>
                <c:pt idx="49">
                  <c:v>43073</c:v>
                </c:pt>
                <c:pt idx="50">
                  <c:v>43070</c:v>
                </c:pt>
                <c:pt idx="51">
                  <c:v>43069</c:v>
                </c:pt>
                <c:pt idx="52">
                  <c:v>43068</c:v>
                </c:pt>
                <c:pt idx="53">
                  <c:v>43067</c:v>
                </c:pt>
                <c:pt idx="54">
                  <c:v>43066</c:v>
                </c:pt>
                <c:pt idx="55">
                  <c:v>43063</c:v>
                </c:pt>
                <c:pt idx="56">
                  <c:v>43062</c:v>
                </c:pt>
                <c:pt idx="57">
                  <c:v>43061</c:v>
                </c:pt>
                <c:pt idx="58">
                  <c:v>43060</c:v>
                </c:pt>
                <c:pt idx="59">
                  <c:v>43059</c:v>
                </c:pt>
                <c:pt idx="60">
                  <c:v>43056</c:v>
                </c:pt>
                <c:pt idx="61">
                  <c:v>43055</c:v>
                </c:pt>
                <c:pt idx="62">
                  <c:v>43054</c:v>
                </c:pt>
                <c:pt idx="63">
                  <c:v>43053</c:v>
                </c:pt>
                <c:pt idx="64">
                  <c:v>43052</c:v>
                </c:pt>
                <c:pt idx="65">
                  <c:v>43049</c:v>
                </c:pt>
                <c:pt idx="66">
                  <c:v>43048</c:v>
                </c:pt>
                <c:pt idx="67">
                  <c:v>43047</c:v>
                </c:pt>
                <c:pt idx="68">
                  <c:v>43046</c:v>
                </c:pt>
                <c:pt idx="69">
                  <c:v>43045</c:v>
                </c:pt>
                <c:pt idx="70">
                  <c:v>43042</c:v>
                </c:pt>
                <c:pt idx="71">
                  <c:v>43041</c:v>
                </c:pt>
                <c:pt idx="72">
                  <c:v>43040</c:v>
                </c:pt>
                <c:pt idx="73">
                  <c:v>43039</c:v>
                </c:pt>
                <c:pt idx="74">
                  <c:v>43038</c:v>
                </c:pt>
                <c:pt idx="75">
                  <c:v>43035</c:v>
                </c:pt>
                <c:pt idx="76">
                  <c:v>43034</c:v>
                </c:pt>
                <c:pt idx="77">
                  <c:v>43033</c:v>
                </c:pt>
                <c:pt idx="78">
                  <c:v>43032</c:v>
                </c:pt>
                <c:pt idx="79">
                  <c:v>43031</c:v>
                </c:pt>
                <c:pt idx="80">
                  <c:v>43028</c:v>
                </c:pt>
                <c:pt idx="81">
                  <c:v>43027</c:v>
                </c:pt>
                <c:pt idx="82">
                  <c:v>43026</c:v>
                </c:pt>
                <c:pt idx="83">
                  <c:v>43025</c:v>
                </c:pt>
                <c:pt idx="84">
                  <c:v>43024</c:v>
                </c:pt>
                <c:pt idx="85">
                  <c:v>43021</c:v>
                </c:pt>
                <c:pt idx="86">
                  <c:v>43020</c:v>
                </c:pt>
                <c:pt idx="87">
                  <c:v>43019</c:v>
                </c:pt>
                <c:pt idx="88">
                  <c:v>43018</c:v>
                </c:pt>
                <c:pt idx="89">
                  <c:v>43017</c:v>
                </c:pt>
                <c:pt idx="90">
                  <c:v>43008</c:v>
                </c:pt>
                <c:pt idx="91">
                  <c:v>43007</c:v>
                </c:pt>
                <c:pt idx="92">
                  <c:v>43006</c:v>
                </c:pt>
                <c:pt idx="93">
                  <c:v>43005</c:v>
                </c:pt>
                <c:pt idx="94">
                  <c:v>43004</c:v>
                </c:pt>
                <c:pt idx="95">
                  <c:v>43003</c:v>
                </c:pt>
                <c:pt idx="96">
                  <c:v>43000</c:v>
                </c:pt>
                <c:pt idx="97">
                  <c:v>42999</c:v>
                </c:pt>
                <c:pt idx="98">
                  <c:v>42998</c:v>
                </c:pt>
                <c:pt idx="99">
                  <c:v>42997</c:v>
                </c:pt>
                <c:pt idx="100">
                  <c:v>42996</c:v>
                </c:pt>
                <c:pt idx="101">
                  <c:v>42993</c:v>
                </c:pt>
                <c:pt idx="102">
                  <c:v>42992</c:v>
                </c:pt>
                <c:pt idx="103">
                  <c:v>42991</c:v>
                </c:pt>
                <c:pt idx="104">
                  <c:v>42990</c:v>
                </c:pt>
                <c:pt idx="105">
                  <c:v>42989</c:v>
                </c:pt>
                <c:pt idx="106">
                  <c:v>42986</c:v>
                </c:pt>
                <c:pt idx="107">
                  <c:v>42985</c:v>
                </c:pt>
                <c:pt idx="108">
                  <c:v>42984</c:v>
                </c:pt>
                <c:pt idx="109">
                  <c:v>42983</c:v>
                </c:pt>
                <c:pt idx="110">
                  <c:v>42982</c:v>
                </c:pt>
                <c:pt idx="111">
                  <c:v>42979</c:v>
                </c:pt>
                <c:pt idx="112">
                  <c:v>42978</c:v>
                </c:pt>
                <c:pt idx="113">
                  <c:v>42977</c:v>
                </c:pt>
                <c:pt idx="114">
                  <c:v>42976</c:v>
                </c:pt>
                <c:pt idx="115">
                  <c:v>42975</c:v>
                </c:pt>
                <c:pt idx="116">
                  <c:v>42972</c:v>
                </c:pt>
                <c:pt idx="117">
                  <c:v>42971</c:v>
                </c:pt>
                <c:pt idx="118">
                  <c:v>42970</c:v>
                </c:pt>
                <c:pt idx="119">
                  <c:v>42969</c:v>
                </c:pt>
                <c:pt idx="120">
                  <c:v>42968</c:v>
                </c:pt>
                <c:pt idx="121">
                  <c:v>42965</c:v>
                </c:pt>
                <c:pt idx="122">
                  <c:v>42964</c:v>
                </c:pt>
                <c:pt idx="123">
                  <c:v>42963</c:v>
                </c:pt>
                <c:pt idx="124">
                  <c:v>42962</c:v>
                </c:pt>
                <c:pt idx="125">
                  <c:v>42961</c:v>
                </c:pt>
                <c:pt idx="126">
                  <c:v>42958</c:v>
                </c:pt>
                <c:pt idx="127">
                  <c:v>42957</c:v>
                </c:pt>
                <c:pt idx="128">
                  <c:v>42956</c:v>
                </c:pt>
                <c:pt idx="129">
                  <c:v>42955</c:v>
                </c:pt>
                <c:pt idx="130">
                  <c:v>42954</c:v>
                </c:pt>
                <c:pt idx="131">
                  <c:v>42951</c:v>
                </c:pt>
                <c:pt idx="132">
                  <c:v>42950</c:v>
                </c:pt>
                <c:pt idx="133">
                  <c:v>42949</c:v>
                </c:pt>
                <c:pt idx="134">
                  <c:v>42948</c:v>
                </c:pt>
                <c:pt idx="135">
                  <c:v>42947</c:v>
                </c:pt>
                <c:pt idx="136">
                  <c:v>42944</c:v>
                </c:pt>
                <c:pt idx="137">
                  <c:v>42943</c:v>
                </c:pt>
                <c:pt idx="138">
                  <c:v>42942</c:v>
                </c:pt>
                <c:pt idx="139">
                  <c:v>42941</c:v>
                </c:pt>
                <c:pt idx="140">
                  <c:v>42940</c:v>
                </c:pt>
                <c:pt idx="141">
                  <c:v>42937</c:v>
                </c:pt>
                <c:pt idx="142">
                  <c:v>42936</c:v>
                </c:pt>
                <c:pt idx="143">
                  <c:v>42935</c:v>
                </c:pt>
                <c:pt idx="144">
                  <c:v>42934</c:v>
                </c:pt>
                <c:pt idx="145">
                  <c:v>42933</c:v>
                </c:pt>
                <c:pt idx="146">
                  <c:v>42930</c:v>
                </c:pt>
                <c:pt idx="147">
                  <c:v>42929</c:v>
                </c:pt>
                <c:pt idx="148">
                  <c:v>42928</c:v>
                </c:pt>
                <c:pt idx="149">
                  <c:v>42927</c:v>
                </c:pt>
                <c:pt idx="150">
                  <c:v>42926</c:v>
                </c:pt>
                <c:pt idx="151">
                  <c:v>42923</c:v>
                </c:pt>
                <c:pt idx="152">
                  <c:v>42922</c:v>
                </c:pt>
                <c:pt idx="153">
                  <c:v>42921</c:v>
                </c:pt>
                <c:pt idx="154">
                  <c:v>42920</c:v>
                </c:pt>
                <c:pt idx="155">
                  <c:v>42919</c:v>
                </c:pt>
                <c:pt idx="156">
                  <c:v>42916</c:v>
                </c:pt>
                <c:pt idx="157">
                  <c:v>42915</c:v>
                </c:pt>
                <c:pt idx="158">
                  <c:v>42914</c:v>
                </c:pt>
                <c:pt idx="159">
                  <c:v>42913</c:v>
                </c:pt>
                <c:pt idx="160">
                  <c:v>42912</c:v>
                </c:pt>
                <c:pt idx="161">
                  <c:v>42909</c:v>
                </c:pt>
                <c:pt idx="162">
                  <c:v>42908</c:v>
                </c:pt>
                <c:pt idx="163">
                  <c:v>42907</c:v>
                </c:pt>
                <c:pt idx="164">
                  <c:v>42906</c:v>
                </c:pt>
                <c:pt idx="165">
                  <c:v>42905</c:v>
                </c:pt>
                <c:pt idx="166">
                  <c:v>42902</c:v>
                </c:pt>
                <c:pt idx="167">
                  <c:v>42901</c:v>
                </c:pt>
                <c:pt idx="168">
                  <c:v>42900</c:v>
                </c:pt>
                <c:pt idx="169">
                  <c:v>42899</c:v>
                </c:pt>
                <c:pt idx="170">
                  <c:v>42898</c:v>
                </c:pt>
                <c:pt idx="171">
                  <c:v>42896</c:v>
                </c:pt>
                <c:pt idx="172">
                  <c:v>42895</c:v>
                </c:pt>
                <c:pt idx="173">
                  <c:v>42894</c:v>
                </c:pt>
                <c:pt idx="174">
                  <c:v>42893</c:v>
                </c:pt>
                <c:pt idx="175">
                  <c:v>42892</c:v>
                </c:pt>
                <c:pt idx="176">
                  <c:v>42891</c:v>
                </c:pt>
                <c:pt idx="177">
                  <c:v>42888</c:v>
                </c:pt>
                <c:pt idx="178">
                  <c:v>42887</c:v>
                </c:pt>
                <c:pt idx="179">
                  <c:v>42886</c:v>
                </c:pt>
                <c:pt idx="180">
                  <c:v>42882</c:v>
                </c:pt>
                <c:pt idx="181">
                  <c:v>42881</c:v>
                </c:pt>
                <c:pt idx="182">
                  <c:v>42880</c:v>
                </c:pt>
                <c:pt idx="183">
                  <c:v>42879</c:v>
                </c:pt>
                <c:pt idx="184">
                  <c:v>42878</c:v>
                </c:pt>
                <c:pt idx="185">
                  <c:v>42877</c:v>
                </c:pt>
                <c:pt idx="186">
                  <c:v>42874</c:v>
                </c:pt>
                <c:pt idx="187">
                  <c:v>42873</c:v>
                </c:pt>
                <c:pt idx="188">
                  <c:v>42872</c:v>
                </c:pt>
                <c:pt idx="189">
                  <c:v>42871</c:v>
                </c:pt>
                <c:pt idx="190">
                  <c:v>42870</c:v>
                </c:pt>
                <c:pt idx="191">
                  <c:v>42867</c:v>
                </c:pt>
                <c:pt idx="192">
                  <c:v>42866</c:v>
                </c:pt>
                <c:pt idx="193">
                  <c:v>42865</c:v>
                </c:pt>
                <c:pt idx="194">
                  <c:v>42864</c:v>
                </c:pt>
                <c:pt idx="195">
                  <c:v>42863</c:v>
                </c:pt>
                <c:pt idx="196">
                  <c:v>42860</c:v>
                </c:pt>
                <c:pt idx="197">
                  <c:v>42859</c:v>
                </c:pt>
                <c:pt idx="198">
                  <c:v>42858</c:v>
                </c:pt>
                <c:pt idx="199">
                  <c:v>42857</c:v>
                </c:pt>
                <c:pt idx="200">
                  <c:v>42853</c:v>
                </c:pt>
                <c:pt idx="201">
                  <c:v>42852</c:v>
                </c:pt>
                <c:pt idx="202">
                  <c:v>42851</c:v>
                </c:pt>
                <c:pt idx="203">
                  <c:v>42850</c:v>
                </c:pt>
                <c:pt idx="204">
                  <c:v>42849</c:v>
                </c:pt>
                <c:pt idx="205">
                  <c:v>42846</c:v>
                </c:pt>
                <c:pt idx="206">
                  <c:v>42845</c:v>
                </c:pt>
                <c:pt idx="207">
                  <c:v>42844</c:v>
                </c:pt>
                <c:pt idx="208">
                  <c:v>42843</c:v>
                </c:pt>
                <c:pt idx="209">
                  <c:v>42842</c:v>
                </c:pt>
                <c:pt idx="210">
                  <c:v>42839</c:v>
                </c:pt>
                <c:pt idx="211">
                  <c:v>42838</c:v>
                </c:pt>
                <c:pt idx="212">
                  <c:v>42837</c:v>
                </c:pt>
                <c:pt idx="213">
                  <c:v>42836</c:v>
                </c:pt>
                <c:pt idx="214">
                  <c:v>42835</c:v>
                </c:pt>
                <c:pt idx="215">
                  <c:v>42832</c:v>
                </c:pt>
                <c:pt idx="216">
                  <c:v>42831</c:v>
                </c:pt>
                <c:pt idx="217">
                  <c:v>42830</c:v>
                </c:pt>
                <c:pt idx="218">
                  <c:v>42826</c:v>
                </c:pt>
                <c:pt idx="219">
                  <c:v>42825</c:v>
                </c:pt>
                <c:pt idx="220">
                  <c:v>42824</c:v>
                </c:pt>
                <c:pt idx="221">
                  <c:v>42823</c:v>
                </c:pt>
                <c:pt idx="222">
                  <c:v>42822</c:v>
                </c:pt>
                <c:pt idx="223">
                  <c:v>42821</c:v>
                </c:pt>
                <c:pt idx="224">
                  <c:v>42818</c:v>
                </c:pt>
                <c:pt idx="225">
                  <c:v>42817</c:v>
                </c:pt>
                <c:pt idx="226">
                  <c:v>42816</c:v>
                </c:pt>
                <c:pt idx="227">
                  <c:v>42815</c:v>
                </c:pt>
                <c:pt idx="228">
                  <c:v>42814</c:v>
                </c:pt>
                <c:pt idx="229">
                  <c:v>42811</c:v>
                </c:pt>
                <c:pt idx="230">
                  <c:v>42810</c:v>
                </c:pt>
                <c:pt idx="231">
                  <c:v>42809</c:v>
                </c:pt>
                <c:pt idx="232">
                  <c:v>42808</c:v>
                </c:pt>
                <c:pt idx="233">
                  <c:v>42807</c:v>
                </c:pt>
                <c:pt idx="234">
                  <c:v>42804</c:v>
                </c:pt>
                <c:pt idx="235">
                  <c:v>42803</c:v>
                </c:pt>
                <c:pt idx="236">
                  <c:v>42802</c:v>
                </c:pt>
                <c:pt idx="237">
                  <c:v>42801</c:v>
                </c:pt>
                <c:pt idx="238">
                  <c:v>42800</c:v>
                </c:pt>
                <c:pt idx="239">
                  <c:v>42797</c:v>
                </c:pt>
                <c:pt idx="240">
                  <c:v>42796</c:v>
                </c:pt>
                <c:pt idx="241">
                  <c:v>42795</c:v>
                </c:pt>
                <c:pt idx="242">
                  <c:v>42794</c:v>
                </c:pt>
                <c:pt idx="243">
                  <c:v>42793</c:v>
                </c:pt>
                <c:pt idx="244">
                  <c:v>42790</c:v>
                </c:pt>
                <c:pt idx="245">
                  <c:v>42789</c:v>
                </c:pt>
                <c:pt idx="246">
                  <c:v>42788</c:v>
                </c:pt>
                <c:pt idx="247">
                  <c:v>42787</c:v>
                </c:pt>
                <c:pt idx="248">
                  <c:v>42786</c:v>
                </c:pt>
                <c:pt idx="249">
                  <c:v>42783</c:v>
                </c:pt>
                <c:pt idx="250">
                  <c:v>42782</c:v>
                </c:pt>
                <c:pt idx="251">
                  <c:v>42781</c:v>
                </c:pt>
                <c:pt idx="252">
                  <c:v>42780</c:v>
                </c:pt>
                <c:pt idx="253">
                  <c:v>42779</c:v>
                </c:pt>
                <c:pt idx="254">
                  <c:v>42776</c:v>
                </c:pt>
                <c:pt idx="255">
                  <c:v>42775</c:v>
                </c:pt>
                <c:pt idx="256">
                  <c:v>42774</c:v>
                </c:pt>
                <c:pt idx="257">
                  <c:v>42773</c:v>
                </c:pt>
                <c:pt idx="258">
                  <c:v>42772</c:v>
                </c:pt>
                <c:pt idx="259">
                  <c:v>42770</c:v>
                </c:pt>
                <c:pt idx="260">
                  <c:v>42769</c:v>
                </c:pt>
                <c:pt idx="261">
                  <c:v>42761</c:v>
                </c:pt>
                <c:pt idx="262">
                  <c:v>42760</c:v>
                </c:pt>
                <c:pt idx="263">
                  <c:v>42759</c:v>
                </c:pt>
                <c:pt idx="264">
                  <c:v>42758</c:v>
                </c:pt>
                <c:pt idx="265">
                  <c:v>42757</c:v>
                </c:pt>
                <c:pt idx="266">
                  <c:v>42755</c:v>
                </c:pt>
                <c:pt idx="267">
                  <c:v>42754</c:v>
                </c:pt>
                <c:pt idx="268">
                  <c:v>42753</c:v>
                </c:pt>
                <c:pt idx="269">
                  <c:v>42752</c:v>
                </c:pt>
                <c:pt idx="270">
                  <c:v>42751</c:v>
                </c:pt>
                <c:pt idx="271">
                  <c:v>42748</c:v>
                </c:pt>
                <c:pt idx="272">
                  <c:v>42747</c:v>
                </c:pt>
                <c:pt idx="273">
                  <c:v>42746</c:v>
                </c:pt>
                <c:pt idx="274">
                  <c:v>42745</c:v>
                </c:pt>
                <c:pt idx="275">
                  <c:v>42744</c:v>
                </c:pt>
                <c:pt idx="276">
                  <c:v>42741</c:v>
                </c:pt>
                <c:pt idx="277">
                  <c:v>42740</c:v>
                </c:pt>
                <c:pt idx="278">
                  <c:v>42739</c:v>
                </c:pt>
                <c:pt idx="279">
                  <c:v>42738</c:v>
                </c:pt>
              </c:numCache>
            </c:numRef>
          </c:cat>
          <c:val>
            <c:numRef>
              <c:f>'债券市场(YTD)'!$BN$26:$BN$400</c:f>
              <c:numCache>
                <c:formatCode>General</c:formatCode>
                <c:ptCount val="375"/>
                <c:pt idx="0">
                  <c:v>104.68999999999996</c:v>
                </c:pt>
                <c:pt idx="1">
                  <c:v>104.68999999999996</c:v>
                </c:pt>
                <c:pt idx="2">
                  <c:v>108.38999999999999</c:v>
                </c:pt>
                <c:pt idx="3">
                  <c:v>110.68000000000002</c:v>
                </c:pt>
                <c:pt idx="4">
                  <c:v>110.74999999999994</c:v>
                </c:pt>
                <c:pt idx="5">
                  <c:v>111.34000000000003</c:v>
                </c:pt>
                <c:pt idx="6">
                  <c:v>114.91000000000003</c:v>
                </c:pt>
                <c:pt idx="7">
                  <c:v>116.53000000000003</c:v>
                </c:pt>
                <c:pt idx="8">
                  <c:v>117.33000000000003</c:v>
                </c:pt>
                <c:pt idx="9">
                  <c:v>116.89000000000003</c:v>
                </c:pt>
                <c:pt idx="10">
                  <c:v>115.34999999999998</c:v>
                </c:pt>
                <c:pt idx="11">
                  <c:v>115.64999999999999</c:v>
                </c:pt>
                <c:pt idx="12">
                  <c:v>117.34999999999998</c:v>
                </c:pt>
                <c:pt idx="13">
                  <c:v>116.56999999999998</c:v>
                </c:pt>
                <c:pt idx="14">
                  <c:v>117.36</c:v>
                </c:pt>
                <c:pt idx="15">
                  <c:v>116.48000000000005</c:v>
                </c:pt>
                <c:pt idx="16">
                  <c:v>113.51999999999998</c:v>
                </c:pt>
                <c:pt idx="17">
                  <c:v>114.48</c:v>
                </c:pt>
                <c:pt idx="18">
                  <c:v>113.90999999999995</c:v>
                </c:pt>
                <c:pt idx="19">
                  <c:v>111.43999999999998</c:v>
                </c:pt>
                <c:pt idx="20">
                  <c:v>112.14000000000004</c:v>
                </c:pt>
                <c:pt idx="21">
                  <c:v>108.86999999999998</c:v>
                </c:pt>
                <c:pt idx="22">
                  <c:v>105.49</c:v>
                </c:pt>
                <c:pt idx="23">
                  <c:v>103.96000000000005</c:v>
                </c:pt>
                <c:pt idx="24">
                  <c:v>102.15000000000005</c:v>
                </c:pt>
                <c:pt idx="25">
                  <c:v>99.290000000000049</c:v>
                </c:pt>
                <c:pt idx="26">
                  <c:v>98.939999999999984</c:v>
                </c:pt>
                <c:pt idx="27">
                  <c:v>97.879999999999967</c:v>
                </c:pt>
                <c:pt idx="28">
                  <c:v>96.830000000000013</c:v>
                </c:pt>
                <c:pt idx="29">
                  <c:v>96.830000000000013</c:v>
                </c:pt>
                <c:pt idx="30">
                  <c:v>96.830000000000013</c:v>
                </c:pt>
                <c:pt idx="31">
                  <c:v>99.089999999999989</c:v>
                </c:pt>
                <c:pt idx="32">
                  <c:v>99.200000000000045</c:v>
                </c:pt>
                <c:pt idx="33">
                  <c:v>98.220000000000013</c:v>
                </c:pt>
                <c:pt idx="34">
                  <c:v>98.17</c:v>
                </c:pt>
                <c:pt idx="35">
                  <c:v>94.950000000000045</c:v>
                </c:pt>
                <c:pt idx="36">
                  <c:v>95.780000000000015</c:v>
                </c:pt>
                <c:pt idx="37">
                  <c:v>94.679999999999964</c:v>
                </c:pt>
                <c:pt idx="38">
                  <c:v>93.930000000000021</c:v>
                </c:pt>
                <c:pt idx="39">
                  <c:v>93.550000000000026</c:v>
                </c:pt>
                <c:pt idx="40">
                  <c:v>92.170000000000044</c:v>
                </c:pt>
                <c:pt idx="41">
                  <c:v>90.34</c:v>
                </c:pt>
                <c:pt idx="42">
                  <c:v>88.899999999999977</c:v>
                </c:pt>
                <c:pt idx="43">
                  <c:v>85.320000000000022</c:v>
                </c:pt>
                <c:pt idx="44">
                  <c:v>86.390000000000015</c:v>
                </c:pt>
                <c:pt idx="45">
                  <c:v>88.029999999999959</c:v>
                </c:pt>
                <c:pt idx="46">
                  <c:v>89.6</c:v>
                </c:pt>
                <c:pt idx="47">
                  <c:v>91.28000000000003</c:v>
                </c:pt>
                <c:pt idx="48">
                  <c:v>91.360000000000014</c:v>
                </c:pt>
                <c:pt idx="49">
                  <c:v>91.58</c:v>
                </c:pt>
                <c:pt idx="50">
                  <c:v>90.719999999999956</c:v>
                </c:pt>
                <c:pt idx="51">
                  <c:v>88.650000000000034</c:v>
                </c:pt>
                <c:pt idx="52">
                  <c:v>86.04000000000002</c:v>
                </c:pt>
                <c:pt idx="53">
                  <c:v>85.03000000000003</c:v>
                </c:pt>
                <c:pt idx="54">
                  <c:v>83.48</c:v>
                </c:pt>
                <c:pt idx="55">
                  <c:v>86.559999999999974</c:v>
                </c:pt>
                <c:pt idx="56">
                  <c:v>85.359999999999971</c:v>
                </c:pt>
                <c:pt idx="57">
                  <c:v>82.92999999999995</c:v>
                </c:pt>
                <c:pt idx="58">
                  <c:v>77.280000000000015</c:v>
                </c:pt>
                <c:pt idx="59">
                  <c:v>75.840000000000046</c:v>
                </c:pt>
                <c:pt idx="60">
                  <c:v>75.809999999999974</c:v>
                </c:pt>
                <c:pt idx="61">
                  <c:v>76.020000000000024</c:v>
                </c:pt>
                <c:pt idx="62">
                  <c:v>75.479999999999947</c:v>
                </c:pt>
                <c:pt idx="63">
                  <c:v>73.720000000000013</c:v>
                </c:pt>
                <c:pt idx="64">
                  <c:v>68.39</c:v>
                </c:pt>
                <c:pt idx="65">
                  <c:v>67.669999999999987</c:v>
                </c:pt>
                <c:pt idx="66">
                  <c:v>67.780000000000044</c:v>
                </c:pt>
                <c:pt idx="67">
                  <c:v>67.239999999999966</c:v>
                </c:pt>
                <c:pt idx="68">
                  <c:v>63.009999999999962</c:v>
                </c:pt>
                <c:pt idx="69">
                  <c:v>63.279999999999959</c:v>
                </c:pt>
                <c:pt idx="70">
                  <c:v>62.470000000000027</c:v>
                </c:pt>
                <c:pt idx="71">
                  <c:v>63.249999999999943</c:v>
                </c:pt>
                <c:pt idx="72">
                  <c:v>63.79999999999999</c:v>
                </c:pt>
                <c:pt idx="73">
                  <c:v>63.199999999999967</c:v>
                </c:pt>
                <c:pt idx="74">
                  <c:v>65.030000000000015</c:v>
                </c:pt>
                <c:pt idx="75">
                  <c:v>65.030000000000015</c:v>
                </c:pt>
                <c:pt idx="76">
                  <c:v>68.610000000000056</c:v>
                </c:pt>
                <c:pt idx="77">
                  <c:v>67.87</c:v>
                </c:pt>
                <c:pt idx="78">
                  <c:v>67.440000000000026</c:v>
                </c:pt>
                <c:pt idx="79">
                  <c:v>65.499999999999986</c:v>
                </c:pt>
                <c:pt idx="80">
                  <c:v>65.250000000000028</c:v>
                </c:pt>
                <c:pt idx="81">
                  <c:v>63.679999999999957</c:v>
                </c:pt>
                <c:pt idx="82">
                  <c:v>63.510000000000048</c:v>
                </c:pt>
                <c:pt idx="83">
                  <c:v>64.370000000000033</c:v>
                </c:pt>
                <c:pt idx="84">
                  <c:v>64.41</c:v>
                </c:pt>
                <c:pt idx="85">
                  <c:v>63.960000000000015</c:v>
                </c:pt>
                <c:pt idx="86">
                  <c:v>64.510000000000019</c:v>
                </c:pt>
                <c:pt idx="87">
                  <c:v>65.32000000000005</c:v>
                </c:pt>
                <c:pt idx="88">
                  <c:v>65.350000000000023</c:v>
                </c:pt>
                <c:pt idx="89">
                  <c:v>65.47</c:v>
                </c:pt>
                <c:pt idx="90">
                  <c:v>64.119999999999948</c:v>
                </c:pt>
                <c:pt idx="91">
                  <c:v>65.350000000000023</c:v>
                </c:pt>
                <c:pt idx="92">
                  <c:v>65.989999999999995</c:v>
                </c:pt>
                <c:pt idx="93">
                  <c:v>66.049999999999983</c:v>
                </c:pt>
                <c:pt idx="94">
                  <c:v>65.09999999999998</c:v>
                </c:pt>
                <c:pt idx="95">
                  <c:v>65.95999999999998</c:v>
                </c:pt>
                <c:pt idx="96">
                  <c:v>66.080000000000013</c:v>
                </c:pt>
                <c:pt idx="97">
                  <c:v>65.730000000000018</c:v>
                </c:pt>
                <c:pt idx="98">
                  <c:v>65.13</c:v>
                </c:pt>
                <c:pt idx="99">
                  <c:v>65.980000000000018</c:v>
                </c:pt>
                <c:pt idx="100">
                  <c:v>65.040000000000035</c:v>
                </c:pt>
                <c:pt idx="101">
                  <c:v>65.390000000000015</c:v>
                </c:pt>
                <c:pt idx="102">
                  <c:v>65.80000000000004</c:v>
                </c:pt>
                <c:pt idx="103">
                  <c:v>66.520000000000039</c:v>
                </c:pt>
                <c:pt idx="104">
                  <c:v>68.769999999999953</c:v>
                </c:pt>
                <c:pt idx="105">
                  <c:v>69.369999999999976</c:v>
                </c:pt>
                <c:pt idx="106">
                  <c:v>68.009999999999948</c:v>
                </c:pt>
                <c:pt idx="107">
                  <c:v>68.690000000000055</c:v>
                </c:pt>
                <c:pt idx="108">
                  <c:v>72.599999999999994</c:v>
                </c:pt>
                <c:pt idx="109">
                  <c:v>74.420000000000016</c:v>
                </c:pt>
                <c:pt idx="110">
                  <c:v>75.100000000000037</c:v>
                </c:pt>
                <c:pt idx="111">
                  <c:v>73.470000000000013</c:v>
                </c:pt>
                <c:pt idx="112">
                  <c:v>73.94999999999996</c:v>
                </c:pt>
                <c:pt idx="113">
                  <c:v>73.47999999999999</c:v>
                </c:pt>
                <c:pt idx="114">
                  <c:v>72.230000000000018</c:v>
                </c:pt>
                <c:pt idx="115">
                  <c:v>71.760000000000005</c:v>
                </c:pt>
                <c:pt idx="116">
                  <c:v>69.860000000000028</c:v>
                </c:pt>
                <c:pt idx="117">
                  <c:v>67.19000000000004</c:v>
                </c:pt>
                <c:pt idx="118">
                  <c:v>66.69</c:v>
                </c:pt>
                <c:pt idx="119">
                  <c:v>65.560000000000016</c:v>
                </c:pt>
                <c:pt idx="120">
                  <c:v>63.329999999999977</c:v>
                </c:pt>
                <c:pt idx="121">
                  <c:v>61.09</c:v>
                </c:pt>
                <c:pt idx="122">
                  <c:v>61.810000000000009</c:v>
                </c:pt>
                <c:pt idx="123">
                  <c:v>60.540000000000035</c:v>
                </c:pt>
                <c:pt idx="124">
                  <c:v>59.660000000000046</c:v>
                </c:pt>
                <c:pt idx="125">
                  <c:v>59.559999999999967</c:v>
                </c:pt>
                <c:pt idx="126">
                  <c:v>59.180000000000007</c:v>
                </c:pt>
                <c:pt idx="127">
                  <c:v>58.529999999999973</c:v>
                </c:pt>
                <c:pt idx="128">
                  <c:v>59.559999999999967</c:v>
                </c:pt>
                <c:pt idx="129">
                  <c:v>61.030000000000008</c:v>
                </c:pt>
                <c:pt idx="130">
                  <c:v>62.069999999999979</c:v>
                </c:pt>
                <c:pt idx="131">
                  <c:v>61.269999999999982</c:v>
                </c:pt>
                <c:pt idx="132">
                  <c:v>60.609999999999964</c:v>
                </c:pt>
                <c:pt idx="133">
                  <c:v>59.069999999999958</c:v>
                </c:pt>
                <c:pt idx="134">
                  <c:v>59.070000000000043</c:v>
                </c:pt>
                <c:pt idx="135">
                  <c:v>59.309999999999974</c:v>
                </c:pt>
                <c:pt idx="136">
                  <c:v>58.96999999999997</c:v>
                </c:pt>
                <c:pt idx="137">
                  <c:v>59.359999999999992</c:v>
                </c:pt>
                <c:pt idx="138">
                  <c:v>60.420000000000009</c:v>
                </c:pt>
                <c:pt idx="139">
                  <c:v>60.60000000000003</c:v>
                </c:pt>
                <c:pt idx="140">
                  <c:v>60.97999999999999</c:v>
                </c:pt>
                <c:pt idx="141">
                  <c:v>60.14999999999997</c:v>
                </c:pt>
                <c:pt idx="142">
                  <c:v>60.189999999999969</c:v>
                </c:pt>
                <c:pt idx="143">
                  <c:v>61.350000000000016</c:v>
                </c:pt>
                <c:pt idx="144">
                  <c:v>60.94000000000004</c:v>
                </c:pt>
                <c:pt idx="145">
                  <c:v>59.609999999999985</c:v>
                </c:pt>
                <c:pt idx="146">
                  <c:v>58.359999999999971</c:v>
                </c:pt>
                <c:pt idx="147">
                  <c:v>59.259999999999955</c:v>
                </c:pt>
                <c:pt idx="148">
                  <c:v>60.400000000000006</c:v>
                </c:pt>
                <c:pt idx="149">
                  <c:v>62.650000000000006</c:v>
                </c:pt>
                <c:pt idx="150">
                  <c:v>64.789999999999992</c:v>
                </c:pt>
                <c:pt idx="151">
                  <c:v>64.629999999999967</c:v>
                </c:pt>
                <c:pt idx="152">
                  <c:v>62.539999999999949</c:v>
                </c:pt>
                <c:pt idx="153">
                  <c:v>61.68</c:v>
                </c:pt>
                <c:pt idx="154">
                  <c:v>63.160000000000018</c:v>
                </c:pt>
                <c:pt idx="155">
                  <c:v>60.360000000000014</c:v>
                </c:pt>
                <c:pt idx="156">
                  <c:v>62.760000000000019</c:v>
                </c:pt>
                <c:pt idx="157">
                  <c:v>63.740000000000038</c:v>
                </c:pt>
                <c:pt idx="158">
                  <c:v>61.519999999999975</c:v>
                </c:pt>
                <c:pt idx="159">
                  <c:v>60.199999999999989</c:v>
                </c:pt>
                <c:pt idx="160">
                  <c:v>60.509999999999977</c:v>
                </c:pt>
                <c:pt idx="161">
                  <c:v>61.7</c:v>
                </c:pt>
                <c:pt idx="162">
                  <c:v>60.729999999999947</c:v>
                </c:pt>
                <c:pt idx="163">
                  <c:v>59.630000000000024</c:v>
                </c:pt>
                <c:pt idx="164">
                  <c:v>62.069999999999979</c:v>
                </c:pt>
                <c:pt idx="165">
                  <c:v>65.79000000000002</c:v>
                </c:pt>
                <c:pt idx="166">
                  <c:v>64.270000000000053</c:v>
                </c:pt>
                <c:pt idx="167">
                  <c:v>64.759999999999977</c:v>
                </c:pt>
                <c:pt idx="168">
                  <c:v>66.52</c:v>
                </c:pt>
                <c:pt idx="169">
                  <c:v>68.860000000000014</c:v>
                </c:pt>
                <c:pt idx="170">
                  <c:v>70.640000000000043</c:v>
                </c:pt>
                <c:pt idx="171">
                  <c:v>73.179999999999978</c:v>
                </c:pt>
                <c:pt idx="172">
                  <c:v>73.179999999999978</c:v>
                </c:pt>
                <c:pt idx="173">
                  <c:v>70.980000000000047</c:v>
                </c:pt>
                <c:pt idx="174">
                  <c:v>76.289999999999964</c:v>
                </c:pt>
                <c:pt idx="175">
                  <c:v>75.900000000000034</c:v>
                </c:pt>
                <c:pt idx="176">
                  <c:v>78.109999999999943</c:v>
                </c:pt>
                <c:pt idx="177">
                  <c:v>77.939999999999984</c:v>
                </c:pt>
                <c:pt idx="178">
                  <c:v>76.62</c:v>
                </c:pt>
                <c:pt idx="179">
                  <c:v>76.790000000000006</c:v>
                </c:pt>
                <c:pt idx="180">
                  <c:v>73.95</c:v>
                </c:pt>
                <c:pt idx="181">
                  <c:v>72.380000000000024</c:v>
                </c:pt>
                <c:pt idx="182">
                  <c:v>71.810000000000016</c:v>
                </c:pt>
                <c:pt idx="183">
                  <c:v>69.94999999999996</c:v>
                </c:pt>
                <c:pt idx="184">
                  <c:v>66.210000000000008</c:v>
                </c:pt>
                <c:pt idx="185">
                  <c:v>65.249999999999943</c:v>
                </c:pt>
                <c:pt idx="186">
                  <c:v>64.950000000000017</c:v>
                </c:pt>
                <c:pt idx="187">
                  <c:v>67.660000000000011</c:v>
                </c:pt>
                <c:pt idx="188">
                  <c:v>66.170000000000016</c:v>
                </c:pt>
                <c:pt idx="189">
                  <c:v>71.59999999999998</c:v>
                </c:pt>
                <c:pt idx="190">
                  <c:v>74.039999999999978</c:v>
                </c:pt>
                <c:pt idx="191">
                  <c:v>75.610000000000042</c:v>
                </c:pt>
                <c:pt idx="192">
                  <c:v>74.64</c:v>
                </c:pt>
                <c:pt idx="193">
                  <c:v>72.029999999999944</c:v>
                </c:pt>
                <c:pt idx="194">
                  <c:v>75.899999999999991</c:v>
                </c:pt>
                <c:pt idx="195">
                  <c:v>79.470000000000013</c:v>
                </c:pt>
                <c:pt idx="196">
                  <c:v>81.390000000000029</c:v>
                </c:pt>
                <c:pt idx="197">
                  <c:v>82.410000000000011</c:v>
                </c:pt>
                <c:pt idx="198">
                  <c:v>81.870000000000019</c:v>
                </c:pt>
                <c:pt idx="199">
                  <c:v>85.100000000000037</c:v>
                </c:pt>
                <c:pt idx="200">
                  <c:v>85.84</c:v>
                </c:pt>
                <c:pt idx="201">
                  <c:v>85.580000000000041</c:v>
                </c:pt>
                <c:pt idx="202">
                  <c:v>85.580000000000041</c:v>
                </c:pt>
                <c:pt idx="203">
                  <c:v>86.289999999999978</c:v>
                </c:pt>
                <c:pt idx="204">
                  <c:v>85.25</c:v>
                </c:pt>
                <c:pt idx="205">
                  <c:v>87.350000000000037</c:v>
                </c:pt>
                <c:pt idx="206">
                  <c:v>88.399999999999991</c:v>
                </c:pt>
                <c:pt idx="207">
                  <c:v>86.109999999999957</c:v>
                </c:pt>
                <c:pt idx="208">
                  <c:v>89.96999999999997</c:v>
                </c:pt>
                <c:pt idx="209">
                  <c:v>88.060000000000031</c:v>
                </c:pt>
                <c:pt idx="210">
                  <c:v>89.869999999999976</c:v>
                </c:pt>
                <c:pt idx="211">
                  <c:v>88.519999999999982</c:v>
                </c:pt>
                <c:pt idx="212">
                  <c:v>86.560000000000016</c:v>
                </c:pt>
                <c:pt idx="213">
                  <c:v>89.129999999999981</c:v>
                </c:pt>
                <c:pt idx="214">
                  <c:v>89.69</c:v>
                </c:pt>
                <c:pt idx="215">
                  <c:v>90.309999999999974</c:v>
                </c:pt>
                <c:pt idx="216">
                  <c:v>91.28000000000003</c:v>
                </c:pt>
                <c:pt idx="217">
                  <c:v>90.410000000000011</c:v>
                </c:pt>
                <c:pt idx="218">
                  <c:v>91.299999999999983</c:v>
                </c:pt>
                <c:pt idx="219">
                  <c:v>91.600000000000037</c:v>
                </c:pt>
                <c:pt idx="220">
                  <c:v>93.100000000000009</c:v>
                </c:pt>
                <c:pt idx="221">
                  <c:v>91.809999999999988</c:v>
                </c:pt>
                <c:pt idx="222">
                  <c:v>91.129999999999981</c:v>
                </c:pt>
                <c:pt idx="223">
                  <c:v>90.95</c:v>
                </c:pt>
                <c:pt idx="224">
                  <c:v>90.920000000000016</c:v>
                </c:pt>
                <c:pt idx="225">
                  <c:v>94.250000000000028</c:v>
                </c:pt>
                <c:pt idx="226">
                  <c:v>91.930000000000021</c:v>
                </c:pt>
                <c:pt idx="227">
                  <c:v>93.250000000000014</c:v>
                </c:pt>
                <c:pt idx="228">
                  <c:v>92.87</c:v>
                </c:pt>
                <c:pt idx="229">
                  <c:v>92.169999999999959</c:v>
                </c:pt>
                <c:pt idx="230">
                  <c:v>93.22</c:v>
                </c:pt>
                <c:pt idx="231">
                  <c:v>95.469999999999985</c:v>
                </c:pt>
                <c:pt idx="232">
                  <c:v>95.769999999999953</c:v>
                </c:pt>
                <c:pt idx="233">
                  <c:v>96.150000000000048</c:v>
                </c:pt>
                <c:pt idx="234">
                  <c:v>96.409999999999968</c:v>
                </c:pt>
                <c:pt idx="235">
                  <c:v>101.57000000000002</c:v>
                </c:pt>
                <c:pt idx="236">
                  <c:v>100.73999999999997</c:v>
                </c:pt>
                <c:pt idx="237">
                  <c:v>100.74000000000001</c:v>
                </c:pt>
                <c:pt idx="238">
                  <c:v>99.969999999999985</c:v>
                </c:pt>
                <c:pt idx="239">
                  <c:v>96.02</c:v>
                </c:pt>
                <c:pt idx="240">
                  <c:v>96.419999999999987</c:v>
                </c:pt>
                <c:pt idx="241">
                  <c:v>98.299999999999969</c:v>
                </c:pt>
                <c:pt idx="242">
                  <c:v>98.180000000000021</c:v>
                </c:pt>
                <c:pt idx="243">
                  <c:v>97.890000000000029</c:v>
                </c:pt>
                <c:pt idx="244">
                  <c:v>95.989999999999981</c:v>
                </c:pt>
                <c:pt idx="245">
                  <c:v>95.719999999999985</c:v>
                </c:pt>
                <c:pt idx="246">
                  <c:v>95.86999999999999</c:v>
                </c:pt>
                <c:pt idx="247">
                  <c:v>96.269999999999982</c:v>
                </c:pt>
                <c:pt idx="248">
                  <c:v>94.320000000000007</c:v>
                </c:pt>
                <c:pt idx="249">
                  <c:v>93.41</c:v>
                </c:pt>
                <c:pt idx="250">
                  <c:v>92.74</c:v>
                </c:pt>
                <c:pt idx="251">
                  <c:v>97.450000000000031</c:v>
                </c:pt>
                <c:pt idx="252">
                  <c:v>98.19000000000004</c:v>
                </c:pt>
                <c:pt idx="253">
                  <c:v>99.16</c:v>
                </c:pt>
                <c:pt idx="254">
                  <c:v>97.200000000000045</c:v>
                </c:pt>
                <c:pt idx="255">
                  <c:v>95.299999999999983</c:v>
                </c:pt>
                <c:pt idx="256">
                  <c:v>94.630000000000038</c:v>
                </c:pt>
                <c:pt idx="257">
                  <c:v>97.2</c:v>
                </c:pt>
                <c:pt idx="258">
                  <c:v>94.78</c:v>
                </c:pt>
                <c:pt idx="259">
                  <c:v>90.240000000000009</c:v>
                </c:pt>
                <c:pt idx="260">
                  <c:v>91.000000000000014</c:v>
                </c:pt>
                <c:pt idx="261">
                  <c:v>82.059999999999974</c:v>
                </c:pt>
                <c:pt idx="262">
                  <c:v>82.590000000000032</c:v>
                </c:pt>
                <c:pt idx="263">
                  <c:v>80.940000000000012</c:v>
                </c:pt>
                <c:pt idx="264">
                  <c:v>77.930000000000007</c:v>
                </c:pt>
                <c:pt idx="265">
                  <c:v>76.91</c:v>
                </c:pt>
                <c:pt idx="266">
                  <c:v>77.680000000000021</c:v>
                </c:pt>
                <c:pt idx="267">
                  <c:v>77.61</c:v>
                </c:pt>
                <c:pt idx="268">
                  <c:v>79.140000000000029</c:v>
                </c:pt>
                <c:pt idx="269">
                  <c:v>74.960000000000008</c:v>
                </c:pt>
                <c:pt idx="270">
                  <c:v>73.289999999999992</c:v>
                </c:pt>
                <c:pt idx="271">
                  <c:v>71.650000000000034</c:v>
                </c:pt>
                <c:pt idx="272">
                  <c:v>71.240000000000009</c:v>
                </c:pt>
                <c:pt idx="273">
                  <c:v>73.70999999999998</c:v>
                </c:pt>
                <c:pt idx="274">
                  <c:v>73.63</c:v>
                </c:pt>
                <c:pt idx="275">
                  <c:v>72.069999999999993</c:v>
                </c:pt>
                <c:pt idx="276">
                  <c:v>70.73</c:v>
                </c:pt>
                <c:pt idx="277">
                  <c:v>74.920000000000016</c:v>
                </c:pt>
                <c:pt idx="278">
                  <c:v>69.830000000000013</c:v>
                </c:pt>
                <c:pt idx="279">
                  <c:v>75.400000000000006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5A-434B-AF87-CB9601F04E41}"/>
            </c:ext>
          </c:extLst>
        </c:ser>
        <c:ser>
          <c:idx val="2"/>
          <c:order val="2"/>
          <c:tx>
            <c:strRef>
              <c:f>'债券市场(YTD)'!$BO$23</c:f>
              <c:strCache>
                <c:ptCount val="1"/>
                <c:pt idx="0">
                  <c:v>10Y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'债券市场(YTD)'!$A$26:$A$400</c:f>
              <c:numCache>
                <c:formatCode>yyyy\-mm\-dd;@</c:formatCode>
                <c:ptCount val="375"/>
                <c:pt idx="0">
                  <c:v>43139</c:v>
                </c:pt>
                <c:pt idx="1">
                  <c:v>43138</c:v>
                </c:pt>
                <c:pt idx="2">
                  <c:v>43137</c:v>
                </c:pt>
                <c:pt idx="3">
                  <c:v>43136</c:v>
                </c:pt>
                <c:pt idx="4">
                  <c:v>43133</c:v>
                </c:pt>
                <c:pt idx="5">
                  <c:v>43132</c:v>
                </c:pt>
                <c:pt idx="6">
                  <c:v>43131</c:v>
                </c:pt>
                <c:pt idx="7">
                  <c:v>43130</c:v>
                </c:pt>
                <c:pt idx="8">
                  <c:v>43129</c:v>
                </c:pt>
                <c:pt idx="9">
                  <c:v>43126</c:v>
                </c:pt>
                <c:pt idx="10">
                  <c:v>43125</c:v>
                </c:pt>
                <c:pt idx="11">
                  <c:v>43124</c:v>
                </c:pt>
                <c:pt idx="12">
                  <c:v>43123</c:v>
                </c:pt>
                <c:pt idx="13">
                  <c:v>43122</c:v>
                </c:pt>
                <c:pt idx="14">
                  <c:v>43119</c:v>
                </c:pt>
                <c:pt idx="15">
                  <c:v>43118</c:v>
                </c:pt>
                <c:pt idx="16">
                  <c:v>43117</c:v>
                </c:pt>
                <c:pt idx="17">
                  <c:v>43116</c:v>
                </c:pt>
                <c:pt idx="18">
                  <c:v>43115</c:v>
                </c:pt>
                <c:pt idx="19">
                  <c:v>43112</c:v>
                </c:pt>
                <c:pt idx="20">
                  <c:v>43111</c:v>
                </c:pt>
                <c:pt idx="21">
                  <c:v>43110</c:v>
                </c:pt>
                <c:pt idx="22">
                  <c:v>43109</c:v>
                </c:pt>
                <c:pt idx="23">
                  <c:v>43108</c:v>
                </c:pt>
                <c:pt idx="24">
                  <c:v>43105</c:v>
                </c:pt>
                <c:pt idx="25">
                  <c:v>43104</c:v>
                </c:pt>
                <c:pt idx="26">
                  <c:v>43103</c:v>
                </c:pt>
                <c:pt idx="27">
                  <c:v>43102</c:v>
                </c:pt>
                <c:pt idx="28">
                  <c:v>43100</c:v>
                </c:pt>
                <c:pt idx="29">
                  <c:v>43099</c:v>
                </c:pt>
                <c:pt idx="30">
                  <c:v>43098</c:v>
                </c:pt>
                <c:pt idx="31">
                  <c:v>43097</c:v>
                </c:pt>
                <c:pt idx="32">
                  <c:v>43096</c:v>
                </c:pt>
                <c:pt idx="33">
                  <c:v>43095</c:v>
                </c:pt>
                <c:pt idx="34">
                  <c:v>43094</c:v>
                </c:pt>
                <c:pt idx="35">
                  <c:v>43091</c:v>
                </c:pt>
                <c:pt idx="36">
                  <c:v>43090</c:v>
                </c:pt>
                <c:pt idx="37">
                  <c:v>43089</c:v>
                </c:pt>
                <c:pt idx="38">
                  <c:v>43088</c:v>
                </c:pt>
                <c:pt idx="39">
                  <c:v>43087</c:v>
                </c:pt>
                <c:pt idx="40">
                  <c:v>43084</c:v>
                </c:pt>
                <c:pt idx="41">
                  <c:v>43083</c:v>
                </c:pt>
                <c:pt idx="42">
                  <c:v>43082</c:v>
                </c:pt>
                <c:pt idx="43">
                  <c:v>43081</c:v>
                </c:pt>
                <c:pt idx="44">
                  <c:v>43080</c:v>
                </c:pt>
                <c:pt idx="45">
                  <c:v>43077</c:v>
                </c:pt>
                <c:pt idx="46">
                  <c:v>43076</c:v>
                </c:pt>
                <c:pt idx="47">
                  <c:v>43075</c:v>
                </c:pt>
                <c:pt idx="48">
                  <c:v>43074</c:v>
                </c:pt>
                <c:pt idx="49">
                  <c:v>43073</c:v>
                </c:pt>
                <c:pt idx="50">
                  <c:v>43070</c:v>
                </c:pt>
                <c:pt idx="51">
                  <c:v>43069</c:v>
                </c:pt>
                <c:pt idx="52">
                  <c:v>43068</c:v>
                </c:pt>
                <c:pt idx="53">
                  <c:v>43067</c:v>
                </c:pt>
                <c:pt idx="54">
                  <c:v>43066</c:v>
                </c:pt>
                <c:pt idx="55">
                  <c:v>43063</c:v>
                </c:pt>
                <c:pt idx="56">
                  <c:v>43062</c:v>
                </c:pt>
                <c:pt idx="57">
                  <c:v>43061</c:v>
                </c:pt>
                <c:pt idx="58">
                  <c:v>43060</c:v>
                </c:pt>
                <c:pt idx="59">
                  <c:v>43059</c:v>
                </c:pt>
                <c:pt idx="60">
                  <c:v>43056</c:v>
                </c:pt>
                <c:pt idx="61">
                  <c:v>43055</c:v>
                </c:pt>
                <c:pt idx="62">
                  <c:v>43054</c:v>
                </c:pt>
                <c:pt idx="63">
                  <c:v>43053</c:v>
                </c:pt>
                <c:pt idx="64">
                  <c:v>43052</c:v>
                </c:pt>
                <c:pt idx="65">
                  <c:v>43049</c:v>
                </c:pt>
                <c:pt idx="66">
                  <c:v>43048</c:v>
                </c:pt>
                <c:pt idx="67">
                  <c:v>43047</c:v>
                </c:pt>
                <c:pt idx="68">
                  <c:v>43046</c:v>
                </c:pt>
                <c:pt idx="69">
                  <c:v>43045</c:v>
                </c:pt>
                <c:pt idx="70">
                  <c:v>43042</c:v>
                </c:pt>
                <c:pt idx="71">
                  <c:v>43041</c:v>
                </c:pt>
                <c:pt idx="72">
                  <c:v>43040</c:v>
                </c:pt>
                <c:pt idx="73">
                  <c:v>43039</c:v>
                </c:pt>
                <c:pt idx="74">
                  <c:v>43038</c:v>
                </c:pt>
                <c:pt idx="75">
                  <c:v>43035</c:v>
                </c:pt>
                <c:pt idx="76">
                  <c:v>43034</c:v>
                </c:pt>
                <c:pt idx="77">
                  <c:v>43033</c:v>
                </c:pt>
                <c:pt idx="78">
                  <c:v>43032</c:v>
                </c:pt>
                <c:pt idx="79">
                  <c:v>43031</c:v>
                </c:pt>
                <c:pt idx="80">
                  <c:v>43028</c:v>
                </c:pt>
                <c:pt idx="81">
                  <c:v>43027</c:v>
                </c:pt>
                <c:pt idx="82">
                  <c:v>43026</c:v>
                </c:pt>
                <c:pt idx="83">
                  <c:v>43025</c:v>
                </c:pt>
                <c:pt idx="84">
                  <c:v>43024</c:v>
                </c:pt>
                <c:pt idx="85">
                  <c:v>43021</c:v>
                </c:pt>
                <c:pt idx="86">
                  <c:v>43020</c:v>
                </c:pt>
                <c:pt idx="87">
                  <c:v>43019</c:v>
                </c:pt>
                <c:pt idx="88">
                  <c:v>43018</c:v>
                </c:pt>
                <c:pt idx="89">
                  <c:v>43017</c:v>
                </c:pt>
                <c:pt idx="90">
                  <c:v>43008</c:v>
                </c:pt>
                <c:pt idx="91">
                  <c:v>43007</c:v>
                </c:pt>
                <c:pt idx="92">
                  <c:v>43006</c:v>
                </c:pt>
                <c:pt idx="93">
                  <c:v>43005</c:v>
                </c:pt>
                <c:pt idx="94">
                  <c:v>43004</c:v>
                </c:pt>
                <c:pt idx="95">
                  <c:v>43003</c:v>
                </c:pt>
                <c:pt idx="96">
                  <c:v>43000</c:v>
                </c:pt>
                <c:pt idx="97">
                  <c:v>42999</c:v>
                </c:pt>
                <c:pt idx="98">
                  <c:v>42998</c:v>
                </c:pt>
                <c:pt idx="99">
                  <c:v>42997</c:v>
                </c:pt>
                <c:pt idx="100">
                  <c:v>42996</c:v>
                </c:pt>
                <c:pt idx="101">
                  <c:v>42993</c:v>
                </c:pt>
                <c:pt idx="102">
                  <c:v>42992</c:v>
                </c:pt>
                <c:pt idx="103">
                  <c:v>42991</c:v>
                </c:pt>
                <c:pt idx="104">
                  <c:v>42990</c:v>
                </c:pt>
                <c:pt idx="105">
                  <c:v>42989</c:v>
                </c:pt>
                <c:pt idx="106">
                  <c:v>42986</c:v>
                </c:pt>
                <c:pt idx="107">
                  <c:v>42985</c:v>
                </c:pt>
                <c:pt idx="108">
                  <c:v>42984</c:v>
                </c:pt>
                <c:pt idx="109">
                  <c:v>42983</c:v>
                </c:pt>
                <c:pt idx="110">
                  <c:v>42982</c:v>
                </c:pt>
                <c:pt idx="111">
                  <c:v>42979</c:v>
                </c:pt>
                <c:pt idx="112">
                  <c:v>42978</c:v>
                </c:pt>
                <c:pt idx="113">
                  <c:v>42977</c:v>
                </c:pt>
                <c:pt idx="114">
                  <c:v>42976</c:v>
                </c:pt>
                <c:pt idx="115">
                  <c:v>42975</c:v>
                </c:pt>
                <c:pt idx="116">
                  <c:v>42972</c:v>
                </c:pt>
                <c:pt idx="117">
                  <c:v>42971</c:v>
                </c:pt>
                <c:pt idx="118">
                  <c:v>42970</c:v>
                </c:pt>
                <c:pt idx="119">
                  <c:v>42969</c:v>
                </c:pt>
                <c:pt idx="120">
                  <c:v>42968</c:v>
                </c:pt>
                <c:pt idx="121">
                  <c:v>42965</c:v>
                </c:pt>
                <c:pt idx="122">
                  <c:v>42964</c:v>
                </c:pt>
                <c:pt idx="123">
                  <c:v>42963</c:v>
                </c:pt>
                <c:pt idx="124">
                  <c:v>42962</c:v>
                </c:pt>
                <c:pt idx="125">
                  <c:v>42961</c:v>
                </c:pt>
                <c:pt idx="126">
                  <c:v>42958</c:v>
                </c:pt>
                <c:pt idx="127">
                  <c:v>42957</c:v>
                </c:pt>
                <c:pt idx="128">
                  <c:v>42956</c:v>
                </c:pt>
                <c:pt idx="129">
                  <c:v>42955</c:v>
                </c:pt>
                <c:pt idx="130">
                  <c:v>42954</c:v>
                </c:pt>
                <c:pt idx="131">
                  <c:v>42951</c:v>
                </c:pt>
                <c:pt idx="132">
                  <c:v>42950</c:v>
                </c:pt>
                <c:pt idx="133">
                  <c:v>42949</c:v>
                </c:pt>
                <c:pt idx="134">
                  <c:v>42948</c:v>
                </c:pt>
                <c:pt idx="135">
                  <c:v>42947</c:v>
                </c:pt>
                <c:pt idx="136">
                  <c:v>42944</c:v>
                </c:pt>
                <c:pt idx="137">
                  <c:v>42943</c:v>
                </c:pt>
                <c:pt idx="138">
                  <c:v>42942</c:v>
                </c:pt>
                <c:pt idx="139">
                  <c:v>42941</c:v>
                </c:pt>
                <c:pt idx="140">
                  <c:v>42940</c:v>
                </c:pt>
                <c:pt idx="141">
                  <c:v>42937</c:v>
                </c:pt>
                <c:pt idx="142">
                  <c:v>42936</c:v>
                </c:pt>
                <c:pt idx="143">
                  <c:v>42935</c:v>
                </c:pt>
                <c:pt idx="144">
                  <c:v>42934</c:v>
                </c:pt>
                <c:pt idx="145">
                  <c:v>42933</c:v>
                </c:pt>
                <c:pt idx="146">
                  <c:v>42930</c:v>
                </c:pt>
                <c:pt idx="147">
                  <c:v>42929</c:v>
                </c:pt>
                <c:pt idx="148">
                  <c:v>42928</c:v>
                </c:pt>
                <c:pt idx="149">
                  <c:v>42927</c:v>
                </c:pt>
                <c:pt idx="150">
                  <c:v>42926</c:v>
                </c:pt>
                <c:pt idx="151">
                  <c:v>42923</c:v>
                </c:pt>
                <c:pt idx="152">
                  <c:v>42922</c:v>
                </c:pt>
                <c:pt idx="153">
                  <c:v>42921</c:v>
                </c:pt>
                <c:pt idx="154">
                  <c:v>42920</c:v>
                </c:pt>
                <c:pt idx="155">
                  <c:v>42919</c:v>
                </c:pt>
                <c:pt idx="156">
                  <c:v>42916</c:v>
                </c:pt>
                <c:pt idx="157">
                  <c:v>42915</c:v>
                </c:pt>
                <c:pt idx="158">
                  <c:v>42914</c:v>
                </c:pt>
                <c:pt idx="159">
                  <c:v>42913</c:v>
                </c:pt>
                <c:pt idx="160">
                  <c:v>42912</c:v>
                </c:pt>
                <c:pt idx="161">
                  <c:v>42909</c:v>
                </c:pt>
                <c:pt idx="162">
                  <c:v>42908</c:v>
                </c:pt>
                <c:pt idx="163">
                  <c:v>42907</c:v>
                </c:pt>
                <c:pt idx="164">
                  <c:v>42906</c:v>
                </c:pt>
                <c:pt idx="165">
                  <c:v>42905</c:v>
                </c:pt>
                <c:pt idx="166">
                  <c:v>42902</c:v>
                </c:pt>
                <c:pt idx="167">
                  <c:v>42901</c:v>
                </c:pt>
                <c:pt idx="168">
                  <c:v>42900</c:v>
                </c:pt>
                <c:pt idx="169">
                  <c:v>42899</c:v>
                </c:pt>
                <c:pt idx="170">
                  <c:v>42898</c:v>
                </c:pt>
                <c:pt idx="171">
                  <c:v>42896</c:v>
                </c:pt>
                <c:pt idx="172">
                  <c:v>42895</c:v>
                </c:pt>
                <c:pt idx="173">
                  <c:v>42894</c:v>
                </c:pt>
                <c:pt idx="174">
                  <c:v>42893</c:v>
                </c:pt>
                <c:pt idx="175">
                  <c:v>42892</c:v>
                </c:pt>
                <c:pt idx="176">
                  <c:v>42891</c:v>
                </c:pt>
                <c:pt idx="177">
                  <c:v>42888</c:v>
                </c:pt>
                <c:pt idx="178">
                  <c:v>42887</c:v>
                </c:pt>
                <c:pt idx="179">
                  <c:v>42886</c:v>
                </c:pt>
                <c:pt idx="180">
                  <c:v>42882</c:v>
                </c:pt>
                <c:pt idx="181">
                  <c:v>42881</c:v>
                </c:pt>
                <c:pt idx="182">
                  <c:v>42880</c:v>
                </c:pt>
                <c:pt idx="183">
                  <c:v>42879</c:v>
                </c:pt>
                <c:pt idx="184">
                  <c:v>42878</c:v>
                </c:pt>
                <c:pt idx="185">
                  <c:v>42877</c:v>
                </c:pt>
                <c:pt idx="186">
                  <c:v>42874</c:v>
                </c:pt>
                <c:pt idx="187">
                  <c:v>42873</c:v>
                </c:pt>
                <c:pt idx="188">
                  <c:v>42872</c:v>
                </c:pt>
                <c:pt idx="189">
                  <c:v>42871</c:v>
                </c:pt>
                <c:pt idx="190">
                  <c:v>42870</c:v>
                </c:pt>
                <c:pt idx="191">
                  <c:v>42867</c:v>
                </c:pt>
                <c:pt idx="192">
                  <c:v>42866</c:v>
                </c:pt>
                <c:pt idx="193">
                  <c:v>42865</c:v>
                </c:pt>
                <c:pt idx="194">
                  <c:v>42864</c:v>
                </c:pt>
                <c:pt idx="195">
                  <c:v>42863</c:v>
                </c:pt>
                <c:pt idx="196">
                  <c:v>42860</c:v>
                </c:pt>
                <c:pt idx="197">
                  <c:v>42859</c:v>
                </c:pt>
                <c:pt idx="198">
                  <c:v>42858</c:v>
                </c:pt>
                <c:pt idx="199">
                  <c:v>42857</c:v>
                </c:pt>
                <c:pt idx="200">
                  <c:v>42853</c:v>
                </c:pt>
                <c:pt idx="201">
                  <c:v>42852</c:v>
                </c:pt>
                <c:pt idx="202">
                  <c:v>42851</c:v>
                </c:pt>
                <c:pt idx="203">
                  <c:v>42850</c:v>
                </c:pt>
                <c:pt idx="204">
                  <c:v>42849</c:v>
                </c:pt>
                <c:pt idx="205">
                  <c:v>42846</c:v>
                </c:pt>
                <c:pt idx="206">
                  <c:v>42845</c:v>
                </c:pt>
                <c:pt idx="207">
                  <c:v>42844</c:v>
                </c:pt>
                <c:pt idx="208">
                  <c:v>42843</c:v>
                </c:pt>
                <c:pt idx="209">
                  <c:v>42842</c:v>
                </c:pt>
                <c:pt idx="210">
                  <c:v>42839</c:v>
                </c:pt>
                <c:pt idx="211">
                  <c:v>42838</c:v>
                </c:pt>
                <c:pt idx="212">
                  <c:v>42837</c:v>
                </c:pt>
                <c:pt idx="213">
                  <c:v>42836</c:v>
                </c:pt>
                <c:pt idx="214">
                  <c:v>42835</c:v>
                </c:pt>
                <c:pt idx="215">
                  <c:v>42832</c:v>
                </c:pt>
                <c:pt idx="216">
                  <c:v>42831</c:v>
                </c:pt>
                <c:pt idx="217">
                  <c:v>42830</c:v>
                </c:pt>
                <c:pt idx="218">
                  <c:v>42826</c:v>
                </c:pt>
                <c:pt idx="219">
                  <c:v>42825</c:v>
                </c:pt>
                <c:pt idx="220">
                  <c:v>42824</c:v>
                </c:pt>
                <c:pt idx="221">
                  <c:v>42823</c:v>
                </c:pt>
                <c:pt idx="222">
                  <c:v>42822</c:v>
                </c:pt>
                <c:pt idx="223">
                  <c:v>42821</c:v>
                </c:pt>
                <c:pt idx="224">
                  <c:v>42818</c:v>
                </c:pt>
                <c:pt idx="225">
                  <c:v>42817</c:v>
                </c:pt>
                <c:pt idx="226">
                  <c:v>42816</c:v>
                </c:pt>
                <c:pt idx="227">
                  <c:v>42815</c:v>
                </c:pt>
                <c:pt idx="228">
                  <c:v>42814</c:v>
                </c:pt>
                <c:pt idx="229">
                  <c:v>42811</c:v>
                </c:pt>
                <c:pt idx="230">
                  <c:v>42810</c:v>
                </c:pt>
                <c:pt idx="231">
                  <c:v>42809</c:v>
                </c:pt>
                <c:pt idx="232">
                  <c:v>42808</c:v>
                </c:pt>
                <c:pt idx="233">
                  <c:v>42807</c:v>
                </c:pt>
                <c:pt idx="234">
                  <c:v>42804</c:v>
                </c:pt>
                <c:pt idx="235">
                  <c:v>42803</c:v>
                </c:pt>
                <c:pt idx="236">
                  <c:v>42802</c:v>
                </c:pt>
                <c:pt idx="237">
                  <c:v>42801</c:v>
                </c:pt>
                <c:pt idx="238">
                  <c:v>42800</c:v>
                </c:pt>
                <c:pt idx="239">
                  <c:v>42797</c:v>
                </c:pt>
                <c:pt idx="240">
                  <c:v>42796</c:v>
                </c:pt>
                <c:pt idx="241">
                  <c:v>42795</c:v>
                </c:pt>
                <c:pt idx="242">
                  <c:v>42794</c:v>
                </c:pt>
                <c:pt idx="243">
                  <c:v>42793</c:v>
                </c:pt>
                <c:pt idx="244">
                  <c:v>42790</c:v>
                </c:pt>
                <c:pt idx="245">
                  <c:v>42789</c:v>
                </c:pt>
                <c:pt idx="246">
                  <c:v>42788</c:v>
                </c:pt>
                <c:pt idx="247">
                  <c:v>42787</c:v>
                </c:pt>
                <c:pt idx="248">
                  <c:v>42786</c:v>
                </c:pt>
                <c:pt idx="249">
                  <c:v>42783</c:v>
                </c:pt>
                <c:pt idx="250">
                  <c:v>42782</c:v>
                </c:pt>
                <c:pt idx="251">
                  <c:v>42781</c:v>
                </c:pt>
                <c:pt idx="252">
                  <c:v>42780</c:v>
                </c:pt>
                <c:pt idx="253">
                  <c:v>42779</c:v>
                </c:pt>
                <c:pt idx="254">
                  <c:v>42776</c:v>
                </c:pt>
                <c:pt idx="255">
                  <c:v>42775</c:v>
                </c:pt>
                <c:pt idx="256">
                  <c:v>42774</c:v>
                </c:pt>
                <c:pt idx="257">
                  <c:v>42773</c:v>
                </c:pt>
                <c:pt idx="258">
                  <c:v>42772</c:v>
                </c:pt>
                <c:pt idx="259">
                  <c:v>42770</c:v>
                </c:pt>
                <c:pt idx="260">
                  <c:v>42769</c:v>
                </c:pt>
                <c:pt idx="261">
                  <c:v>42761</c:v>
                </c:pt>
                <c:pt idx="262">
                  <c:v>42760</c:v>
                </c:pt>
                <c:pt idx="263">
                  <c:v>42759</c:v>
                </c:pt>
                <c:pt idx="264">
                  <c:v>42758</c:v>
                </c:pt>
                <c:pt idx="265">
                  <c:v>42757</c:v>
                </c:pt>
                <c:pt idx="266">
                  <c:v>42755</c:v>
                </c:pt>
                <c:pt idx="267">
                  <c:v>42754</c:v>
                </c:pt>
                <c:pt idx="268">
                  <c:v>42753</c:v>
                </c:pt>
                <c:pt idx="269">
                  <c:v>42752</c:v>
                </c:pt>
                <c:pt idx="270">
                  <c:v>42751</c:v>
                </c:pt>
                <c:pt idx="271">
                  <c:v>42748</c:v>
                </c:pt>
                <c:pt idx="272">
                  <c:v>42747</c:v>
                </c:pt>
                <c:pt idx="273">
                  <c:v>42746</c:v>
                </c:pt>
                <c:pt idx="274">
                  <c:v>42745</c:v>
                </c:pt>
                <c:pt idx="275">
                  <c:v>42744</c:v>
                </c:pt>
                <c:pt idx="276">
                  <c:v>42741</c:v>
                </c:pt>
                <c:pt idx="277">
                  <c:v>42740</c:v>
                </c:pt>
                <c:pt idx="278">
                  <c:v>42739</c:v>
                </c:pt>
                <c:pt idx="279">
                  <c:v>42738</c:v>
                </c:pt>
              </c:numCache>
            </c:numRef>
          </c:cat>
          <c:val>
            <c:numRef>
              <c:f>'债券市场(YTD)'!$BO$26:$BO$400</c:f>
              <c:numCache>
                <c:formatCode>General</c:formatCode>
                <c:ptCount val="375"/>
                <c:pt idx="0">
                  <c:v>111.21999999999997</c:v>
                </c:pt>
                <c:pt idx="1">
                  <c:v>111.21999999999997</c:v>
                </c:pt>
                <c:pt idx="2">
                  <c:v>111.96000000000006</c:v>
                </c:pt>
                <c:pt idx="3">
                  <c:v>115.14999999999999</c:v>
                </c:pt>
                <c:pt idx="4">
                  <c:v>113.47999999999998</c:v>
                </c:pt>
                <c:pt idx="5">
                  <c:v>113.76999999999997</c:v>
                </c:pt>
                <c:pt idx="6">
                  <c:v>115.53</c:v>
                </c:pt>
                <c:pt idx="7">
                  <c:v>116.65</c:v>
                </c:pt>
                <c:pt idx="8">
                  <c:v>114.96000000000004</c:v>
                </c:pt>
                <c:pt idx="9">
                  <c:v>114.69999999999997</c:v>
                </c:pt>
                <c:pt idx="10">
                  <c:v>111.79</c:v>
                </c:pt>
                <c:pt idx="11">
                  <c:v>112.42000000000006</c:v>
                </c:pt>
                <c:pt idx="12">
                  <c:v>113.72</c:v>
                </c:pt>
                <c:pt idx="13">
                  <c:v>113.39000000000001</c:v>
                </c:pt>
                <c:pt idx="14">
                  <c:v>115.03000000000002</c:v>
                </c:pt>
                <c:pt idx="15">
                  <c:v>113.62999999999998</c:v>
                </c:pt>
                <c:pt idx="16">
                  <c:v>111.62999999999994</c:v>
                </c:pt>
                <c:pt idx="17">
                  <c:v>109.64</c:v>
                </c:pt>
                <c:pt idx="18">
                  <c:v>108.60000000000002</c:v>
                </c:pt>
                <c:pt idx="19">
                  <c:v>106.71</c:v>
                </c:pt>
                <c:pt idx="20">
                  <c:v>106.63999999999999</c:v>
                </c:pt>
                <c:pt idx="21">
                  <c:v>108.1</c:v>
                </c:pt>
                <c:pt idx="22">
                  <c:v>104.28999999999999</c:v>
                </c:pt>
                <c:pt idx="23">
                  <c:v>101.91000000000004</c:v>
                </c:pt>
                <c:pt idx="24">
                  <c:v>99.969999999999985</c:v>
                </c:pt>
                <c:pt idx="25">
                  <c:v>100.91999999999994</c:v>
                </c:pt>
                <c:pt idx="26">
                  <c:v>96.830000000000013</c:v>
                </c:pt>
                <c:pt idx="27">
                  <c:v>97.060000000000059</c:v>
                </c:pt>
                <c:pt idx="28">
                  <c:v>94.069999999999965</c:v>
                </c:pt>
                <c:pt idx="29">
                  <c:v>94.069999999999965</c:v>
                </c:pt>
                <c:pt idx="30">
                  <c:v>94.069999999999965</c:v>
                </c:pt>
                <c:pt idx="31">
                  <c:v>95.85</c:v>
                </c:pt>
                <c:pt idx="32">
                  <c:v>96.600000000000023</c:v>
                </c:pt>
                <c:pt idx="33">
                  <c:v>96.339999999999961</c:v>
                </c:pt>
                <c:pt idx="34">
                  <c:v>95.85</c:v>
                </c:pt>
                <c:pt idx="35">
                  <c:v>92.089999999999961</c:v>
                </c:pt>
                <c:pt idx="36">
                  <c:v>93.320000000000022</c:v>
                </c:pt>
                <c:pt idx="37">
                  <c:v>93.299999999999983</c:v>
                </c:pt>
                <c:pt idx="38">
                  <c:v>91.049999999999983</c:v>
                </c:pt>
                <c:pt idx="39">
                  <c:v>90.549999999999955</c:v>
                </c:pt>
                <c:pt idx="40">
                  <c:v>90.53</c:v>
                </c:pt>
                <c:pt idx="41">
                  <c:v>92.019999999999953</c:v>
                </c:pt>
                <c:pt idx="42">
                  <c:v>92.269999999999982</c:v>
                </c:pt>
                <c:pt idx="43">
                  <c:v>92.26</c:v>
                </c:pt>
                <c:pt idx="44">
                  <c:v>89.529999999999973</c:v>
                </c:pt>
                <c:pt idx="45">
                  <c:v>85.84</c:v>
                </c:pt>
                <c:pt idx="46">
                  <c:v>84.840000000000032</c:v>
                </c:pt>
                <c:pt idx="47">
                  <c:v>89.450000000000031</c:v>
                </c:pt>
                <c:pt idx="48">
                  <c:v>90.309999999999974</c:v>
                </c:pt>
                <c:pt idx="49">
                  <c:v>90.789999999999964</c:v>
                </c:pt>
                <c:pt idx="50">
                  <c:v>92.009999999999962</c:v>
                </c:pt>
                <c:pt idx="51">
                  <c:v>92.54000000000002</c:v>
                </c:pt>
                <c:pt idx="52">
                  <c:v>91.53000000000003</c:v>
                </c:pt>
                <c:pt idx="53">
                  <c:v>92.529999999999959</c:v>
                </c:pt>
                <c:pt idx="54">
                  <c:v>89.02000000000001</c:v>
                </c:pt>
                <c:pt idx="55">
                  <c:v>87.38000000000001</c:v>
                </c:pt>
                <c:pt idx="56">
                  <c:v>94.350000000000023</c:v>
                </c:pt>
                <c:pt idx="57">
                  <c:v>95.679999999999993</c:v>
                </c:pt>
                <c:pt idx="58">
                  <c:v>84.189999999999984</c:v>
                </c:pt>
                <c:pt idx="59">
                  <c:v>78.510000000000034</c:v>
                </c:pt>
                <c:pt idx="60">
                  <c:v>78.479999999999976</c:v>
                </c:pt>
                <c:pt idx="61">
                  <c:v>77.150000000000006</c:v>
                </c:pt>
                <c:pt idx="62">
                  <c:v>76.999999999999957</c:v>
                </c:pt>
                <c:pt idx="63">
                  <c:v>76.77000000000001</c:v>
                </c:pt>
                <c:pt idx="64">
                  <c:v>72.999999999999957</c:v>
                </c:pt>
                <c:pt idx="65">
                  <c:v>69.490000000000009</c:v>
                </c:pt>
                <c:pt idx="66">
                  <c:v>67.870000000000047</c:v>
                </c:pt>
                <c:pt idx="67">
                  <c:v>68.009999999999991</c:v>
                </c:pt>
                <c:pt idx="68">
                  <c:v>66.620000000000033</c:v>
                </c:pt>
                <c:pt idx="69">
                  <c:v>61.949999999999996</c:v>
                </c:pt>
                <c:pt idx="70">
                  <c:v>61.72</c:v>
                </c:pt>
                <c:pt idx="71">
                  <c:v>62.080000000000048</c:v>
                </c:pt>
                <c:pt idx="72">
                  <c:v>60.469999999999978</c:v>
                </c:pt>
                <c:pt idx="73">
                  <c:v>60.339999999999975</c:v>
                </c:pt>
                <c:pt idx="74">
                  <c:v>58.490000000000023</c:v>
                </c:pt>
                <c:pt idx="75">
                  <c:v>58.110000000000014</c:v>
                </c:pt>
                <c:pt idx="76">
                  <c:v>58.71999999999997</c:v>
                </c:pt>
                <c:pt idx="77">
                  <c:v>59.350000000000016</c:v>
                </c:pt>
                <c:pt idx="78">
                  <c:v>59.350000000000016</c:v>
                </c:pt>
                <c:pt idx="79">
                  <c:v>58.609999999999964</c:v>
                </c:pt>
                <c:pt idx="80">
                  <c:v>59.249999999999979</c:v>
                </c:pt>
                <c:pt idx="81">
                  <c:v>57.250000000000021</c:v>
                </c:pt>
                <c:pt idx="82">
                  <c:v>57.259999999999955</c:v>
                </c:pt>
                <c:pt idx="83">
                  <c:v>59.07</c:v>
                </c:pt>
                <c:pt idx="84">
                  <c:v>58.879999999999995</c:v>
                </c:pt>
                <c:pt idx="85">
                  <c:v>58.139999999999993</c:v>
                </c:pt>
                <c:pt idx="86">
                  <c:v>57.89</c:v>
                </c:pt>
                <c:pt idx="87">
                  <c:v>57.260000000000048</c:v>
                </c:pt>
                <c:pt idx="88">
                  <c:v>57.740000000000038</c:v>
                </c:pt>
                <c:pt idx="89">
                  <c:v>57.269999999999975</c:v>
                </c:pt>
                <c:pt idx="90">
                  <c:v>57.2</c:v>
                </c:pt>
                <c:pt idx="91">
                  <c:v>57.66</c:v>
                </c:pt>
                <c:pt idx="92">
                  <c:v>57.910000000000039</c:v>
                </c:pt>
                <c:pt idx="93">
                  <c:v>59.17000000000003</c:v>
                </c:pt>
                <c:pt idx="94">
                  <c:v>59.050000000000004</c:v>
                </c:pt>
                <c:pt idx="95">
                  <c:v>59.500000000000021</c:v>
                </c:pt>
                <c:pt idx="96">
                  <c:v>58.809999999999988</c:v>
                </c:pt>
                <c:pt idx="97">
                  <c:v>59.670000000000023</c:v>
                </c:pt>
                <c:pt idx="98">
                  <c:v>59.419999999999987</c:v>
                </c:pt>
                <c:pt idx="99">
                  <c:v>59.68</c:v>
                </c:pt>
                <c:pt idx="100">
                  <c:v>60.559999999999988</c:v>
                </c:pt>
                <c:pt idx="101">
                  <c:v>60.94000000000004</c:v>
                </c:pt>
                <c:pt idx="102">
                  <c:v>60.440000000000047</c:v>
                </c:pt>
                <c:pt idx="103">
                  <c:v>61.569999999999951</c:v>
                </c:pt>
                <c:pt idx="104">
                  <c:v>62.450000000000031</c:v>
                </c:pt>
                <c:pt idx="105">
                  <c:v>62.569999999999972</c:v>
                </c:pt>
                <c:pt idx="106">
                  <c:v>62.71</c:v>
                </c:pt>
                <c:pt idx="107">
                  <c:v>63.45999999999998</c:v>
                </c:pt>
                <c:pt idx="108">
                  <c:v>64.259999999999991</c:v>
                </c:pt>
                <c:pt idx="109">
                  <c:v>65.590000000000032</c:v>
                </c:pt>
                <c:pt idx="110">
                  <c:v>65.089999999999961</c:v>
                </c:pt>
                <c:pt idx="111">
                  <c:v>64.229999999999961</c:v>
                </c:pt>
                <c:pt idx="112">
                  <c:v>64.850000000000023</c:v>
                </c:pt>
                <c:pt idx="113">
                  <c:v>66.469999999999985</c:v>
                </c:pt>
                <c:pt idx="114">
                  <c:v>68.470000000000027</c:v>
                </c:pt>
                <c:pt idx="115">
                  <c:v>69.730000000000018</c:v>
                </c:pt>
                <c:pt idx="116">
                  <c:v>72.850000000000037</c:v>
                </c:pt>
                <c:pt idx="117">
                  <c:v>71.890000000000015</c:v>
                </c:pt>
                <c:pt idx="118">
                  <c:v>71.079999999999941</c:v>
                </c:pt>
                <c:pt idx="119">
                  <c:v>69.899999999999977</c:v>
                </c:pt>
                <c:pt idx="120">
                  <c:v>68.619999999999948</c:v>
                </c:pt>
                <c:pt idx="121">
                  <c:v>68.549999999999983</c:v>
                </c:pt>
                <c:pt idx="122">
                  <c:v>67.619999999999976</c:v>
                </c:pt>
                <c:pt idx="123">
                  <c:v>67.770000000000024</c:v>
                </c:pt>
                <c:pt idx="124">
                  <c:v>67.510000000000048</c:v>
                </c:pt>
                <c:pt idx="125">
                  <c:v>66.41</c:v>
                </c:pt>
                <c:pt idx="126">
                  <c:v>65.42000000000003</c:v>
                </c:pt>
                <c:pt idx="127">
                  <c:v>65.690000000000026</c:v>
                </c:pt>
                <c:pt idx="128">
                  <c:v>65.240000000000009</c:v>
                </c:pt>
                <c:pt idx="129">
                  <c:v>65.590000000000032</c:v>
                </c:pt>
                <c:pt idx="130">
                  <c:v>63.359999999999992</c:v>
                </c:pt>
                <c:pt idx="131">
                  <c:v>62.040000000000006</c:v>
                </c:pt>
                <c:pt idx="132">
                  <c:v>61.410000000000053</c:v>
                </c:pt>
                <c:pt idx="133">
                  <c:v>60.390000000000029</c:v>
                </c:pt>
                <c:pt idx="134">
                  <c:v>59.920000000000016</c:v>
                </c:pt>
                <c:pt idx="135">
                  <c:v>60.169999999999966</c:v>
                </c:pt>
                <c:pt idx="136">
                  <c:v>59.739999999999995</c:v>
                </c:pt>
                <c:pt idx="137">
                  <c:v>59.419999999999987</c:v>
                </c:pt>
                <c:pt idx="138">
                  <c:v>59.80999999999996</c:v>
                </c:pt>
                <c:pt idx="139">
                  <c:v>60.309999999999995</c:v>
                </c:pt>
                <c:pt idx="140">
                  <c:v>60.569999999999965</c:v>
                </c:pt>
                <c:pt idx="141">
                  <c:v>59.699999999999996</c:v>
                </c:pt>
                <c:pt idx="142">
                  <c:v>60.12000000000004</c:v>
                </c:pt>
                <c:pt idx="143">
                  <c:v>59.739999999999995</c:v>
                </c:pt>
                <c:pt idx="144">
                  <c:v>60.659999999999982</c:v>
                </c:pt>
                <c:pt idx="145">
                  <c:v>60.760000000000012</c:v>
                </c:pt>
                <c:pt idx="146">
                  <c:v>60.240000000000023</c:v>
                </c:pt>
                <c:pt idx="147">
                  <c:v>60.290000000000042</c:v>
                </c:pt>
                <c:pt idx="148">
                  <c:v>60.359999999999971</c:v>
                </c:pt>
                <c:pt idx="149">
                  <c:v>60.84999999999998</c:v>
                </c:pt>
                <c:pt idx="150">
                  <c:v>61.219999999999963</c:v>
                </c:pt>
                <c:pt idx="151">
                  <c:v>61.239999999999959</c:v>
                </c:pt>
                <c:pt idx="152">
                  <c:v>61.950000000000038</c:v>
                </c:pt>
                <c:pt idx="153">
                  <c:v>62.219999999999985</c:v>
                </c:pt>
                <c:pt idx="154">
                  <c:v>63.059999999999938</c:v>
                </c:pt>
                <c:pt idx="155">
                  <c:v>62.190000000000012</c:v>
                </c:pt>
                <c:pt idx="156">
                  <c:v>63.039999999999985</c:v>
                </c:pt>
                <c:pt idx="157">
                  <c:v>63.120000000000019</c:v>
                </c:pt>
                <c:pt idx="158">
                  <c:v>63.230000000000032</c:v>
                </c:pt>
                <c:pt idx="159">
                  <c:v>63.959999999999972</c:v>
                </c:pt>
                <c:pt idx="160">
                  <c:v>64.860000000000014</c:v>
                </c:pt>
                <c:pt idx="161">
                  <c:v>64.36999999999999</c:v>
                </c:pt>
                <c:pt idx="162">
                  <c:v>65.479999999999933</c:v>
                </c:pt>
                <c:pt idx="163">
                  <c:v>63.629999999999988</c:v>
                </c:pt>
                <c:pt idx="164">
                  <c:v>66.509999999999977</c:v>
                </c:pt>
                <c:pt idx="165">
                  <c:v>66.390000000000043</c:v>
                </c:pt>
                <c:pt idx="166">
                  <c:v>66.639999999999986</c:v>
                </c:pt>
                <c:pt idx="167">
                  <c:v>66.649999999999963</c:v>
                </c:pt>
                <c:pt idx="168">
                  <c:v>68.28000000000003</c:v>
                </c:pt>
                <c:pt idx="169">
                  <c:v>67.779999999999944</c:v>
                </c:pt>
                <c:pt idx="170">
                  <c:v>69.030000000000015</c:v>
                </c:pt>
                <c:pt idx="171">
                  <c:v>70.66</c:v>
                </c:pt>
                <c:pt idx="172">
                  <c:v>70.66</c:v>
                </c:pt>
                <c:pt idx="173">
                  <c:v>69.669999999999987</c:v>
                </c:pt>
                <c:pt idx="174">
                  <c:v>70.159999999999954</c:v>
                </c:pt>
                <c:pt idx="175">
                  <c:v>72.019999999999968</c:v>
                </c:pt>
                <c:pt idx="176">
                  <c:v>72.20999999999998</c:v>
                </c:pt>
                <c:pt idx="177">
                  <c:v>71.740000000000052</c:v>
                </c:pt>
                <c:pt idx="178">
                  <c:v>72.399999999999977</c:v>
                </c:pt>
                <c:pt idx="179">
                  <c:v>72.650000000000063</c:v>
                </c:pt>
                <c:pt idx="180">
                  <c:v>68.540000000000006</c:v>
                </c:pt>
                <c:pt idx="181">
                  <c:v>71.019999999999953</c:v>
                </c:pt>
                <c:pt idx="182">
                  <c:v>71.02</c:v>
                </c:pt>
                <c:pt idx="183">
                  <c:v>68.28000000000003</c:v>
                </c:pt>
                <c:pt idx="184">
                  <c:v>68.410000000000039</c:v>
                </c:pt>
                <c:pt idx="185">
                  <c:v>69.890000000000015</c:v>
                </c:pt>
                <c:pt idx="186">
                  <c:v>69.179999999999978</c:v>
                </c:pt>
                <c:pt idx="187">
                  <c:v>69.660000000000011</c:v>
                </c:pt>
                <c:pt idx="188">
                  <c:v>69.53</c:v>
                </c:pt>
                <c:pt idx="189">
                  <c:v>70.900000000000006</c:v>
                </c:pt>
                <c:pt idx="190">
                  <c:v>70.28000000000003</c:v>
                </c:pt>
                <c:pt idx="191">
                  <c:v>71.009999999999977</c:v>
                </c:pt>
                <c:pt idx="192">
                  <c:v>69.260000000000005</c:v>
                </c:pt>
                <c:pt idx="193">
                  <c:v>69.499999999999986</c:v>
                </c:pt>
                <c:pt idx="194">
                  <c:v>72.260000000000034</c:v>
                </c:pt>
                <c:pt idx="195">
                  <c:v>68.840000000000018</c:v>
                </c:pt>
                <c:pt idx="196">
                  <c:v>70.33</c:v>
                </c:pt>
                <c:pt idx="197">
                  <c:v>71.209999999999994</c:v>
                </c:pt>
                <c:pt idx="198">
                  <c:v>69.44000000000004</c:v>
                </c:pt>
                <c:pt idx="199">
                  <c:v>71.929999999999964</c:v>
                </c:pt>
                <c:pt idx="200">
                  <c:v>71.070000000000007</c:v>
                </c:pt>
                <c:pt idx="201">
                  <c:v>70.960000000000008</c:v>
                </c:pt>
                <c:pt idx="202">
                  <c:v>71.059999999999945</c:v>
                </c:pt>
                <c:pt idx="203">
                  <c:v>70.200000000000045</c:v>
                </c:pt>
                <c:pt idx="204">
                  <c:v>71.21999999999997</c:v>
                </c:pt>
                <c:pt idx="205">
                  <c:v>71.240000000000009</c:v>
                </c:pt>
                <c:pt idx="206">
                  <c:v>71.59999999999998</c:v>
                </c:pt>
                <c:pt idx="207">
                  <c:v>70.850000000000037</c:v>
                </c:pt>
                <c:pt idx="208">
                  <c:v>71.109999999999957</c:v>
                </c:pt>
                <c:pt idx="209">
                  <c:v>70.40000000000002</c:v>
                </c:pt>
                <c:pt idx="210">
                  <c:v>72.27000000000001</c:v>
                </c:pt>
                <c:pt idx="211">
                  <c:v>72.930000000000035</c:v>
                </c:pt>
                <c:pt idx="212">
                  <c:v>72.05</c:v>
                </c:pt>
                <c:pt idx="213">
                  <c:v>75.170000000000044</c:v>
                </c:pt>
                <c:pt idx="214">
                  <c:v>75.779999999999959</c:v>
                </c:pt>
                <c:pt idx="215">
                  <c:v>77.019999999999953</c:v>
                </c:pt>
                <c:pt idx="216">
                  <c:v>77.280000000000015</c:v>
                </c:pt>
                <c:pt idx="217">
                  <c:v>76.719999999999985</c:v>
                </c:pt>
                <c:pt idx="218">
                  <c:v>78.089999999999947</c:v>
                </c:pt>
                <c:pt idx="219">
                  <c:v>77.700000000000017</c:v>
                </c:pt>
                <c:pt idx="220">
                  <c:v>78.009999999999962</c:v>
                </c:pt>
                <c:pt idx="221">
                  <c:v>78.81</c:v>
                </c:pt>
                <c:pt idx="222">
                  <c:v>78.760000000000034</c:v>
                </c:pt>
                <c:pt idx="223">
                  <c:v>80.069999999999993</c:v>
                </c:pt>
                <c:pt idx="224">
                  <c:v>80.070000000000036</c:v>
                </c:pt>
                <c:pt idx="225">
                  <c:v>79.450000000000017</c:v>
                </c:pt>
                <c:pt idx="226">
                  <c:v>78.859999999999971</c:v>
                </c:pt>
                <c:pt idx="227">
                  <c:v>79.750000000000028</c:v>
                </c:pt>
                <c:pt idx="228">
                  <c:v>78.380000000000024</c:v>
                </c:pt>
                <c:pt idx="229">
                  <c:v>77.670000000000044</c:v>
                </c:pt>
                <c:pt idx="230">
                  <c:v>77.300000000000011</c:v>
                </c:pt>
                <c:pt idx="231">
                  <c:v>77.150000000000006</c:v>
                </c:pt>
                <c:pt idx="232">
                  <c:v>78.890000000000043</c:v>
                </c:pt>
                <c:pt idx="233">
                  <c:v>79.379999999999967</c:v>
                </c:pt>
                <c:pt idx="234">
                  <c:v>79.040000000000049</c:v>
                </c:pt>
                <c:pt idx="235">
                  <c:v>79.70000000000006</c:v>
                </c:pt>
                <c:pt idx="236">
                  <c:v>79.380000000000052</c:v>
                </c:pt>
                <c:pt idx="237">
                  <c:v>79.699999999999974</c:v>
                </c:pt>
                <c:pt idx="238">
                  <c:v>80.20999999999998</c:v>
                </c:pt>
                <c:pt idx="239">
                  <c:v>79.360000000000014</c:v>
                </c:pt>
                <c:pt idx="240">
                  <c:v>79.330000000000041</c:v>
                </c:pt>
                <c:pt idx="241">
                  <c:v>78.509999999999948</c:v>
                </c:pt>
                <c:pt idx="242">
                  <c:v>77.399999999999963</c:v>
                </c:pt>
                <c:pt idx="243">
                  <c:v>77.239999999999981</c:v>
                </c:pt>
                <c:pt idx="244">
                  <c:v>76.98</c:v>
                </c:pt>
                <c:pt idx="245">
                  <c:v>78.990000000000023</c:v>
                </c:pt>
                <c:pt idx="246">
                  <c:v>78.680000000000035</c:v>
                </c:pt>
                <c:pt idx="247">
                  <c:v>78.98</c:v>
                </c:pt>
                <c:pt idx="248">
                  <c:v>78.000000000000028</c:v>
                </c:pt>
                <c:pt idx="249">
                  <c:v>78.339999999999947</c:v>
                </c:pt>
                <c:pt idx="250">
                  <c:v>76.449999999999989</c:v>
                </c:pt>
                <c:pt idx="251">
                  <c:v>75.169999999999959</c:v>
                </c:pt>
                <c:pt idx="252">
                  <c:v>74.320000000000036</c:v>
                </c:pt>
                <c:pt idx="253">
                  <c:v>72.07999999999997</c:v>
                </c:pt>
                <c:pt idx="254">
                  <c:v>70.750000000000043</c:v>
                </c:pt>
                <c:pt idx="255">
                  <c:v>69.490000000000009</c:v>
                </c:pt>
                <c:pt idx="256">
                  <c:v>71.289999999999992</c:v>
                </c:pt>
                <c:pt idx="257">
                  <c:v>70.669999999999959</c:v>
                </c:pt>
                <c:pt idx="258">
                  <c:v>67.890000000000043</c:v>
                </c:pt>
                <c:pt idx="259">
                  <c:v>67.19000000000004</c:v>
                </c:pt>
                <c:pt idx="260">
                  <c:v>65.059999999999988</c:v>
                </c:pt>
                <c:pt idx="261">
                  <c:v>61.010000000000005</c:v>
                </c:pt>
                <c:pt idx="262">
                  <c:v>60.550000000000011</c:v>
                </c:pt>
                <c:pt idx="263">
                  <c:v>61.560000000000016</c:v>
                </c:pt>
                <c:pt idx="264">
                  <c:v>58.339999999999968</c:v>
                </c:pt>
                <c:pt idx="265">
                  <c:v>55.560000000000009</c:v>
                </c:pt>
                <c:pt idx="266">
                  <c:v>56.569999999999965</c:v>
                </c:pt>
                <c:pt idx="267">
                  <c:v>58.400000000000006</c:v>
                </c:pt>
                <c:pt idx="268">
                  <c:v>57.149999999999991</c:v>
                </c:pt>
                <c:pt idx="269">
                  <c:v>55.560000000000009</c:v>
                </c:pt>
                <c:pt idx="270">
                  <c:v>55.180000000000007</c:v>
                </c:pt>
                <c:pt idx="271">
                  <c:v>55.359999999999985</c:v>
                </c:pt>
                <c:pt idx="272">
                  <c:v>57.010000000000005</c:v>
                </c:pt>
                <c:pt idx="273">
                  <c:v>56.13000000000001</c:v>
                </c:pt>
                <c:pt idx="274">
                  <c:v>55.190000000000026</c:v>
                </c:pt>
                <c:pt idx="275">
                  <c:v>57.229999999999983</c:v>
                </c:pt>
                <c:pt idx="276">
                  <c:v>58.009999999999984</c:v>
                </c:pt>
                <c:pt idx="277">
                  <c:v>58.339999999999968</c:v>
                </c:pt>
                <c:pt idx="278">
                  <c:v>57.129999999999995</c:v>
                </c:pt>
                <c:pt idx="279">
                  <c:v>59.399999999999984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5A-434B-AF87-CB9601F04E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7976192"/>
        <c:axId val="448252736"/>
      </c:lineChart>
      <c:dateAx>
        <c:axId val="507976192"/>
        <c:scaling>
          <c:orientation val="minMax"/>
          <c:min val="42736"/>
        </c:scaling>
        <c:delete val="0"/>
        <c:axPos val="b"/>
        <c:numFmt formatCode="m&quot;月&quot;;@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448252736"/>
        <c:crosses val="autoZero"/>
        <c:auto val="1"/>
        <c:lblOffset val="100"/>
        <c:baseTimeUnit val="days"/>
        <c:majorUnit val="1"/>
        <c:majorTimeUnit val="months"/>
      </c:dateAx>
      <c:valAx>
        <c:axId val="448252736"/>
        <c:scaling>
          <c:orientation val="minMax"/>
          <c:max val="120"/>
          <c:min val="20"/>
        </c:scaling>
        <c:delete val="0"/>
        <c:axPos val="l"/>
        <c:majorGridlines>
          <c:spPr>
            <a:ln w="127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_ " sourceLinked="0"/>
        <c:majorTickMark val="in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07976192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900543682039745"/>
          <c:w val="1"/>
          <c:h val="9.94563516584734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 b="0">
          <a:solidFill>
            <a:sysClr val="windowText" lastClr="000000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2017</a:t>
            </a:r>
            <a:r>
              <a:rPr lang="zh-CN"/>
              <a:t>年以来</a:t>
            </a:r>
            <a:r>
              <a:rPr lang="en-US"/>
              <a:t>AAA</a:t>
            </a:r>
            <a:r>
              <a:rPr lang="zh-CN"/>
              <a:t>中短票与国开债的名义价差</a:t>
            </a:r>
            <a:r>
              <a:rPr lang="en-US"/>
              <a:t>(bp)</a:t>
            </a:r>
            <a:endParaRPr lang="zh-CN"/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9.2271552090901335E-2"/>
          <c:y val="0.17048413658867714"/>
          <c:w val="0.83983839368664859"/>
          <c:h val="0.53064729009649825"/>
        </c:manualLayout>
      </c:layout>
      <c:areaChart>
        <c:grouping val="standard"/>
        <c:varyColors val="0"/>
        <c:ser>
          <c:idx val="2"/>
          <c:order val="2"/>
          <c:tx>
            <c:strRef>
              <c:f>'债券市场(YTD)'!$CF$23</c:f>
              <c:strCache>
                <c:ptCount val="1"/>
                <c:pt idx="0">
                  <c:v>5Y-1Y(bp, 右)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12700" cap="rnd">
              <a:noFill/>
              <a:round/>
            </a:ln>
            <a:effectLst/>
          </c:spPr>
          <c:cat>
            <c:numRef>
              <c:f>'债券市场(YTD)'!$A$26:$A$400</c:f>
              <c:numCache>
                <c:formatCode>yyyy\-mm\-dd;@</c:formatCode>
                <c:ptCount val="375"/>
                <c:pt idx="0">
                  <c:v>43139</c:v>
                </c:pt>
                <c:pt idx="1">
                  <c:v>43138</c:v>
                </c:pt>
                <c:pt idx="2">
                  <c:v>43137</c:v>
                </c:pt>
                <c:pt idx="3">
                  <c:v>43136</c:v>
                </c:pt>
                <c:pt idx="4">
                  <c:v>43133</c:v>
                </c:pt>
                <c:pt idx="5">
                  <c:v>43132</c:v>
                </c:pt>
                <c:pt idx="6">
                  <c:v>43131</c:v>
                </c:pt>
                <c:pt idx="7">
                  <c:v>43130</c:v>
                </c:pt>
                <c:pt idx="8">
                  <c:v>43129</c:v>
                </c:pt>
                <c:pt idx="9">
                  <c:v>43126</c:v>
                </c:pt>
                <c:pt idx="10">
                  <c:v>43125</c:v>
                </c:pt>
                <c:pt idx="11">
                  <c:v>43124</c:v>
                </c:pt>
                <c:pt idx="12">
                  <c:v>43123</c:v>
                </c:pt>
                <c:pt idx="13">
                  <c:v>43122</c:v>
                </c:pt>
                <c:pt idx="14">
                  <c:v>43119</c:v>
                </c:pt>
                <c:pt idx="15">
                  <c:v>43118</c:v>
                </c:pt>
                <c:pt idx="16">
                  <c:v>43117</c:v>
                </c:pt>
                <c:pt idx="17">
                  <c:v>43116</c:v>
                </c:pt>
                <c:pt idx="18">
                  <c:v>43115</c:v>
                </c:pt>
                <c:pt idx="19">
                  <c:v>43112</c:v>
                </c:pt>
                <c:pt idx="20">
                  <c:v>43111</c:v>
                </c:pt>
                <c:pt idx="21">
                  <c:v>43110</c:v>
                </c:pt>
                <c:pt idx="22">
                  <c:v>43109</c:v>
                </c:pt>
                <c:pt idx="23">
                  <c:v>43108</c:v>
                </c:pt>
                <c:pt idx="24">
                  <c:v>43105</c:v>
                </c:pt>
                <c:pt idx="25">
                  <c:v>43104</c:v>
                </c:pt>
                <c:pt idx="26">
                  <c:v>43103</c:v>
                </c:pt>
                <c:pt idx="27">
                  <c:v>43102</c:v>
                </c:pt>
                <c:pt idx="28">
                  <c:v>43100</c:v>
                </c:pt>
                <c:pt idx="29">
                  <c:v>43099</c:v>
                </c:pt>
                <c:pt idx="30">
                  <c:v>43098</c:v>
                </c:pt>
                <c:pt idx="31">
                  <c:v>43097</c:v>
                </c:pt>
                <c:pt idx="32">
                  <c:v>43096</c:v>
                </c:pt>
                <c:pt idx="33">
                  <c:v>43095</c:v>
                </c:pt>
                <c:pt idx="34">
                  <c:v>43094</c:v>
                </c:pt>
                <c:pt idx="35">
                  <c:v>43091</c:v>
                </c:pt>
                <c:pt idx="36">
                  <c:v>43090</c:v>
                </c:pt>
                <c:pt idx="37">
                  <c:v>43089</c:v>
                </c:pt>
                <c:pt idx="38">
                  <c:v>43088</c:v>
                </c:pt>
                <c:pt idx="39">
                  <c:v>43087</c:v>
                </c:pt>
                <c:pt idx="40">
                  <c:v>43084</c:v>
                </c:pt>
                <c:pt idx="41">
                  <c:v>43083</c:v>
                </c:pt>
                <c:pt idx="42">
                  <c:v>43082</c:v>
                </c:pt>
                <c:pt idx="43">
                  <c:v>43081</c:v>
                </c:pt>
                <c:pt idx="44">
                  <c:v>43080</c:v>
                </c:pt>
                <c:pt idx="45">
                  <c:v>43077</c:v>
                </c:pt>
                <c:pt idx="46">
                  <c:v>43076</c:v>
                </c:pt>
                <c:pt idx="47">
                  <c:v>43075</c:v>
                </c:pt>
                <c:pt idx="48">
                  <c:v>43074</c:v>
                </c:pt>
                <c:pt idx="49">
                  <c:v>43073</c:v>
                </c:pt>
                <c:pt idx="50">
                  <c:v>43070</c:v>
                </c:pt>
                <c:pt idx="51">
                  <c:v>43069</c:v>
                </c:pt>
                <c:pt idx="52">
                  <c:v>43068</c:v>
                </c:pt>
                <c:pt idx="53">
                  <c:v>43067</c:v>
                </c:pt>
                <c:pt idx="54">
                  <c:v>43066</c:v>
                </c:pt>
                <c:pt idx="55">
                  <c:v>43063</c:v>
                </c:pt>
                <c:pt idx="56">
                  <c:v>43062</c:v>
                </c:pt>
                <c:pt idx="57">
                  <c:v>43061</c:v>
                </c:pt>
                <c:pt idx="58">
                  <c:v>43060</c:v>
                </c:pt>
                <c:pt idx="59">
                  <c:v>43059</c:v>
                </c:pt>
                <c:pt idx="60">
                  <c:v>43056</c:v>
                </c:pt>
                <c:pt idx="61">
                  <c:v>43055</c:v>
                </c:pt>
                <c:pt idx="62">
                  <c:v>43054</c:v>
                </c:pt>
                <c:pt idx="63">
                  <c:v>43053</c:v>
                </c:pt>
                <c:pt idx="64">
                  <c:v>43052</c:v>
                </c:pt>
                <c:pt idx="65">
                  <c:v>43049</c:v>
                </c:pt>
                <c:pt idx="66">
                  <c:v>43048</c:v>
                </c:pt>
                <c:pt idx="67">
                  <c:v>43047</c:v>
                </c:pt>
                <c:pt idx="68">
                  <c:v>43046</c:v>
                </c:pt>
                <c:pt idx="69">
                  <c:v>43045</c:v>
                </c:pt>
                <c:pt idx="70">
                  <c:v>43042</c:v>
                </c:pt>
                <c:pt idx="71">
                  <c:v>43041</c:v>
                </c:pt>
                <c:pt idx="72">
                  <c:v>43040</c:v>
                </c:pt>
                <c:pt idx="73">
                  <c:v>43039</c:v>
                </c:pt>
                <c:pt idx="74">
                  <c:v>43038</c:v>
                </c:pt>
                <c:pt idx="75">
                  <c:v>43035</c:v>
                </c:pt>
                <c:pt idx="76">
                  <c:v>43034</c:v>
                </c:pt>
                <c:pt idx="77">
                  <c:v>43033</c:v>
                </c:pt>
                <c:pt idx="78">
                  <c:v>43032</c:v>
                </c:pt>
                <c:pt idx="79">
                  <c:v>43031</c:v>
                </c:pt>
                <c:pt idx="80">
                  <c:v>43028</c:v>
                </c:pt>
                <c:pt idx="81">
                  <c:v>43027</c:v>
                </c:pt>
                <c:pt idx="82">
                  <c:v>43026</c:v>
                </c:pt>
                <c:pt idx="83">
                  <c:v>43025</c:v>
                </c:pt>
                <c:pt idx="84">
                  <c:v>43024</c:v>
                </c:pt>
                <c:pt idx="85">
                  <c:v>43021</c:v>
                </c:pt>
                <c:pt idx="86">
                  <c:v>43020</c:v>
                </c:pt>
                <c:pt idx="87">
                  <c:v>43019</c:v>
                </c:pt>
                <c:pt idx="88">
                  <c:v>43018</c:v>
                </c:pt>
                <c:pt idx="89">
                  <c:v>43017</c:v>
                </c:pt>
                <c:pt idx="90">
                  <c:v>43008</c:v>
                </c:pt>
                <c:pt idx="91">
                  <c:v>43007</c:v>
                </c:pt>
                <c:pt idx="92">
                  <c:v>43006</c:v>
                </c:pt>
                <c:pt idx="93">
                  <c:v>43005</c:v>
                </c:pt>
                <c:pt idx="94">
                  <c:v>43004</c:v>
                </c:pt>
                <c:pt idx="95">
                  <c:v>43003</c:v>
                </c:pt>
                <c:pt idx="96">
                  <c:v>43000</c:v>
                </c:pt>
                <c:pt idx="97">
                  <c:v>42999</c:v>
                </c:pt>
                <c:pt idx="98">
                  <c:v>42998</c:v>
                </c:pt>
                <c:pt idx="99">
                  <c:v>42997</c:v>
                </c:pt>
                <c:pt idx="100">
                  <c:v>42996</c:v>
                </c:pt>
                <c:pt idx="101">
                  <c:v>42993</c:v>
                </c:pt>
                <c:pt idx="102">
                  <c:v>42992</c:v>
                </c:pt>
                <c:pt idx="103">
                  <c:v>42991</c:v>
                </c:pt>
                <c:pt idx="104">
                  <c:v>42990</c:v>
                </c:pt>
                <c:pt idx="105">
                  <c:v>42989</c:v>
                </c:pt>
                <c:pt idx="106">
                  <c:v>42986</c:v>
                </c:pt>
                <c:pt idx="107">
                  <c:v>42985</c:v>
                </c:pt>
                <c:pt idx="108">
                  <c:v>42984</c:v>
                </c:pt>
                <c:pt idx="109">
                  <c:v>42983</c:v>
                </c:pt>
                <c:pt idx="110">
                  <c:v>42982</c:v>
                </c:pt>
                <c:pt idx="111">
                  <c:v>42979</c:v>
                </c:pt>
                <c:pt idx="112">
                  <c:v>42978</c:v>
                </c:pt>
                <c:pt idx="113">
                  <c:v>42977</c:v>
                </c:pt>
                <c:pt idx="114">
                  <c:v>42976</c:v>
                </c:pt>
                <c:pt idx="115">
                  <c:v>42975</c:v>
                </c:pt>
                <c:pt idx="116">
                  <c:v>42972</c:v>
                </c:pt>
                <c:pt idx="117">
                  <c:v>42971</c:v>
                </c:pt>
                <c:pt idx="118">
                  <c:v>42970</c:v>
                </c:pt>
                <c:pt idx="119">
                  <c:v>42969</c:v>
                </c:pt>
                <c:pt idx="120">
                  <c:v>42968</c:v>
                </c:pt>
                <c:pt idx="121">
                  <c:v>42965</c:v>
                </c:pt>
                <c:pt idx="122">
                  <c:v>42964</c:v>
                </c:pt>
                <c:pt idx="123">
                  <c:v>42963</c:v>
                </c:pt>
                <c:pt idx="124">
                  <c:v>42962</c:v>
                </c:pt>
                <c:pt idx="125">
                  <c:v>42961</c:v>
                </c:pt>
                <c:pt idx="126">
                  <c:v>42958</c:v>
                </c:pt>
                <c:pt idx="127">
                  <c:v>42957</c:v>
                </c:pt>
                <c:pt idx="128">
                  <c:v>42956</c:v>
                </c:pt>
                <c:pt idx="129">
                  <c:v>42955</c:v>
                </c:pt>
                <c:pt idx="130">
                  <c:v>42954</c:v>
                </c:pt>
                <c:pt idx="131">
                  <c:v>42951</c:v>
                </c:pt>
                <c:pt idx="132">
                  <c:v>42950</c:v>
                </c:pt>
                <c:pt idx="133">
                  <c:v>42949</c:v>
                </c:pt>
                <c:pt idx="134">
                  <c:v>42948</c:v>
                </c:pt>
                <c:pt idx="135">
                  <c:v>42947</c:v>
                </c:pt>
                <c:pt idx="136">
                  <c:v>42944</c:v>
                </c:pt>
                <c:pt idx="137">
                  <c:v>42943</c:v>
                </c:pt>
                <c:pt idx="138">
                  <c:v>42942</c:v>
                </c:pt>
                <c:pt idx="139">
                  <c:v>42941</c:v>
                </c:pt>
                <c:pt idx="140">
                  <c:v>42940</c:v>
                </c:pt>
                <c:pt idx="141">
                  <c:v>42937</c:v>
                </c:pt>
                <c:pt idx="142">
                  <c:v>42936</c:v>
                </c:pt>
                <c:pt idx="143">
                  <c:v>42935</c:v>
                </c:pt>
                <c:pt idx="144">
                  <c:v>42934</c:v>
                </c:pt>
                <c:pt idx="145">
                  <c:v>42933</c:v>
                </c:pt>
                <c:pt idx="146">
                  <c:v>42930</c:v>
                </c:pt>
                <c:pt idx="147">
                  <c:v>42929</c:v>
                </c:pt>
                <c:pt idx="148">
                  <c:v>42928</c:v>
                </c:pt>
                <c:pt idx="149">
                  <c:v>42927</c:v>
                </c:pt>
                <c:pt idx="150">
                  <c:v>42926</c:v>
                </c:pt>
                <c:pt idx="151">
                  <c:v>42923</c:v>
                </c:pt>
                <c:pt idx="152">
                  <c:v>42922</c:v>
                </c:pt>
                <c:pt idx="153">
                  <c:v>42921</c:v>
                </c:pt>
                <c:pt idx="154">
                  <c:v>42920</c:v>
                </c:pt>
                <c:pt idx="155">
                  <c:v>42919</c:v>
                </c:pt>
                <c:pt idx="156">
                  <c:v>42916</c:v>
                </c:pt>
                <c:pt idx="157">
                  <c:v>42915</c:v>
                </c:pt>
                <c:pt idx="158">
                  <c:v>42914</c:v>
                </c:pt>
                <c:pt idx="159">
                  <c:v>42913</c:v>
                </c:pt>
                <c:pt idx="160">
                  <c:v>42912</c:v>
                </c:pt>
                <c:pt idx="161">
                  <c:v>42909</c:v>
                </c:pt>
                <c:pt idx="162">
                  <c:v>42908</c:v>
                </c:pt>
                <c:pt idx="163">
                  <c:v>42907</c:v>
                </c:pt>
                <c:pt idx="164">
                  <c:v>42906</c:v>
                </c:pt>
                <c:pt idx="165">
                  <c:v>42905</c:v>
                </c:pt>
                <c:pt idx="166">
                  <c:v>42902</c:v>
                </c:pt>
                <c:pt idx="167">
                  <c:v>42901</c:v>
                </c:pt>
                <c:pt idx="168">
                  <c:v>42900</c:v>
                </c:pt>
                <c:pt idx="169">
                  <c:v>42899</c:v>
                </c:pt>
                <c:pt idx="170">
                  <c:v>42898</c:v>
                </c:pt>
                <c:pt idx="171">
                  <c:v>42896</c:v>
                </c:pt>
                <c:pt idx="172">
                  <c:v>42895</c:v>
                </c:pt>
                <c:pt idx="173">
                  <c:v>42894</c:v>
                </c:pt>
                <c:pt idx="174">
                  <c:v>42893</c:v>
                </c:pt>
                <c:pt idx="175">
                  <c:v>42892</c:v>
                </c:pt>
                <c:pt idx="176">
                  <c:v>42891</c:v>
                </c:pt>
                <c:pt idx="177">
                  <c:v>42888</c:v>
                </c:pt>
                <c:pt idx="178">
                  <c:v>42887</c:v>
                </c:pt>
                <c:pt idx="179">
                  <c:v>42886</c:v>
                </c:pt>
                <c:pt idx="180">
                  <c:v>42882</c:v>
                </c:pt>
                <c:pt idx="181">
                  <c:v>42881</c:v>
                </c:pt>
                <c:pt idx="182">
                  <c:v>42880</c:v>
                </c:pt>
                <c:pt idx="183">
                  <c:v>42879</c:v>
                </c:pt>
                <c:pt idx="184">
                  <c:v>42878</c:v>
                </c:pt>
                <c:pt idx="185">
                  <c:v>42877</c:v>
                </c:pt>
                <c:pt idx="186">
                  <c:v>42874</c:v>
                </c:pt>
                <c:pt idx="187">
                  <c:v>42873</c:v>
                </c:pt>
                <c:pt idx="188">
                  <c:v>42872</c:v>
                </c:pt>
                <c:pt idx="189">
                  <c:v>42871</c:v>
                </c:pt>
                <c:pt idx="190">
                  <c:v>42870</c:v>
                </c:pt>
                <c:pt idx="191">
                  <c:v>42867</c:v>
                </c:pt>
                <c:pt idx="192">
                  <c:v>42866</c:v>
                </c:pt>
                <c:pt idx="193">
                  <c:v>42865</c:v>
                </c:pt>
                <c:pt idx="194">
                  <c:v>42864</c:v>
                </c:pt>
                <c:pt idx="195">
                  <c:v>42863</c:v>
                </c:pt>
                <c:pt idx="196">
                  <c:v>42860</c:v>
                </c:pt>
                <c:pt idx="197">
                  <c:v>42859</c:v>
                </c:pt>
                <c:pt idx="198">
                  <c:v>42858</c:v>
                </c:pt>
                <c:pt idx="199">
                  <c:v>42857</c:v>
                </c:pt>
                <c:pt idx="200">
                  <c:v>42853</c:v>
                </c:pt>
                <c:pt idx="201">
                  <c:v>42852</c:v>
                </c:pt>
                <c:pt idx="202">
                  <c:v>42851</c:v>
                </c:pt>
                <c:pt idx="203">
                  <c:v>42850</c:v>
                </c:pt>
                <c:pt idx="204">
                  <c:v>42849</c:v>
                </c:pt>
                <c:pt idx="205">
                  <c:v>42846</c:v>
                </c:pt>
                <c:pt idx="206">
                  <c:v>42845</c:v>
                </c:pt>
                <c:pt idx="207">
                  <c:v>42844</c:v>
                </c:pt>
                <c:pt idx="208">
                  <c:v>42843</c:v>
                </c:pt>
                <c:pt idx="209">
                  <c:v>42842</c:v>
                </c:pt>
                <c:pt idx="210">
                  <c:v>42839</c:v>
                </c:pt>
                <c:pt idx="211">
                  <c:v>42838</c:v>
                </c:pt>
                <c:pt idx="212">
                  <c:v>42837</c:v>
                </c:pt>
                <c:pt idx="213">
                  <c:v>42836</c:v>
                </c:pt>
                <c:pt idx="214">
                  <c:v>42835</c:v>
                </c:pt>
                <c:pt idx="215">
                  <c:v>42832</c:v>
                </c:pt>
                <c:pt idx="216">
                  <c:v>42831</c:v>
                </c:pt>
                <c:pt idx="217">
                  <c:v>42830</c:v>
                </c:pt>
                <c:pt idx="218">
                  <c:v>42826</c:v>
                </c:pt>
                <c:pt idx="219">
                  <c:v>42825</c:v>
                </c:pt>
                <c:pt idx="220">
                  <c:v>42824</c:v>
                </c:pt>
                <c:pt idx="221">
                  <c:v>42823</c:v>
                </c:pt>
                <c:pt idx="222">
                  <c:v>42822</c:v>
                </c:pt>
                <c:pt idx="223">
                  <c:v>42821</c:v>
                </c:pt>
                <c:pt idx="224">
                  <c:v>42818</c:v>
                </c:pt>
                <c:pt idx="225">
                  <c:v>42817</c:v>
                </c:pt>
                <c:pt idx="226">
                  <c:v>42816</c:v>
                </c:pt>
                <c:pt idx="227">
                  <c:v>42815</c:v>
                </c:pt>
                <c:pt idx="228">
                  <c:v>42814</c:v>
                </c:pt>
                <c:pt idx="229">
                  <c:v>42811</c:v>
                </c:pt>
                <c:pt idx="230">
                  <c:v>42810</c:v>
                </c:pt>
                <c:pt idx="231">
                  <c:v>42809</c:v>
                </c:pt>
                <c:pt idx="232">
                  <c:v>42808</c:v>
                </c:pt>
                <c:pt idx="233">
                  <c:v>42807</c:v>
                </c:pt>
                <c:pt idx="234">
                  <c:v>42804</c:v>
                </c:pt>
                <c:pt idx="235">
                  <c:v>42803</c:v>
                </c:pt>
                <c:pt idx="236">
                  <c:v>42802</c:v>
                </c:pt>
                <c:pt idx="237">
                  <c:v>42801</c:v>
                </c:pt>
                <c:pt idx="238">
                  <c:v>42800</c:v>
                </c:pt>
                <c:pt idx="239">
                  <c:v>42797</c:v>
                </c:pt>
                <c:pt idx="240">
                  <c:v>42796</c:v>
                </c:pt>
                <c:pt idx="241">
                  <c:v>42795</c:v>
                </c:pt>
                <c:pt idx="242">
                  <c:v>42794</c:v>
                </c:pt>
                <c:pt idx="243">
                  <c:v>42793</c:v>
                </c:pt>
                <c:pt idx="244">
                  <c:v>42790</c:v>
                </c:pt>
                <c:pt idx="245">
                  <c:v>42789</c:v>
                </c:pt>
                <c:pt idx="246">
                  <c:v>42788</c:v>
                </c:pt>
                <c:pt idx="247">
                  <c:v>42787</c:v>
                </c:pt>
                <c:pt idx="248">
                  <c:v>42786</c:v>
                </c:pt>
                <c:pt idx="249">
                  <c:v>42783</c:v>
                </c:pt>
                <c:pt idx="250">
                  <c:v>42782</c:v>
                </c:pt>
                <c:pt idx="251">
                  <c:v>42781</c:v>
                </c:pt>
                <c:pt idx="252">
                  <c:v>42780</c:v>
                </c:pt>
                <c:pt idx="253">
                  <c:v>42779</c:v>
                </c:pt>
                <c:pt idx="254">
                  <c:v>42776</c:v>
                </c:pt>
                <c:pt idx="255">
                  <c:v>42775</c:v>
                </c:pt>
                <c:pt idx="256">
                  <c:v>42774</c:v>
                </c:pt>
                <c:pt idx="257">
                  <c:v>42773</c:v>
                </c:pt>
                <c:pt idx="258">
                  <c:v>42772</c:v>
                </c:pt>
                <c:pt idx="259">
                  <c:v>42770</c:v>
                </c:pt>
                <c:pt idx="260">
                  <c:v>42769</c:v>
                </c:pt>
                <c:pt idx="261">
                  <c:v>42761</c:v>
                </c:pt>
                <c:pt idx="262">
                  <c:v>42760</c:v>
                </c:pt>
                <c:pt idx="263">
                  <c:v>42759</c:v>
                </c:pt>
                <c:pt idx="264">
                  <c:v>42758</c:v>
                </c:pt>
                <c:pt idx="265">
                  <c:v>42757</c:v>
                </c:pt>
                <c:pt idx="266">
                  <c:v>42755</c:v>
                </c:pt>
                <c:pt idx="267">
                  <c:v>42754</c:v>
                </c:pt>
                <c:pt idx="268">
                  <c:v>42753</c:v>
                </c:pt>
                <c:pt idx="269">
                  <c:v>42752</c:v>
                </c:pt>
                <c:pt idx="270">
                  <c:v>42751</c:v>
                </c:pt>
                <c:pt idx="271">
                  <c:v>42748</c:v>
                </c:pt>
                <c:pt idx="272">
                  <c:v>42747</c:v>
                </c:pt>
                <c:pt idx="273">
                  <c:v>42746</c:v>
                </c:pt>
                <c:pt idx="274">
                  <c:v>42745</c:v>
                </c:pt>
                <c:pt idx="275">
                  <c:v>42744</c:v>
                </c:pt>
                <c:pt idx="276">
                  <c:v>42741</c:v>
                </c:pt>
                <c:pt idx="277">
                  <c:v>42740</c:v>
                </c:pt>
                <c:pt idx="278">
                  <c:v>42739</c:v>
                </c:pt>
                <c:pt idx="279">
                  <c:v>42738</c:v>
                </c:pt>
              </c:numCache>
            </c:numRef>
          </c:cat>
          <c:val>
            <c:numRef>
              <c:f>'债券市场(YTD)'!$CF$26:$CF$400</c:f>
              <c:numCache>
                <c:formatCode>General</c:formatCode>
                <c:ptCount val="375"/>
                <c:pt idx="0">
                  <c:v>48.979999999999976</c:v>
                </c:pt>
                <c:pt idx="1">
                  <c:v>48.979999999999976</c:v>
                </c:pt>
                <c:pt idx="2">
                  <c:v>49.929999999999986</c:v>
                </c:pt>
                <c:pt idx="3">
                  <c:v>51.009999999999955</c:v>
                </c:pt>
                <c:pt idx="4">
                  <c:v>53.2</c:v>
                </c:pt>
                <c:pt idx="5">
                  <c:v>50</c:v>
                </c:pt>
                <c:pt idx="6">
                  <c:v>49.080000000000013</c:v>
                </c:pt>
                <c:pt idx="7">
                  <c:v>48.410000000000068</c:v>
                </c:pt>
                <c:pt idx="8">
                  <c:v>43.149999999999977</c:v>
                </c:pt>
                <c:pt idx="9">
                  <c:v>40.100000000000065</c:v>
                </c:pt>
                <c:pt idx="10">
                  <c:v>36.66999999999998</c:v>
                </c:pt>
                <c:pt idx="11">
                  <c:v>31.97000000000001</c:v>
                </c:pt>
                <c:pt idx="12">
                  <c:v>35.050000000000026</c:v>
                </c:pt>
                <c:pt idx="13">
                  <c:v>38.309999999999974</c:v>
                </c:pt>
                <c:pt idx="14">
                  <c:v>42.180000000000021</c:v>
                </c:pt>
                <c:pt idx="15">
                  <c:v>35.620000000000033</c:v>
                </c:pt>
                <c:pt idx="16">
                  <c:v>37.450000000000031</c:v>
                </c:pt>
                <c:pt idx="17">
                  <c:v>42.95</c:v>
                </c:pt>
                <c:pt idx="18">
                  <c:v>41.510000000000069</c:v>
                </c:pt>
                <c:pt idx="19">
                  <c:v>42.539999999999978</c:v>
                </c:pt>
                <c:pt idx="20">
                  <c:v>42.660000000000053</c:v>
                </c:pt>
                <c:pt idx="21">
                  <c:v>45.35</c:v>
                </c:pt>
                <c:pt idx="22">
                  <c:v>46.729999999999983</c:v>
                </c:pt>
                <c:pt idx="23">
                  <c:v>43.430000000000035</c:v>
                </c:pt>
                <c:pt idx="24">
                  <c:v>40.850000000000009</c:v>
                </c:pt>
                <c:pt idx="25">
                  <c:v>43.28000000000003</c:v>
                </c:pt>
                <c:pt idx="26">
                  <c:v>46.550000000000047</c:v>
                </c:pt>
                <c:pt idx="27">
                  <c:v>37.320000000000064</c:v>
                </c:pt>
                <c:pt idx="28">
                  <c:v>20.830000000000037</c:v>
                </c:pt>
                <c:pt idx="29">
                  <c:v>20.830000000000037</c:v>
                </c:pt>
                <c:pt idx="30">
                  <c:v>20.830000000000037</c:v>
                </c:pt>
                <c:pt idx="31">
                  <c:v>18.659999999999943</c:v>
                </c:pt>
                <c:pt idx="32">
                  <c:v>16.599999999999948</c:v>
                </c:pt>
                <c:pt idx="33">
                  <c:v>27.479999999999993</c:v>
                </c:pt>
                <c:pt idx="34">
                  <c:v>28.580000000000005</c:v>
                </c:pt>
                <c:pt idx="35">
                  <c:v>26.589999999999936</c:v>
                </c:pt>
                <c:pt idx="36">
                  <c:v>29.11999999999999</c:v>
                </c:pt>
                <c:pt idx="37">
                  <c:v>31.44</c:v>
                </c:pt>
                <c:pt idx="38">
                  <c:v>33.08</c:v>
                </c:pt>
                <c:pt idx="39">
                  <c:v>30.710000000000015</c:v>
                </c:pt>
                <c:pt idx="40">
                  <c:v>38.729999999999976</c:v>
                </c:pt>
                <c:pt idx="41">
                  <c:v>36.069999999999958</c:v>
                </c:pt>
                <c:pt idx="42">
                  <c:v>34.520000000000017</c:v>
                </c:pt>
                <c:pt idx="43">
                  <c:v>33.230000000000004</c:v>
                </c:pt>
                <c:pt idx="44">
                  <c:v>34.970000000000034</c:v>
                </c:pt>
                <c:pt idx="45">
                  <c:v>37.070000000000022</c:v>
                </c:pt>
                <c:pt idx="46">
                  <c:v>41.070000000000029</c:v>
                </c:pt>
                <c:pt idx="47">
                  <c:v>39.26999999999996</c:v>
                </c:pt>
                <c:pt idx="48">
                  <c:v>36.519999999999975</c:v>
                </c:pt>
                <c:pt idx="49">
                  <c:v>33.539999999999992</c:v>
                </c:pt>
                <c:pt idx="50">
                  <c:v>31.400000000000006</c:v>
                </c:pt>
                <c:pt idx="51">
                  <c:v>27.899999999999991</c:v>
                </c:pt>
                <c:pt idx="52">
                  <c:v>32.85</c:v>
                </c:pt>
                <c:pt idx="53">
                  <c:v>36.409999999999968</c:v>
                </c:pt>
                <c:pt idx="54">
                  <c:v>37.370000000000033</c:v>
                </c:pt>
                <c:pt idx="55">
                  <c:v>32.77000000000001</c:v>
                </c:pt>
                <c:pt idx="56">
                  <c:v>31.479999999999997</c:v>
                </c:pt>
                <c:pt idx="57">
                  <c:v>31.630000000000003</c:v>
                </c:pt>
                <c:pt idx="58">
                  <c:v>32.32999999999997</c:v>
                </c:pt>
                <c:pt idx="59">
                  <c:v>29.860000000000042</c:v>
                </c:pt>
                <c:pt idx="60">
                  <c:v>29.359999999999964</c:v>
                </c:pt>
                <c:pt idx="61">
                  <c:v>29.760000000000009</c:v>
                </c:pt>
                <c:pt idx="62">
                  <c:v>27.289999999999992</c:v>
                </c:pt>
                <c:pt idx="63">
                  <c:v>28.100000000000058</c:v>
                </c:pt>
                <c:pt idx="64">
                  <c:v>29.220000000000024</c:v>
                </c:pt>
                <c:pt idx="65">
                  <c:v>29.370000000000029</c:v>
                </c:pt>
                <c:pt idx="66">
                  <c:v>31.709999999999994</c:v>
                </c:pt>
                <c:pt idx="67">
                  <c:v>30.149999999999988</c:v>
                </c:pt>
                <c:pt idx="68">
                  <c:v>31.36000000000001</c:v>
                </c:pt>
                <c:pt idx="69">
                  <c:v>28.549999999999986</c:v>
                </c:pt>
                <c:pt idx="70">
                  <c:v>27.249999999999996</c:v>
                </c:pt>
                <c:pt idx="71">
                  <c:v>25.760000000000005</c:v>
                </c:pt>
                <c:pt idx="72">
                  <c:v>23.709999999999987</c:v>
                </c:pt>
                <c:pt idx="73">
                  <c:v>22.530000000000072</c:v>
                </c:pt>
                <c:pt idx="74">
                  <c:v>22.049999999999947</c:v>
                </c:pt>
                <c:pt idx="75">
                  <c:v>22.250000000000014</c:v>
                </c:pt>
                <c:pt idx="76">
                  <c:v>22.409999999999997</c:v>
                </c:pt>
                <c:pt idx="77">
                  <c:v>24.570000000000025</c:v>
                </c:pt>
                <c:pt idx="78">
                  <c:v>21.919999999999984</c:v>
                </c:pt>
                <c:pt idx="79">
                  <c:v>17.429999999999968</c:v>
                </c:pt>
                <c:pt idx="80">
                  <c:v>24.560000000000048</c:v>
                </c:pt>
                <c:pt idx="81">
                  <c:v>25.02999999999993</c:v>
                </c:pt>
                <c:pt idx="82">
                  <c:v>29.579999999999984</c:v>
                </c:pt>
                <c:pt idx="83">
                  <c:v>28.350000000000009</c:v>
                </c:pt>
                <c:pt idx="84">
                  <c:v>28.449999999999953</c:v>
                </c:pt>
                <c:pt idx="85">
                  <c:v>26.620000000000044</c:v>
                </c:pt>
                <c:pt idx="86">
                  <c:v>17.419999999999991</c:v>
                </c:pt>
                <c:pt idx="87">
                  <c:v>19.620000000000015</c:v>
                </c:pt>
                <c:pt idx="88">
                  <c:v>19.950000000000045</c:v>
                </c:pt>
                <c:pt idx="89">
                  <c:v>22.470000000000034</c:v>
                </c:pt>
                <c:pt idx="90">
                  <c:v>19.459999999999944</c:v>
                </c:pt>
                <c:pt idx="91">
                  <c:v>17.750000000000021</c:v>
                </c:pt>
                <c:pt idx="92">
                  <c:v>15.869999999999962</c:v>
                </c:pt>
                <c:pt idx="93">
                  <c:v>16.679999999999939</c:v>
                </c:pt>
                <c:pt idx="94">
                  <c:v>18.780000000000019</c:v>
                </c:pt>
                <c:pt idx="95">
                  <c:v>22.579999999999956</c:v>
                </c:pt>
                <c:pt idx="96">
                  <c:v>20.469999999999988</c:v>
                </c:pt>
                <c:pt idx="97">
                  <c:v>21.109999999999918</c:v>
                </c:pt>
                <c:pt idx="98">
                  <c:v>18.689999999999962</c:v>
                </c:pt>
                <c:pt idx="99">
                  <c:v>21.950000000000003</c:v>
                </c:pt>
                <c:pt idx="100">
                  <c:v>23.970000000000002</c:v>
                </c:pt>
                <c:pt idx="101">
                  <c:v>21.030000000000015</c:v>
                </c:pt>
                <c:pt idx="102">
                  <c:v>25.269999999999992</c:v>
                </c:pt>
                <c:pt idx="103">
                  <c:v>23.090000000000011</c:v>
                </c:pt>
                <c:pt idx="104">
                  <c:v>23.090000000000011</c:v>
                </c:pt>
                <c:pt idx="105">
                  <c:v>23.500000000000032</c:v>
                </c:pt>
                <c:pt idx="106">
                  <c:v>23.219999999999974</c:v>
                </c:pt>
                <c:pt idx="107">
                  <c:v>21.940000000000026</c:v>
                </c:pt>
                <c:pt idx="108">
                  <c:v>17.860000000000031</c:v>
                </c:pt>
                <c:pt idx="109">
                  <c:v>22.130000000000027</c:v>
                </c:pt>
                <c:pt idx="110">
                  <c:v>18.19999999999995</c:v>
                </c:pt>
                <c:pt idx="111">
                  <c:v>13.55000000000004</c:v>
                </c:pt>
                <c:pt idx="112">
                  <c:v>10.829999999999984</c:v>
                </c:pt>
                <c:pt idx="113">
                  <c:v>13.439999999999941</c:v>
                </c:pt>
                <c:pt idx="114">
                  <c:v>22.250000000000014</c:v>
                </c:pt>
                <c:pt idx="115">
                  <c:v>28.380000000000027</c:v>
                </c:pt>
                <c:pt idx="116">
                  <c:v>29.359999999999964</c:v>
                </c:pt>
                <c:pt idx="117">
                  <c:v>32.910000000000039</c:v>
                </c:pt>
                <c:pt idx="118">
                  <c:v>30.799999999999983</c:v>
                </c:pt>
                <c:pt idx="119">
                  <c:v>30.439999999999934</c:v>
                </c:pt>
                <c:pt idx="120">
                  <c:v>26.679999999999993</c:v>
                </c:pt>
                <c:pt idx="121">
                  <c:v>26.889999999999947</c:v>
                </c:pt>
                <c:pt idx="122">
                  <c:v>28.24</c:v>
                </c:pt>
                <c:pt idx="123">
                  <c:v>28.779999999999983</c:v>
                </c:pt>
                <c:pt idx="124">
                  <c:v>29.610000000000003</c:v>
                </c:pt>
                <c:pt idx="125">
                  <c:v>30.520000000000014</c:v>
                </c:pt>
                <c:pt idx="126">
                  <c:v>25.459999999999994</c:v>
                </c:pt>
                <c:pt idx="127">
                  <c:v>26.870000000000083</c:v>
                </c:pt>
                <c:pt idx="128">
                  <c:v>25.709999999999944</c:v>
                </c:pt>
                <c:pt idx="129">
                  <c:v>25.33000000000003</c:v>
                </c:pt>
                <c:pt idx="130">
                  <c:v>22.269999999999968</c:v>
                </c:pt>
                <c:pt idx="131">
                  <c:v>22.279999999999944</c:v>
                </c:pt>
                <c:pt idx="132">
                  <c:v>23.209999999999997</c:v>
                </c:pt>
                <c:pt idx="133">
                  <c:v>20.90999999999994</c:v>
                </c:pt>
                <c:pt idx="134">
                  <c:v>19.93999999999998</c:v>
                </c:pt>
                <c:pt idx="135">
                  <c:v>20.279999999999987</c:v>
                </c:pt>
                <c:pt idx="136">
                  <c:v>18.710000000000004</c:v>
                </c:pt>
                <c:pt idx="137">
                  <c:v>17.209999999999948</c:v>
                </c:pt>
                <c:pt idx="138">
                  <c:v>19.599999999999973</c:v>
                </c:pt>
                <c:pt idx="139">
                  <c:v>20.190000000000019</c:v>
                </c:pt>
                <c:pt idx="140">
                  <c:v>21.45999999999999</c:v>
                </c:pt>
                <c:pt idx="141">
                  <c:v>26.039999999999974</c:v>
                </c:pt>
                <c:pt idx="142">
                  <c:v>24.080000000000013</c:v>
                </c:pt>
                <c:pt idx="143">
                  <c:v>21.659999999999968</c:v>
                </c:pt>
                <c:pt idx="144">
                  <c:v>23.649999999999949</c:v>
                </c:pt>
                <c:pt idx="145">
                  <c:v>21.76</c:v>
                </c:pt>
                <c:pt idx="146">
                  <c:v>25.059999999999949</c:v>
                </c:pt>
                <c:pt idx="147">
                  <c:v>23.59</c:v>
                </c:pt>
                <c:pt idx="148">
                  <c:v>22.970000000000024</c:v>
                </c:pt>
                <c:pt idx="149">
                  <c:v>19.639999999999969</c:v>
                </c:pt>
                <c:pt idx="150">
                  <c:v>18.369999999999997</c:v>
                </c:pt>
                <c:pt idx="151">
                  <c:v>22.499999999999964</c:v>
                </c:pt>
                <c:pt idx="152">
                  <c:v>22.249999999999925</c:v>
                </c:pt>
                <c:pt idx="153">
                  <c:v>19.989999999999952</c:v>
                </c:pt>
                <c:pt idx="154">
                  <c:v>19.179999999999975</c:v>
                </c:pt>
                <c:pt idx="155">
                  <c:v>19.330000000000069</c:v>
                </c:pt>
                <c:pt idx="156">
                  <c:v>17.969999999999953</c:v>
                </c:pt>
                <c:pt idx="157">
                  <c:v>16.510000000000069</c:v>
                </c:pt>
                <c:pt idx="158">
                  <c:v>18.450000000000077</c:v>
                </c:pt>
                <c:pt idx="159">
                  <c:v>19.029999999999969</c:v>
                </c:pt>
                <c:pt idx="160">
                  <c:v>15.560000000000063</c:v>
                </c:pt>
                <c:pt idx="161">
                  <c:v>15.54000000000002</c:v>
                </c:pt>
                <c:pt idx="162">
                  <c:v>13.779999999999948</c:v>
                </c:pt>
                <c:pt idx="163">
                  <c:v>10.639999999999983</c:v>
                </c:pt>
                <c:pt idx="164">
                  <c:v>13.729999999999976</c:v>
                </c:pt>
                <c:pt idx="165">
                  <c:v>15.529999999999955</c:v>
                </c:pt>
                <c:pt idx="166">
                  <c:v>17.000000000000082</c:v>
                </c:pt>
                <c:pt idx="167">
                  <c:v>13.079999999999981</c:v>
                </c:pt>
                <c:pt idx="168">
                  <c:v>17.089999999999961</c:v>
                </c:pt>
                <c:pt idx="169">
                  <c:v>18.229999999999968</c:v>
                </c:pt>
                <c:pt idx="170">
                  <c:v>19.399999999999995</c:v>
                </c:pt>
                <c:pt idx="171">
                  <c:v>22.75999999999998</c:v>
                </c:pt>
                <c:pt idx="172">
                  <c:v>22.75999999999998</c:v>
                </c:pt>
                <c:pt idx="173">
                  <c:v>24.03000000000004</c:v>
                </c:pt>
                <c:pt idx="174">
                  <c:v>35.02000000000001</c:v>
                </c:pt>
                <c:pt idx="175">
                  <c:v>36.110000000000042</c:v>
                </c:pt>
                <c:pt idx="176">
                  <c:v>35.71999999999997</c:v>
                </c:pt>
                <c:pt idx="177">
                  <c:v>31.989999999999963</c:v>
                </c:pt>
                <c:pt idx="178">
                  <c:v>33.309999999999995</c:v>
                </c:pt>
                <c:pt idx="179">
                  <c:v>39.889999999999937</c:v>
                </c:pt>
                <c:pt idx="180">
                  <c:v>40.040000000000035</c:v>
                </c:pt>
                <c:pt idx="181">
                  <c:v>40.689999999999941</c:v>
                </c:pt>
                <c:pt idx="182">
                  <c:v>40.310000000000024</c:v>
                </c:pt>
                <c:pt idx="183">
                  <c:v>39.989999999999966</c:v>
                </c:pt>
                <c:pt idx="184">
                  <c:v>36.920000000000016</c:v>
                </c:pt>
                <c:pt idx="185">
                  <c:v>40.730000000000018</c:v>
                </c:pt>
                <c:pt idx="186">
                  <c:v>41.479999999999961</c:v>
                </c:pt>
                <c:pt idx="187">
                  <c:v>42.900000000000027</c:v>
                </c:pt>
                <c:pt idx="188">
                  <c:v>42.20000000000006</c:v>
                </c:pt>
                <c:pt idx="189">
                  <c:v>42.459999999999987</c:v>
                </c:pt>
                <c:pt idx="190">
                  <c:v>42.34</c:v>
                </c:pt>
                <c:pt idx="191">
                  <c:v>48.819999999999993</c:v>
                </c:pt>
                <c:pt idx="192">
                  <c:v>46.330000000000027</c:v>
                </c:pt>
                <c:pt idx="193">
                  <c:v>39.919999999999959</c:v>
                </c:pt>
                <c:pt idx="194">
                  <c:v>35.849999999999937</c:v>
                </c:pt>
                <c:pt idx="195">
                  <c:v>36.689999999999934</c:v>
                </c:pt>
                <c:pt idx="196">
                  <c:v>36.960000000000015</c:v>
                </c:pt>
                <c:pt idx="197">
                  <c:v>38.11</c:v>
                </c:pt>
                <c:pt idx="198">
                  <c:v>39.259999999999984</c:v>
                </c:pt>
                <c:pt idx="199">
                  <c:v>36.460000000000022</c:v>
                </c:pt>
                <c:pt idx="200">
                  <c:v>32.030000000000044</c:v>
                </c:pt>
                <c:pt idx="201">
                  <c:v>30.210000000000026</c:v>
                </c:pt>
                <c:pt idx="202">
                  <c:v>27.529999999999966</c:v>
                </c:pt>
                <c:pt idx="203">
                  <c:v>26.860000000000017</c:v>
                </c:pt>
                <c:pt idx="204">
                  <c:v>23.040000000000038</c:v>
                </c:pt>
                <c:pt idx="205">
                  <c:v>23.709999999999987</c:v>
                </c:pt>
                <c:pt idx="206">
                  <c:v>24.019999999999975</c:v>
                </c:pt>
                <c:pt idx="207">
                  <c:v>20.060000000000056</c:v>
                </c:pt>
                <c:pt idx="208">
                  <c:v>15.93</c:v>
                </c:pt>
                <c:pt idx="209">
                  <c:v>19.570000000000043</c:v>
                </c:pt>
                <c:pt idx="210">
                  <c:v>28.680000000000039</c:v>
                </c:pt>
                <c:pt idx="211">
                  <c:v>29.369999999999941</c:v>
                </c:pt>
                <c:pt idx="212">
                  <c:v>29.980000000000029</c:v>
                </c:pt>
                <c:pt idx="213">
                  <c:v>29.309999999999992</c:v>
                </c:pt>
                <c:pt idx="214">
                  <c:v>26.900000000000013</c:v>
                </c:pt>
                <c:pt idx="215">
                  <c:v>24.630000000000063</c:v>
                </c:pt>
                <c:pt idx="216">
                  <c:v>24.66999999999997</c:v>
                </c:pt>
                <c:pt idx="217">
                  <c:v>20.520000000000049</c:v>
                </c:pt>
                <c:pt idx="218">
                  <c:v>18.100000000000005</c:v>
                </c:pt>
                <c:pt idx="219">
                  <c:v>17.399999999999949</c:v>
                </c:pt>
                <c:pt idx="220">
                  <c:v>11.20000000000001</c:v>
                </c:pt>
                <c:pt idx="221">
                  <c:v>9.9999999999999645</c:v>
                </c:pt>
                <c:pt idx="222">
                  <c:v>15.350000000000019</c:v>
                </c:pt>
                <c:pt idx="223">
                  <c:v>16.779999999999973</c:v>
                </c:pt>
                <c:pt idx="224">
                  <c:v>15.729999999999933</c:v>
                </c:pt>
                <c:pt idx="225">
                  <c:v>17.249999999999943</c:v>
                </c:pt>
                <c:pt idx="226">
                  <c:v>21.219999999999928</c:v>
                </c:pt>
                <c:pt idx="227">
                  <c:v>18.19999999999995</c:v>
                </c:pt>
                <c:pt idx="228">
                  <c:v>25.709999999999944</c:v>
                </c:pt>
                <c:pt idx="229">
                  <c:v>30.339999999999989</c:v>
                </c:pt>
                <c:pt idx="230">
                  <c:v>30.660000000000043</c:v>
                </c:pt>
                <c:pt idx="231">
                  <c:v>32.559999999999967</c:v>
                </c:pt>
                <c:pt idx="232">
                  <c:v>35.109999999999971</c:v>
                </c:pt>
                <c:pt idx="233">
                  <c:v>34.669999999999931</c:v>
                </c:pt>
                <c:pt idx="234">
                  <c:v>41.040000000000006</c:v>
                </c:pt>
                <c:pt idx="235">
                  <c:v>39.869999999999983</c:v>
                </c:pt>
                <c:pt idx="236">
                  <c:v>38.549999999999955</c:v>
                </c:pt>
                <c:pt idx="237">
                  <c:v>37.589999999999968</c:v>
                </c:pt>
                <c:pt idx="238">
                  <c:v>39.729999999999997</c:v>
                </c:pt>
                <c:pt idx="239">
                  <c:v>44.110000000000007</c:v>
                </c:pt>
                <c:pt idx="240">
                  <c:v>41.120000000000005</c:v>
                </c:pt>
                <c:pt idx="241">
                  <c:v>42.750000000000021</c:v>
                </c:pt>
                <c:pt idx="242">
                  <c:v>37.809999999999988</c:v>
                </c:pt>
                <c:pt idx="243">
                  <c:v>42.159999999999975</c:v>
                </c:pt>
                <c:pt idx="244">
                  <c:v>38.609999999999985</c:v>
                </c:pt>
                <c:pt idx="245">
                  <c:v>42.74</c:v>
                </c:pt>
                <c:pt idx="246">
                  <c:v>43.340000000000025</c:v>
                </c:pt>
                <c:pt idx="247">
                  <c:v>42.720000000000049</c:v>
                </c:pt>
                <c:pt idx="248">
                  <c:v>43.740000000000023</c:v>
                </c:pt>
                <c:pt idx="249">
                  <c:v>45.329999999999956</c:v>
                </c:pt>
                <c:pt idx="250">
                  <c:v>44.150000000000048</c:v>
                </c:pt>
                <c:pt idx="251">
                  <c:v>45.62000000000004</c:v>
                </c:pt>
                <c:pt idx="252">
                  <c:v>44.880000000000031</c:v>
                </c:pt>
                <c:pt idx="253">
                  <c:v>42.889999999999958</c:v>
                </c:pt>
                <c:pt idx="254">
                  <c:v>41.59000000000006</c:v>
                </c:pt>
                <c:pt idx="255">
                  <c:v>36.66999999999998</c:v>
                </c:pt>
                <c:pt idx="256">
                  <c:v>36.080000000000027</c:v>
                </c:pt>
                <c:pt idx="257">
                  <c:v>28.200000000000003</c:v>
                </c:pt>
                <c:pt idx="258">
                  <c:v>24.66999999999997</c:v>
                </c:pt>
                <c:pt idx="259">
                  <c:v>23.710000000000029</c:v>
                </c:pt>
                <c:pt idx="260">
                  <c:v>24.199999999999953</c:v>
                </c:pt>
                <c:pt idx="261">
                  <c:v>25.500000000000036</c:v>
                </c:pt>
                <c:pt idx="262">
                  <c:v>27.969999999999963</c:v>
                </c:pt>
                <c:pt idx="263">
                  <c:v>26.200000000000003</c:v>
                </c:pt>
                <c:pt idx="264">
                  <c:v>24.900000000000013</c:v>
                </c:pt>
                <c:pt idx="265">
                  <c:v>21.980000000000022</c:v>
                </c:pt>
                <c:pt idx="266">
                  <c:v>21.930000000000007</c:v>
                </c:pt>
                <c:pt idx="267">
                  <c:v>21.470000000000056</c:v>
                </c:pt>
                <c:pt idx="268">
                  <c:v>23.339999999999961</c:v>
                </c:pt>
                <c:pt idx="269">
                  <c:v>28.129999999999988</c:v>
                </c:pt>
                <c:pt idx="270">
                  <c:v>30.669999999999973</c:v>
                </c:pt>
                <c:pt idx="271">
                  <c:v>25.669999999999995</c:v>
                </c:pt>
                <c:pt idx="272">
                  <c:v>26.679999999999993</c:v>
                </c:pt>
                <c:pt idx="273">
                  <c:v>26.800000000000026</c:v>
                </c:pt>
                <c:pt idx="274">
                  <c:v>21.059999999999988</c:v>
                </c:pt>
                <c:pt idx="275">
                  <c:v>19.010000000000016</c:v>
                </c:pt>
                <c:pt idx="276">
                  <c:v>19.159999999999975</c:v>
                </c:pt>
                <c:pt idx="277">
                  <c:v>14.259999999999984</c:v>
                </c:pt>
                <c:pt idx="278">
                  <c:v>6.4000000000000057</c:v>
                </c:pt>
                <c:pt idx="279">
                  <c:v>3.9400000000000102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6F-4C2B-8E5D-34090D6E8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7974656"/>
        <c:axId val="508732544"/>
      </c:areaChart>
      <c:lineChart>
        <c:grouping val="standard"/>
        <c:varyColors val="0"/>
        <c:ser>
          <c:idx val="0"/>
          <c:order val="0"/>
          <c:tx>
            <c:strRef>
              <c:f>'债券市场(YTD)'!$CE$23</c:f>
              <c:strCache>
                <c:ptCount val="1"/>
                <c:pt idx="0">
                  <c:v>1Y</c:v>
                </c:pt>
              </c:strCache>
            </c:strRef>
          </c:tx>
          <c:spPr>
            <a:ln w="28575">
              <a:solidFill>
                <a:srgbClr val="C00000"/>
              </a:solidFill>
            </a:ln>
          </c:spPr>
          <c:marker>
            <c:symbol val="none"/>
          </c:marker>
          <c:cat>
            <c:numRef>
              <c:f>'债券市场(YTD)'!$A$26:$A$400</c:f>
              <c:numCache>
                <c:formatCode>yyyy\-mm\-dd;@</c:formatCode>
                <c:ptCount val="375"/>
                <c:pt idx="0">
                  <c:v>43139</c:v>
                </c:pt>
                <c:pt idx="1">
                  <c:v>43138</c:v>
                </c:pt>
                <c:pt idx="2">
                  <c:v>43137</c:v>
                </c:pt>
                <c:pt idx="3">
                  <c:v>43136</c:v>
                </c:pt>
                <c:pt idx="4">
                  <c:v>43133</c:v>
                </c:pt>
                <c:pt idx="5">
                  <c:v>43132</c:v>
                </c:pt>
                <c:pt idx="6">
                  <c:v>43131</c:v>
                </c:pt>
                <c:pt idx="7">
                  <c:v>43130</c:v>
                </c:pt>
                <c:pt idx="8">
                  <c:v>43129</c:v>
                </c:pt>
                <c:pt idx="9">
                  <c:v>43126</c:v>
                </c:pt>
                <c:pt idx="10">
                  <c:v>43125</c:v>
                </c:pt>
                <c:pt idx="11">
                  <c:v>43124</c:v>
                </c:pt>
                <c:pt idx="12">
                  <c:v>43123</c:v>
                </c:pt>
                <c:pt idx="13">
                  <c:v>43122</c:v>
                </c:pt>
                <c:pt idx="14">
                  <c:v>43119</c:v>
                </c:pt>
                <c:pt idx="15">
                  <c:v>43118</c:v>
                </c:pt>
                <c:pt idx="16">
                  <c:v>43117</c:v>
                </c:pt>
                <c:pt idx="17">
                  <c:v>43116</c:v>
                </c:pt>
                <c:pt idx="18">
                  <c:v>43115</c:v>
                </c:pt>
                <c:pt idx="19">
                  <c:v>43112</c:v>
                </c:pt>
                <c:pt idx="20">
                  <c:v>43111</c:v>
                </c:pt>
                <c:pt idx="21">
                  <c:v>43110</c:v>
                </c:pt>
                <c:pt idx="22">
                  <c:v>43109</c:v>
                </c:pt>
                <c:pt idx="23">
                  <c:v>43108</c:v>
                </c:pt>
                <c:pt idx="24">
                  <c:v>43105</c:v>
                </c:pt>
                <c:pt idx="25">
                  <c:v>43104</c:v>
                </c:pt>
                <c:pt idx="26">
                  <c:v>43103</c:v>
                </c:pt>
                <c:pt idx="27">
                  <c:v>43102</c:v>
                </c:pt>
                <c:pt idx="28">
                  <c:v>43100</c:v>
                </c:pt>
                <c:pt idx="29">
                  <c:v>43099</c:v>
                </c:pt>
                <c:pt idx="30">
                  <c:v>43098</c:v>
                </c:pt>
                <c:pt idx="31">
                  <c:v>43097</c:v>
                </c:pt>
                <c:pt idx="32">
                  <c:v>43096</c:v>
                </c:pt>
                <c:pt idx="33">
                  <c:v>43095</c:v>
                </c:pt>
                <c:pt idx="34">
                  <c:v>43094</c:v>
                </c:pt>
                <c:pt idx="35">
                  <c:v>43091</c:v>
                </c:pt>
                <c:pt idx="36">
                  <c:v>43090</c:v>
                </c:pt>
                <c:pt idx="37">
                  <c:v>43089</c:v>
                </c:pt>
                <c:pt idx="38">
                  <c:v>43088</c:v>
                </c:pt>
                <c:pt idx="39">
                  <c:v>43087</c:v>
                </c:pt>
                <c:pt idx="40">
                  <c:v>43084</c:v>
                </c:pt>
                <c:pt idx="41">
                  <c:v>43083</c:v>
                </c:pt>
                <c:pt idx="42">
                  <c:v>43082</c:v>
                </c:pt>
                <c:pt idx="43">
                  <c:v>43081</c:v>
                </c:pt>
                <c:pt idx="44">
                  <c:v>43080</c:v>
                </c:pt>
                <c:pt idx="45">
                  <c:v>43077</c:v>
                </c:pt>
                <c:pt idx="46">
                  <c:v>43076</c:v>
                </c:pt>
                <c:pt idx="47">
                  <c:v>43075</c:v>
                </c:pt>
                <c:pt idx="48">
                  <c:v>43074</c:v>
                </c:pt>
                <c:pt idx="49">
                  <c:v>43073</c:v>
                </c:pt>
                <c:pt idx="50">
                  <c:v>43070</c:v>
                </c:pt>
                <c:pt idx="51">
                  <c:v>43069</c:v>
                </c:pt>
                <c:pt idx="52">
                  <c:v>43068</c:v>
                </c:pt>
                <c:pt idx="53">
                  <c:v>43067</c:v>
                </c:pt>
                <c:pt idx="54">
                  <c:v>43066</c:v>
                </c:pt>
                <c:pt idx="55">
                  <c:v>43063</c:v>
                </c:pt>
                <c:pt idx="56">
                  <c:v>43062</c:v>
                </c:pt>
                <c:pt idx="57">
                  <c:v>43061</c:v>
                </c:pt>
                <c:pt idx="58">
                  <c:v>43060</c:v>
                </c:pt>
                <c:pt idx="59">
                  <c:v>43059</c:v>
                </c:pt>
                <c:pt idx="60">
                  <c:v>43056</c:v>
                </c:pt>
                <c:pt idx="61">
                  <c:v>43055</c:v>
                </c:pt>
                <c:pt idx="62">
                  <c:v>43054</c:v>
                </c:pt>
                <c:pt idx="63">
                  <c:v>43053</c:v>
                </c:pt>
                <c:pt idx="64">
                  <c:v>43052</c:v>
                </c:pt>
                <c:pt idx="65">
                  <c:v>43049</c:v>
                </c:pt>
                <c:pt idx="66">
                  <c:v>43048</c:v>
                </c:pt>
                <c:pt idx="67">
                  <c:v>43047</c:v>
                </c:pt>
                <c:pt idx="68">
                  <c:v>43046</c:v>
                </c:pt>
                <c:pt idx="69">
                  <c:v>43045</c:v>
                </c:pt>
                <c:pt idx="70">
                  <c:v>43042</c:v>
                </c:pt>
                <c:pt idx="71">
                  <c:v>43041</c:v>
                </c:pt>
                <c:pt idx="72">
                  <c:v>43040</c:v>
                </c:pt>
                <c:pt idx="73">
                  <c:v>43039</c:v>
                </c:pt>
                <c:pt idx="74">
                  <c:v>43038</c:v>
                </c:pt>
                <c:pt idx="75">
                  <c:v>43035</c:v>
                </c:pt>
                <c:pt idx="76">
                  <c:v>43034</c:v>
                </c:pt>
                <c:pt idx="77">
                  <c:v>43033</c:v>
                </c:pt>
                <c:pt idx="78">
                  <c:v>43032</c:v>
                </c:pt>
                <c:pt idx="79">
                  <c:v>43031</c:v>
                </c:pt>
                <c:pt idx="80">
                  <c:v>43028</c:v>
                </c:pt>
                <c:pt idx="81">
                  <c:v>43027</c:v>
                </c:pt>
                <c:pt idx="82">
                  <c:v>43026</c:v>
                </c:pt>
                <c:pt idx="83">
                  <c:v>43025</c:v>
                </c:pt>
                <c:pt idx="84">
                  <c:v>43024</c:v>
                </c:pt>
                <c:pt idx="85">
                  <c:v>43021</c:v>
                </c:pt>
                <c:pt idx="86">
                  <c:v>43020</c:v>
                </c:pt>
                <c:pt idx="87">
                  <c:v>43019</c:v>
                </c:pt>
                <c:pt idx="88">
                  <c:v>43018</c:v>
                </c:pt>
                <c:pt idx="89">
                  <c:v>43017</c:v>
                </c:pt>
                <c:pt idx="90">
                  <c:v>43008</c:v>
                </c:pt>
                <c:pt idx="91">
                  <c:v>43007</c:v>
                </c:pt>
                <c:pt idx="92">
                  <c:v>43006</c:v>
                </c:pt>
                <c:pt idx="93">
                  <c:v>43005</c:v>
                </c:pt>
                <c:pt idx="94">
                  <c:v>43004</c:v>
                </c:pt>
                <c:pt idx="95">
                  <c:v>43003</c:v>
                </c:pt>
                <c:pt idx="96">
                  <c:v>43000</c:v>
                </c:pt>
                <c:pt idx="97">
                  <c:v>42999</c:v>
                </c:pt>
                <c:pt idx="98">
                  <c:v>42998</c:v>
                </c:pt>
                <c:pt idx="99">
                  <c:v>42997</c:v>
                </c:pt>
                <c:pt idx="100">
                  <c:v>42996</c:v>
                </c:pt>
                <c:pt idx="101">
                  <c:v>42993</c:v>
                </c:pt>
                <c:pt idx="102">
                  <c:v>42992</c:v>
                </c:pt>
                <c:pt idx="103">
                  <c:v>42991</c:v>
                </c:pt>
                <c:pt idx="104">
                  <c:v>42990</c:v>
                </c:pt>
                <c:pt idx="105">
                  <c:v>42989</c:v>
                </c:pt>
                <c:pt idx="106">
                  <c:v>42986</c:v>
                </c:pt>
                <c:pt idx="107">
                  <c:v>42985</c:v>
                </c:pt>
                <c:pt idx="108">
                  <c:v>42984</c:v>
                </c:pt>
                <c:pt idx="109">
                  <c:v>42983</c:v>
                </c:pt>
                <c:pt idx="110">
                  <c:v>42982</c:v>
                </c:pt>
                <c:pt idx="111">
                  <c:v>42979</c:v>
                </c:pt>
                <c:pt idx="112">
                  <c:v>42978</c:v>
                </c:pt>
                <c:pt idx="113">
                  <c:v>42977</c:v>
                </c:pt>
                <c:pt idx="114">
                  <c:v>42976</c:v>
                </c:pt>
                <c:pt idx="115">
                  <c:v>42975</c:v>
                </c:pt>
                <c:pt idx="116">
                  <c:v>42972</c:v>
                </c:pt>
                <c:pt idx="117">
                  <c:v>42971</c:v>
                </c:pt>
                <c:pt idx="118">
                  <c:v>42970</c:v>
                </c:pt>
                <c:pt idx="119">
                  <c:v>42969</c:v>
                </c:pt>
                <c:pt idx="120">
                  <c:v>42968</c:v>
                </c:pt>
                <c:pt idx="121">
                  <c:v>42965</c:v>
                </c:pt>
                <c:pt idx="122">
                  <c:v>42964</c:v>
                </c:pt>
                <c:pt idx="123">
                  <c:v>42963</c:v>
                </c:pt>
                <c:pt idx="124">
                  <c:v>42962</c:v>
                </c:pt>
                <c:pt idx="125">
                  <c:v>42961</c:v>
                </c:pt>
                <c:pt idx="126">
                  <c:v>42958</c:v>
                </c:pt>
                <c:pt idx="127">
                  <c:v>42957</c:v>
                </c:pt>
                <c:pt idx="128">
                  <c:v>42956</c:v>
                </c:pt>
                <c:pt idx="129">
                  <c:v>42955</c:v>
                </c:pt>
                <c:pt idx="130">
                  <c:v>42954</c:v>
                </c:pt>
                <c:pt idx="131">
                  <c:v>42951</c:v>
                </c:pt>
                <c:pt idx="132">
                  <c:v>42950</c:v>
                </c:pt>
                <c:pt idx="133">
                  <c:v>42949</c:v>
                </c:pt>
                <c:pt idx="134">
                  <c:v>42948</c:v>
                </c:pt>
                <c:pt idx="135">
                  <c:v>42947</c:v>
                </c:pt>
                <c:pt idx="136">
                  <c:v>42944</c:v>
                </c:pt>
                <c:pt idx="137">
                  <c:v>42943</c:v>
                </c:pt>
                <c:pt idx="138">
                  <c:v>42942</c:v>
                </c:pt>
                <c:pt idx="139">
                  <c:v>42941</c:v>
                </c:pt>
                <c:pt idx="140">
                  <c:v>42940</c:v>
                </c:pt>
                <c:pt idx="141">
                  <c:v>42937</c:v>
                </c:pt>
                <c:pt idx="142">
                  <c:v>42936</c:v>
                </c:pt>
                <c:pt idx="143">
                  <c:v>42935</c:v>
                </c:pt>
                <c:pt idx="144">
                  <c:v>42934</c:v>
                </c:pt>
                <c:pt idx="145">
                  <c:v>42933</c:v>
                </c:pt>
                <c:pt idx="146">
                  <c:v>42930</c:v>
                </c:pt>
                <c:pt idx="147">
                  <c:v>42929</c:v>
                </c:pt>
                <c:pt idx="148">
                  <c:v>42928</c:v>
                </c:pt>
                <c:pt idx="149">
                  <c:v>42927</c:v>
                </c:pt>
                <c:pt idx="150">
                  <c:v>42926</c:v>
                </c:pt>
                <c:pt idx="151">
                  <c:v>42923</c:v>
                </c:pt>
                <c:pt idx="152">
                  <c:v>42922</c:v>
                </c:pt>
                <c:pt idx="153">
                  <c:v>42921</c:v>
                </c:pt>
                <c:pt idx="154">
                  <c:v>42920</c:v>
                </c:pt>
                <c:pt idx="155">
                  <c:v>42919</c:v>
                </c:pt>
                <c:pt idx="156">
                  <c:v>42916</c:v>
                </c:pt>
                <c:pt idx="157">
                  <c:v>42915</c:v>
                </c:pt>
                <c:pt idx="158">
                  <c:v>42914</c:v>
                </c:pt>
                <c:pt idx="159">
                  <c:v>42913</c:v>
                </c:pt>
                <c:pt idx="160">
                  <c:v>42912</c:v>
                </c:pt>
                <c:pt idx="161">
                  <c:v>42909</c:v>
                </c:pt>
                <c:pt idx="162">
                  <c:v>42908</c:v>
                </c:pt>
                <c:pt idx="163">
                  <c:v>42907</c:v>
                </c:pt>
                <c:pt idx="164">
                  <c:v>42906</c:v>
                </c:pt>
                <c:pt idx="165">
                  <c:v>42905</c:v>
                </c:pt>
                <c:pt idx="166">
                  <c:v>42902</c:v>
                </c:pt>
                <c:pt idx="167">
                  <c:v>42901</c:v>
                </c:pt>
                <c:pt idx="168">
                  <c:v>42900</c:v>
                </c:pt>
                <c:pt idx="169">
                  <c:v>42899</c:v>
                </c:pt>
                <c:pt idx="170">
                  <c:v>42898</c:v>
                </c:pt>
                <c:pt idx="171">
                  <c:v>42896</c:v>
                </c:pt>
                <c:pt idx="172">
                  <c:v>42895</c:v>
                </c:pt>
                <c:pt idx="173">
                  <c:v>42894</c:v>
                </c:pt>
                <c:pt idx="174">
                  <c:v>42893</c:v>
                </c:pt>
                <c:pt idx="175">
                  <c:v>42892</c:v>
                </c:pt>
                <c:pt idx="176">
                  <c:v>42891</c:v>
                </c:pt>
                <c:pt idx="177">
                  <c:v>42888</c:v>
                </c:pt>
                <c:pt idx="178">
                  <c:v>42887</c:v>
                </c:pt>
                <c:pt idx="179">
                  <c:v>42886</c:v>
                </c:pt>
                <c:pt idx="180">
                  <c:v>42882</c:v>
                </c:pt>
                <c:pt idx="181">
                  <c:v>42881</c:v>
                </c:pt>
                <c:pt idx="182">
                  <c:v>42880</c:v>
                </c:pt>
                <c:pt idx="183">
                  <c:v>42879</c:v>
                </c:pt>
                <c:pt idx="184">
                  <c:v>42878</c:v>
                </c:pt>
                <c:pt idx="185">
                  <c:v>42877</c:v>
                </c:pt>
                <c:pt idx="186">
                  <c:v>42874</c:v>
                </c:pt>
                <c:pt idx="187">
                  <c:v>42873</c:v>
                </c:pt>
                <c:pt idx="188">
                  <c:v>42872</c:v>
                </c:pt>
                <c:pt idx="189">
                  <c:v>42871</c:v>
                </c:pt>
                <c:pt idx="190">
                  <c:v>42870</c:v>
                </c:pt>
                <c:pt idx="191">
                  <c:v>42867</c:v>
                </c:pt>
                <c:pt idx="192">
                  <c:v>42866</c:v>
                </c:pt>
                <c:pt idx="193">
                  <c:v>42865</c:v>
                </c:pt>
                <c:pt idx="194">
                  <c:v>42864</c:v>
                </c:pt>
                <c:pt idx="195">
                  <c:v>42863</c:v>
                </c:pt>
                <c:pt idx="196">
                  <c:v>42860</c:v>
                </c:pt>
                <c:pt idx="197">
                  <c:v>42859</c:v>
                </c:pt>
                <c:pt idx="198">
                  <c:v>42858</c:v>
                </c:pt>
                <c:pt idx="199">
                  <c:v>42857</c:v>
                </c:pt>
                <c:pt idx="200">
                  <c:v>42853</c:v>
                </c:pt>
                <c:pt idx="201">
                  <c:v>42852</c:v>
                </c:pt>
                <c:pt idx="202">
                  <c:v>42851</c:v>
                </c:pt>
                <c:pt idx="203">
                  <c:v>42850</c:v>
                </c:pt>
                <c:pt idx="204">
                  <c:v>42849</c:v>
                </c:pt>
                <c:pt idx="205">
                  <c:v>42846</c:v>
                </c:pt>
                <c:pt idx="206">
                  <c:v>42845</c:v>
                </c:pt>
                <c:pt idx="207">
                  <c:v>42844</c:v>
                </c:pt>
                <c:pt idx="208">
                  <c:v>42843</c:v>
                </c:pt>
                <c:pt idx="209">
                  <c:v>42842</c:v>
                </c:pt>
                <c:pt idx="210">
                  <c:v>42839</c:v>
                </c:pt>
                <c:pt idx="211">
                  <c:v>42838</c:v>
                </c:pt>
                <c:pt idx="212">
                  <c:v>42837</c:v>
                </c:pt>
                <c:pt idx="213">
                  <c:v>42836</c:v>
                </c:pt>
                <c:pt idx="214">
                  <c:v>42835</c:v>
                </c:pt>
                <c:pt idx="215">
                  <c:v>42832</c:v>
                </c:pt>
                <c:pt idx="216">
                  <c:v>42831</c:v>
                </c:pt>
                <c:pt idx="217">
                  <c:v>42830</c:v>
                </c:pt>
                <c:pt idx="218">
                  <c:v>42826</c:v>
                </c:pt>
                <c:pt idx="219">
                  <c:v>42825</c:v>
                </c:pt>
                <c:pt idx="220">
                  <c:v>42824</c:v>
                </c:pt>
                <c:pt idx="221">
                  <c:v>42823</c:v>
                </c:pt>
                <c:pt idx="222">
                  <c:v>42822</c:v>
                </c:pt>
                <c:pt idx="223">
                  <c:v>42821</c:v>
                </c:pt>
                <c:pt idx="224">
                  <c:v>42818</c:v>
                </c:pt>
                <c:pt idx="225">
                  <c:v>42817</c:v>
                </c:pt>
                <c:pt idx="226">
                  <c:v>42816</c:v>
                </c:pt>
                <c:pt idx="227">
                  <c:v>42815</c:v>
                </c:pt>
                <c:pt idx="228">
                  <c:v>42814</c:v>
                </c:pt>
                <c:pt idx="229">
                  <c:v>42811</c:v>
                </c:pt>
                <c:pt idx="230">
                  <c:v>42810</c:v>
                </c:pt>
                <c:pt idx="231">
                  <c:v>42809</c:v>
                </c:pt>
                <c:pt idx="232">
                  <c:v>42808</c:v>
                </c:pt>
                <c:pt idx="233">
                  <c:v>42807</c:v>
                </c:pt>
                <c:pt idx="234">
                  <c:v>42804</c:v>
                </c:pt>
                <c:pt idx="235">
                  <c:v>42803</c:v>
                </c:pt>
                <c:pt idx="236">
                  <c:v>42802</c:v>
                </c:pt>
                <c:pt idx="237">
                  <c:v>42801</c:v>
                </c:pt>
                <c:pt idx="238">
                  <c:v>42800</c:v>
                </c:pt>
                <c:pt idx="239">
                  <c:v>42797</c:v>
                </c:pt>
                <c:pt idx="240">
                  <c:v>42796</c:v>
                </c:pt>
                <c:pt idx="241">
                  <c:v>42795</c:v>
                </c:pt>
                <c:pt idx="242">
                  <c:v>42794</c:v>
                </c:pt>
                <c:pt idx="243">
                  <c:v>42793</c:v>
                </c:pt>
                <c:pt idx="244">
                  <c:v>42790</c:v>
                </c:pt>
                <c:pt idx="245">
                  <c:v>42789</c:v>
                </c:pt>
                <c:pt idx="246">
                  <c:v>42788</c:v>
                </c:pt>
                <c:pt idx="247">
                  <c:v>42787</c:v>
                </c:pt>
                <c:pt idx="248">
                  <c:v>42786</c:v>
                </c:pt>
                <c:pt idx="249">
                  <c:v>42783</c:v>
                </c:pt>
                <c:pt idx="250">
                  <c:v>42782</c:v>
                </c:pt>
                <c:pt idx="251">
                  <c:v>42781</c:v>
                </c:pt>
                <c:pt idx="252">
                  <c:v>42780</c:v>
                </c:pt>
                <c:pt idx="253">
                  <c:v>42779</c:v>
                </c:pt>
                <c:pt idx="254">
                  <c:v>42776</c:v>
                </c:pt>
                <c:pt idx="255">
                  <c:v>42775</c:v>
                </c:pt>
                <c:pt idx="256">
                  <c:v>42774</c:v>
                </c:pt>
                <c:pt idx="257">
                  <c:v>42773</c:v>
                </c:pt>
                <c:pt idx="258">
                  <c:v>42772</c:v>
                </c:pt>
                <c:pt idx="259">
                  <c:v>42770</c:v>
                </c:pt>
                <c:pt idx="260">
                  <c:v>42769</c:v>
                </c:pt>
                <c:pt idx="261">
                  <c:v>42761</c:v>
                </c:pt>
                <c:pt idx="262">
                  <c:v>42760</c:v>
                </c:pt>
                <c:pt idx="263">
                  <c:v>42759</c:v>
                </c:pt>
                <c:pt idx="264">
                  <c:v>42758</c:v>
                </c:pt>
                <c:pt idx="265">
                  <c:v>42757</c:v>
                </c:pt>
                <c:pt idx="266">
                  <c:v>42755</c:v>
                </c:pt>
                <c:pt idx="267">
                  <c:v>42754</c:v>
                </c:pt>
                <c:pt idx="268">
                  <c:v>42753</c:v>
                </c:pt>
                <c:pt idx="269">
                  <c:v>42752</c:v>
                </c:pt>
                <c:pt idx="270">
                  <c:v>42751</c:v>
                </c:pt>
                <c:pt idx="271">
                  <c:v>42748</c:v>
                </c:pt>
                <c:pt idx="272">
                  <c:v>42747</c:v>
                </c:pt>
                <c:pt idx="273">
                  <c:v>42746</c:v>
                </c:pt>
                <c:pt idx="274">
                  <c:v>42745</c:v>
                </c:pt>
                <c:pt idx="275">
                  <c:v>42744</c:v>
                </c:pt>
                <c:pt idx="276">
                  <c:v>42741</c:v>
                </c:pt>
                <c:pt idx="277">
                  <c:v>42740</c:v>
                </c:pt>
                <c:pt idx="278">
                  <c:v>42739</c:v>
                </c:pt>
                <c:pt idx="279">
                  <c:v>42738</c:v>
                </c:pt>
              </c:numCache>
            </c:numRef>
          </c:cat>
          <c:val>
            <c:numRef>
              <c:f>'债券市场(YTD)'!$CE$26:$CE$400</c:f>
              <c:numCache>
                <c:formatCode>General</c:formatCode>
                <c:ptCount val="375"/>
                <c:pt idx="0">
                  <c:v>68.880000000000052</c:v>
                </c:pt>
                <c:pt idx="1">
                  <c:v>68.880000000000052</c:v>
                </c:pt>
                <c:pt idx="2">
                  <c:v>67.860000000000028</c:v>
                </c:pt>
                <c:pt idx="3">
                  <c:v>67.600000000000023</c:v>
                </c:pt>
                <c:pt idx="4">
                  <c:v>64.000000000000057</c:v>
                </c:pt>
                <c:pt idx="5">
                  <c:v>67.34</c:v>
                </c:pt>
                <c:pt idx="6">
                  <c:v>67.689999999999984</c:v>
                </c:pt>
                <c:pt idx="7">
                  <c:v>70.899999999999963</c:v>
                </c:pt>
                <c:pt idx="8">
                  <c:v>75.290000000000035</c:v>
                </c:pt>
                <c:pt idx="9">
                  <c:v>79.559999999999945</c:v>
                </c:pt>
                <c:pt idx="10">
                  <c:v>81.380000000000052</c:v>
                </c:pt>
                <c:pt idx="11">
                  <c:v>82.219999999999956</c:v>
                </c:pt>
                <c:pt idx="12">
                  <c:v>80.140000000000015</c:v>
                </c:pt>
                <c:pt idx="13">
                  <c:v>75.95999999999998</c:v>
                </c:pt>
                <c:pt idx="14">
                  <c:v>66.260000000000034</c:v>
                </c:pt>
                <c:pt idx="15">
                  <c:v>69.850000000000009</c:v>
                </c:pt>
                <c:pt idx="16">
                  <c:v>68.970000000000027</c:v>
                </c:pt>
                <c:pt idx="17">
                  <c:v>62.94000000000004</c:v>
                </c:pt>
                <c:pt idx="18">
                  <c:v>66.69</c:v>
                </c:pt>
                <c:pt idx="19">
                  <c:v>64.489999999999981</c:v>
                </c:pt>
                <c:pt idx="20">
                  <c:v>67.769999999999982</c:v>
                </c:pt>
                <c:pt idx="21">
                  <c:v>68.41</c:v>
                </c:pt>
                <c:pt idx="22">
                  <c:v>72.569999999999979</c:v>
                </c:pt>
                <c:pt idx="23">
                  <c:v>81.63</c:v>
                </c:pt>
                <c:pt idx="24">
                  <c:v>79.46999999999997</c:v>
                </c:pt>
                <c:pt idx="25">
                  <c:v>67.059999999999945</c:v>
                </c:pt>
                <c:pt idx="26">
                  <c:v>59.669999999999931</c:v>
                </c:pt>
                <c:pt idx="27">
                  <c:v>58.519999999999953</c:v>
                </c:pt>
                <c:pt idx="28">
                  <c:v>53.66</c:v>
                </c:pt>
                <c:pt idx="29">
                  <c:v>53.66</c:v>
                </c:pt>
                <c:pt idx="30">
                  <c:v>53.66</c:v>
                </c:pt>
                <c:pt idx="31">
                  <c:v>56.050000000000026</c:v>
                </c:pt>
                <c:pt idx="32">
                  <c:v>60.970000000000013</c:v>
                </c:pt>
                <c:pt idx="33">
                  <c:v>50.839999999999996</c:v>
                </c:pt>
                <c:pt idx="34">
                  <c:v>50.34</c:v>
                </c:pt>
                <c:pt idx="35">
                  <c:v>45.250000000000057</c:v>
                </c:pt>
                <c:pt idx="36">
                  <c:v>42.8</c:v>
                </c:pt>
                <c:pt idx="37">
                  <c:v>44.13</c:v>
                </c:pt>
                <c:pt idx="38">
                  <c:v>48.350000000000023</c:v>
                </c:pt>
                <c:pt idx="39">
                  <c:v>49.690000000000012</c:v>
                </c:pt>
                <c:pt idx="40">
                  <c:v>43.109999999999985</c:v>
                </c:pt>
                <c:pt idx="41">
                  <c:v>47.62000000000004</c:v>
                </c:pt>
                <c:pt idx="42">
                  <c:v>44.930000000000007</c:v>
                </c:pt>
                <c:pt idx="43">
                  <c:v>43.109999999999985</c:v>
                </c:pt>
                <c:pt idx="44">
                  <c:v>42.889999999999958</c:v>
                </c:pt>
                <c:pt idx="45">
                  <c:v>41.440000000000055</c:v>
                </c:pt>
                <c:pt idx="46">
                  <c:v>39.639999999999986</c:v>
                </c:pt>
                <c:pt idx="47">
                  <c:v>40.369999999999976</c:v>
                </c:pt>
                <c:pt idx="48">
                  <c:v>41.320000000000064</c:v>
                </c:pt>
                <c:pt idx="49">
                  <c:v>45.029999999999944</c:v>
                </c:pt>
                <c:pt idx="50">
                  <c:v>54.46999999999997</c:v>
                </c:pt>
                <c:pt idx="51">
                  <c:v>58.589999999999961</c:v>
                </c:pt>
                <c:pt idx="52">
                  <c:v>56.829999999999984</c:v>
                </c:pt>
                <c:pt idx="53">
                  <c:v>59.11</c:v>
                </c:pt>
                <c:pt idx="54">
                  <c:v>55.07999999999997</c:v>
                </c:pt>
                <c:pt idx="55">
                  <c:v>59.400000000000034</c:v>
                </c:pt>
                <c:pt idx="56">
                  <c:v>61.410000000000053</c:v>
                </c:pt>
                <c:pt idx="57">
                  <c:v>54.660000000000068</c:v>
                </c:pt>
                <c:pt idx="58">
                  <c:v>57.65000000000002</c:v>
                </c:pt>
                <c:pt idx="59">
                  <c:v>60.229999999999961</c:v>
                </c:pt>
                <c:pt idx="60">
                  <c:v>63.430000000000049</c:v>
                </c:pt>
                <c:pt idx="61">
                  <c:v>61.589999999999989</c:v>
                </c:pt>
                <c:pt idx="62">
                  <c:v>60.480000000000004</c:v>
                </c:pt>
                <c:pt idx="63">
                  <c:v>62.589999999999968</c:v>
                </c:pt>
                <c:pt idx="64">
                  <c:v>65.249999999999986</c:v>
                </c:pt>
                <c:pt idx="65">
                  <c:v>59.549999999999947</c:v>
                </c:pt>
                <c:pt idx="66">
                  <c:v>55.940000000000012</c:v>
                </c:pt>
                <c:pt idx="67">
                  <c:v>55.91</c:v>
                </c:pt>
                <c:pt idx="68">
                  <c:v>54.800000000000004</c:v>
                </c:pt>
                <c:pt idx="69">
                  <c:v>59.11</c:v>
                </c:pt>
                <c:pt idx="70">
                  <c:v>60.179999999999993</c:v>
                </c:pt>
                <c:pt idx="71">
                  <c:v>64.310000000000045</c:v>
                </c:pt>
                <c:pt idx="72">
                  <c:v>64.799999999999969</c:v>
                </c:pt>
                <c:pt idx="73">
                  <c:v>63.819999999999943</c:v>
                </c:pt>
                <c:pt idx="74">
                  <c:v>69.000000000000043</c:v>
                </c:pt>
                <c:pt idx="75">
                  <c:v>67.079999999999984</c:v>
                </c:pt>
                <c:pt idx="76">
                  <c:v>64.809999999999988</c:v>
                </c:pt>
                <c:pt idx="77">
                  <c:v>62.69</c:v>
                </c:pt>
                <c:pt idx="78">
                  <c:v>64.039999999999964</c:v>
                </c:pt>
                <c:pt idx="79">
                  <c:v>74.98</c:v>
                </c:pt>
                <c:pt idx="80">
                  <c:v>69.999999999999972</c:v>
                </c:pt>
                <c:pt idx="81">
                  <c:v>67.400000000000034</c:v>
                </c:pt>
                <c:pt idx="82">
                  <c:v>61.129999999999995</c:v>
                </c:pt>
                <c:pt idx="83">
                  <c:v>63.430000000000007</c:v>
                </c:pt>
                <c:pt idx="84">
                  <c:v>60.990000000000052</c:v>
                </c:pt>
                <c:pt idx="85">
                  <c:v>58.979999999999947</c:v>
                </c:pt>
                <c:pt idx="86">
                  <c:v>65.660000000000053</c:v>
                </c:pt>
                <c:pt idx="87">
                  <c:v>59.540000000000013</c:v>
                </c:pt>
                <c:pt idx="88">
                  <c:v>58.08</c:v>
                </c:pt>
                <c:pt idx="89">
                  <c:v>54.549999999999969</c:v>
                </c:pt>
                <c:pt idx="90">
                  <c:v>57.580000000000013</c:v>
                </c:pt>
                <c:pt idx="91">
                  <c:v>60.870000000000026</c:v>
                </c:pt>
                <c:pt idx="92">
                  <c:v>65.270000000000024</c:v>
                </c:pt>
                <c:pt idx="93">
                  <c:v>63.140000000000065</c:v>
                </c:pt>
                <c:pt idx="94">
                  <c:v>60.349999999999952</c:v>
                </c:pt>
                <c:pt idx="95">
                  <c:v>60.050000000000026</c:v>
                </c:pt>
                <c:pt idx="96">
                  <c:v>59.450000000000045</c:v>
                </c:pt>
                <c:pt idx="97">
                  <c:v>61.100000000000023</c:v>
                </c:pt>
                <c:pt idx="98">
                  <c:v>62.480000000000047</c:v>
                </c:pt>
                <c:pt idx="99">
                  <c:v>58.790000000000035</c:v>
                </c:pt>
                <c:pt idx="100">
                  <c:v>58.680000000000021</c:v>
                </c:pt>
                <c:pt idx="101">
                  <c:v>62.169999999999973</c:v>
                </c:pt>
                <c:pt idx="102">
                  <c:v>60.060000000000045</c:v>
                </c:pt>
                <c:pt idx="103">
                  <c:v>59.90000000000002</c:v>
                </c:pt>
                <c:pt idx="104">
                  <c:v>56.749999999999943</c:v>
                </c:pt>
                <c:pt idx="105">
                  <c:v>62.579999999999991</c:v>
                </c:pt>
                <c:pt idx="106">
                  <c:v>62.440000000000055</c:v>
                </c:pt>
                <c:pt idx="107">
                  <c:v>61.219999999999963</c:v>
                </c:pt>
                <c:pt idx="108">
                  <c:v>62.74999999999995</c:v>
                </c:pt>
                <c:pt idx="109">
                  <c:v>59.059999999999981</c:v>
                </c:pt>
                <c:pt idx="110">
                  <c:v>63.750000000000014</c:v>
                </c:pt>
                <c:pt idx="111">
                  <c:v>68.069999999999993</c:v>
                </c:pt>
                <c:pt idx="112">
                  <c:v>69.659999999999968</c:v>
                </c:pt>
                <c:pt idx="113">
                  <c:v>68.05000000000004</c:v>
                </c:pt>
                <c:pt idx="114">
                  <c:v>65.79000000000002</c:v>
                </c:pt>
                <c:pt idx="115">
                  <c:v>64.400000000000006</c:v>
                </c:pt>
                <c:pt idx="116">
                  <c:v>68.48</c:v>
                </c:pt>
                <c:pt idx="117">
                  <c:v>64.359999999999971</c:v>
                </c:pt>
                <c:pt idx="118">
                  <c:v>66.190000000000012</c:v>
                </c:pt>
                <c:pt idx="119">
                  <c:v>67.990000000000038</c:v>
                </c:pt>
                <c:pt idx="120">
                  <c:v>74.419999999999973</c:v>
                </c:pt>
                <c:pt idx="121">
                  <c:v>71.54000000000002</c:v>
                </c:pt>
                <c:pt idx="122">
                  <c:v>71.269999999999982</c:v>
                </c:pt>
                <c:pt idx="123">
                  <c:v>70.639999999999986</c:v>
                </c:pt>
                <c:pt idx="124">
                  <c:v>70.509999999999991</c:v>
                </c:pt>
                <c:pt idx="125">
                  <c:v>69.240000000000009</c:v>
                </c:pt>
                <c:pt idx="126">
                  <c:v>73.239999999999966</c:v>
                </c:pt>
                <c:pt idx="127">
                  <c:v>72.669999999999973</c:v>
                </c:pt>
                <c:pt idx="128">
                  <c:v>72.220000000000041</c:v>
                </c:pt>
                <c:pt idx="129">
                  <c:v>70.679999999999993</c:v>
                </c:pt>
                <c:pt idx="130">
                  <c:v>71.490000000000052</c:v>
                </c:pt>
                <c:pt idx="131">
                  <c:v>69.620000000000019</c:v>
                </c:pt>
                <c:pt idx="132">
                  <c:v>68.240000000000038</c:v>
                </c:pt>
                <c:pt idx="133">
                  <c:v>68.930000000000021</c:v>
                </c:pt>
                <c:pt idx="134">
                  <c:v>69.210000000000036</c:v>
                </c:pt>
                <c:pt idx="135">
                  <c:v>71.650000000000034</c:v>
                </c:pt>
                <c:pt idx="136">
                  <c:v>75.280000000000015</c:v>
                </c:pt>
                <c:pt idx="137">
                  <c:v>75.560000000000031</c:v>
                </c:pt>
                <c:pt idx="138">
                  <c:v>70.240000000000038</c:v>
                </c:pt>
                <c:pt idx="139">
                  <c:v>69.890000000000015</c:v>
                </c:pt>
                <c:pt idx="140">
                  <c:v>71.069999999999965</c:v>
                </c:pt>
                <c:pt idx="141">
                  <c:v>70.590000000000018</c:v>
                </c:pt>
                <c:pt idx="142">
                  <c:v>70.989999999999981</c:v>
                </c:pt>
                <c:pt idx="143">
                  <c:v>63.840000000000032</c:v>
                </c:pt>
                <c:pt idx="144">
                  <c:v>62.160000000000039</c:v>
                </c:pt>
                <c:pt idx="145">
                  <c:v>66.94</c:v>
                </c:pt>
                <c:pt idx="146">
                  <c:v>60.470000000000027</c:v>
                </c:pt>
                <c:pt idx="147">
                  <c:v>61.3</c:v>
                </c:pt>
                <c:pt idx="148">
                  <c:v>59.660000000000004</c:v>
                </c:pt>
                <c:pt idx="149">
                  <c:v>61.430000000000007</c:v>
                </c:pt>
                <c:pt idx="150">
                  <c:v>64.350000000000037</c:v>
                </c:pt>
                <c:pt idx="151">
                  <c:v>59.78000000000003</c:v>
                </c:pt>
                <c:pt idx="152">
                  <c:v>59.55000000000004</c:v>
                </c:pt>
                <c:pt idx="153">
                  <c:v>57.790000000000049</c:v>
                </c:pt>
                <c:pt idx="154">
                  <c:v>55.200000000000045</c:v>
                </c:pt>
                <c:pt idx="155">
                  <c:v>52.789999999999978</c:v>
                </c:pt>
                <c:pt idx="156">
                  <c:v>54.430000000000021</c:v>
                </c:pt>
                <c:pt idx="157">
                  <c:v>51.709999999999965</c:v>
                </c:pt>
                <c:pt idx="158">
                  <c:v>50.629999999999953</c:v>
                </c:pt>
                <c:pt idx="159">
                  <c:v>49.300000000000033</c:v>
                </c:pt>
                <c:pt idx="160">
                  <c:v>49.709999999999965</c:v>
                </c:pt>
                <c:pt idx="161">
                  <c:v>50.079999999999991</c:v>
                </c:pt>
                <c:pt idx="162">
                  <c:v>46.499999999999986</c:v>
                </c:pt>
                <c:pt idx="163">
                  <c:v>43.820000000000014</c:v>
                </c:pt>
                <c:pt idx="164">
                  <c:v>41.289999999999964</c:v>
                </c:pt>
                <c:pt idx="165">
                  <c:v>38.22999999999999</c:v>
                </c:pt>
                <c:pt idx="166">
                  <c:v>38.269999999999982</c:v>
                </c:pt>
                <c:pt idx="167">
                  <c:v>42.190000000000083</c:v>
                </c:pt>
                <c:pt idx="168">
                  <c:v>41.870000000000033</c:v>
                </c:pt>
                <c:pt idx="169">
                  <c:v>42.740000000000045</c:v>
                </c:pt>
                <c:pt idx="170">
                  <c:v>40.390000000000015</c:v>
                </c:pt>
                <c:pt idx="171">
                  <c:v>39.620000000000033</c:v>
                </c:pt>
                <c:pt idx="172">
                  <c:v>39.620000000000033</c:v>
                </c:pt>
                <c:pt idx="173">
                  <c:v>39.820000000000007</c:v>
                </c:pt>
                <c:pt idx="174">
                  <c:v>31.870000000000065</c:v>
                </c:pt>
                <c:pt idx="175">
                  <c:v>39.489999999999981</c:v>
                </c:pt>
                <c:pt idx="176">
                  <c:v>39.179999999999993</c:v>
                </c:pt>
                <c:pt idx="177">
                  <c:v>45.670000000000059</c:v>
                </c:pt>
                <c:pt idx="178">
                  <c:v>46.20000000000006</c:v>
                </c:pt>
                <c:pt idx="179">
                  <c:v>41.820000000000057</c:v>
                </c:pt>
                <c:pt idx="180">
                  <c:v>45.690000000000012</c:v>
                </c:pt>
                <c:pt idx="181">
                  <c:v>42.630000000000038</c:v>
                </c:pt>
                <c:pt idx="182">
                  <c:v>40.749999999999972</c:v>
                </c:pt>
                <c:pt idx="183">
                  <c:v>37.630000000000052</c:v>
                </c:pt>
                <c:pt idx="184">
                  <c:v>37.38000000000001</c:v>
                </c:pt>
                <c:pt idx="185">
                  <c:v>36.649999999999935</c:v>
                </c:pt>
                <c:pt idx="186">
                  <c:v>40.430000000000007</c:v>
                </c:pt>
                <c:pt idx="187">
                  <c:v>41.560000000000045</c:v>
                </c:pt>
                <c:pt idx="188">
                  <c:v>42.439999999999941</c:v>
                </c:pt>
                <c:pt idx="189">
                  <c:v>43.33</c:v>
                </c:pt>
                <c:pt idx="190">
                  <c:v>52.189999999999955</c:v>
                </c:pt>
                <c:pt idx="191">
                  <c:v>48.010000000000019</c:v>
                </c:pt>
                <c:pt idx="192">
                  <c:v>56.210000000000008</c:v>
                </c:pt>
                <c:pt idx="193">
                  <c:v>69.97</c:v>
                </c:pt>
                <c:pt idx="194">
                  <c:v>66.03000000000003</c:v>
                </c:pt>
                <c:pt idx="195">
                  <c:v>61.660000000000046</c:v>
                </c:pt>
                <c:pt idx="196">
                  <c:v>60.309999999999995</c:v>
                </c:pt>
                <c:pt idx="197">
                  <c:v>61.039999999999985</c:v>
                </c:pt>
                <c:pt idx="198">
                  <c:v>59.57999999999997</c:v>
                </c:pt>
                <c:pt idx="199">
                  <c:v>68.690000000000012</c:v>
                </c:pt>
                <c:pt idx="200">
                  <c:v>68.039999999999964</c:v>
                </c:pt>
                <c:pt idx="201">
                  <c:v>67.300000000000011</c:v>
                </c:pt>
                <c:pt idx="202">
                  <c:v>78.260000000000048</c:v>
                </c:pt>
                <c:pt idx="203">
                  <c:v>83.229999999999961</c:v>
                </c:pt>
                <c:pt idx="204">
                  <c:v>82.49</c:v>
                </c:pt>
                <c:pt idx="205">
                  <c:v>72.189999999999969</c:v>
                </c:pt>
                <c:pt idx="206">
                  <c:v>70.000000000000014</c:v>
                </c:pt>
                <c:pt idx="207">
                  <c:v>71.069999999999965</c:v>
                </c:pt>
                <c:pt idx="208">
                  <c:v>68.589999999999975</c:v>
                </c:pt>
                <c:pt idx="209">
                  <c:v>64.329999999999956</c:v>
                </c:pt>
                <c:pt idx="210">
                  <c:v>49.669999999999973</c:v>
                </c:pt>
                <c:pt idx="211">
                  <c:v>47.860000000000014</c:v>
                </c:pt>
                <c:pt idx="212">
                  <c:v>49.780000000000022</c:v>
                </c:pt>
                <c:pt idx="213">
                  <c:v>51.379999999999981</c:v>
                </c:pt>
                <c:pt idx="214">
                  <c:v>51.55999999999996</c:v>
                </c:pt>
                <c:pt idx="215">
                  <c:v>56.949999999999967</c:v>
                </c:pt>
                <c:pt idx="216">
                  <c:v>59.77000000000001</c:v>
                </c:pt>
                <c:pt idx="217">
                  <c:v>61.269999999999982</c:v>
                </c:pt>
                <c:pt idx="218">
                  <c:v>66.589999999999975</c:v>
                </c:pt>
                <c:pt idx="219">
                  <c:v>69.480000000000032</c:v>
                </c:pt>
                <c:pt idx="220">
                  <c:v>74.81</c:v>
                </c:pt>
                <c:pt idx="221">
                  <c:v>75.179999999999978</c:v>
                </c:pt>
                <c:pt idx="222">
                  <c:v>70.130000000000024</c:v>
                </c:pt>
                <c:pt idx="223">
                  <c:v>70.700000000000031</c:v>
                </c:pt>
                <c:pt idx="224">
                  <c:v>71.600000000000065</c:v>
                </c:pt>
                <c:pt idx="225">
                  <c:v>70.550000000000026</c:v>
                </c:pt>
                <c:pt idx="226">
                  <c:v>63.810000000000009</c:v>
                </c:pt>
                <c:pt idx="227">
                  <c:v>72.130000000000024</c:v>
                </c:pt>
                <c:pt idx="228">
                  <c:v>68.360000000000014</c:v>
                </c:pt>
                <c:pt idx="229">
                  <c:v>67.390000000000015</c:v>
                </c:pt>
                <c:pt idx="230">
                  <c:v>71.34999999999998</c:v>
                </c:pt>
                <c:pt idx="231">
                  <c:v>75.980000000000018</c:v>
                </c:pt>
                <c:pt idx="232">
                  <c:v>78.260000000000048</c:v>
                </c:pt>
                <c:pt idx="233">
                  <c:v>81.040000000000049</c:v>
                </c:pt>
                <c:pt idx="234">
                  <c:v>76.460000000000022</c:v>
                </c:pt>
                <c:pt idx="235">
                  <c:v>77.200000000000017</c:v>
                </c:pt>
                <c:pt idx="236">
                  <c:v>71.689999999999984</c:v>
                </c:pt>
                <c:pt idx="237">
                  <c:v>66.900000000000006</c:v>
                </c:pt>
                <c:pt idx="238">
                  <c:v>57.68</c:v>
                </c:pt>
                <c:pt idx="239">
                  <c:v>54.289999999999992</c:v>
                </c:pt>
                <c:pt idx="240">
                  <c:v>55.140000000000015</c:v>
                </c:pt>
                <c:pt idx="241">
                  <c:v>55.91</c:v>
                </c:pt>
                <c:pt idx="242">
                  <c:v>59.630000000000024</c:v>
                </c:pt>
                <c:pt idx="243">
                  <c:v>64.290000000000006</c:v>
                </c:pt>
                <c:pt idx="244">
                  <c:v>68.189999999999969</c:v>
                </c:pt>
                <c:pt idx="245">
                  <c:v>66.319999999999979</c:v>
                </c:pt>
                <c:pt idx="246">
                  <c:v>63.589999999999989</c:v>
                </c:pt>
                <c:pt idx="247">
                  <c:v>66.909999999999982</c:v>
                </c:pt>
                <c:pt idx="248">
                  <c:v>66.509999999999977</c:v>
                </c:pt>
                <c:pt idx="249">
                  <c:v>60.88</c:v>
                </c:pt>
                <c:pt idx="250">
                  <c:v>61.569999999999993</c:v>
                </c:pt>
                <c:pt idx="251">
                  <c:v>60.84</c:v>
                </c:pt>
                <c:pt idx="252">
                  <c:v>57.41999999999998</c:v>
                </c:pt>
                <c:pt idx="253">
                  <c:v>60.069999999999979</c:v>
                </c:pt>
                <c:pt idx="254">
                  <c:v>61.859999999999985</c:v>
                </c:pt>
                <c:pt idx="255">
                  <c:v>68.179999999999993</c:v>
                </c:pt>
                <c:pt idx="256">
                  <c:v>74.969999999999985</c:v>
                </c:pt>
                <c:pt idx="257">
                  <c:v>75.590000000000046</c:v>
                </c:pt>
                <c:pt idx="258">
                  <c:v>71.59999999999998</c:v>
                </c:pt>
                <c:pt idx="259">
                  <c:v>71.050000000000011</c:v>
                </c:pt>
                <c:pt idx="260">
                  <c:v>66.660000000000025</c:v>
                </c:pt>
                <c:pt idx="261">
                  <c:v>63.739999999999995</c:v>
                </c:pt>
                <c:pt idx="262">
                  <c:v>59.980000000000011</c:v>
                </c:pt>
                <c:pt idx="263">
                  <c:v>60.86</c:v>
                </c:pt>
                <c:pt idx="264">
                  <c:v>58.579999999999984</c:v>
                </c:pt>
                <c:pt idx="265">
                  <c:v>55.689999999999969</c:v>
                </c:pt>
                <c:pt idx="266">
                  <c:v>57.949999999999989</c:v>
                </c:pt>
                <c:pt idx="267">
                  <c:v>48.8</c:v>
                </c:pt>
                <c:pt idx="268">
                  <c:v>48.520000000000032</c:v>
                </c:pt>
                <c:pt idx="269">
                  <c:v>42.139999999999979</c:v>
                </c:pt>
                <c:pt idx="270">
                  <c:v>42.74</c:v>
                </c:pt>
                <c:pt idx="271">
                  <c:v>45.330000000000005</c:v>
                </c:pt>
                <c:pt idx="272">
                  <c:v>45.909999999999982</c:v>
                </c:pt>
                <c:pt idx="273">
                  <c:v>43.909999999999982</c:v>
                </c:pt>
                <c:pt idx="274">
                  <c:v>46.870000000000012</c:v>
                </c:pt>
                <c:pt idx="275">
                  <c:v>45.39</c:v>
                </c:pt>
                <c:pt idx="276">
                  <c:v>51.250000000000014</c:v>
                </c:pt>
                <c:pt idx="277">
                  <c:v>55.620000000000005</c:v>
                </c:pt>
                <c:pt idx="278">
                  <c:v>63.649999999999984</c:v>
                </c:pt>
                <c:pt idx="279">
                  <c:v>67.649999999999991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6F-4C2B-8E5D-34090D6E8581}"/>
            </c:ext>
          </c:extLst>
        </c:ser>
        <c:ser>
          <c:idx val="3"/>
          <c:order val="1"/>
          <c:tx>
            <c:strRef>
              <c:f>'债券市场(YTD)'!$CG$23</c:f>
              <c:strCache>
                <c:ptCount val="1"/>
                <c:pt idx="0">
                  <c:v>5Y</c:v>
                </c:pt>
              </c:strCache>
            </c:strRef>
          </c:tx>
          <c:spPr>
            <a:ln w="28575">
              <a:solidFill>
                <a:srgbClr val="92D050"/>
              </a:solidFill>
            </a:ln>
          </c:spPr>
          <c:marker>
            <c:symbol val="none"/>
          </c:marker>
          <c:cat>
            <c:numRef>
              <c:f>'债券市场(YTD)'!$A$26:$A$400</c:f>
              <c:numCache>
                <c:formatCode>yyyy\-mm\-dd;@</c:formatCode>
                <c:ptCount val="375"/>
                <c:pt idx="0">
                  <c:v>43139</c:v>
                </c:pt>
                <c:pt idx="1">
                  <c:v>43138</c:v>
                </c:pt>
                <c:pt idx="2">
                  <c:v>43137</c:v>
                </c:pt>
                <c:pt idx="3">
                  <c:v>43136</c:v>
                </c:pt>
                <c:pt idx="4">
                  <c:v>43133</c:v>
                </c:pt>
                <c:pt idx="5">
                  <c:v>43132</c:v>
                </c:pt>
                <c:pt idx="6">
                  <c:v>43131</c:v>
                </c:pt>
                <c:pt idx="7">
                  <c:v>43130</c:v>
                </c:pt>
                <c:pt idx="8">
                  <c:v>43129</c:v>
                </c:pt>
                <c:pt idx="9">
                  <c:v>43126</c:v>
                </c:pt>
                <c:pt idx="10">
                  <c:v>43125</c:v>
                </c:pt>
                <c:pt idx="11">
                  <c:v>43124</c:v>
                </c:pt>
                <c:pt idx="12">
                  <c:v>43123</c:v>
                </c:pt>
                <c:pt idx="13">
                  <c:v>43122</c:v>
                </c:pt>
                <c:pt idx="14">
                  <c:v>43119</c:v>
                </c:pt>
                <c:pt idx="15">
                  <c:v>43118</c:v>
                </c:pt>
                <c:pt idx="16">
                  <c:v>43117</c:v>
                </c:pt>
                <c:pt idx="17">
                  <c:v>43116</c:v>
                </c:pt>
                <c:pt idx="18">
                  <c:v>43115</c:v>
                </c:pt>
                <c:pt idx="19">
                  <c:v>43112</c:v>
                </c:pt>
                <c:pt idx="20">
                  <c:v>43111</c:v>
                </c:pt>
                <c:pt idx="21">
                  <c:v>43110</c:v>
                </c:pt>
                <c:pt idx="22">
                  <c:v>43109</c:v>
                </c:pt>
                <c:pt idx="23">
                  <c:v>43108</c:v>
                </c:pt>
                <c:pt idx="24">
                  <c:v>43105</c:v>
                </c:pt>
                <c:pt idx="25">
                  <c:v>43104</c:v>
                </c:pt>
                <c:pt idx="26">
                  <c:v>43103</c:v>
                </c:pt>
                <c:pt idx="27">
                  <c:v>43102</c:v>
                </c:pt>
                <c:pt idx="28">
                  <c:v>43100</c:v>
                </c:pt>
                <c:pt idx="29">
                  <c:v>43099</c:v>
                </c:pt>
                <c:pt idx="30">
                  <c:v>43098</c:v>
                </c:pt>
                <c:pt idx="31">
                  <c:v>43097</c:v>
                </c:pt>
                <c:pt idx="32">
                  <c:v>43096</c:v>
                </c:pt>
                <c:pt idx="33">
                  <c:v>43095</c:v>
                </c:pt>
                <c:pt idx="34">
                  <c:v>43094</c:v>
                </c:pt>
                <c:pt idx="35">
                  <c:v>43091</c:v>
                </c:pt>
                <c:pt idx="36">
                  <c:v>43090</c:v>
                </c:pt>
                <c:pt idx="37">
                  <c:v>43089</c:v>
                </c:pt>
                <c:pt idx="38">
                  <c:v>43088</c:v>
                </c:pt>
                <c:pt idx="39">
                  <c:v>43087</c:v>
                </c:pt>
                <c:pt idx="40">
                  <c:v>43084</c:v>
                </c:pt>
                <c:pt idx="41">
                  <c:v>43083</c:v>
                </c:pt>
                <c:pt idx="42">
                  <c:v>43082</c:v>
                </c:pt>
                <c:pt idx="43">
                  <c:v>43081</c:v>
                </c:pt>
                <c:pt idx="44">
                  <c:v>43080</c:v>
                </c:pt>
                <c:pt idx="45">
                  <c:v>43077</c:v>
                </c:pt>
                <c:pt idx="46">
                  <c:v>43076</c:v>
                </c:pt>
                <c:pt idx="47">
                  <c:v>43075</c:v>
                </c:pt>
                <c:pt idx="48">
                  <c:v>43074</c:v>
                </c:pt>
                <c:pt idx="49">
                  <c:v>43073</c:v>
                </c:pt>
                <c:pt idx="50">
                  <c:v>43070</c:v>
                </c:pt>
                <c:pt idx="51">
                  <c:v>43069</c:v>
                </c:pt>
                <c:pt idx="52">
                  <c:v>43068</c:v>
                </c:pt>
                <c:pt idx="53">
                  <c:v>43067</c:v>
                </c:pt>
                <c:pt idx="54">
                  <c:v>43066</c:v>
                </c:pt>
                <c:pt idx="55">
                  <c:v>43063</c:v>
                </c:pt>
                <c:pt idx="56">
                  <c:v>43062</c:v>
                </c:pt>
                <c:pt idx="57">
                  <c:v>43061</c:v>
                </c:pt>
                <c:pt idx="58">
                  <c:v>43060</c:v>
                </c:pt>
                <c:pt idx="59">
                  <c:v>43059</c:v>
                </c:pt>
                <c:pt idx="60">
                  <c:v>43056</c:v>
                </c:pt>
                <c:pt idx="61">
                  <c:v>43055</c:v>
                </c:pt>
                <c:pt idx="62">
                  <c:v>43054</c:v>
                </c:pt>
                <c:pt idx="63">
                  <c:v>43053</c:v>
                </c:pt>
                <c:pt idx="64">
                  <c:v>43052</c:v>
                </c:pt>
                <c:pt idx="65">
                  <c:v>43049</c:v>
                </c:pt>
                <c:pt idx="66">
                  <c:v>43048</c:v>
                </c:pt>
                <c:pt idx="67">
                  <c:v>43047</c:v>
                </c:pt>
                <c:pt idx="68">
                  <c:v>43046</c:v>
                </c:pt>
                <c:pt idx="69">
                  <c:v>43045</c:v>
                </c:pt>
                <c:pt idx="70">
                  <c:v>43042</c:v>
                </c:pt>
                <c:pt idx="71">
                  <c:v>43041</c:v>
                </c:pt>
                <c:pt idx="72">
                  <c:v>43040</c:v>
                </c:pt>
                <c:pt idx="73">
                  <c:v>43039</c:v>
                </c:pt>
                <c:pt idx="74">
                  <c:v>43038</c:v>
                </c:pt>
                <c:pt idx="75">
                  <c:v>43035</c:v>
                </c:pt>
                <c:pt idx="76">
                  <c:v>43034</c:v>
                </c:pt>
                <c:pt idx="77">
                  <c:v>43033</c:v>
                </c:pt>
                <c:pt idx="78">
                  <c:v>43032</c:v>
                </c:pt>
                <c:pt idx="79">
                  <c:v>43031</c:v>
                </c:pt>
                <c:pt idx="80">
                  <c:v>43028</c:v>
                </c:pt>
                <c:pt idx="81">
                  <c:v>43027</c:v>
                </c:pt>
                <c:pt idx="82">
                  <c:v>43026</c:v>
                </c:pt>
                <c:pt idx="83">
                  <c:v>43025</c:v>
                </c:pt>
                <c:pt idx="84">
                  <c:v>43024</c:v>
                </c:pt>
                <c:pt idx="85">
                  <c:v>43021</c:v>
                </c:pt>
                <c:pt idx="86">
                  <c:v>43020</c:v>
                </c:pt>
                <c:pt idx="87">
                  <c:v>43019</c:v>
                </c:pt>
                <c:pt idx="88">
                  <c:v>43018</c:v>
                </c:pt>
                <c:pt idx="89">
                  <c:v>43017</c:v>
                </c:pt>
                <c:pt idx="90">
                  <c:v>43008</c:v>
                </c:pt>
                <c:pt idx="91">
                  <c:v>43007</c:v>
                </c:pt>
                <c:pt idx="92">
                  <c:v>43006</c:v>
                </c:pt>
                <c:pt idx="93">
                  <c:v>43005</c:v>
                </c:pt>
                <c:pt idx="94">
                  <c:v>43004</c:v>
                </c:pt>
                <c:pt idx="95">
                  <c:v>43003</c:v>
                </c:pt>
                <c:pt idx="96">
                  <c:v>43000</c:v>
                </c:pt>
                <c:pt idx="97">
                  <c:v>42999</c:v>
                </c:pt>
                <c:pt idx="98">
                  <c:v>42998</c:v>
                </c:pt>
                <c:pt idx="99">
                  <c:v>42997</c:v>
                </c:pt>
                <c:pt idx="100">
                  <c:v>42996</c:v>
                </c:pt>
                <c:pt idx="101">
                  <c:v>42993</c:v>
                </c:pt>
                <c:pt idx="102">
                  <c:v>42992</c:v>
                </c:pt>
                <c:pt idx="103">
                  <c:v>42991</c:v>
                </c:pt>
                <c:pt idx="104">
                  <c:v>42990</c:v>
                </c:pt>
                <c:pt idx="105">
                  <c:v>42989</c:v>
                </c:pt>
                <c:pt idx="106">
                  <c:v>42986</c:v>
                </c:pt>
                <c:pt idx="107">
                  <c:v>42985</c:v>
                </c:pt>
                <c:pt idx="108">
                  <c:v>42984</c:v>
                </c:pt>
                <c:pt idx="109">
                  <c:v>42983</c:v>
                </c:pt>
                <c:pt idx="110">
                  <c:v>42982</c:v>
                </c:pt>
                <c:pt idx="111">
                  <c:v>42979</c:v>
                </c:pt>
                <c:pt idx="112">
                  <c:v>42978</c:v>
                </c:pt>
                <c:pt idx="113">
                  <c:v>42977</c:v>
                </c:pt>
                <c:pt idx="114">
                  <c:v>42976</c:v>
                </c:pt>
                <c:pt idx="115">
                  <c:v>42975</c:v>
                </c:pt>
                <c:pt idx="116">
                  <c:v>42972</c:v>
                </c:pt>
                <c:pt idx="117">
                  <c:v>42971</c:v>
                </c:pt>
                <c:pt idx="118">
                  <c:v>42970</c:v>
                </c:pt>
                <c:pt idx="119">
                  <c:v>42969</c:v>
                </c:pt>
                <c:pt idx="120">
                  <c:v>42968</c:v>
                </c:pt>
                <c:pt idx="121">
                  <c:v>42965</c:v>
                </c:pt>
                <c:pt idx="122">
                  <c:v>42964</c:v>
                </c:pt>
                <c:pt idx="123">
                  <c:v>42963</c:v>
                </c:pt>
                <c:pt idx="124">
                  <c:v>42962</c:v>
                </c:pt>
                <c:pt idx="125">
                  <c:v>42961</c:v>
                </c:pt>
                <c:pt idx="126">
                  <c:v>42958</c:v>
                </c:pt>
                <c:pt idx="127">
                  <c:v>42957</c:v>
                </c:pt>
                <c:pt idx="128">
                  <c:v>42956</c:v>
                </c:pt>
                <c:pt idx="129">
                  <c:v>42955</c:v>
                </c:pt>
                <c:pt idx="130">
                  <c:v>42954</c:v>
                </c:pt>
                <c:pt idx="131">
                  <c:v>42951</c:v>
                </c:pt>
                <c:pt idx="132">
                  <c:v>42950</c:v>
                </c:pt>
                <c:pt idx="133">
                  <c:v>42949</c:v>
                </c:pt>
                <c:pt idx="134">
                  <c:v>42948</c:v>
                </c:pt>
                <c:pt idx="135">
                  <c:v>42947</c:v>
                </c:pt>
                <c:pt idx="136">
                  <c:v>42944</c:v>
                </c:pt>
                <c:pt idx="137">
                  <c:v>42943</c:v>
                </c:pt>
                <c:pt idx="138">
                  <c:v>42942</c:v>
                </c:pt>
                <c:pt idx="139">
                  <c:v>42941</c:v>
                </c:pt>
                <c:pt idx="140">
                  <c:v>42940</c:v>
                </c:pt>
                <c:pt idx="141">
                  <c:v>42937</c:v>
                </c:pt>
                <c:pt idx="142">
                  <c:v>42936</c:v>
                </c:pt>
                <c:pt idx="143">
                  <c:v>42935</c:v>
                </c:pt>
                <c:pt idx="144">
                  <c:v>42934</c:v>
                </c:pt>
                <c:pt idx="145">
                  <c:v>42933</c:v>
                </c:pt>
                <c:pt idx="146">
                  <c:v>42930</c:v>
                </c:pt>
                <c:pt idx="147">
                  <c:v>42929</c:v>
                </c:pt>
                <c:pt idx="148">
                  <c:v>42928</c:v>
                </c:pt>
                <c:pt idx="149">
                  <c:v>42927</c:v>
                </c:pt>
                <c:pt idx="150">
                  <c:v>42926</c:v>
                </c:pt>
                <c:pt idx="151">
                  <c:v>42923</c:v>
                </c:pt>
                <c:pt idx="152">
                  <c:v>42922</c:v>
                </c:pt>
                <c:pt idx="153">
                  <c:v>42921</c:v>
                </c:pt>
                <c:pt idx="154">
                  <c:v>42920</c:v>
                </c:pt>
                <c:pt idx="155">
                  <c:v>42919</c:v>
                </c:pt>
                <c:pt idx="156">
                  <c:v>42916</c:v>
                </c:pt>
                <c:pt idx="157">
                  <c:v>42915</c:v>
                </c:pt>
                <c:pt idx="158">
                  <c:v>42914</c:v>
                </c:pt>
                <c:pt idx="159">
                  <c:v>42913</c:v>
                </c:pt>
                <c:pt idx="160">
                  <c:v>42912</c:v>
                </c:pt>
                <c:pt idx="161">
                  <c:v>42909</c:v>
                </c:pt>
                <c:pt idx="162">
                  <c:v>42908</c:v>
                </c:pt>
                <c:pt idx="163">
                  <c:v>42907</c:v>
                </c:pt>
                <c:pt idx="164">
                  <c:v>42906</c:v>
                </c:pt>
                <c:pt idx="165">
                  <c:v>42905</c:v>
                </c:pt>
                <c:pt idx="166">
                  <c:v>42902</c:v>
                </c:pt>
                <c:pt idx="167">
                  <c:v>42901</c:v>
                </c:pt>
                <c:pt idx="168">
                  <c:v>42900</c:v>
                </c:pt>
                <c:pt idx="169">
                  <c:v>42899</c:v>
                </c:pt>
                <c:pt idx="170">
                  <c:v>42898</c:v>
                </c:pt>
                <c:pt idx="171">
                  <c:v>42896</c:v>
                </c:pt>
                <c:pt idx="172">
                  <c:v>42895</c:v>
                </c:pt>
                <c:pt idx="173">
                  <c:v>42894</c:v>
                </c:pt>
                <c:pt idx="174">
                  <c:v>42893</c:v>
                </c:pt>
                <c:pt idx="175">
                  <c:v>42892</c:v>
                </c:pt>
                <c:pt idx="176">
                  <c:v>42891</c:v>
                </c:pt>
                <c:pt idx="177">
                  <c:v>42888</c:v>
                </c:pt>
                <c:pt idx="178">
                  <c:v>42887</c:v>
                </c:pt>
                <c:pt idx="179">
                  <c:v>42886</c:v>
                </c:pt>
                <c:pt idx="180">
                  <c:v>42882</c:v>
                </c:pt>
                <c:pt idx="181">
                  <c:v>42881</c:v>
                </c:pt>
                <c:pt idx="182">
                  <c:v>42880</c:v>
                </c:pt>
                <c:pt idx="183">
                  <c:v>42879</c:v>
                </c:pt>
                <c:pt idx="184">
                  <c:v>42878</c:v>
                </c:pt>
                <c:pt idx="185">
                  <c:v>42877</c:v>
                </c:pt>
                <c:pt idx="186">
                  <c:v>42874</c:v>
                </c:pt>
                <c:pt idx="187">
                  <c:v>42873</c:v>
                </c:pt>
                <c:pt idx="188">
                  <c:v>42872</c:v>
                </c:pt>
                <c:pt idx="189">
                  <c:v>42871</c:v>
                </c:pt>
                <c:pt idx="190">
                  <c:v>42870</c:v>
                </c:pt>
                <c:pt idx="191">
                  <c:v>42867</c:v>
                </c:pt>
                <c:pt idx="192">
                  <c:v>42866</c:v>
                </c:pt>
                <c:pt idx="193">
                  <c:v>42865</c:v>
                </c:pt>
                <c:pt idx="194">
                  <c:v>42864</c:v>
                </c:pt>
                <c:pt idx="195">
                  <c:v>42863</c:v>
                </c:pt>
                <c:pt idx="196">
                  <c:v>42860</c:v>
                </c:pt>
                <c:pt idx="197">
                  <c:v>42859</c:v>
                </c:pt>
                <c:pt idx="198">
                  <c:v>42858</c:v>
                </c:pt>
                <c:pt idx="199">
                  <c:v>42857</c:v>
                </c:pt>
                <c:pt idx="200">
                  <c:v>42853</c:v>
                </c:pt>
                <c:pt idx="201">
                  <c:v>42852</c:v>
                </c:pt>
                <c:pt idx="202">
                  <c:v>42851</c:v>
                </c:pt>
                <c:pt idx="203">
                  <c:v>42850</c:v>
                </c:pt>
                <c:pt idx="204">
                  <c:v>42849</c:v>
                </c:pt>
                <c:pt idx="205">
                  <c:v>42846</c:v>
                </c:pt>
                <c:pt idx="206">
                  <c:v>42845</c:v>
                </c:pt>
                <c:pt idx="207">
                  <c:v>42844</c:v>
                </c:pt>
                <c:pt idx="208">
                  <c:v>42843</c:v>
                </c:pt>
                <c:pt idx="209">
                  <c:v>42842</c:v>
                </c:pt>
                <c:pt idx="210">
                  <c:v>42839</c:v>
                </c:pt>
                <c:pt idx="211">
                  <c:v>42838</c:v>
                </c:pt>
                <c:pt idx="212">
                  <c:v>42837</c:v>
                </c:pt>
                <c:pt idx="213">
                  <c:v>42836</c:v>
                </c:pt>
                <c:pt idx="214">
                  <c:v>42835</c:v>
                </c:pt>
                <c:pt idx="215">
                  <c:v>42832</c:v>
                </c:pt>
                <c:pt idx="216">
                  <c:v>42831</c:v>
                </c:pt>
                <c:pt idx="217">
                  <c:v>42830</c:v>
                </c:pt>
                <c:pt idx="218">
                  <c:v>42826</c:v>
                </c:pt>
                <c:pt idx="219">
                  <c:v>42825</c:v>
                </c:pt>
                <c:pt idx="220">
                  <c:v>42824</c:v>
                </c:pt>
                <c:pt idx="221">
                  <c:v>42823</c:v>
                </c:pt>
                <c:pt idx="222">
                  <c:v>42822</c:v>
                </c:pt>
                <c:pt idx="223">
                  <c:v>42821</c:v>
                </c:pt>
                <c:pt idx="224">
                  <c:v>42818</c:v>
                </c:pt>
                <c:pt idx="225">
                  <c:v>42817</c:v>
                </c:pt>
                <c:pt idx="226">
                  <c:v>42816</c:v>
                </c:pt>
                <c:pt idx="227">
                  <c:v>42815</c:v>
                </c:pt>
                <c:pt idx="228">
                  <c:v>42814</c:v>
                </c:pt>
                <c:pt idx="229">
                  <c:v>42811</c:v>
                </c:pt>
                <c:pt idx="230">
                  <c:v>42810</c:v>
                </c:pt>
                <c:pt idx="231">
                  <c:v>42809</c:v>
                </c:pt>
                <c:pt idx="232">
                  <c:v>42808</c:v>
                </c:pt>
                <c:pt idx="233">
                  <c:v>42807</c:v>
                </c:pt>
                <c:pt idx="234">
                  <c:v>42804</c:v>
                </c:pt>
                <c:pt idx="235">
                  <c:v>42803</c:v>
                </c:pt>
                <c:pt idx="236">
                  <c:v>42802</c:v>
                </c:pt>
                <c:pt idx="237">
                  <c:v>42801</c:v>
                </c:pt>
                <c:pt idx="238">
                  <c:v>42800</c:v>
                </c:pt>
                <c:pt idx="239">
                  <c:v>42797</c:v>
                </c:pt>
                <c:pt idx="240">
                  <c:v>42796</c:v>
                </c:pt>
                <c:pt idx="241">
                  <c:v>42795</c:v>
                </c:pt>
                <c:pt idx="242">
                  <c:v>42794</c:v>
                </c:pt>
                <c:pt idx="243">
                  <c:v>42793</c:v>
                </c:pt>
                <c:pt idx="244">
                  <c:v>42790</c:v>
                </c:pt>
                <c:pt idx="245">
                  <c:v>42789</c:v>
                </c:pt>
                <c:pt idx="246">
                  <c:v>42788</c:v>
                </c:pt>
                <c:pt idx="247">
                  <c:v>42787</c:v>
                </c:pt>
                <c:pt idx="248">
                  <c:v>42786</c:v>
                </c:pt>
                <c:pt idx="249">
                  <c:v>42783</c:v>
                </c:pt>
                <c:pt idx="250">
                  <c:v>42782</c:v>
                </c:pt>
                <c:pt idx="251">
                  <c:v>42781</c:v>
                </c:pt>
                <c:pt idx="252">
                  <c:v>42780</c:v>
                </c:pt>
                <c:pt idx="253">
                  <c:v>42779</c:v>
                </c:pt>
                <c:pt idx="254">
                  <c:v>42776</c:v>
                </c:pt>
                <c:pt idx="255">
                  <c:v>42775</c:v>
                </c:pt>
                <c:pt idx="256">
                  <c:v>42774</c:v>
                </c:pt>
                <c:pt idx="257">
                  <c:v>42773</c:v>
                </c:pt>
                <c:pt idx="258">
                  <c:v>42772</c:v>
                </c:pt>
                <c:pt idx="259">
                  <c:v>42770</c:v>
                </c:pt>
                <c:pt idx="260">
                  <c:v>42769</c:v>
                </c:pt>
                <c:pt idx="261">
                  <c:v>42761</c:v>
                </c:pt>
                <c:pt idx="262">
                  <c:v>42760</c:v>
                </c:pt>
                <c:pt idx="263">
                  <c:v>42759</c:v>
                </c:pt>
                <c:pt idx="264">
                  <c:v>42758</c:v>
                </c:pt>
                <c:pt idx="265">
                  <c:v>42757</c:v>
                </c:pt>
                <c:pt idx="266">
                  <c:v>42755</c:v>
                </c:pt>
                <c:pt idx="267">
                  <c:v>42754</c:v>
                </c:pt>
                <c:pt idx="268">
                  <c:v>42753</c:v>
                </c:pt>
                <c:pt idx="269">
                  <c:v>42752</c:v>
                </c:pt>
                <c:pt idx="270">
                  <c:v>42751</c:v>
                </c:pt>
                <c:pt idx="271">
                  <c:v>42748</c:v>
                </c:pt>
                <c:pt idx="272">
                  <c:v>42747</c:v>
                </c:pt>
                <c:pt idx="273">
                  <c:v>42746</c:v>
                </c:pt>
                <c:pt idx="274">
                  <c:v>42745</c:v>
                </c:pt>
                <c:pt idx="275">
                  <c:v>42744</c:v>
                </c:pt>
                <c:pt idx="276">
                  <c:v>42741</c:v>
                </c:pt>
                <c:pt idx="277">
                  <c:v>42740</c:v>
                </c:pt>
                <c:pt idx="278">
                  <c:v>42739</c:v>
                </c:pt>
                <c:pt idx="279">
                  <c:v>42738</c:v>
                </c:pt>
              </c:numCache>
            </c:numRef>
          </c:cat>
          <c:val>
            <c:numRef>
              <c:f>'债券市场(YTD)'!$CG$26:$CG$400</c:f>
              <c:numCache>
                <c:formatCode>General</c:formatCode>
                <c:ptCount val="375"/>
                <c:pt idx="0">
                  <c:v>56.270000000000039</c:v>
                </c:pt>
                <c:pt idx="1">
                  <c:v>56.270000000000039</c:v>
                </c:pt>
                <c:pt idx="2">
                  <c:v>53.019999999999982</c:v>
                </c:pt>
                <c:pt idx="3">
                  <c:v>49.269999999999925</c:v>
                </c:pt>
                <c:pt idx="4">
                  <c:v>50.650000000000084</c:v>
                </c:pt>
                <c:pt idx="5">
                  <c:v>52.15999999999994</c:v>
                </c:pt>
                <c:pt idx="6">
                  <c:v>48.510000000000005</c:v>
                </c:pt>
                <c:pt idx="7">
                  <c:v>44.850000000000009</c:v>
                </c:pt>
                <c:pt idx="8">
                  <c:v>45.169999999999973</c:v>
                </c:pt>
                <c:pt idx="9">
                  <c:v>46.379999999999995</c:v>
                </c:pt>
                <c:pt idx="10">
                  <c:v>44.770000000000024</c:v>
                </c:pt>
                <c:pt idx="11">
                  <c:v>40.329999999999977</c:v>
                </c:pt>
                <c:pt idx="12">
                  <c:v>42.060000000000031</c:v>
                </c:pt>
                <c:pt idx="13">
                  <c:v>40.390000000000015</c:v>
                </c:pt>
                <c:pt idx="14">
                  <c:v>38.240000000000052</c:v>
                </c:pt>
                <c:pt idx="15">
                  <c:v>36.439999999999984</c:v>
                </c:pt>
                <c:pt idx="16">
                  <c:v>42.32000000000005</c:v>
                </c:pt>
                <c:pt idx="17">
                  <c:v>42.900000000000027</c:v>
                </c:pt>
                <c:pt idx="18">
                  <c:v>42.240000000000052</c:v>
                </c:pt>
                <c:pt idx="19">
                  <c:v>46.830000000000013</c:v>
                </c:pt>
                <c:pt idx="20">
                  <c:v>46.490000000000009</c:v>
                </c:pt>
                <c:pt idx="21">
                  <c:v>49.540000000000006</c:v>
                </c:pt>
                <c:pt idx="22">
                  <c:v>52.470000000000013</c:v>
                </c:pt>
                <c:pt idx="23">
                  <c:v>55.609999999999985</c:v>
                </c:pt>
                <c:pt idx="24">
                  <c:v>54.159999999999982</c:v>
                </c:pt>
                <c:pt idx="25">
                  <c:v>57.10999999999995</c:v>
                </c:pt>
                <c:pt idx="26">
                  <c:v>62.140000000000043</c:v>
                </c:pt>
                <c:pt idx="27">
                  <c:v>63.120000000000061</c:v>
                </c:pt>
                <c:pt idx="28">
                  <c:v>61.09999999999998</c:v>
                </c:pt>
                <c:pt idx="29">
                  <c:v>61.09999999999998</c:v>
                </c:pt>
                <c:pt idx="30">
                  <c:v>61.09999999999998</c:v>
                </c:pt>
                <c:pt idx="31">
                  <c:v>59.149999999999991</c:v>
                </c:pt>
                <c:pt idx="32">
                  <c:v>57.67999999999995</c:v>
                </c:pt>
                <c:pt idx="33">
                  <c:v>58.539999999999992</c:v>
                </c:pt>
                <c:pt idx="34">
                  <c:v>61.190000000000033</c:v>
                </c:pt>
                <c:pt idx="35">
                  <c:v>59.329999999999927</c:v>
                </c:pt>
                <c:pt idx="36">
                  <c:v>58.96999999999997</c:v>
                </c:pt>
                <c:pt idx="37">
                  <c:v>58.640000000000029</c:v>
                </c:pt>
                <c:pt idx="38">
                  <c:v>61.029999999999959</c:v>
                </c:pt>
                <c:pt idx="39">
                  <c:v>60.02000000000001</c:v>
                </c:pt>
                <c:pt idx="40">
                  <c:v>58.909999999999926</c:v>
                </c:pt>
                <c:pt idx="41">
                  <c:v>56.259999999999977</c:v>
                </c:pt>
                <c:pt idx="42">
                  <c:v>52.600000000000065</c:v>
                </c:pt>
                <c:pt idx="43">
                  <c:v>52.179999999999978</c:v>
                </c:pt>
                <c:pt idx="44">
                  <c:v>53.730000000000011</c:v>
                </c:pt>
                <c:pt idx="45">
                  <c:v>56.940000000000083</c:v>
                </c:pt>
                <c:pt idx="46">
                  <c:v>59.120000000000061</c:v>
                </c:pt>
                <c:pt idx="47">
                  <c:v>60.839999999999961</c:v>
                </c:pt>
                <c:pt idx="48">
                  <c:v>59.370000000000012</c:v>
                </c:pt>
                <c:pt idx="49">
                  <c:v>60.36999999999999</c:v>
                </c:pt>
                <c:pt idx="50">
                  <c:v>64.02000000000001</c:v>
                </c:pt>
                <c:pt idx="51">
                  <c:v>63.609999999999985</c:v>
                </c:pt>
                <c:pt idx="52">
                  <c:v>66.800000000000011</c:v>
                </c:pt>
                <c:pt idx="53">
                  <c:v>65.989999999999952</c:v>
                </c:pt>
                <c:pt idx="54">
                  <c:v>64.880000000000052</c:v>
                </c:pt>
                <c:pt idx="55">
                  <c:v>57.870000000000047</c:v>
                </c:pt>
                <c:pt idx="56">
                  <c:v>56.300000000000061</c:v>
                </c:pt>
                <c:pt idx="57">
                  <c:v>52.140000000000072</c:v>
                </c:pt>
                <c:pt idx="58">
                  <c:v>53.479999999999976</c:v>
                </c:pt>
                <c:pt idx="59">
                  <c:v>51.940000000000012</c:v>
                </c:pt>
                <c:pt idx="60">
                  <c:v>53.39</c:v>
                </c:pt>
                <c:pt idx="61">
                  <c:v>51.489999999999995</c:v>
                </c:pt>
                <c:pt idx="62">
                  <c:v>47.250000000000014</c:v>
                </c:pt>
                <c:pt idx="63">
                  <c:v>43.590000000000018</c:v>
                </c:pt>
                <c:pt idx="64">
                  <c:v>46</c:v>
                </c:pt>
                <c:pt idx="65">
                  <c:v>44.380000000000038</c:v>
                </c:pt>
                <c:pt idx="66">
                  <c:v>42.469999999999963</c:v>
                </c:pt>
                <c:pt idx="67">
                  <c:v>42.67000000000003</c:v>
                </c:pt>
                <c:pt idx="68">
                  <c:v>43.770000000000039</c:v>
                </c:pt>
                <c:pt idx="69">
                  <c:v>44.270000000000032</c:v>
                </c:pt>
                <c:pt idx="70">
                  <c:v>42.989999999999995</c:v>
                </c:pt>
                <c:pt idx="71">
                  <c:v>42.840000000000074</c:v>
                </c:pt>
                <c:pt idx="72">
                  <c:v>45.540000000000006</c:v>
                </c:pt>
                <c:pt idx="73">
                  <c:v>42.540000000000063</c:v>
                </c:pt>
                <c:pt idx="74">
                  <c:v>36.379999999999946</c:v>
                </c:pt>
                <c:pt idx="75">
                  <c:v>39.900000000000006</c:v>
                </c:pt>
                <c:pt idx="76">
                  <c:v>39.169999999999931</c:v>
                </c:pt>
                <c:pt idx="77">
                  <c:v>40.040000000000035</c:v>
                </c:pt>
                <c:pt idx="78">
                  <c:v>43.139999999999915</c:v>
                </c:pt>
                <c:pt idx="79">
                  <c:v>41.129999999999981</c:v>
                </c:pt>
                <c:pt idx="80">
                  <c:v>42.989999999999995</c:v>
                </c:pt>
                <c:pt idx="81">
                  <c:v>44.629999999999995</c:v>
                </c:pt>
                <c:pt idx="82">
                  <c:v>43.619999999999948</c:v>
                </c:pt>
                <c:pt idx="83">
                  <c:v>42.539999999999978</c:v>
                </c:pt>
                <c:pt idx="84">
                  <c:v>43.250000000000014</c:v>
                </c:pt>
                <c:pt idx="85">
                  <c:v>44.55</c:v>
                </c:pt>
                <c:pt idx="86">
                  <c:v>43.170000000000016</c:v>
                </c:pt>
                <c:pt idx="87">
                  <c:v>44.17</c:v>
                </c:pt>
                <c:pt idx="88">
                  <c:v>45.58</c:v>
                </c:pt>
                <c:pt idx="89">
                  <c:v>44.770000000000024</c:v>
                </c:pt>
                <c:pt idx="90">
                  <c:v>46.870000000000012</c:v>
                </c:pt>
                <c:pt idx="91">
                  <c:v>47.75</c:v>
                </c:pt>
                <c:pt idx="92">
                  <c:v>49.519999999999968</c:v>
                </c:pt>
                <c:pt idx="93">
                  <c:v>46.34</c:v>
                </c:pt>
                <c:pt idx="94">
                  <c:v>46.57</c:v>
                </c:pt>
                <c:pt idx="95">
                  <c:v>47.290000000000006</c:v>
                </c:pt>
                <c:pt idx="96">
                  <c:v>43.320000000000022</c:v>
                </c:pt>
                <c:pt idx="97">
                  <c:v>42.019999999999946</c:v>
                </c:pt>
                <c:pt idx="98">
                  <c:v>42.76</c:v>
                </c:pt>
                <c:pt idx="99">
                  <c:v>44.340000000000046</c:v>
                </c:pt>
                <c:pt idx="100">
                  <c:v>43.37</c:v>
                </c:pt>
                <c:pt idx="101">
                  <c:v>47.109999999999985</c:v>
                </c:pt>
                <c:pt idx="102">
                  <c:v>49.849999999999994</c:v>
                </c:pt>
                <c:pt idx="103">
                  <c:v>44.36</c:v>
                </c:pt>
                <c:pt idx="104">
                  <c:v>45.35</c:v>
                </c:pt>
                <c:pt idx="105">
                  <c:v>47.020000000000017</c:v>
                </c:pt>
                <c:pt idx="106">
                  <c:v>49.030000000000044</c:v>
                </c:pt>
                <c:pt idx="107">
                  <c:v>47.389999999999958</c:v>
                </c:pt>
                <c:pt idx="108">
                  <c:v>40.939999999999976</c:v>
                </c:pt>
                <c:pt idx="109">
                  <c:v>38.339999999999996</c:v>
                </c:pt>
                <c:pt idx="110">
                  <c:v>37.74999999999995</c:v>
                </c:pt>
                <c:pt idx="111">
                  <c:v>39.71</c:v>
                </c:pt>
                <c:pt idx="112">
                  <c:v>41.31</c:v>
                </c:pt>
                <c:pt idx="113">
                  <c:v>42.689999999999984</c:v>
                </c:pt>
                <c:pt idx="114">
                  <c:v>45.600000000000037</c:v>
                </c:pt>
                <c:pt idx="115">
                  <c:v>41.990000000000016</c:v>
                </c:pt>
                <c:pt idx="116">
                  <c:v>44.94999999999996</c:v>
                </c:pt>
                <c:pt idx="117">
                  <c:v>48.299999999999969</c:v>
                </c:pt>
                <c:pt idx="118">
                  <c:v>50.61</c:v>
                </c:pt>
                <c:pt idx="119">
                  <c:v>48.079999999999941</c:v>
                </c:pt>
                <c:pt idx="120">
                  <c:v>46.269999999999989</c:v>
                </c:pt>
                <c:pt idx="121">
                  <c:v>45.55999999999996</c:v>
                </c:pt>
                <c:pt idx="122">
                  <c:v>47.229999999999976</c:v>
                </c:pt>
                <c:pt idx="123">
                  <c:v>48.409999999999975</c:v>
                </c:pt>
                <c:pt idx="124">
                  <c:v>50.969999999999956</c:v>
                </c:pt>
                <c:pt idx="125">
                  <c:v>52.290000000000077</c:v>
                </c:pt>
                <c:pt idx="126">
                  <c:v>50.399999999999956</c:v>
                </c:pt>
                <c:pt idx="127">
                  <c:v>48.950000000000045</c:v>
                </c:pt>
                <c:pt idx="128">
                  <c:v>45.380000000000024</c:v>
                </c:pt>
                <c:pt idx="129">
                  <c:v>43.100000000000009</c:v>
                </c:pt>
                <c:pt idx="130">
                  <c:v>41.600000000000037</c:v>
                </c:pt>
                <c:pt idx="131">
                  <c:v>44.979999999999976</c:v>
                </c:pt>
                <c:pt idx="132">
                  <c:v>45.110000000000028</c:v>
                </c:pt>
                <c:pt idx="133">
                  <c:v>46.19</c:v>
                </c:pt>
                <c:pt idx="134">
                  <c:v>44.09999999999998</c:v>
                </c:pt>
                <c:pt idx="135">
                  <c:v>45.610000000000014</c:v>
                </c:pt>
                <c:pt idx="136">
                  <c:v>48.110000000000056</c:v>
                </c:pt>
                <c:pt idx="137">
                  <c:v>46.969999999999956</c:v>
                </c:pt>
                <c:pt idx="138">
                  <c:v>46</c:v>
                </c:pt>
                <c:pt idx="139">
                  <c:v>47.940000000000005</c:v>
                </c:pt>
                <c:pt idx="140">
                  <c:v>50.049999999999969</c:v>
                </c:pt>
                <c:pt idx="141">
                  <c:v>54.760000000000005</c:v>
                </c:pt>
                <c:pt idx="142">
                  <c:v>53.610000000000028</c:v>
                </c:pt>
                <c:pt idx="143">
                  <c:v>48.839999999999947</c:v>
                </c:pt>
                <c:pt idx="144">
                  <c:v>49.499999999999922</c:v>
                </c:pt>
                <c:pt idx="145">
                  <c:v>50.839999999999996</c:v>
                </c:pt>
                <c:pt idx="146">
                  <c:v>53.540000000000006</c:v>
                </c:pt>
                <c:pt idx="147">
                  <c:v>53.450000000000045</c:v>
                </c:pt>
                <c:pt idx="148">
                  <c:v>49.610000000000021</c:v>
                </c:pt>
                <c:pt idx="149">
                  <c:v>45.199999999999996</c:v>
                </c:pt>
                <c:pt idx="150">
                  <c:v>42.930000000000049</c:v>
                </c:pt>
                <c:pt idx="151">
                  <c:v>46.67000000000003</c:v>
                </c:pt>
                <c:pt idx="152">
                  <c:v>50.61</c:v>
                </c:pt>
                <c:pt idx="153">
                  <c:v>47.839999999999975</c:v>
                </c:pt>
                <c:pt idx="154">
                  <c:v>43.029999999999987</c:v>
                </c:pt>
                <c:pt idx="155">
                  <c:v>45.49000000000003</c:v>
                </c:pt>
                <c:pt idx="156">
                  <c:v>47.119999999999962</c:v>
                </c:pt>
                <c:pt idx="157">
                  <c:v>45.889999999999986</c:v>
                </c:pt>
                <c:pt idx="158">
                  <c:v>51.640000000000086</c:v>
                </c:pt>
                <c:pt idx="159">
                  <c:v>55.710000000000015</c:v>
                </c:pt>
                <c:pt idx="160">
                  <c:v>57.980000000000054</c:v>
                </c:pt>
                <c:pt idx="161">
                  <c:v>56.06</c:v>
                </c:pt>
                <c:pt idx="162">
                  <c:v>51.83</c:v>
                </c:pt>
                <c:pt idx="163">
                  <c:v>52.419999999999959</c:v>
                </c:pt>
                <c:pt idx="164">
                  <c:v>56.890000000000015</c:v>
                </c:pt>
                <c:pt idx="165">
                  <c:v>55.54999999999994</c:v>
                </c:pt>
                <c:pt idx="166">
                  <c:v>53.350000000000009</c:v>
                </c:pt>
                <c:pt idx="167">
                  <c:v>54.790000000000028</c:v>
                </c:pt>
                <c:pt idx="168">
                  <c:v>56.899999999999991</c:v>
                </c:pt>
                <c:pt idx="169">
                  <c:v>56.459999999999951</c:v>
                </c:pt>
                <c:pt idx="170">
                  <c:v>57.509999999999991</c:v>
                </c:pt>
                <c:pt idx="171">
                  <c:v>53.960000000000008</c:v>
                </c:pt>
                <c:pt idx="172">
                  <c:v>53.960000000000008</c:v>
                </c:pt>
                <c:pt idx="173">
                  <c:v>54.910000000000011</c:v>
                </c:pt>
                <c:pt idx="174">
                  <c:v>55.730000000000061</c:v>
                </c:pt>
                <c:pt idx="175">
                  <c:v>58.110000000000014</c:v>
                </c:pt>
                <c:pt idx="176">
                  <c:v>57.30000000000004</c:v>
                </c:pt>
                <c:pt idx="177">
                  <c:v>56.660000000000025</c:v>
                </c:pt>
                <c:pt idx="178">
                  <c:v>60.440000000000005</c:v>
                </c:pt>
                <c:pt idx="179">
                  <c:v>61.869999999999962</c:v>
                </c:pt>
                <c:pt idx="180">
                  <c:v>60.36999999999999</c:v>
                </c:pt>
                <c:pt idx="181">
                  <c:v>60.999999999999943</c:v>
                </c:pt>
                <c:pt idx="182">
                  <c:v>62.389999999999986</c:v>
                </c:pt>
                <c:pt idx="183">
                  <c:v>63.100000000000023</c:v>
                </c:pt>
                <c:pt idx="184">
                  <c:v>61.680000000000049</c:v>
                </c:pt>
                <c:pt idx="185">
                  <c:v>61.880000000000024</c:v>
                </c:pt>
                <c:pt idx="186">
                  <c:v>67.199999999999974</c:v>
                </c:pt>
                <c:pt idx="187">
                  <c:v>68.620000000000033</c:v>
                </c:pt>
                <c:pt idx="188">
                  <c:v>66.88000000000001</c:v>
                </c:pt>
                <c:pt idx="189">
                  <c:v>66.250000000000057</c:v>
                </c:pt>
                <c:pt idx="190">
                  <c:v>66.319999999999979</c:v>
                </c:pt>
                <c:pt idx="191">
                  <c:v>63.969999999999949</c:v>
                </c:pt>
                <c:pt idx="192">
                  <c:v>67.210000000000036</c:v>
                </c:pt>
                <c:pt idx="193">
                  <c:v>62.73</c:v>
                </c:pt>
                <c:pt idx="194">
                  <c:v>58.349999999999994</c:v>
                </c:pt>
                <c:pt idx="195">
                  <c:v>54.659999999999975</c:v>
                </c:pt>
                <c:pt idx="196">
                  <c:v>53.479999999999976</c:v>
                </c:pt>
                <c:pt idx="197">
                  <c:v>53.66</c:v>
                </c:pt>
                <c:pt idx="198">
                  <c:v>57.919999999999931</c:v>
                </c:pt>
                <c:pt idx="199">
                  <c:v>52.629999999999995</c:v>
                </c:pt>
                <c:pt idx="200">
                  <c:v>51.210000000000022</c:v>
                </c:pt>
                <c:pt idx="201">
                  <c:v>49.39</c:v>
                </c:pt>
                <c:pt idx="202">
                  <c:v>51.729999999999961</c:v>
                </c:pt>
                <c:pt idx="203">
                  <c:v>53.969999999999985</c:v>
                </c:pt>
                <c:pt idx="204">
                  <c:v>46.989999999999995</c:v>
                </c:pt>
                <c:pt idx="205">
                  <c:v>43.04999999999994</c:v>
                </c:pt>
                <c:pt idx="206">
                  <c:v>43.86999999999999</c:v>
                </c:pt>
                <c:pt idx="207">
                  <c:v>42.350000000000065</c:v>
                </c:pt>
                <c:pt idx="208">
                  <c:v>37.009999999999991</c:v>
                </c:pt>
                <c:pt idx="209">
                  <c:v>36.969999999999992</c:v>
                </c:pt>
                <c:pt idx="210">
                  <c:v>37.740000000000066</c:v>
                </c:pt>
                <c:pt idx="211">
                  <c:v>37.61999999999999</c:v>
                </c:pt>
                <c:pt idx="212">
                  <c:v>39.590000000000018</c:v>
                </c:pt>
                <c:pt idx="213">
                  <c:v>40.179999999999971</c:v>
                </c:pt>
                <c:pt idx="214">
                  <c:v>39.529999999999973</c:v>
                </c:pt>
                <c:pt idx="215">
                  <c:v>41.120000000000047</c:v>
                </c:pt>
                <c:pt idx="216">
                  <c:v>40.44999999999996</c:v>
                </c:pt>
                <c:pt idx="217">
                  <c:v>41.450000000000031</c:v>
                </c:pt>
                <c:pt idx="218">
                  <c:v>42.839999999999989</c:v>
                </c:pt>
                <c:pt idx="219">
                  <c:v>43.159999999999954</c:v>
                </c:pt>
                <c:pt idx="220">
                  <c:v>39.860000000000007</c:v>
                </c:pt>
                <c:pt idx="221">
                  <c:v>40.689999999999984</c:v>
                </c:pt>
                <c:pt idx="222">
                  <c:v>41.860000000000056</c:v>
                </c:pt>
                <c:pt idx="223">
                  <c:v>45.330000000000005</c:v>
                </c:pt>
                <c:pt idx="224">
                  <c:v>43.849999999999945</c:v>
                </c:pt>
                <c:pt idx="225">
                  <c:v>40.529999999999959</c:v>
                </c:pt>
                <c:pt idx="226">
                  <c:v>42.819999999999951</c:v>
                </c:pt>
                <c:pt idx="227">
                  <c:v>42.69999999999996</c:v>
                </c:pt>
                <c:pt idx="228">
                  <c:v>42.059999999999945</c:v>
                </c:pt>
                <c:pt idx="229">
                  <c:v>44.07000000000005</c:v>
                </c:pt>
                <c:pt idx="230">
                  <c:v>42.130000000000045</c:v>
                </c:pt>
                <c:pt idx="231">
                  <c:v>41.699999999999982</c:v>
                </c:pt>
                <c:pt idx="232">
                  <c:v>44.080000000000027</c:v>
                </c:pt>
                <c:pt idx="233">
                  <c:v>42.219999999999928</c:v>
                </c:pt>
                <c:pt idx="234">
                  <c:v>39.190000000000055</c:v>
                </c:pt>
                <c:pt idx="235">
                  <c:v>35.339999999999975</c:v>
                </c:pt>
                <c:pt idx="236">
                  <c:v>36.209999999999987</c:v>
                </c:pt>
                <c:pt idx="237">
                  <c:v>38.079999999999984</c:v>
                </c:pt>
                <c:pt idx="238">
                  <c:v>35.700000000000017</c:v>
                </c:pt>
                <c:pt idx="239">
                  <c:v>38.90000000000002</c:v>
                </c:pt>
                <c:pt idx="240">
                  <c:v>36.080000000000027</c:v>
                </c:pt>
                <c:pt idx="241">
                  <c:v>37.600000000000037</c:v>
                </c:pt>
                <c:pt idx="242">
                  <c:v>36.620000000000005</c:v>
                </c:pt>
                <c:pt idx="243">
                  <c:v>39.659999999999982</c:v>
                </c:pt>
                <c:pt idx="244">
                  <c:v>38.129999999999995</c:v>
                </c:pt>
                <c:pt idx="245">
                  <c:v>41.809999999999988</c:v>
                </c:pt>
                <c:pt idx="246">
                  <c:v>43.440000000000012</c:v>
                </c:pt>
                <c:pt idx="247">
                  <c:v>41.570000000000064</c:v>
                </c:pt>
                <c:pt idx="248">
                  <c:v>44.92000000000003</c:v>
                </c:pt>
                <c:pt idx="249">
                  <c:v>43.039999999999964</c:v>
                </c:pt>
                <c:pt idx="250">
                  <c:v>42.820000000000036</c:v>
                </c:pt>
                <c:pt idx="251">
                  <c:v>42.039999999999992</c:v>
                </c:pt>
                <c:pt idx="252">
                  <c:v>40.439999999999984</c:v>
                </c:pt>
                <c:pt idx="253">
                  <c:v>39.889999999999937</c:v>
                </c:pt>
                <c:pt idx="254">
                  <c:v>38.520000000000024</c:v>
                </c:pt>
                <c:pt idx="255">
                  <c:v>37.729999999999997</c:v>
                </c:pt>
                <c:pt idx="256">
                  <c:v>38.299999999999997</c:v>
                </c:pt>
                <c:pt idx="257">
                  <c:v>30.78000000000003</c:v>
                </c:pt>
                <c:pt idx="258">
                  <c:v>17.889999999999961</c:v>
                </c:pt>
                <c:pt idx="259">
                  <c:v>15.120000000000022</c:v>
                </c:pt>
                <c:pt idx="260">
                  <c:v>13.219999999999965</c:v>
                </c:pt>
                <c:pt idx="261">
                  <c:v>17.870000000000054</c:v>
                </c:pt>
                <c:pt idx="262">
                  <c:v>17.869999999999962</c:v>
                </c:pt>
                <c:pt idx="263">
                  <c:v>19.47000000000001</c:v>
                </c:pt>
                <c:pt idx="264">
                  <c:v>24.080000000000013</c:v>
                </c:pt>
                <c:pt idx="265">
                  <c:v>23.70000000000001</c:v>
                </c:pt>
                <c:pt idx="266">
                  <c:v>25.229999999999997</c:v>
                </c:pt>
                <c:pt idx="267">
                  <c:v>27.890000000000057</c:v>
                </c:pt>
                <c:pt idx="268">
                  <c:v>26.119999999999965</c:v>
                </c:pt>
                <c:pt idx="269">
                  <c:v>20.879999999999967</c:v>
                </c:pt>
                <c:pt idx="270">
                  <c:v>20.14</c:v>
                </c:pt>
                <c:pt idx="271">
                  <c:v>19.789999999999974</c:v>
                </c:pt>
                <c:pt idx="272">
                  <c:v>20.369999999999997</c:v>
                </c:pt>
                <c:pt idx="273">
                  <c:v>19.980000000000018</c:v>
                </c:pt>
                <c:pt idx="274">
                  <c:v>23.019999999999996</c:v>
                </c:pt>
                <c:pt idx="275">
                  <c:v>22.560000000000002</c:v>
                </c:pt>
                <c:pt idx="276">
                  <c:v>25.570000000000004</c:v>
                </c:pt>
                <c:pt idx="277">
                  <c:v>23.659999999999968</c:v>
                </c:pt>
                <c:pt idx="278">
                  <c:v>27.329999999999988</c:v>
                </c:pt>
                <c:pt idx="279">
                  <c:v>26.639999999999997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6F-4C2B-8E5D-34090D6E8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8760576"/>
        <c:axId val="508731968"/>
      </c:lineChart>
      <c:dateAx>
        <c:axId val="508760576"/>
        <c:scaling>
          <c:orientation val="minMax"/>
          <c:min val="42736"/>
        </c:scaling>
        <c:delete val="0"/>
        <c:axPos val="b"/>
        <c:numFmt formatCode="m&quot;月&quot;;@" sourceLinked="0"/>
        <c:majorTickMark val="in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5400000"/>
          <a:lstStyle/>
          <a:p>
            <a:pPr>
              <a:defRPr/>
            </a:pPr>
            <a:endParaRPr lang="zh-CN"/>
          </a:p>
        </c:txPr>
        <c:crossAx val="508731968"/>
        <c:crosses val="autoZero"/>
        <c:auto val="1"/>
        <c:lblOffset val="100"/>
        <c:baseTimeUnit val="days"/>
        <c:majorUnit val="1"/>
        <c:majorTimeUnit val="months"/>
      </c:dateAx>
      <c:valAx>
        <c:axId val="508731968"/>
        <c:scaling>
          <c:orientation val="minMax"/>
          <c:max val="90"/>
          <c:min val="0"/>
        </c:scaling>
        <c:delete val="0"/>
        <c:axPos val="l"/>
        <c:majorGridlines>
          <c:spPr>
            <a:ln w="127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_ " sourceLinked="0"/>
        <c:majorTickMark val="in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508760576"/>
        <c:crosses val="autoZero"/>
        <c:crossBetween val="between"/>
        <c:majorUnit val="30"/>
      </c:valAx>
      <c:valAx>
        <c:axId val="508732544"/>
        <c:scaling>
          <c:orientation val="minMax"/>
          <c:max val="90"/>
        </c:scaling>
        <c:delete val="0"/>
        <c:axPos val="r"/>
        <c:numFmt formatCode="General" sourceLinked="1"/>
        <c:majorTickMark val="out"/>
        <c:minorTickMark val="none"/>
        <c:tickLblPos val="nextTo"/>
        <c:crossAx val="507974656"/>
        <c:crosses val="max"/>
        <c:crossBetween val="between"/>
        <c:majorUnit val="30"/>
      </c:valAx>
      <c:dateAx>
        <c:axId val="507974656"/>
        <c:scaling>
          <c:orientation val="minMax"/>
        </c:scaling>
        <c:delete val="1"/>
        <c:axPos val="b"/>
        <c:numFmt formatCode="yyyy\-mm\-dd;@" sourceLinked="1"/>
        <c:majorTickMark val="out"/>
        <c:minorTickMark val="none"/>
        <c:tickLblPos val="nextTo"/>
        <c:crossAx val="508732544"/>
        <c:crosses val="autoZero"/>
        <c:auto val="1"/>
        <c:lblOffset val="100"/>
        <c:baseTimeUnit val="days"/>
      </c:dateAx>
    </c:plotArea>
    <c:legend>
      <c:legendPos val="b"/>
      <c:layout>
        <c:manualLayout>
          <c:xMode val="edge"/>
          <c:yMode val="edge"/>
          <c:x val="0"/>
          <c:y val="0.900543682039745"/>
          <c:w val="1"/>
          <c:h val="9.9456351658473455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 b="0">
          <a:solidFill>
            <a:sysClr val="windowText" lastClr="000000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AAA</a:t>
            </a:r>
            <a:r>
              <a:rPr lang="zh-CN"/>
              <a:t>中短票与国开债即期曲线的信用利差</a:t>
            </a:r>
            <a:r>
              <a:rPr lang="en-US"/>
              <a:t>(bp)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[3]Sheet1!$D$1</c:f>
              <c:strCache>
                <c:ptCount val="1"/>
                <c:pt idx="0">
                  <c:v>信用利差(bp,右)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Ref>
              <c:f>[3]Sheet1!$A$2:$A$7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</c:numCache>
            </c:numRef>
          </c:cat>
          <c:val>
            <c:numRef>
              <c:f>[3]Sheet1!$D$2:$D$7</c:f>
              <c:numCache>
                <c:formatCode>General</c:formatCode>
                <c:ptCount val="6"/>
                <c:pt idx="0">
                  <c:v>21.130000000000003</c:v>
                </c:pt>
                <c:pt idx="1">
                  <c:v>67.860000000000028</c:v>
                </c:pt>
                <c:pt idx="2">
                  <c:v>49.62</c:v>
                </c:pt>
                <c:pt idx="3">
                  <c:v>52.870000000000061</c:v>
                </c:pt>
                <c:pt idx="4">
                  <c:v>50.11999999999999</c:v>
                </c:pt>
                <c:pt idx="5">
                  <c:v>50.410000000000025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49-4BC5-8AB2-2A85499DC9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23939000"/>
        <c:axId val="1123941952"/>
      </c:barChart>
      <c:lineChart>
        <c:grouping val="standard"/>
        <c:varyColors val="0"/>
        <c:ser>
          <c:idx val="0"/>
          <c:order val="0"/>
          <c:tx>
            <c:strRef>
              <c:f>[3]Sheet1!$B$1</c:f>
              <c:strCache>
                <c:ptCount val="1"/>
                <c:pt idx="0">
                  <c:v>AAA中短票</c:v>
                </c:pt>
              </c:strCache>
            </c:strRef>
          </c:tx>
          <c:spPr>
            <a:ln w="254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[3]Sheet1!$A$2:$A$7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</c:numCache>
            </c:numRef>
          </c:cat>
          <c:val>
            <c:numRef>
              <c:f>[3]Sheet1!$B$2:$B$7</c:f>
              <c:numCache>
                <c:formatCode>General</c:formatCode>
                <c:ptCount val="6"/>
                <c:pt idx="0">
                  <c:v>2.9215</c:v>
                </c:pt>
                <c:pt idx="1">
                  <c:v>4.9394</c:v>
                </c:pt>
                <c:pt idx="2">
                  <c:v>5.2887000000000004</c:v>
                </c:pt>
                <c:pt idx="3">
                  <c:v>5.4580000000000002</c:v>
                </c:pt>
                <c:pt idx="4">
                  <c:v>5.5281000000000002</c:v>
                </c:pt>
                <c:pt idx="5">
                  <c:v>5.5254000000000003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49-4BC5-8AB2-2A85499DC90C}"/>
            </c:ext>
          </c:extLst>
        </c:ser>
        <c:ser>
          <c:idx val="1"/>
          <c:order val="1"/>
          <c:tx>
            <c:strRef>
              <c:f>[3]Sheet1!$C$1</c:f>
              <c:strCache>
                <c:ptCount val="1"/>
                <c:pt idx="0">
                  <c:v>国开债</c:v>
                </c:pt>
              </c:strCache>
            </c:strRef>
          </c:tx>
          <c:spPr>
            <a:ln w="2540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[3]Sheet1!$A$2:$A$7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</c:numCache>
            </c:numRef>
          </c:cat>
          <c:val>
            <c:numRef>
              <c:f>[3]Sheet1!$C$2:$C$7</c:f>
              <c:numCache>
                <c:formatCode>General</c:formatCode>
                <c:ptCount val="6"/>
                <c:pt idx="0">
                  <c:v>2.7101999999999999</c:v>
                </c:pt>
                <c:pt idx="1">
                  <c:v>4.2607999999999997</c:v>
                </c:pt>
                <c:pt idx="2">
                  <c:v>4.7925000000000004</c:v>
                </c:pt>
                <c:pt idx="3">
                  <c:v>4.9292999999999996</c:v>
                </c:pt>
                <c:pt idx="4">
                  <c:v>5.0269000000000004</c:v>
                </c:pt>
                <c:pt idx="5">
                  <c:v>5.0213000000000001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849-4BC5-8AB2-2A85499DC9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4132192"/>
        <c:axId val="1124131208"/>
      </c:lineChart>
      <c:catAx>
        <c:axId val="112413219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413120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124131208"/>
        <c:scaling>
          <c:orientation val="minMax"/>
          <c:min val="2"/>
        </c:scaling>
        <c:delete val="0"/>
        <c:axPos val="l"/>
        <c:majorGridlines>
          <c:spPr>
            <a:ln w="127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127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4132192"/>
        <c:crossesAt val="0"/>
        <c:crossBetween val="between"/>
        <c:majorUnit val="1"/>
      </c:valAx>
      <c:valAx>
        <c:axId val="1123941952"/>
        <c:scaling>
          <c:orientation val="minMax"/>
        </c:scaling>
        <c:delete val="0"/>
        <c:axPos val="r"/>
        <c:numFmt formatCode="General" sourceLinked="1"/>
        <c:majorTickMark val="in"/>
        <c:minorTickMark val="none"/>
        <c:tickLblPos val="nextTo"/>
        <c:spPr>
          <a:solidFill>
            <a:schemeClr val="bg1"/>
          </a:solidFill>
          <a:ln w="127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939000"/>
        <c:crosses val="max"/>
        <c:crossBetween val="between"/>
        <c:majorUnit val="20"/>
      </c:valAx>
      <c:catAx>
        <c:axId val="11239390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239419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9767183092138421E-2"/>
          <c:y val="0.88459868549489151"/>
          <c:w val="0.89215295095594349"/>
          <c:h val="9.55666037613066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 b="0">
          <a:solidFill>
            <a:schemeClr val="tx1"/>
          </a:solidFill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</a:t>
            </a:r>
            <a:r>
              <a:rPr lang="zh-CN"/>
              <a:t>年期</a:t>
            </a:r>
            <a:r>
              <a:rPr lang="en-US"/>
              <a:t>AAA</a:t>
            </a:r>
            <a:r>
              <a:rPr lang="zh-CN"/>
              <a:t>中短票与国开债的信用利差 </a:t>
            </a:r>
            <a:r>
              <a:rPr lang="en-US"/>
              <a:t>(bp)</a:t>
            </a:r>
            <a:r>
              <a:rPr lang="zh-CN"/>
              <a:t>走势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信用利差3Y走势!$D$1</c:f>
              <c:strCache>
                <c:ptCount val="1"/>
                <c:pt idx="0">
                  <c:v>利差(bp,右)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Ref>
              <c:f>信用利差3Y走势!$A$2:$A$622</c:f>
              <c:numCache>
                <c:formatCode>m/d/yyyy</c:formatCode>
                <c:ptCount val="621"/>
                <c:pt idx="0">
                  <c:v>42209</c:v>
                </c:pt>
                <c:pt idx="1">
                  <c:v>42212</c:v>
                </c:pt>
                <c:pt idx="2">
                  <c:v>42213</c:v>
                </c:pt>
                <c:pt idx="3">
                  <c:v>42227</c:v>
                </c:pt>
                <c:pt idx="4">
                  <c:v>42228</c:v>
                </c:pt>
                <c:pt idx="5">
                  <c:v>42229</c:v>
                </c:pt>
                <c:pt idx="6">
                  <c:v>42230</c:v>
                </c:pt>
                <c:pt idx="7">
                  <c:v>42233</c:v>
                </c:pt>
                <c:pt idx="8">
                  <c:v>42234</c:v>
                </c:pt>
                <c:pt idx="9">
                  <c:v>42235</c:v>
                </c:pt>
                <c:pt idx="10">
                  <c:v>42236</c:v>
                </c:pt>
                <c:pt idx="11">
                  <c:v>42237</c:v>
                </c:pt>
                <c:pt idx="12">
                  <c:v>42240</c:v>
                </c:pt>
                <c:pt idx="13">
                  <c:v>42241</c:v>
                </c:pt>
                <c:pt idx="14">
                  <c:v>42242</c:v>
                </c:pt>
                <c:pt idx="15">
                  <c:v>42243</c:v>
                </c:pt>
                <c:pt idx="16">
                  <c:v>42244</c:v>
                </c:pt>
                <c:pt idx="17">
                  <c:v>42247</c:v>
                </c:pt>
                <c:pt idx="18">
                  <c:v>42248</c:v>
                </c:pt>
                <c:pt idx="19">
                  <c:v>42249</c:v>
                </c:pt>
                <c:pt idx="20">
                  <c:v>42253</c:v>
                </c:pt>
                <c:pt idx="21">
                  <c:v>42254</c:v>
                </c:pt>
                <c:pt idx="22">
                  <c:v>42255</c:v>
                </c:pt>
                <c:pt idx="23">
                  <c:v>42256</c:v>
                </c:pt>
                <c:pt idx="24">
                  <c:v>42257</c:v>
                </c:pt>
                <c:pt idx="25">
                  <c:v>42258</c:v>
                </c:pt>
                <c:pt idx="26">
                  <c:v>42261</c:v>
                </c:pt>
                <c:pt idx="27">
                  <c:v>42262</c:v>
                </c:pt>
                <c:pt idx="28">
                  <c:v>42263</c:v>
                </c:pt>
                <c:pt idx="29">
                  <c:v>42264</c:v>
                </c:pt>
                <c:pt idx="30">
                  <c:v>42265</c:v>
                </c:pt>
                <c:pt idx="31">
                  <c:v>42268</c:v>
                </c:pt>
                <c:pt idx="32">
                  <c:v>42269</c:v>
                </c:pt>
                <c:pt idx="33">
                  <c:v>42270</c:v>
                </c:pt>
                <c:pt idx="34">
                  <c:v>42272</c:v>
                </c:pt>
                <c:pt idx="35">
                  <c:v>42275</c:v>
                </c:pt>
                <c:pt idx="36">
                  <c:v>42277</c:v>
                </c:pt>
                <c:pt idx="37">
                  <c:v>42286</c:v>
                </c:pt>
                <c:pt idx="38">
                  <c:v>42287</c:v>
                </c:pt>
                <c:pt idx="39">
                  <c:v>42289</c:v>
                </c:pt>
                <c:pt idx="40">
                  <c:v>42290</c:v>
                </c:pt>
                <c:pt idx="41">
                  <c:v>42291</c:v>
                </c:pt>
                <c:pt idx="42">
                  <c:v>42292</c:v>
                </c:pt>
                <c:pt idx="43">
                  <c:v>42293</c:v>
                </c:pt>
                <c:pt idx="44">
                  <c:v>42296</c:v>
                </c:pt>
                <c:pt idx="45">
                  <c:v>42297</c:v>
                </c:pt>
                <c:pt idx="46">
                  <c:v>42298</c:v>
                </c:pt>
                <c:pt idx="47">
                  <c:v>42299</c:v>
                </c:pt>
                <c:pt idx="48">
                  <c:v>42300</c:v>
                </c:pt>
                <c:pt idx="49">
                  <c:v>42303</c:v>
                </c:pt>
                <c:pt idx="50">
                  <c:v>42304</c:v>
                </c:pt>
                <c:pt idx="51">
                  <c:v>42305</c:v>
                </c:pt>
                <c:pt idx="52">
                  <c:v>42306</c:v>
                </c:pt>
                <c:pt idx="53">
                  <c:v>42307</c:v>
                </c:pt>
                <c:pt idx="54">
                  <c:v>42310</c:v>
                </c:pt>
                <c:pt idx="55">
                  <c:v>42311</c:v>
                </c:pt>
                <c:pt idx="56">
                  <c:v>42312</c:v>
                </c:pt>
                <c:pt idx="57">
                  <c:v>42313</c:v>
                </c:pt>
                <c:pt idx="58">
                  <c:v>42314</c:v>
                </c:pt>
                <c:pt idx="59">
                  <c:v>42317</c:v>
                </c:pt>
                <c:pt idx="60">
                  <c:v>42318</c:v>
                </c:pt>
                <c:pt idx="61">
                  <c:v>42319</c:v>
                </c:pt>
                <c:pt idx="62">
                  <c:v>42320</c:v>
                </c:pt>
                <c:pt idx="63">
                  <c:v>42321</c:v>
                </c:pt>
                <c:pt idx="64">
                  <c:v>42324</c:v>
                </c:pt>
                <c:pt idx="65">
                  <c:v>42325</c:v>
                </c:pt>
                <c:pt idx="66">
                  <c:v>42326</c:v>
                </c:pt>
                <c:pt idx="67">
                  <c:v>42327</c:v>
                </c:pt>
                <c:pt idx="68">
                  <c:v>42328</c:v>
                </c:pt>
                <c:pt idx="69">
                  <c:v>42331</c:v>
                </c:pt>
                <c:pt idx="70">
                  <c:v>42332</c:v>
                </c:pt>
                <c:pt idx="71">
                  <c:v>42333</c:v>
                </c:pt>
                <c:pt idx="72">
                  <c:v>42334</c:v>
                </c:pt>
                <c:pt idx="73">
                  <c:v>42335</c:v>
                </c:pt>
                <c:pt idx="74">
                  <c:v>42338</c:v>
                </c:pt>
                <c:pt idx="75">
                  <c:v>42339</c:v>
                </c:pt>
                <c:pt idx="76">
                  <c:v>42340</c:v>
                </c:pt>
                <c:pt idx="77">
                  <c:v>42341</c:v>
                </c:pt>
                <c:pt idx="78">
                  <c:v>42342</c:v>
                </c:pt>
                <c:pt idx="79">
                  <c:v>42345</c:v>
                </c:pt>
                <c:pt idx="80">
                  <c:v>42346</c:v>
                </c:pt>
                <c:pt idx="81">
                  <c:v>42347</c:v>
                </c:pt>
                <c:pt idx="82">
                  <c:v>42348</c:v>
                </c:pt>
                <c:pt idx="83">
                  <c:v>42349</c:v>
                </c:pt>
                <c:pt idx="84">
                  <c:v>42352</c:v>
                </c:pt>
                <c:pt idx="85">
                  <c:v>42353</c:v>
                </c:pt>
                <c:pt idx="86">
                  <c:v>42354</c:v>
                </c:pt>
                <c:pt idx="87">
                  <c:v>42355</c:v>
                </c:pt>
                <c:pt idx="88">
                  <c:v>42356</c:v>
                </c:pt>
                <c:pt idx="89">
                  <c:v>42359</c:v>
                </c:pt>
                <c:pt idx="90">
                  <c:v>42360</c:v>
                </c:pt>
                <c:pt idx="91">
                  <c:v>42361</c:v>
                </c:pt>
                <c:pt idx="92">
                  <c:v>42362</c:v>
                </c:pt>
                <c:pt idx="93">
                  <c:v>42363</c:v>
                </c:pt>
                <c:pt idx="94">
                  <c:v>42366</c:v>
                </c:pt>
                <c:pt idx="95">
                  <c:v>42367</c:v>
                </c:pt>
                <c:pt idx="96">
                  <c:v>42368</c:v>
                </c:pt>
                <c:pt idx="97">
                  <c:v>42369</c:v>
                </c:pt>
                <c:pt idx="98">
                  <c:v>42373</c:v>
                </c:pt>
                <c:pt idx="99">
                  <c:v>42374</c:v>
                </c:pt>
                <c:pt idx="100">
                  <c:v>42375</c:v>
                </c:pt>
                <c:pt idx="101">
                  <c:v>42376</c:v>
                </c:pt>
                <c:pt idx="102">
                  <c:v>42377</c:v>
                </c:pt>
                <c:pt idx="103">
                  <c:v>42380</c:v>
                </c:pt>
                <c:pt idx="104">
                  <c:v>42381</c:v>
                </c:pt>
                <c:pt idx="105">
                  <c:v>42382</c:v>
                </c:pt>
                <c:pt idx="106">
                  <c:v>42383</c:v>
                </c:pt>
                <c:pt idx="107">
                  <c:v>42384</c:v>
                </c:pt>
                <c:pt idx="108">
                  <c:v>42387</c:v>
                </c:pt>
                <c:pt idx="109">
                  <c:v>42388</c:v>
                </c:pt>
                <c:pt idx="110">
                  <c:v>42389</c:v>
                </c:pt>
                <c:pt idx="111">
                  <c:v>42390</c:v>
                </c:pt>
                <c:pt idx="112">
                  <c:v>42391</c:v>
                </c:pt>
                <c:pt idx="113">
                  <c:v>42394</c:v>
                </c:pt>
                <c:pt idx="114">
                  <c:v>42395</c:v>
                </c:pt>
                <c:pt idx="115">
                  <c:v>42396</c:v>
                </c:pt>
                <c:pt idx="116">
                  <c:v>42397</c:v>
                </c:pt>
                <c:pt idx="117">
                  <c:v>42398</c:v>
                </c:pt>
                <c:pt idx="118">
                  <c:v>42401</c:v>
                </c:pt>
                <c:pt idx="119">
                  <c:v>42402</c:v>
                </c:pt>
                <c:pt idx="120">
                  <c:v>42403</c:v>
                </c:pt>
                <c:pt idx="121">
                  <c:v>42404</c:v>
                </c:pt>
                <c:pt idx="122">
                  <c:v>42405</c:v>
                </c:pt>
                <c:pt idx="123">
                  <c:v>42406</c:v>
                </c:pt>
                <c:pt idx="124">
                  <c:v>42414</c:v>
                </c:pt>
                <c:pt idx="125">
                  <c:v>42415</c:v>
                </c:pt>
                <c:pt idx="126">
                  <c:v>42416</c:v>
                </c:pt>
                <c:pt idx="127">
                  <c:v>42417</c:v>
                </c:pt>
                <c:pt idx="128">
                  <c:v>42418</c:v>
                </c:pt>
                <c:pt idx="129">
                  <c:v>42419</c:v>
                </c:pt>
                <c:pt idx="130">
                  <c:v>42422</c:v>
                </c:pt>
                <c:pt idx="131">
                  <c:v>42423</c:v>
                </c:pt>
                <c:pt idx="132">
                  <c:v>42424</c:v>
                </c:pt>
                <c:pt idx="133">
                  <c:v>42425</c:v>
                </c:pt>
                <c:pt idx="134">
                  <c:v>42426</c:v>
                </c:pt>
                <c:pt idx="135">
                  <c:v>42429</c:v>
                </c:pt>
                <c:pt idx="136">
                  <c:v>42430</c:v>
                </c:pt>
                <c:pt idx="137">
                  <c:v>42431</c:v>
                </c:pt>
                <c:pt idx="138">
                  <c:v>42432</c:v>
                </c:pt>
                <c:pt idx="139">
                  <c:v>42433</c:v>
                </c:pt>
                <c:pt idx="140">
                  <c:v>42436</c:v>
                </c:pt>
                <c:pt idx="141">
                  <c:v>42437</c:v>
                </c:pt>
                <c:pt idx="142">
                  <c:v>42438</c:v>
                </c:pt>
                <c:pt idx="143">
                  <c:v>42439</c:v>
                </c:pt>
                <c:pt idx="144">
                  <c:v>42440</c:v>
                </c:pt>
                <c:pt idx="145">
                  <c:v>42443</c:v>
                </c:pt>
                <c:pt idx="146">
                  <c:v>42444</c:v>
                </c:pt>
                <c:pt idx="147">
                  <c:v>42445</c:v>
                </c:pt>
                <c:pt idx="148">
                  <c:v>42446</c:v>
                </c:pt>
                <c:pt idx="149">
                  <c:v>42447</c:v>
                </c:pt>
                <c:pt idx="150">
                  <c:v>42450</c:v>
                </c:pt>
                <c:pt idx="151">
                  <c:v>42451</c:v>
                </c:pt>
                <c:pt idx="152">
                  <c:v>42452</c:v>
                </c:pt>
                <c:pt idx="153">
                  <c:v>42453</c:v>
                </c:pt>
                <c:pt idx="154">
                  <c:v>42454</c:v>
                </c:pt>
                <c:pt idx="155">
                  <c:v>42457</c:v>
                </c:pt>
                <c:pt idx="156">
                  <c:v>42458</c:v>
                </c:pt>
                <c:pt idx="157">
                  <c:v>42459</c:v>
                </c:pt>
                <c:pt idx="158">
                  <c:v>42460</c:v>
                </c:pt>
                <c:pt idx="159">
                  <c:v>42461</c:v>
                </c:pt>
                <c:pt idx="160">
                  <c:v>42465</c:v>
                </c:pt>
                <c:pt idx="161">
                  <c:v>42466</c:v>
                </c:pt>
                <c:pt idx="162">
                  <c:v>42467</c:v>
                </c:pt>
                <c:pt idx="163">
                  <c:v>42468</c:v>
                </c:pt>
                <c:pt idx="164">
                  <c:v>42471</c:v>
                </c:pt>
                <c:pt idx="165">
                  <c:v>42472</c:v>
                </c:pt>
                <c:pt idx="166">
                  <c:v>42473</c:v>
                </c:pt>
                <c:pt idx="167">
                  <c:v>42474</c:v>
                </c:pt>
                <c:pt idx="168">
                  <c:v>42475</c:v>
                </c:pt>
                <c:pt idx="169">
                  <c:v>42478</c:v>
                </c:pt>
                <c:pt idx="170">
                  <c:v>42479</c:v>
                </c:pt>
                <c:pt idx="171">
                  <c:v>42480</c:v>
                </c:pt>
                <c:pt idx="172">
                  <c:v>42481</c:v>
                </c:pt>
                <c:pt idx="173">
                  <c:v>42482</c:v>
                </c:pt>
                <c:pt idx="174">
                  <c:v>42485</c:v>
                </c:pt>
                <c:pt idx="175">
                  <c:v>42486</c:v>
                </c:pt>
                <c:pt idx="176">
                  <c:v>42487</c:v>
                </c:pt>
                <c:pt idx="177">
                  <c:v>42488</c:v>
                </c:pt>
                <c:pt idx="178">
                  <c:v>42489</c:v>
                </c:pt>
                <c:pt idx="179">
                  <c:v>42493</c:v>
                </c:pt>
                <c:pt idx="180">
                  <c:v>42494</c:v>
                </c:pt>
                <c:pt idx="181">
                  <c:v>42495</c:v>
                </c:pt>
                <c:pt idx="182">
                  <c:v>42496</c:v>
                </c:pt>
                <c:pt idx="183">
                  <c:v>42499</c:v>
                </c:pt>
                <c:pt idx="184">
                  <c:v>42500</c:v>
                </c:pt>
                <c:pt idx="185">
                  <c:v>42501</c:v>
                </c:pt>
                <c:pt idx="186">
                  <c:v>42502</c:v>
                </c:pt>
                <c:pt idx="187">
                  <c:v>42503</c:v>
                </c:pt>
                <c:pt idx="188">
                  <c:v>42506</c:v>
                </c:pt>
                <c:pt idx="189">
                  <c:v>42507</c:v>
                </c:pt>
                <c:pt idx="190">
                  <c:v>42508</c:v>
                </c:pt>
                <c:pt idx="191">
                  <c:v>42509</c:v>
                </c:pt>
                <c:pt idx="192">
                  <c:v>42510</c:v>
                </c:pt>
                <c:pt idx="193">
                  <c:v>42513</c:v>
                </c:pt>
                <c:pt idx="194">
                  <c:v>42514</c:v>
                </c:pt>
                <c:pt idx="195">
                  <c:v>42515</c:v>
                </c:pt>
                <c:pt idx="196">
                  <c:v>42516</c:v>
                </c:pt>
                <c:pt idx="197">
                  <c:v>42517</c:v>
                </c:pt>
                <c:pt idx="198">
                  <c:v>42520</c:v>
                </c:pt>
                <c:pt idx="199">
                  <c:v>42521</c:v>
                </c:pt>
                <c:pt idx="200">
                  <c:v>42522</c:v>
                </c:pt>
                <c:pt idx="201">
                  <c:v>42523</c:v>
                </c:pt>
                <c:pt idx="202">
                  <c:v>42524</c:v>
                </c:pt>
                <c:pt idx="203">
                  <c:v>42527</c:v>
                </c:pt>
                <c:pt idx="204">
                  <c:v>42528</c:v>
                </c:pt>
                <c:pt idx="205">
                  <c:v>42529</c:v>
                </c:pt>
                <c:pt idx="206">
                  <c:v>42533</c:v>
                </c:pt>
                <c:pt idx="207">
                  <c:v>42534</c:v>
                </c:pt>
                <c:pt idx="208">
                  <c:v>42535</c:v>
                </c:pt>
                <c:pt idx="209">
                  <c:v>42536</c:v>
                </c:pt>
                <c:pt idx="210">
                  <c:v>42537</c:v>
                </c:pt>
                <c:pt idx="211">
                  <c:v>42538</c:v>
                </c:pt>
                <c:pt idx="212">
                  <c:v>42541</c:v>
                </c:pt>
                <c:pt idx="213">
                  <c:v>42542</c:v>
                </c:pt>
                <c:pt idx="214">
                  <c:v>42543</c:v>
                </c:pt>
                <c:pt idx="215">
                  <c:v>42544</c:v>
                </c:pt>
                <c:pt idx="216">
                  <c:v>42545</c:v>
                </c:pt>
                <c:pt idx="217">
                  <c:v>42548</c:v>
                </c:pt>
                <c:pt idx="218">
                  <c:v>42549</c:v>
                </c:pt>
                <c:pt idx="219">
                  <c:v>42550</c:v>
                </c:pt>
                <c:pt idx="220">
                  <c:v>42551</c:v>
                </c:pt>
                <c:pt idx="221">
                  <c:v>42552</c:v>
                </c:pt>
                <c:pt idx="222">
                  <c:v>42555</c:v>
                </c:pt>
                <c:pt idx="223">
                  <c:v>42556</c:v>
                </c:pt>
                <c:pt idx="224">
                  <c:v>42557</c:v>
                </c:pt>
                <c:pt idx="225">
                  <c:v>42558</c:v>
                </c:pt>
                <c:pt idx="226">
                  <c:v>42559</c:v>
                </c:pt>
                <c:pt idx="227">
                  <c:v>42562</c:v>
                </c:pt>
                <c:pt idx="228">
                  <c:v>42563</c:v>
                </c:pt>
                <c:pt idx="229">
                  <c:v>42564</c:v>
                </c:pt>
                <c:pt idx="230">
                  <c:v>42565</c:v>
                </c:pt>
                <c:pt idx="231">
                  <c:v>42566</c:v>
                </c:pt>
                <c:pt idx="232">
                  <c:v>42569</c:v>
                </c:pt>
                <c:pt idx="233">
                  <c:v>42570</c:v>
                </c:pt>
                <c:pt idx="234">
                  <c:v>42571</c:v>
                </c:pt>
                <c:pt idx="235">
                  <c:v>42572</c:v>
                </c:pt>
                <c:pt idx="236">
                  <c:v>42573</c:v>
                </c:pt>
                <c:pt idx="237">
                  <c:v>42576</c:v>
                </c:pt>
                <c:pt idx="238">
                  <c:v>42577</c:v>
                </c:pt>
                <c:pt idx="239">
                  <c:v>42578</c:v>
                </c:pt>
                <c:pt idx="240">
                  <c:v>42579</c:v>
                </c:pt>
                <c:pt idx="241">
                  <c:v>42580</c:v>
                </c:pt>
                <c:pt idx="242">
                  <c:v>42583</c:v>
                </c:pt>
                <c:pt idx="243">
                  <c:v>42584</c:v>
                </c:pt>
                <c:pt idx="244">
                  <c:v>42585</c:v>
                </c:pt>
                <c:pt idx="245">
                  <c:v>42586</c:v>
                </c:pt>
                <c:pt idx="246">
                  <c:v>42587</c:v>
                </c:pt>
                <c:pt idx="247">
                  <c:v>42590</c:v>
                </c:pt>
                <c:pt idx="248">
                  <c:v>42591</c:v>
                </c:pt>
                <c:pt idx="249">
                  <c:v>42592</c:v>
                </c:pt>
                <c:pt idx="250">
                  <c:v>42593</c:v>
                </c:pt>
                <c:pt idx="251">
                  <c:v>42594</c:v>
                </c:pt>
                <c:pt idx="252">
                  <c:v>42597</c:v>
                </c:pt>
                <c:pt idx="253">
                  <c:v>42598</c:v>
                </c:pt>
                <c:pt idx="254">
                  <c:v>42599</c:v>
                </c:pt>
                <c:pt idx="255">
                  <c:v>42600</c:v>
                </c:pt>
                <c:pt idx="256">
                  <c:v>42601</c:v>
                </c:pt>
                <c:pt idx="257">
                  <c:v>42604</c:v>
                </c:pt>
                <c:pt idx="258">
                  <c:v>42605</c:v>
                </c:pt>
                <c:pt idx="259">
                  <c:v>42606</c:v>
                </c:pt>
                <c:pt idx="260">
                  <c:v>42607</c:v>
                </c:pt>
                <c:pt idx="261">
                  <c:v>42608</c:v>
                </c:pt>
                <c:pt idx="262">
                  <c:v>42611</c:v>
                </c:pt>
                <c:pt idx="263">
                  <c:v>42612</c:v>
                </c:pt>
                <c:pt idx="264">
                  <c:v>42613</c:v>
                </c:pt>
                <c:pt idx="265">
                  <c:v>42614</c:v>
                </c:pt>
                <c:pt idx="266">
                  <c:v>42615</c:v>
                </c:pt>
                <c:pt idx="267">
                  <c:v>42618</c:v>
                </c:pt>
                <c:pt idx="268">
                  <c:v>42619</c:v>
                </c:pt>
                <c:pt idx="269">
                  <c:v>42620</c:v>
                </c:pt>
                <c:pt idx="270">
                  <c:v>42621</c:v>
                </c:pt>
                <c:pt idx="271">
                  <c:v>42622</c:v>
                </c:pt>
                <c:pt idx="272">
                  <c:v>42625</c:v>
                </c:pt>
                <c:pt idx="273">
                  <c:v>42626</c:v>
                </c:pt>
                <c:pt idx="274">
                  <c:v>42627</c:v>
                </c:pt>
                <c:pt idx="275">
                  <c:v>42631</c:v>
                </c:pt>
                <c:pt idx="276">
                  <c:v>42632</c:v>
                </c:pt>
                <c:pt idx="277">
                  <c:v>42633</c:v>
                </c:pt>
                <c:pt idx="278">
                  <c:v>42634</c:v>
                </c:pt>
                <c:pt idx="279">
                  <c:v>42635</c:v>
                </c:pt>
                <c:pt idx="280">
                  <c:v>42636</c:v>
                </c:pt>
                <c:pt idx="281">
                  <c:v>42639</c:v>
                </c:pt>
                <c:pt idx="282">
                  <c:v>42640</c:v>
                </c:pt>
                <c:pt idx="283">
                  <c:v>42641</c:v>
                </c:pt>
                <c:pt idx="284">
                  <c:v>42642</c:v>
                </c:pt>
                <c:pt idx="285">
                  <c:v>42643</c:v>
                </c:pt>
                <c:pt idx="286">
                  <c:v>42651</c:v>
                </c:pt>
                <c:pt idx="287">
                  <c:v>42652</c:v>
                </c:pt>
                <c:pt idx="288">
                  <c:v>42653</c:v>
                </c:pt>
                <c:pt idx="289">
                  <c:v>42654</c:v>
                </c:pt>
                <c:pt idx="290">
                  <c:v>42655</c:v>
                </c:pt>
                <c:pt idx="291">
                  <c:v>42656</c:v>
                </c:pt>
                <c:pt idx="292">
                  <c:v>42657</c:v>
                </c:pt>
                <c:pt idx="293">
                  <c:v>42660</c:v>
                </c:pt>
                <c:pt idx="294">
                  <c:v>42661</c:v>
                </c:pt>
                <c:pt idx="295">
                  <c:v>42662</c:v>
                </c:pt>
                <c:pt idx="296">
                  <c:v>42663</c:v>
                </c:pt>
                <c:pt idx="297">
                  <c:v>42664</c:v>
                </c:pt>
                <c:pt idx="298">
                  <c:v>42667</c:v>
                </c:pt>
                <c:pt idx="299">
                  <c:v>42668</c:v>
                </c:pt>
                <c:pt idx="300">
                  <c:v>42669</c:v>
                </c:pt>
                <c:pt idx="301">
                  <c:v>42670</c:v>
                </c:pt>
                <c:pt idx="302">
                  <c:v>42671</c:v>
                </c:pt>
                <c:pt idx="303">
                  <c:v>42674</c:v>
                </c:pt>
                <c:pt idx="304">
                  <c:v>42675</c:v>
                </c:pt>
                <c:pt idx="305">
                  <c:v>42676</c:v>
                </c:pt>
                <c:pt idx="306">
                  <c:v>42677</c:v>
                </c:pt>
                <c:pt idx="307">
                  <c:v>42678</c:v>
                </c:pt>
                <c:pt idx="308">
                  <c:v>42681</c:v>
                </c:pt>
                <c:pt idx="309">
                  <c:v>42682</c:v>
                </c:pt>
                <c:pt idx="310">
                  <c:v>42683</c:v>
                </c:pt>
                <c:pt idx="311">
                  <c:v>42684</c:v>
                </c:pt>
                <c:pt idx="312">
                  <c:v>42685</c:v>
                </c:pt>
                <c:pt idx="313">
                  <c:v>42688</c:v>
                </c:pt>
                <c:pt idx="314">
                  <c:v>42689</c:v>
                </c:pt>
                <c:pt idx="315">
                  <c:v>42690</c:v>
                </c:pt>
                <c:pt idx="316">
                  <c:v>42691</c:v>
                </c:pt>
                <c:pt idx="317">
                  <c:v>42692</c:v>
                </c:pt>
                <c:pt idx="318">
                  <c:v>42695</c:v>
                </c:pt>
                <c:pt idx="319">
                  <c:v>42696</c:v>
                </c:pt>
                <c:pt idx="320">
                  <c:v>42697</c:v>
                </c:pt>
                <c:pt idx="321">
                  <c:v>42698</c:v>
                </c:pt>
                <c:pt idx="322">
                  <c:v>42699</c:v>
                </c:pt>
                <c:pt idx="323">
                  <c:v>42702</c:v>
                </c:pt>
                <c:pt idx="324">
                  <c:v>42703</c:v>
                </c:pt>
                <c:pt idx="325">
                  <c:v>42704</c:v>
                </c:pt>
                <c:pt idx="326">
                  <c:v>42705</c:v>
                </c:pt>
                <c:pt idx="327">
                  <c:v>42706</c:v>
                </c:pt>
                <c:pt idx="328">
                  <c:v>42709</c:v>
                </c:pt>
                <c:pt idx="329">
                  <c:v>42710</c:v>
                </c:pt>
                <c:pt idx="330">
                  <c:v>42711</c:v>
                </c:pt>
                <c:pt idx="331">
                  <c:v>42712</c:v>
                </c:pt>
                <c:pt idx="332">
                  <c:v>42713</c:v>
                </c:pt>
                <c:pt idx="333">
                  <c:v>42716</c:v>
                </c:pt>
                <c:pt idx="334">
                  <c:v>42717</c:v>
                </c:pt>
                <c:pt idx="335">
                  <c:v>42718</c:v>
                </c:pt>
                <c:pt idx="336">
                  <c:v>42719</c:v>
                </c:pt>
                <c:pt idx="337">
                  <c:v>42720</c:v>
                </c:pt>
                <c:pt idx="338">
                  <c:v>42723</c:v>
                </c:pt>
                <c:pt idx="339">
                  <c:v>42724</c:v>
                </c:pt>
                <c:pt idx="340">
                  <c:v>42725</c:v>
                </c:pt>
                <c:pt idx="341">
                  <c:v>42726</c:v>
                </c:pt>
                <c:pt idx="342">
                  <c:v>42727</c:v>
                </c:pt>
                <c:pt idx="343">
                  <c:v>42730</c:v>
                </c:pt>
                <c:pt idx="344">
                  <c:v>42731</c:v>
                </c:pt>
                <c:pt idx="345">
                  <c:v>42732</c:v>
                </c:pt>
                <c:pt idx="346">
                  <c:v>42733</c:v>
                </c:pt>
                <c:pt idx="347">
                  <c:v>42734</c:v>
                </c:pt>
                <c:pt idx="348">
                  <c:v>42735</c:v>
                </c:pt>
                <c:pt idx="349">
                  <c:v>42738</c:v>
                </c:pt>
                <c:pt idx="350">
                  <c:v>42739</c:v>
                </c:pt>
                <c:pt idx="351">
                  <c:v>42740</c:v>
                </c:pt>
                <c:pt idx="352">
                  <c:v>42741</c:v>
                </c:pt>
                <c:pt idx="353">
                  <c:v>42744</c:v>
                </c:pt>
                <c:pt idx="354">
                  <c:v>42745</c:v>
                </c:pt>
                <c:pt idx="355">
                  <c:v>42746</c:v>
                </c:pt>
                <c:pt idx="356">
                  <c:v>42747</c:v>
                </c:pt>
                <c:pt idx="357">
                  <c:v>42748</c:v>
                </c:pt>
                <c:pt idx="358">
                  <c:v>42751</c:v>
                </c:pt>
                <c:pt idx="359">
                  <c:v>42752</c:v>
                </c:pt>
                <c:pt idx="360">
                  <c:v>42753</c:v>
                </c:pt>
                <c:pt idx="361">
                  <c:v>42754</c:v>
                </c:pt>
                <c:pt idx="362">
                  <c:v>42755</c:v>
                </c:pt>
                <c:pt idx="363">
                  <c:v>42757</c:v>
                </c:pt>
                <c:pt idx="364">
                  <c:v>42758</c:v>
                </c:pt>
                <c:pt idx="365">
                  <c:v>42759</c:v>
                </c:pt>
                <c:pt idx="366">
                  <c:v>42760</c:v>
                </c:pt>
                <c:pt idx="367">
                  <c:v>42761</c:v>
                </c:pt>
                <c:pt idx="368">
                  <c:v>42769</c:v>
                </c:pt>
                <c:pt idx="369">
                  <c:v>42770</c:v>
                </c:pt>
                <c:pt idx="370">
                  <c:v>42772</c:v>
                </c:pt>
                <c:pt idx="371">
                  <c:v>42773</c:v>
                </c:pt>
                <c:pt idx="372">
                  <c:v>42774</c:v>
                </c:pt>
                <c:pt idx="373">
                  <c:v>42775</c:v>
                </c:pt>
                <c:pt idx="374">
                  <c:v>42776</c:v>
                </c:pt>
                <c:pt idx="375">
                  <c:v>42779</c:v>
                </c:pt>
                <c:pt idx="376">
                  <c:v>42780</c:v>
                </c:pt>
                <c:pt idx="377">
                  <c:v>42781</c:v>
                </c:pt>
                <c:pt idx="378">
                  <c:v>42782</c:v>
                </c:pt>
                <c:pt idx="379">
                  <c:v>42783</c:v>
                </c:pt>
                <c:pt idx="380">
                  <c:v>42786</c:v>
                </c:pt>
                <c:pt idx="381">
                  <c:v>42787</c:v>
                </c:pt>
                <c:pt idx="382">
                  <c:v>42788</c:v>
                </c:pt>
                <c:pt idx="383">
                  <c:v>42789</c:v>
                </c:pt>
                <c:pt idx="384">
                  <c:v>42790</c:v>
                </c:pt>
                <c:pt idx="385">
                  <c:v>42793</c:v>
                </c:pt>
                <c:pt idx="386">
                  <c:v>42794</c:v>
                </c:pt>
                <c:pt idx="387">
                  <c:v>42795</c:v>
                </c:pt>
                <c:pt idx="388">
                  <c:v>42796</c:v>
                </c:pt>
                <c:pt idx="389">
                  <c:v>42797</c:v>
                </c:pt>
                <c:pt idx="390">
                  <c:v>42800</c:v>
                </c:pt>
                <c:pt idx="391">
                  <c:v>42801</c:v>
                </c:pt>
                <c:pt idx="392">
                  <c:v>42802</c:v>
                </c:pt>
                <c:pt idx="393">
                  <c:v>42803</c:v>
                </c:pt>
                <c:pt idx="394">
                  <c:v>42804</c:v>
                </c:pt>
                <c:pt idx="395">
                  <c:v>42807</c:v>
                </c:pt>
                <c:pt idx="396">
                  <c:v>42808</c:v>
                </c:pt>
                <c:pt idx="397">
                  <c:v>42809</c:v>
                </c:pt>
                <c:pt idx="398">
                  <c:v>42810</c:v>
                </c:pt>
                <c:pt idx="399">
                  <c:v>42811</c:v>
                </c:pt>
                <c:pt idx="400">
                  <c:v>42814</c:v>
                </c:pt>
                <c:pt idx="401">
                  <c:v>42815</c:v>
                </c:pt>
                <c:pt idx="402">
                  <c:v>42816</c:v>
                </c:pt>
                <c:pt idx="403">
                  <c:v>42817</c:v>
                </c:pt>
                <c:pt idx="404">
                  <c:v>42818</c:v>
                </c:pt>
                <c:pt idx="405">
                  <c:v>42821</c:v>
                </c:pt>
                <c:pt idx="406">
                  <c:v>42822</c:v>
                </c:pt>
                <c:pt idx="407">
                  <c:v>42823</c:v>
                </c:pt>
                <c:pt idx="408">
                  <c:v>42824</c:v>
                </c:pt>
                <c:pt idx="409">
                  <c:v>42825</c:v>
                </c:pt>
                <c:pt idx="410">
                  <c:v>42826</c:v>
                </c:pt>
                <c:pt idx="411">
                  <c:v>42830</c:v>
                </c:pt>
                <c:pt idx="412">
                  <c:v>42831</c:v>
                </c:pt>
                <c:pt idx="413">
                  <c:v>42832</c:v>
                </c:pt>
                <c:pt idx="414">
                  <c:v>42835</c:v>
                </c:pt>
                <c:pt idx="415">
                  <c:v>42836</c:v>
                </c:pt>
                <c:pt idx="416">
                  <c:v>42837</c:v>
                </c:pt>
                <c:pt idx="417">
                  <c:v>42838</c:v>
                </c:pt>
                <c:pt idx="418">
                  <c:v>42839</c:v>
                </c:pt>
                <c:pt idx="419">
                  <c:v>42842</c:v>
                </c:pt>
                <c:pt idx="420">
                  <c:v>42843</c:v>
                </c:pt>
                <c:pt idx="421">
                  <c:v>42844</c:v>
                </c:pt>
                <c:pt idx="422">
                  <c:v>42845</c:v>
                </c:pt>
                <c:pt idx="423">
                  <c:v>42846</c:v>
                </c:pt>
                <c:pt idx="424">
                  <c:v>42849</c:v>
                </c:pt>
                <c:pt idx="425">
                  <c:v>42850</c:v>
                </c:pt>
                <c:pt idx="426">
                  <c:v>42851</c:v>
                </c:pt>
                <c:pt idx="427">
                  <c:v>42852</c:v>
                </c:pt>
                <c:pt idx="428">
                  <c:v>42853</c:v>
                </c:pt>
                <c:pt idx="429">
                  <c:v>42857</c:v>
                </c:pt>
                <c:pt idx="430">
                  <c:v>42858</c:v>
                </c:pt>
                <c:pt idx="431">
                  <c:v>42859</c:v>
                </c:pt>
                <c:pt idx="432">
                  <c:v>42860</c:v>
                </c:pt>
                <c:pt idx="433">
                  <c:v>42863</c:v>
                </c:pt>
                <c:pt idx="434">
                  <c:v>42864</c:v>
                </c:pt>
                <c:pt idx="435">
                  <c:v>42865</c:v>
                </c:pt>
                <c:pt idx="436">
                  <c:v>42866</c:v>
                </c:pt>
                <c:pt idx="437">
                  <c:v>42867</c:v>
                </c:pt>
                <c:pt idx="438">
                  <c:v>42870</c:v>
                </c:pt>
                <c:pt idx="439">
                  <c:v>42871</c:v>
                </c:pt>
                <c:pt idx="440">
                  <c:v>42872</c:v>
                </c:pt>
                <c:pt idx="441">
                  <c:v>42873</c:v>
                </c:pt>
                <c:pt idx="442">
                  <c:v>42874</c:v>
                </c:pt>
                <c:pt idx="443">
                  <c:v>42877</c:v>
                </c:pt>
                <c:pt idx="444">
                  <c:v>42878</c:v>
                </c:pt>
                <c:pt idx="445">
                  <c:v>42879</c:v>
                </c:pt>
                <c:pt idx="446">
                  <c:v>42880</c:v>
                </c:pt>
                <c:pt idx="447">
                  <c:v>42881</c:v>
                </c:pt>
                <c:pt idx="448">
                  <c:v>42882</c:v>
                </c:pt>
                <c:pt idx="449">
                  <c:v>42886</c:v>
                </c:pt>
                <c:pt idx="450">
                  <c:v>42887</c:v>
                </c:pt>
                <c:pt idx="451">
                  <c:v>42888</c:v>
                </c:pt>
                <c:pt idx="452">
                  <c:v>42891</c:v>
                </c:pt>
                <c:pt idx="453">
                  <c:v>42892</c:v>
                </c:pt>
                <c:pt idx="454">
                  <c:v>42893</c:v>
                </c:pt>
                <c:pt idx="455">
                  <c:v>42894</c:v>
                </c:pt>
                <c:pt idx="456">
                  <c:v>42895</c:v>
                </c:pt>
                <c:pt idx="457">
                  <c:v>42898</c:v>
                </c:pt>
                <c:pt idx="458">
                  <c:v>42899</c:v>
                </c:pt>
                <c:pt idx="459">
                  <c:v>42900</c:v>
                </c:pt>
                <c:pt idx="460">
                  <c:v>42901</c:v>
                </c:pt>
                <c:pt idx="461">
                  <c:v>42902</c:v>
                </c:pt>
                <c:pt idx="462">
                  <c:v>42905</c:v>
                </c:pt>
                <c:pt idx="463">
                  <c:v>42906</c:v>
                </c:pt>
                <c:pt idx="464">
                  <c:v>42907</c:v>
                </c:pt>
                <c:pt idx="465">
                  <c:v>42908</c:v>
                </c:pt>
                <c:pt idx="466">
                  <c:v>42909</c:v>
                </c:pt>
                <c:pt idx="467">
                  <c:v>42912</c:v>
                </c:pt>
                <c:pt idx="468">
                  <c:v>42913</c:v>
                </c:pt>
                <c:pt idx="469">
                  <c:v>42914</c:v>
                </c:pt>
                <c:pt idx="470">
                  <c:v>42915</c:v>
                </c:pt>
                <c:pt idx="471">
                  <c:v>42916</c:v>
                </c:pt>
                <c:pt idx="472">
                  <c:v>42919</c:v>
                </c:pt>
                <c:pt idx="473">
                  <c:v>42920</c:v>
                </c:pt>
                <c:pt idx="474">
                  <c:v>42921</c:v>
                </c:pt>
                <c:pt idx="475">
                  <c:v>42922</c:v>
                </c:pt>
                <c:pt idx="476">
                  <c:v>42923</c:v>
                </c:pt>
                <c:pt idx="477">
                  <c:v>42926</c:v>
                </c:pt>
                <c:pt idx="478">
                  <c:v>42927</c:v>
                </c:pt>
                <c:pt idx="479">
                  <c:v>42928</c:v>
                </c:pt>
                <c:pt idx="480">
                  <c:v>42929</c:v>
                </c:pt>
                <c:pt idx="481">
                  <c:v>42930</c:v>
                </c:pt>
                <c:pt idx="482">
                  <c:v>42933</c:v>
                </c:pt>
                <c:pt idx="483">
                  <c:v>42934</c:v>
                </c:pt>
                <c:pt idx="484">
                  <c:v>42935</c:v>
                </c:pt>
                <c:pt idx="485">
                  <c:v>42936</c:v>
                </c:pt>
                <c:pt idx="486">
                  <c:v>42937</c:v>
                </c:pt>
                <c:pt idx="487">
                  <c:v>42940</c:v>
                </c:pt>
                <c:pt idx="488">
                  <c:v>42941</c:v>
                </c:pt>
                <c:pt idx="489">
                  <c:v>42942</c:v>
                </c:pt>
                <c:pt idx="490">
                  <c:v>42943</c:v>
                </c:pt>
                <c:pt idx="491">
                  <c:v>42944</c:v>
                </c:pt>
                <c:pt idx="492">
                  <c:v>42947</c:v>
                </c:pt>
                <c:pt idx="493">
                  <c:v>42948</c:v>
                </c:pt>
                <c:pt idx="494">
                  <c:v>42949</c:v>
                </c:pt>
                <c:pt idx="495">
                  <c:v>42950</c:v>
                </c:pt>
                <c:pt idx="496">
                  <c:v>42951</c:v>
                </c:pt>
                <c:pt idx="497">
                  <c:v>42954</c:v>
                </c:pt>
                <c:pt idx="498">
                  <c:v>42955</c:v>
                </c:pt>
                <c:pt idx="499">
                  <c:v>42956</c:v>
                </c:pt>
                <c:pt idx="500">
                  <c:v>42957</c:v>
                </c:pt>
                <c:pt idx="501">
                  <c:v>42958</c:v>
                </c:pt>
                <c:pt idx="502">
                  <c:v>42961</c:v>
                </c:pt>
                <c:pt idx="503">
                  <c:v>42962</c:v>
                </c:pt>
                <c:pt idx="504">
                  <c:v>42963</c:v>
                </c:pt>
                <c:pt idx="505">
                  <c:v>42964</c:v>
                </c:pt>
                <c:pt idx="506">
                  <c:v>42965</c:v>
                </c:pt>
                <c:pt idx="507">
                  <c:v>42968</c:v>
                </c:pt>
                <c:pt idx="508">
                  <c:v>42969</c:v>
                </c:pt>
                <c:pt idx="509">
                  <c:v>42970</c:v>
                </c:pt>
                <c:pt idx="510">
                  <c:v>42971</c:v>
                </c:pt>
                <c:pt idx="511">
                  <c:v>42972</c:v>
                </c:pt>
                <c:pt idx="512">
                  <c:v>42975</c:v>
                </c:pt>
                <c:pt idx="513">
                  <c:v>42976</c:v>
                </c:pt>
                <c:pt idx="514">
                  <c:v>42977</c:v>
                </c:pt>
                <c:pt idx="515">
                  <c:v>42978</c:v>
                </c:pt>
                <c:pt idx="516">
                  <c:v>42979</c:v>
                </c:pt>
                <c:pt idx="517">
                  <c:v>42982</c:v>
                </c:pt>
                <c:pt idx="518">
                  <c:v>42983</c:v>
                </c:pt>
                <c:pt idx="519">
                  <c:v>42984</c:v>
                </c:pt>
                <c:pt idx="520">
                  <c:v>42985</c:v>
                </c:pt>
                <c:pt idx="521">
                  <c:v>42986</c:v>
                </c:pt>
                <c:pt idx="522">
                  <c:v>42989</c:v>
                </c:pt>
                <c:pt idx="523">
                  <c:v>42990</c:v>
                </c:pt>
                <c:pt idx="524">
                  <c:v>42991</c:v>
                </c:pt>
                <c:pt idx="525">
                  <c:v>42992</c:v>
                </c:pt>
                <c:pt idx="526">
                  <c:v>42993</c:v>
                </c:pt>
                <c:pt idx="527">
                  <c:v>42996</c:v>
                </c:pt>
                <c:pt idx="528">
                  <c:v>42997</c:v>
                </c:pt>
                <c:pt idx="529">
                  <c:v>42998</c:v>
                </c:pt>
                <c:pt idx="530">
                  <c:v>42999</c:v>
                </c:pt>
                <c:pt idx="531">
                  <c:v>43000</c:v>
                </c:pt>
                <c:pt idx="532">
                  <c:v>43003</c:v>
                </c:pt>
                <c:pt idx="533">
                  <c:v>43004</c:v>
                </c:pt>
                <c:pt idx="534">
                  <c:v>43005</c:v>
                </c:pt>
                <c:pt idx="535">
                  <c:v>43006</c:v>
                </c:pt>
                <c:pt idx="536">
                  <c:v>43007</c:v>
                </c:pt>
                <c:pt idx="537">
                  <c:v>43008</c:v>
                </c:pt>
                <c:pt idx="538">
                  <c:v>43017</c:v>
                </c:pt>
                <c:pt idx="539">
                  <c:v>43018</c:v>
                </c:pt>
                <c:pt idx="540">
                  <c:v>43019</c:v>
                </c:pt>
                <c:pt idx="541">
                  <c:v>43020</c:v>
                </c:pt>
                <c:pt idx="542">
                  <c:v>43021</c:v>
                </c:pt>
                <c:pt idx="543">
                  <c:v>43024</c:v>
                </c:pt>
                <c:pt idx="544">
                  <c:v>43025</c:v>
                </c:pt>
                <c:pt idx="545">
                  <c:v>43026</c:v>
                </c:pt>
                <c:pt idx="546">
                  <c:v>43027</c:v>
                </c:pt>
                <c:pt idx="547">
                  <c:v>43028</c:v>
                </c:pt>
                <c:pt idx="548">
                  <c:v>43031</c:v>
                </c:pt>
                <c:pt idx="549">
                  <c:v>43032</c:v>
                </c:pt>
                <c:pt idx="550">
                  <c:v>43033</c:v>
                </c:pt>
                <c:pt idx="551">
                  <c:v>43034</c:v>
                </c:pt>
                <c:pt idx="552">
                  <c:v>43035</c:v>
                </c:pt>
                <c:pt idx="553">
                  <c:v>43038</c:v>
                </c:pt>
                <c:pt idx="554">
                  <c:v>43039</c:v>
                </c:pt>
                <c:pt idx="555">
                  <c:v>43040</c:v>
                </c:pt>
                <c:pt idx="556">
                  <c:v>43041</c:v>
                </c:pt>
                <c:pt idx="557">
                  <c:v>43042</c:v>
                </c:pt>
                <c:pt idx="558">
                  <c:v>43045</c:v>
                </c:pt>
                <c:pt idx="559">
                  <c:v>43046</c:v>
                </c:pt>
                <c:pt idx="560">
                  <c:v>43047</c:v>
                </c:pt>
                <c:pt idx="561">
                  <c:v>43048</c:v>
                </c:pt>
                <c:pt idx="562">
                  <c:v>43049</c:v>
                </c:pt>
                <c:pt idx="563">
                  <c:v>43052</c:v>
                </c:pt>
                <c:pt idx="564">
                  <c:v>43053</c:v>
                </c:pt>
                <c:pt idx="565">
                  <c:v>43054</c:v>
                </c:pt>
                <c:pt idx="566">
                  <c:v>43055</c:v>
                </c:pt>
                <c:pt idx="567">
                  <c:v>43056</c:v>
                </c:pt>
                <c:pt idx="568">
                  <c:v>43059</c:v>
                </c:pt>
                <c:pt idx="569">
                  <c:v>43060</c:v>
                </c:pt>
                <c:pt idx="570">
                  <c:v>43061</c:v>
                </c:pt>
                <c:pt idx="571">
                  <c:v>43062</c:v>
                </c:pt>
                <c:pt idx="572">
                  <c:v>43063</c:v>
                </c:pt>
                <c:pt idx="573">
                  <c:v>43066</c:v>
                </c:pt>
                <c:pt idx="574">
                  <c:v>43067</c:v>
                </c:pt>
                <c:pt idx="575">
                  <c:v>43068</c:v>
                </c:pt>
                <c:pt idx="576">
                  <c:v>43069</c:v>
                </c:pt>
                <c:pt idx="577">
                  <c:v>43070</c:v>
                </c:pt>
                <c:pt idx="578">
                  <c:v>43073</c:v>
                </c:pt>
                <c:pt idx="579">
                  <c:v>43074</c:v>
                </c:pt>
                <c:pt idx="580">
                  <c:v>43075</c:v>
                </c:pt>
                <c:pt idx="581">
                  <c:v>43076</c:v>
                </c:pt>
                <c:pt idx="582">
                  <c:v>43077</c:v>
                </c:pt>
                <c:pt idx="583">
                  <c:v>43080</c:v>
                </c:pt>
                <c:pt idx="584">
                  <c:v>43081</c:v>
                </c:pt>
                <c:pt idx="585">
                  <c:v>43082</c:v>
                </c:pt>
                <c:pt idx="586">
                  <c:v>43083</c:v>
                </c:pt>
                <c:pt idx="587">
                  <c:v>43084</c:v>
                </c:pt>
                <c:pt idx="588">
                  <c:v>43087</c:v>
                </c:pt>
                <c:pt idx="589">
                  <c:v>43088</c:v>
                </c:pt>
                <c:pt idx="590">
                  <c:v>43089</c:v>
                </c:pt>
                <c:pt idx="591">
                  <c:v>43090</c:v>
                </c:pt>
                <c:pt idx="592">
                  <c:v>43091</c:v>
                </c:pt>
                <c:pt idx="593">
                  <c:v>43094</c:v>
                </c:pt>
                <c:pt idx="594">
                  <c:v>43095</c:v>
                </c:pt>
                <c:pt idx="595">
                  <c:v>43096</c:v>
                </c:pt>
                <c:pt idx="596">
                  <c:v>43097</c:v>
                </c:pt>
                <c:pt idx="597">
                  <c:v>43100</c:v>
                </c:pt>
                <c:pt idx="598">
                  <c:v>43102</c:v>
                </c:pt>
                <c:pt idx="599">
                  <c:v>43103</c:v>
                </c:pt>
                <c:pt idx="600">
                  <c:v>43104</c:v>
                </c:pt>
                <c:pt idx="601">
                  <c:v>43105</c:v>
                </c:pt>
                <c:pt idx="602">
                  <c:v>43108</c:v>
                </c:pt>
                <c:pt idx="603">
                  <c:v>43109</c:v>
                </c:pt>
                <c:pt idx="604">
                  <c:v>43110</c:v>
                </c:pt>
                <c:pt idx="605">
                  <c:v>43111</c:v>
                </c:pt>
                <c:pt idx="606">
                  <c:v>43112</c:v>
                </c:pt>
                <c:pt idx="607">
                  <c:v>43115</c:v>
                </c:pt>
                <c:pt idx="608">
                  <c:v>43116</c:v>
                </c:pt>
                <c:pt idx="609">
                  <c:v>43117</c:v>
                </c:pt>
                <c:pt idx="610">
                  <c:v>43118</c:v>
                </c:pt>
                <c:pt idx="611">
                  <c:v>43119</c:v>
                </c:pt>
                <c:pt idx="612">
                  <c:v>43122</c:v>
                </c:pt>
                <c:pt idx="613">
                  <c:v>43123</c:v>
                </c:pt>
                <c:pt idx="614">
                  <c:v>43124</c:v>
                </c:pt>
                <c:pt idx="615">
                  <c:v>43125</c:v>
                </c:pt>
                <c:pt idx="616">
                  <c:v>43126</c:v>
                </c:pt>
                <c:pt idx="617">
                  <c:v>43129</c:v>
                </c:pt>
                <c:pt idx="618">
                  <c:v>43130</c:v>
                </c:pt>
                <c:pt idx="619">
                  <c:v>43131</c:v>
                </c:pt>
                <c:pt idx="620">
                  <c:v>43132</c:v>
                </c:pt>
              </c:numCache>
            </c:numRef>
          </c:cat>
          <c:val>
            <c:numRef>
              <c:f>信用利差3Y走势!$D$2:$D$622</c:f>
              <c:numCache>
                <c:formatCode>General</c:formatCode>
                <c:ptCount val="621"/>
                <c:pt idx="0">
                  <c:v>44.249999999999986</c:v>
                </c:pt>
                <c:pt idx="1">
                  <c:v>49.129999999999981</c:v>
                </c:pt>
                <c:pt idx="2">
                  <c:v>48.38</c:v>
                </c:pt>
                <c:pt idx="3">
                  <c:v>44.780000000000044</c:v>
                </c:pt>
                <c:pt idx="4">
                  <c:v>44.839999999999989</c:v>
                </c:pt>
                <c:pt idx="5">
                  <c:v>47.900000000000006</c:v>
                </c:pt>
                <c:pt idx="6">
                  <c:v>54.660000000000018</c:v>
                </c:pt>
                <c:pt idx="7">
                  <c:v>48.870000000000012</c:v>
                </c:pt>
                <c:pt idx="8">
                  <c:v>53.150000000000034</c:v>
                </c:pt>
                <c:pt idx="9">
                  <c:v>48.119999999999983</c:v>
                </c:pt>
                <c:pt idx="10">
                  <c:v>49.750000000000007</c:v>
                </c:pt>
                <c:pt idx="11">
                  <c:v>46.69999999999996</c:v>
                </c:pt>
                <c:pt idx="12">
                  <c:v>46.840000000000039</c:v>
                </c:pt>
                <c:pt idx="13">
                  <c:v>42.789999999999971</c:v>
                </c:pt>
                <c:pt idx="14">
                  <c:v>47.330000000000005</c:v>
                </c:pt>
                <c:pt idx="15">
                  <c:v>49.259999999999991</c:v>
                </c:pt>
                <c:pt idx="16">
                  <c:v>49.750000000000007</c:v>
                </c:pt>
                <c:pt idx="17">
                  <c:v>53.980000000000004</c:v>
                </c:pt>
                <c:pt idx="18">
                  <c:v>53.979999999999961</c:v>
                </c:pt>
                <c:pt idx="19">
                  <c:v>51.000000000000021</c:v>
                </c:pt>
                <c:pt idx="20">
                  <c:v>53.480000000000018</c:v>
                </c:pt>
                <c:pt idx="21">
                  <c:v>51.990000000000023</c:v>
                </c:pt>
                <c:pt idx="22">
                  <c:v>50.139999999999986</c:v>
                </c:pt>
                <c:pt idx="23">
                  <c:v>49.900000000000013</c:v>
                </c:pt>
                <c:pt idx="24">
                  <c:v>50.450000000000017</c:v>
                </c:pt>
                <c:pt idx="25">
                  <c:v>51.610000000000021</c:v>
                </c:pt>
                <c:pt idx="26">
                  <c:v>51.980000000000004</c:v>
                </c:pt>
                <c:pt idx="27">
                  <c:v>53.22</c:v>
                </c:pt>
                <c:pt idx="28">
                  <c:v>52.579999999999984</c:v>
                </c:pt>
                <c:pt idx="29">
                  <c:v>48.530000000000008</c:v>
                </c:pt>
                <c:pt idx="30">
                  <c:v>48.140000000000029</c:v>
                </c:pt>
                <c:pt idx="31">
                  <c:v>48.770000000000024</c:v>
                </c:pt>
                <c:pt idx="32">
                  <c:v>49.460000000000015</c:v>
                </c:pt>
                <c:pt idx="33">
                  <c:v>45.219999999999992</c:v>
                </c:pt>
                <c:pt idx="34">
                  <c:v>49.53000000000003</c:v>
                </c:pt>
                <c:pt idx="35">
                  <c:v>47.359999999999978</c:v>
                </c:pt>
                <c:pt idx="36">
                  <c:v>46.350000000000023</c:v>
                </c:pt>
                <c:pt idx="37">
                  <c:v>51.790000000000006</c:v>
                </c:pt>
                <c:pt idx="38">
                  <c:v>51.260000000000041</c:v>
                </c:pt>
                <c:pt idx="39">
                  <c:v>52.259999999999977</c:v>
                </c:pt>
                <c:pt idx="40">
                  <c:v>57.120000000000019</c:v>
                </c:pt>
                <c:pt idx="41">
                  <c:v>57.180000000000007</c:v>
                </c:pt>
                <c:pt idx="42">
                  <c:v>50.570000000000007</c:v>
                </c:pt>
                <c:pt idx="43">
                  <c:v>48.769999999999982</c:v>
                </c:pt>
                <c:pt idx="44">
                  <c:v>48.369999999999976</c:v>
                </c:pt>
                <c:pt idx="45">
                  <c:v>47.04999999999999</c:v>
                </c:pt>
                <c:pt idx="46">
                  <c:v>45.009999999999991</c:v>
                </c:pt>
                <c:pt idx="47">
                  <c:v>42.730000000000025</c:v>
                </c:pt>
                <c:pt idx="48">
                  <c:v>41.549999999999976</c:v>
                </c:pt>
                <c:pt idx="49">
                  <c:v>38.879999999999981</c:v>
                </c:pt>
                <c:pt idx="50">
                  <c:v>44.110000000000007</c:v>
                </c:pt>
                <c:pt idx="51">
                  <c:v>43.329999999999956</c:v>
                </c:pt>
                <c:pt idx="52">
                  <c:v>35.25</c:v>
                </c:pt>
                <c:pt idx="53">
                  <c:v>37.33</c:v>
                </c:pt>
                <c:pt idx="54">
                  <c:v>33.889999999999972</c:v>
                </c:pt>
                <c:pt idx="55">
                  <c:v>36.89</c:v>
                </c:pt>
                <c:pt idx="56">
                  <c:v>34.930000000000035</c:v>
                </c:pt>
                <c:pt idx="57">
                  <c:v>39.699999999999982</c:v>
                </c:pt>
                <c:pt idx="58">
                  <c:v>41.889999999999986</c:v>
                </c:pt>
                <c:pt idx="59">
                  <c:v>40.920000000000023</c:v>
                </c:pt>
                <c:pt idx="60">
                  <c:v>51.16999999999998</c:v>
                </c:pt>
                <c:pt idx="61">
                  <c:v>54.139999999999986</c:v>
                </c:pt>
                <c:pt idx="62">
                  <c:v>53.189999999999984</c:v>
                </c:pt>
                <c:pt idx="63">
                  <c:v>53.17000000000003</c:v>
                </c:pt>
                <c:pt idx="64">
                  <c:v>53.159999999999961</c:v>
                </c:pt>
                <c:pt idx="65">
                  <c:v>55.489999999999995</c:v>
                </c:pt>
                <c:pt idx="66">
                  <c:v>50.999999999999979</c:v>
                </c:pt>
                <c:pt idx="67">
                  <c:v>54.550000000000011</c:v>
                </c:pt>
                <c:pt idx="68">
                  <c:v>53.529999999999987</c:v>
                </c:pt>
                <c:pt idx="69">
                  <c:v>49.440000000000019</c:v>
                </c:pt>
                <c:pt idx="70">
                  <c:v>52.459999999999994</c:v>
                </c:pt>
                <c:pt idx="71">
                  <c:v>50.499999999999986</c:v>
                </c:pt>
                <c:pt idx="72">
                  <c:v>50.110000000000014</c:v>
                </c:pt>
                <c:pt idx="73">
                  <c:v>48.070000000000014</c:v>
                </c:pt>
                <c:pt idx="74">
                  <c:v>45.330000000000005</c:v>
                </c:pt>
                <c:pt idx="75">
                  <c:v>42.379999999999995</c:v>
                </c:pt>
                <c:pt idx="76">
                  <c:v>45.009999999999991</c:v>
                </c:pt>
                <c:pt idx="77">
                  <c:v>42.72</c:v>
                </c:pt>
                <c:pt idx="78">
                  <c:v>36.019999999999982</c:v>
                </c:pt>
                <c:pt idx="79">
                  <c:v>39.409999999999989</c:v>
                </c:pt>
                <c:pt idx="80">
                  <c:v>37.989999999999966</c:v>
                </c:pt>
                <c:pt idx="81">
                  <c:v>38.850000000000009</c:v>
                </c:pt>
                <c:pt idx="82">
                  <c:v>41.480000000000004</c:v>
                </c:pt>
                <c:pt idx="83">
                  <c:v>41.54</c:v>
                </c:pt>
                <c:pt idx="84">
                  <c:v>34.519999999999975</c:v>
                </c:pt>
                <c:pt idx="85">
                  <c:v>38.470000000000006</c:v>
                </c:pt>
                <c:pt idx="86">
                  <c:v>39.970000000000013</c:v>
                </c:pt>
                <c:pt idx="87">
                  <c:v>39.1</c:v>
                </c:pt>
                <c:pt idx="88">
                  <c:v>47.709999999999965</c:v>
                </c:pt>
                <c:pt idx="89">
                  <c:v>49.360000000000028</c:v>
                </c:pt>
                <c:pt idx="90">
                  <c:v>44.019999999999996</c:v>
                </c:pt>
                <c:pt idx="91">
                  <c:v>44.47999999999999</c:v>
                </c:pt>
                <c:pt idx="92">
                  <c:v>42.690000000000026</c:v>
                </c:pt>
                <c:pt idx="93">
                  <c:v>41.019999999999968</c:v>
                </c:pt>
                <c:pt idx="94">
                  <c:v>43.840000000000011</c:v>
                </c:pt>
                <c:pt idx="95">
                  <c:v>44.910000000000004</c:v>
                </c:pt>
                <c:pt idx="96">
                  <c:v>40.290000000000028</c:v>
                </c:pt>
                <c:pt idx="97">
                  <c:v>42.879999999999981</c:v>
                </c:pt>
                <c:pt idx="98">
                  <c:v>36.260000000000005</c:v>
                </c:pt>
                <c:pt idx="99">
                  <c:v>31.160000000000032</c:v>
                </c:pt>
                <c:pt idx="100">
                  <c:v>35.75999999999997</c:v>
                </c:pt>
                <c:pt idx="101">
                  <c:v>35.569999999999965</c:v>
                </c:pt>
                <c:pt idx="102">
                  <c:v>33.560000000000031</c:v>
                </c:pt>
                <c:pt idx="103">
                  <c:v>30.730000000000011</c:v>
                </c:pt>
                <c:pt idx="104">
                  <c:v>27.939999999999987</c:v>
                </c:pt>
                <c:pt idx="105">
                  <c:v>28.29999999999999</c:v>
                </c:pt>
                <c:pt idx="106">
                  <c:v>28.290000000000013</c:v>
                </c:pt>
                <c:pt idx="107">
                  <c:v>26.610000000000021</c:v>
                </c:pt>
                <c:pt idx="108">
                  <c:v>21.199999999999974</c:v>
                </c:pt>
                <c:pt idx="109">
                  <c:v>19.520000000000024</c:v>
                </c:pt>
                <c:pt idx="110">
                  <c:v>21.57</c:v>
                </c:pt>
                <c:pt idx="111">
                  <c:v>23.229999999999997</c:v>
                </c:pt>
                <c:pt idx="112">
                  <c:v>25.35999999999996</c:v>
                </c:pt>
                <c:pt idx="113">
                  <c:v>27.329999999999988</c:v>
                </c:pt>
                <c:pt idx="114">
                  <c:v>27.999999999999979</c:v>
                </c:pt>
                <c:pt idx="115">
                  <c:v>29.59999999999998</c:v>
                </c:pt>
                <c:pt idx="116">
                  <c:v>28.509999999999991</c:v>
                </c:pt>
                <c:pt idx="117">
                  <c:v>35.099999999999994</c:v>
                </c:pt>
                <c:pt idx="118">
                  <c:v>38.050000000000004</c:v>
                </c:pt>
                <c:pt idx="119">
                  <c:v>33.099999999999994</c:v>
                </c:pt>
                <c:pt idx="120">
                  <c:v>33.430000000000028</c:v>
                </c:pt>
                <c:pt idx="121">
                  <c:v>33.60000000000003</c:v>
                </c:pt>
                <c:pt idx="122">
                  <c:v>32.950000000000031</c:v>
                </c:pt>
                <c:pt idx="123">
                  <c:v>32.560000000000009</c:v>
                </c:pt>
                <c:pt idx="124">
                  <c:v>26.300000000000033</c:v>
                </c:pt>
                <c:pt idx="125">
                  <c:v>27.859999999999996</c:v>
                </c:pt>
                <c:pt idx="126">
                  <c:v>21.940000000000026</c:v>
                </c:pt>
                <c:pt idx="127">
                  <c:v>21.280000000000008</c:v>
                </c:pt>
                <c:pt idx="128">
                  <c:v>23.839999999999996</c:v>
                </c:pt>
                <c:pt idx="129">
                  <c:v>22.360000000000024</c:v>
                </c:pt>
                <c:pt idx="130">
                  <c:v>21.78</c:v>
                </c:pt>
                <c:pt idx="131">
                  <c:v>26.359999999999985</c:v>
                </c:pt>
                <c:pt idx="132">
                  <c:v>25.33000000000003</c:v>
                </c:pt>
                <c:pt idx="133">
                  <c:v>24.160000000000004</c:v>
                </c:pt>
                <c:pt idx="134">
                  <c:v>23.639999999999972</c:v>
                </c:pt>
                <c:pt idx="135">
                  <c:v>26.069999999999993</c:v>
                </c:pt>
                <c:pt idx="136">
                  <c:v>27.95000000000001</c:v>
                </c:pt>
                <c:pt idx="137">
                  <c:v>30.169999999999987</c:v>
                </c:pt>
                <c:pt idx="138">
                  <c:v>27.880000000000038</c:v>
                </c:pt>
                <c:pt idx="139">
                  <c:v>27.159999999999982</c:v>
                </c:pt>
                <c:pt idx="140">
                  <c:v>24.069999999999993</c:v>
                </c:pt>
                <c:pt idx="141">
                  <c:v>22.029999999999994</c:v>
                </c:pt>
                <c:pt idx="142">
                  <c:v>20.96</c:v>
                </c:pt>
                <c:pt idx="143">
                  <c:v>23.530000000000008</c:v>
                </c:pt>
                <c:pt idx="144">
                  <c:v>27.199999999999982</c:v>
                </c:pt>
                <c:pt idx="145">
                  <c:v>26.290000000000013</c:v>
                </c:pt>
                <c:pt idx="146">
                  <c:v>28.189999999999984</c:v>
                </c:pt>
                <c:pt idx="147">
                  <c:v>30.949999999999989</c:v>
                </c:pt>
                <c:pt idx="148">
                  <c:v>30.45</c:v>
                </c:pt>
                <c:pt idx="149">
                  <c:v>27.539999999999985</c:v>
                </c:pt>
                <c:pt idx="150">
                  <c:v>26.319999999999986</c:v>
                </c:pt>
                <c:pt idx="151">
                  <c:v>29.169999999999963</c:v>
                </c:pt>
                <c:pt idx="152">
                  <c:v>30.319999999999993</c:v>
                </c:pt>
                <c:pt idx="153">
                  <c:v>28.679999999999993</c:v>
                </c:pt>
                <c:pt idx="154">
                  <c:v>30.560000000000009</c:v>
                </c:pt>
                <c:pt idx="155">
                  <c:v>30.489999999999995</c:v>
                </c:pt>
                <c:pt idx="156">
                  <c:v>31.630000000000003</c:v>
                </c:pt>
                <c:pt idx="157">
                  <c:v>34.929999999999993</c:v>
                </c:pt>
                <c:pt idx="158">
                  <c:v>36.840000000000032</c:v>
                </c:pt>
                <c:pt idx="159">
                  <c:v>34.03</c:v>
                </c:pt>
                <c:pt idx="160">
                  <c:v>32.609999999999985</c:v>
                </c:pt>
                <c:pt idx="161">
                  <c:v>30.659999999999997</c:v>
                </c:pt>
                <c:pt idx="162">
                  <c:v>26.29999999999999</c:v>
                </c:pt>
                <c:pt idx="163">
                  <c:v>27.839999999999996</c:v>
                </c:pt>
                <c:pt idx="164">
                  <c:v>27.959999999999987</c:v>
                </c:pt>
                <c:pt idx="165">
                  <c:v>31.020000000000003</c:v>
                </c:pt>
                <c:pt idx="166">
                  <c:v>37.36999999999999</c:v>
                </c:pt>
                <c:pt idx="167">
                  <c:v>35.049999999999983</c:v>
                </c:pt>
                <c:pt idx="168">
                  <c:v>44.34</c:v>
                </c:pt>
                <c:pt idx="169">
                  <c:v>42.589999999999996</c:v>
                </c:pt>
                <c:pt idx="170">
                  <c:v>37.31</c:v>
                </c:pt>
                <c:pt idx="171">
                  <c:v>35.33</c:v>
                </c:pt>
                <c:pt idx="172">
                  <c:v>44.13</c:v>
                </c:pt>
                <c:pt idx="173">
                  <c:v>47.429999999999993</c:v>
                </c:pt>
                <c:pt idx="174">
                  <c:v>50.13000000000001</c:v>
                </c:pt>
                <c:pt idx="175">
                  <c:v>51.900000000000013</c:v>
                </c:pt>
                <c:pt idx="176">
                  <c:v>48.4</c:v>
                </c:pt>
                <c:pt idx="177">
                  <c:v>45.630000000000017</c:v>
                </c:pt>
                <c:pt idx="178">
                  <c:v>45.440000000000012</c:v>
                </c:pt>
                <c:pt idx="179">
                  <c:v>44.330000000000027</c:v>
                </c:pt>
                <c:pt idx="180">
                  <c:v>43.550000000000026</c:v>
                </c:pt>
                <c:pt idx="181">
                  <c:v>41.170000000000016</c:v>
                </c:pt>
                <c:pt idx="182">
                  <c:v>41.849999999999987</c:v>
                </c:pt>
                <c:pt idx="183">
                  <c:v>40.169999999999995</c:v>
                </c:pt>
                <c:pt idx="184">
                  <c:v>38.090000000000003</c:v>
                </c:pt>
                <c:pt idx="185">
                  <c:v>35.67</c:v>
                </c:pt>
                <c:pt idx="186">
                  <c:v>37.71</c:v>
                </c:pt>
                <c:pt idx="187">
                  <c:v>33.29</c:v>
                </c:pt>
                <c:pt idx="188">
                  <c:v>31.58000000000003</c:v>
                </c:pt>
                <c:pt idx="189">
                  <c:v>31.390000000000029</c:v>
                </c:pt>
                <c:pt idx="190">
                  <c:v>26.65000000000002</c:v>
                </c:pt>
                <c:pt idx="191">
                  <c:v>29.61999999999998</c:v>
                </c:pt>
                <c:pt idx="192">
                  <c:v>34.350000000000016</c:v>
                </c:pt>
                <c:pt idx="193">
                  <c:v>34.630000000000024</c:v>
                </c:pt>
                <c:pt idx="194">
                  <c:v>35.830000000000027</c:v>
                </c:pt>
                <c:pt idx="195">
                  <c:v>33.000000000000007</c:v>
                </c:pt>
                <c:pt idx="196">
                  <c:v>32.270000000000024</c:v>
                </c:pt>
                <c:pt idx="197">
                  <c:v>30.989999999999984</c:v>
                </c:pt>
                <c:pt idx="198">
                  <c:v>29.000000000000004</c:v>
                </c:pt>
                <c:pt idx="199">
                  <c:v>31.829999999999981</c:v>
                </c:pt>
                <c:pt idx="200">
                  <c:v>31.619999999999983</c:v>
                </c:pt>
                <c:pt idx="201">
                  <c:v>33.530000000000015</c:v>
                </c:pt>
                <c:pt idx="202">
                  <c:v>32.330000000000013</c:v>
                </c:pt>
                <c:pt idx="203">
                  <c:v>31.409999999999982</c:v>
                </c:pt>
                <c:pt idx="204">
                  <c:v>32.610000000000028</c:v>
                </c:pt>
                <c:pt idx="205">
                  <c:v>32.400000000000027</c:v>
                </c:pt>
                <c:pt idx="206">
                  <c:v>33.269999999999996</c:v>
                </c:pt>
                <c:pt idx="207">
                  <c:v>33.280000000000022</c:v>
                </c:pt>
                <c:pt idx="208">
                  <c:v>34.969999999999992</c:v>
                </c:pt>
                <c:pt idx="209">
                  <c:v>32.489999999999995</c:v>
                </c:pt>
                <c:pt idx="210">
                  <c:v>32.350000000000009</c:v>
                </c:pt>
                <c:pt idx="211">
                  <c:v>32.129999999999995</c:v>
                </c:pt>
                <c:pt idx="212">
                  <c:v>31.020000000000003</c:v>
                </c:pt>
                <c:pt idx="213">
                  <c:v>29.519999999999989</c:v>
                </c:pt>
                <c:pt idx="214">
                  <c:v>29.429999999999978</c:v>
                </c:pt>
                <c:pt idx="215">
                  <c:v>28.350000000000009</c:v>
                </c:pt>
                <c:pt idx="216">
                  <c:v>29.11999999999999</c:v>
                </c:pt>
                <c:pt idx="217">
                  <c:v>30.929999999999993</c:v>
                </c:pt>
                <c:pt idx="218">
                  <c:v>30.819999999999979</c:v>
                </c:pt>
                <c:pt idx="219">
                  <c:v>30.47</c:v>
                </c:pt>
                <c:pt idx="220">
                  <c:v>29.219999999999978</c:v>
                </c:pt>
                <c:pt idx="221">
                  <c:v>31.269999999999996</c:v>
                </c:pt>
                <c:pt idx="222">
                  <c:v>27.260000000000019</c:v>
                </c:pt>
                <c:pt idx="223">
                  <c:v>25.740000000000009</c:v>
                </c:pt>
                <c:pt idx="224">
                  <c:v>27.849999999999973</c:v>
                </c:pt>
                <c:pt idx="225">
                  <c:v>25.689999999999991</c:v>
                </c:pt>
                <c:pt idx="226">
                  <c:v>26.750000000000007</c:v>
                </c:pt>
                <c:pt idx="227">
                  <c:v>27.450000000000017</c:v>
                </c:pt>
                <c:pt idx="228">
                  <c:v>25.600000000000023</c:v>
                </c:pt>
                <c:pt idx="229">
                  <c:v>25.21</c:v>
                </c:pt>
                <c:pt idx="230">
                  <c:v>23.530000000000008</c:v>
                </c:pt>
                <c:pt idx="231">
                  <c:v>22.160000000000004</c:v>
                </c:pt>
                <c:pt idx="232">
                  <c:v>23.770000000000024</c:v>
                </c:pt>
                <c:pt idx="233">
                  <c:v>25.229999999999997</c:v>
                </c:pt>
                <c:pt idx="234">
                  <c:v>26.679999999999993</c:v>
                </c:pt>
                <c:pt idx="235">
                  <c:v>26.039999999999974</c:v>
                </c:pt>
                <c:pt idx="236">
                  <c:v>25.490000000000013</c:v>
                </c:pt>
                <c:pt idx="237">
                  <c:v>25.33000000000003</c:v>
                </c:pt>
                <c:pt idx="238">
                  <c:v>24.920000000000009</c:v>
                </c:pt>
                <c:pt idx="239">
                  <c:v>23.580000000000023</c:v>
                </c:pt>
                <c:pt idx="240">
                  <c:v>24.089999999999989</c:v>
                </c:pt>
                <c:pt idx="241">
                  <c:v>21.179999999999978</c:v>
                </c:pt>
                <c:pt idx="242">
                  <c:v>17.459999999999987</c:v>
                </c:pt>
                <c:pt idx="243">
                  <c:v>16.900000000000006</c:v>
                </c:pt>
                <c:pt idx="244">
                  <c:v>18.190000000000019</c:v>
                </c:pt>
                <c:pt idx="245">
                  <c:v>17.609999999999992</c:v>
                </c:pt>
                <c:pt idx="246">
                  <c:v>18.219999999999992</c:v>
                </c:pt>
                <c:pt idx="247">
                  <c:v>16.469999999999985</c:v>
                </c:pt>
                <c:pt idx="248">
                  <c:v>18.259999999999987</c:v>
                </c:pt>
                <c:pt idx="249">
                  <c:v>17.349999999999977</c:v>
                </c:pt>
                <c:pt idx="250">
                  <c:v>19.050000000000011</c:v>
                </c:pt>
                <c:pt idx="251">
                  <c:v>20.340000000000025</c:v>
                </c:pt>
                <c:pt idx="252">
                  <c:v>19.439999999999991</c:v>
                </c:pt>
                <c:pt idx="253">
                  <c:v>15.870000000000006</c:v>
                </c:pt>
                <c:pt idx="254">
                  <c:v>14.219999999999988</c:v>
                </c:pt>
                <c:pt idx="255">
                  <c:v>15.479999999999983</c:v>
                </c:pt>
                <c:pt idx="256">
                  <c:v>14.500000000000002</c:v>
                </c:pt>
                <c:pt idx="257">
                  <c:v>14.800000000000013</c:v>
                </c:pt>
                <c:pt idx="258">
                  <c:v>16.319999999999979</c:v>
                </c:pt>
                <c:pt idx="259">
                  <c:v>16.610000000000014</c:v>
                </c:pt>
                <c:pt idx="260">
                  <c:v>14.880000000000004</c:v>
                </c:pt>
                <c:pt idx="261">
                  <c:v>17.030000000000012</c:v>
                </c:pt>
                <c:pt idx="262">
                  <c:v>13.39999999999999</c:v>
                </c:pt>
                <c:pt idx="263">
                  <c:v>11.140000000000017</c:v>
                </c:pt>
                <c:pt idx="264">
                  <c:v>15.289999999999981</c:v>
                </c:pt>
                <c:pt idx="265">
                  <c:v>13.739999999999997</c:v>
                </c:pt>
                <c:pt idx="266">
                  <c:v>15.410000000000013</c:v>
                </c:pt>
                <c:pt idx="267">
                  <c:v>17.629999999999988</c:v>
                </c:pt>
                <c:pt idx="268">
                  <c:v>17.209999999999994</c:v>
                </c:pt>
                <c:pt idx="269">
                  <c:v>17.769999999999975</c:v>
                </c:pt>
                <c:pt idx="270">
                  <c:v>18.210000000000015</c:v>
                </c:pt>
                <c:pt idx="271">
                  <c:v>17.779999999999994</c:v>
                </c:pt>
                <c:pt idx="272">
                  <c:v>17.390000000000015</c:v>
                </c:pt>
                <c:pt idx="273">
                  <c:v>19.119999999999983</c:v>
                </c:pt>
                <c:pt idx="274">
                  <c:v>19.82999999999997</c:v>
                </c:pt>
                <c:pt idx="275">
                  <c:v>18.929999999999978</c:v>
                </c:pt>
                <c:pt idx="276">
                  <c:v>19.779999999999998</c:v>
                </c:pt>
                <c:pt idx="277">
                  <c:v>19.249999999999989</c:v>
                </c:pt>
                <c:pt idx="278">
                  <c:v>21.76</c:v>
                </c:pt>
                <c:pt idx="279">
                  <c:v>20.739999999999981</c:v>
                </c:pt>
                <c:pt idx="280">
                  <c:v>20.899999999999963</c:v>
                </c:pt>
                <c:pt idx="281">
                  <c:v>18.780000000000019</c:v>
                </c:pt>
                <c:pt idx="282">
                  <c:v>21.78</c:v>
                </c:pt>
                <c:pt idx="283">
                  <c:v>23.560000000000024</c:v>
                </c:pt>
                <c:pt idx="284">
                  <c:v>21.189999999999998</c:v>
                </c:pt>
                <c:pt idx="285">
                  <c:v>20.199999999999996</c:v>
                </c:pt>
                <c:pt idx="286">
                  <c:v>20.590000000000018</c:v>
                </c:pt>
                <c:pt idx="287">
                  <c:v>21.229999999999993</c:v>
                </c:pt>
                <c:pt idx="288">
                  <c:v>20.190000000000019</c:v>
                </c:pt>
                <c:pt idx="289">
                  <c:v>22.009999999999998</c:v>
                </c:pt>
                <c:pt idx="290">
                  <c:v>20.269999999999968</c:v>
                </c:pt>
                <c:pt idx="291">
                  <c:v>19.659999999999968</c:v>
                </c:pt>
                <c:pt idx="292">
                  <c:v>18.769999999999996</c:v>
                </c:pt>
                <c:pt idx="293">
                  <c:v>18.14</c:v>
                </c:pt>
                <c:pt idx="294">
                  <c:v>18.159999999999997</c:v>
                </c:pt>
                <c:pt idx="295">
                  <c:v>18.210000000000015</c:v>
                </c:pt>
                <c:pt idx="296">
                  <c:v>19.070000000000007</c:v>
                </c:pt>
                <c:pt idx="297">
                  <c:v>18.39999999999997</c:v>
                </c:pt>
                <c:pt idx="298">
                  <c:v>18.339999999999979</c:v>
                </c:pt>
                <c:pt idx="299">
                  <c:v>19.00999999999997</c:v>
                </c:pt>
                <c:pt idx="300">
                  <c:v>19.930000000000003</c:v>
                </c:pt>
                <c:pt idx="301">
                  <c:v>20.259999999999991</c:v>
                </c:pt>
                <c:pt idx="302">
                  <c:v>20.300000000000029</c:v>
                </c:pt>
                <c:pt idx="303">
                  <c:v>19.850000000000012</c:v>
                </c:pt>
                <c:pt idx="304">
                  <c:v>20.599999999999994</c:v>
                </c:pt>
                <c:pt idx="305">
                  <c:v>20.739999999999981</c:v>
                </c:pt>
                <c:pt idx="306">
                  <c:v>20.77</c:v>
                </c:pt>
                <c:pt idx="307">
                  <c:v>21.019999999999996</c:v>
                </c:pt>
                <c:pt idx="308">
                  <c:v>20.86999999999999</c:v>
                </c:pt>
                <c:pt idx="309">
                  <c:v>24.730000000000008</c:v>
                </c:pt>
                <c:pt idx="310">
                  <c:v>26.920000000000009</c:v>
                </c:pt>
                <c:pt idx="311">
                  <c:v>26.100000000000012</c:v>
                </c:pt>
                <c:pt idx="312">
                  <c:v>28.129999999999988</c:v>
                </c:pt>
                <c:pt idx="313">
                  <c:v>34.570000000000036</c:v>
                </c:pt>
                <c:pt idx="314">
                  <c:v>34.180000000000007</c:v>
                </c:pt>
                <c:pt idx="315">
                  <c:v>34.050000000000004</c:v>
                </c:pt>
                <c:pt idx="316">
                  <c:v>31.539999999999992</c:v>
                </c:pt>
                <c:pt idx="317">
                  <c:v>31.789999999999985</c:v>
                </c:pt>
                <c:pt idx="318">
                  <c:v>32.829999999999956</c:v>
                </c:pt>
                <c:pt idx="319">
                  <c:v>31.519999999999992</c:v>
                </c:pt>
                <c:pt idx="320">
                  <c:v>33.25</c:v>
                </c:pt>
                <c:pt idx="321">
                  <c:v>36.039999999999985</c:v>
                </c:pt>
                <c:pt idx="322">
                  <c:v>36.169999999999987</c:v>
                </c:pt>
                <c:pt idx="323">
                  <c:v>35.309999999999995</c:v>
                </c:pt>
                <c:pt idx="324">
                  <c:v>35.430000000000028</c:v>
                </c:pt>
                <c:pt idx="325">
                  <c:v>42.809999999999974</c:v>
                </c:pt>
                <c:pt idx="326">
                  <c:v>41.63000000000001</c:v>
                </c:pt>
                <c:pt idx="327">
                  <c:v>45.56</c:v>
                </c:pt>
                <c:pt idx="328">
                  <c:v>47.18</c:v>
                </c:pt>
                <c:pt idx="329">
                  <c:v>52.190000000000005</c:v>
                </c:pt>
                <c:pt idx="330">
                  <c:v>50.910000000000011</c:v>
                </c:pt>
                <c:pt idx="331">
                  <c:v>40.079999999999984</c:v>
                </c:pt>
                <c:pt idx="332">
                  <c:v>41.230000000000011</c:v>
                </c:pt>
                <c:pt idx="333">
                  <c:v>37.699999999999974</c:v>
                </c:pt>
                <c:pt idx="334">
                  <c:v>45.069999999999986</c:v>
                </c:pt>
                <c:pt idx="335">
                  <c:v>47.489999999999988</c:v>
                </c:pt>
                <c:pt idx="336">
                  <c:v>52.720000000000013</c:v>
                </c:pt>
                <c:pt idx="337">
                  <c:v>50.080000000000034</c:v>
                </c:pt>
                <c:pt idx="338">
                  <c:v>42.8</c:v>
                </c:pt>
                <c:pt idx="339">
                  <c:v>55.52000000000001</c:v>
                </c:pt>
                <c:pt idx="340">
                  <c:v>53.049999999999955</c:v>
                </c:pt>
                <c:pt idx="341">
                  <c:v>43.279999999999987</c:v>
                </c:pt>
                <c:pt idx="342">
                  <c:v>35.840000000000046</c:v>
                </c:pt>
                <c:pt idx="343">
                  <c:v>44.55</c:v>
                </c:pt>
                <c:pt idx="344">
                  <c:v>39.210000000000008</c:v>
                </c:pt>
                <c:pt idx="345">
                  <c:v>40.719999999999956</c:v>
                </c:pt>
                <c:pt idx="346">
                  <c:v>43.789999999999992</c:v>
                </c:pt>
                <c:pt idx="347">
                  <c:v>37.590000000000011</c:v>
                </c:pt>
                <c:pt idx="348">
                  <c:v>38.710000000000022</c:v>
                </c:pt>
                <c:pt idx="349">
                  <c:v>35.909999999999975</c:v>
                </c:pt>
                <c:pt idx="350">
                  <c:v>33.539999999999992</c:v>
                </c:pt>
                <c:pt idx="351">
                  <c:v>32.689999999999976</c:v>
                </c:pt>
                <c:pt idx="352">
                  <c:v>30.339999999999989</c:v>
                </c:pt>
                <c:pt idx="353">
                  <c:v>28.089999999999993</c:v>
                </c:pt>
                <c:pt idx="354">
                  <c:v>26.959999999999962</c:v>
                </c:pt>
                <c:pt idx="355">
                  <c:v>22.480000000000011</c:v>
                </c:pt>
                <c:pt idx="356">
                  <c:v>24.100000000000009</c:v>
                </c:pt>
                <c:pt idx="357">
                  <c:v>24.679999999999993</c:v>
                </c:pt>
                <c:pt idx="358">
                  <c:v>24.259999999999991</c:v>
                </c:pt>
                <c:pt idx="359">
                  <c:v>27.42</c:v>
                </c:pt>
                <c:pt idx="360">
                  <c:v>38.830000000000013</c:v>
                </c:pt>
                <c:pt idx="361">
                  <c:v>40.959999999999972</c:v>
                </c:pt>
                <c:pt idx="362">
                  <c:v>39.92</c:v>
                </c:pt>
                <c:pt idx="363">
                  <c:v>36.879999999999981</c:v>
                </c:pt>
                <c:pt idx="364">
                  <c:v>35.390000000000029</c:v>
                </c:pt>
                <c:pt idx="365">
                  <c:v>33.110000000000014</c:v>
                </c:pt>
                <c:pt idx="366">
                  <c:v>32.069999999999951</c:v>
                </c:pt>
                <c:pt idx="367">
                  <c:v>32.019999999999982</c:v>
                </c:pt>
                <c:pt idx="368">
                  <c:v>26.229999999999976</c:v>
                </c:pt>
                <c:pt idx="369">
                  <c:v>27.04</c:v>
                </c:pt>
                <c:pt idx="370">
                  <c:v>27.700000000000014</c:v>
                </c:pt>
                <c:pt idx="371">
                  <c:v>39.890000000000029</c:v>
                </c:pt>
                <c:pt idx="372">
                  <c:v>40.290000000000028</c:v>
                </c:pt>
                <c:pt idx="373">
                  <c:v>35.770000000000039</c:v>
                </c:pt>
                <c:pt idx="374">
                  <c:v>31.069999999999975</c:v>
                </c:pt>
                <c:pt idx="375">
                  <c:v>34.790000000000006</c:v>
                </c:pt>
                <c:pt idx="376">
                  <c:v>31.919999999999995</c:v>
                </c:pt>
                <c:pt idx="377">
                  <c:v>33.809999999999988</c:v>
                </c:pt>
                <c:pt idx="378">
                  <c:v>35.429999999999936</c:v>
                </c:pt>
                <c:pt idx="379">
                  <c:v>33.450000000000024</c:v>
                </c:pt>
                <c:pt idx="380">
                  <c:v>35.309999999999995</c:v>
                </c:pt>
                <c:pt idx="381">
                  <c:v>30.560000000000009</c:v>
                </c:pt>
                <c:pt idx="382">
                  <c:v>32.499999999999972</c:v>
                </c:pt>
                <c:pt idx="383">
                  <c:v>33.550000000000011</c:v>
                </c:pt>
                <c:pt idx="384">
                  <c:v>31.880000000000042</c:v>
                </c:pt>
                <c:pt idx="385">
                  <c:v>31.240000000000023</c:v>
                </c:pt>
                <c:pt idx="386">
                  <c:v>32.149999999999991</c:v>
                </c:pt>
                <c:pt idx="387">
                  <c:v>32.30000000000004</c:v>
                </c:pt>
                <c:pt idx="388">
                  <c:v>31.109999999999971</c:v>
                </c:pt>
                <c:pt idx="389">
                  <c:v>35.129999999999974</c:v>
                </c:pt>
                <c:pt idx="390">
                  <c:v>35.490000000000023</c:v>
                </c:pt>
                <c:pt idx="391">
                  <c:v>38.609999999999943</c:v>
                </c:pt>
                <c:pt idx="392">
                  <c:v>36.77000000000001</c:v>
                </c:pt>
                <c:pt idx="393">
                  <c:v>32.400000000000027</c:v>
                </c:pt>
                <c:pt idx="394">
                  <c:v>33.590000000000053</c:v>
                </c:pt>
                <c:pt idx="395">
                  <c:v>35.580000000000034</c:v>
                </c:pt>
                <c:pt idx="396">
                  <c:v>38.700000000000045</c:v>
                </c:pt>
                <c:pt idx="397">
                  <c:v>37.530000000000015</c:v>
                </c:pt>
                <c:pt idx="398">
                  <c:v>35.699999999999974</c:v>
                </c:pt>
                <c:pt idx="399">
                  <c:v>36.549999999999997</c:v>
                </c:pt>
                <c:pt idx="400">
                  <c:v>38.700000000000045</c:v>
                </c:pt>
                <c:pt idx="401">
                  <c:v>37.029999999999944</c:v>
                </c:pt>
                <c:pt idx="402">
                  <c:v>39.759999999999977</c:v>
                </c:pt>
                <c:pt idx="403">
                  <c:v>40.920000000000023</c:v>
                </c:pt>
                <c:pt idx="404">
                  <c:v>40.229999999999947</c:v>
                </c:pt>
                <c:pt idx="405">
                  <c:v>35.389999999999986</c:v>
                </c:pt>
                <c:pt idx="406">
                  <c:v>33.930000000000014</c:v>
                </c:pt>
                <c:pt idx="407">
                  <c:v>35.409999999999982</c:v>
                </c:pt>
                <c:pt idx="408">
                  <c:v>36.639999999999958</c:v>
                </c:pt>
                <c:pt idx="409">
                  <c:v>37.889999999999979</c:v>
                </c:pt>
                <c:pt idx="410">
                  <c:v>40.199999999999967</c:v>
                </c:pt>
                <c:pt idx="411">
                  <c:v>38.320000000000043</c:v>
                </c:pt>
                <c:pt idx="412">
                  <c:v>37.930000000000021</c:v>
                </c:pt>
                <c:pt idx="413">
                  <c:v>37.02000000000001</c:v>
                </c:pt>
                <c:pt idx="414">
                  <c:v>33.900000000000041</c:v>
                </c:pt>
                <c:pt idx="415">
                  <c:v>31.079999999999952</c:v>
                </c:pt>
                <c:pt idx="416">
                  <c:v>28.749999999999964</c:v>
                </c:pt>
                <c:pt idx="417">
                  <c:v>31.559999999999945</c:v>
                </c:pt>
                <c:pt idx="418">
                  <c:v>35.440000000000005</c:v>
                </c:pt>
                <c:pt idx="419">
                  <c:v>41.769999999999996</c:v>
                </c:pt>
                <c:pt idx="420">
                  <c:v>44.050000000000011</c:v>
                </c:pt>
                <c:pt idx="421">
                  <c:v>44.09</c:v>
                </c:pt>
                <c:pt idx="422">
                  <c:v>50.410000000000025</c:v>
                </c:pt>
                <c:pt idx="423">
                  <c:v>55.78000000000003</c:v>
                </c:pt>
                <c:pt idx="424">
                  <c:v>61.660000000000004</c:v>
                </c:pt>
                <c:pt idx="425">
                  <c:v>65.030000000000058</c:v>
                </c:pt>
                <c:pt idx="426">
                  <c:v>61.830000000000055</c:v>
                </c:pt>
                <c:pt idx="427">
                  <c:v>56.02</c:v>
                </c:pt>
                <c:pt idx="428">
                  <c:v>56.289999999999992</c:v>
                </c:pt>
                <c:pt idx="429">
                  <c:v>59.739999999999952</c:v>
                </c:pt>
                <c:pt idx="430">
                  <c:v>65.980000000000061</c:v>
                </c:pt>
                <c:pt idx="431">
                  <c:v>61.209999999999987</c:v>
                </c:pt>
                <c:pt idx="432">
                  <c:v>56.149999999999963</c:v>
                </c:pt>
                <c:pt idx="433">
                  <c:v>58.819999999999965</c:v>
                </c:pt>
                <c:pt idx="434">
                  <c:v>59.880000000000067</c:v>
                </c:pt>
                <c:pt idx="435">
                  <c:v>68.489999999999981</c:v>
                </c:pt>
                <c:pt idx="436">
                  <c:v>67.090000000000046</c:v>
                </c:pt>
                <c:pt idx="437">
                  <c:v>64.610000000000056</c:v>
                </c:pt>
                <c:pt idx="438">
                  <c:v>63.759999999999991</c:v>
                </c:pt>
                <c:pt idx="439">
                  <c:v>67.539999999999978</c:v>
                </c:pt>
                <c:pt idx="440">
                  <c:v>64.149999999999977</c:v>
                </c:pt>
                <c:pt idx="441">
                  <c:v>64.33</c:v>
                </c:pt>
                <c:pt idx="442">
                  <c:v>61.09</c:v>
                </c:pt>
                <c:pt idx="443">
                  <c:v>58.200000000000074</c:v>
                </c:pt>
                <c:pt idx="444">
                  <c:v>57.950000000000031</c:v>
                </c:pt>
                <c:pt idx="445">
                  <c:v>56.649999999999956</c:v>
                </c:pt>
                <c:pt idx="446">
                  <c:v>58.919999999999995</c:v>
                </c:pt>
                <c:pt idx="447">
                  <c:v>58.84</c:v>
                </c:pt>
                <c:pt idx="448">
                  <c:v>58.199999999999989</c:v>
                </c:pt>
                <c:pt idx="449">
                  <c:v>58.199999999999989</c:v>
                </c:pt>
                <c:pt idx="450">
                  <c:v>55.45</c:v>
                </c:pt>
                <c:pt idx="451">
                  <c:v>52.519999999999989</c:v>
                </c:pt>
                <c:pt idx="452">
                  <c:v>52.129999999999924</c:v>
                </c:pt>
                <c:pt idx="453">
                  <c:v>48.789999999999978</c:v>
                </c:pt>
                <c:pt idx="454">
                  <c:v>49.409999999999954</c:v>
                </c:pt>
                <c:pt idx="455">
                  <c:v>49.219999999999956</c:v>
                </c:pt>
                <c:pt idx="456">
                  <c:v>49.55999999999996</c:v>
                </c:pt>
                <c:pt idx="457">
                  <c:v>50.980000000000025</c:v>
                </c:pt>
                <c:pt idx="458">
                  <c:v>48.760000000000048</c:v>
                </c:pt>
                <c:pt idx="459">
                  <c:v>48.919999999999945</c:v>
                </c:pt>
                <c:pt idx="460">
                  <c:v>48.280000000000015</c:v>
                </c:pt>
                <c:pt idx="461">
                  <c:v>46.980000000000018</c:v>
                </c:pt>
                <c:pt idx="462">
                  <c:v>45.700000000000074</c:v>
                </c:pt>
                <c:pt idx="463">
                  <c:v>46.669999999999945</c:v>
                </c:pt>
                <c:pt idx="464">
                  <c:v>43.52</c:v>
                </c:pt>
                <c:pt idx="465">
                  <c:v>39.889999999999937</c:v>
                </c:pt>
                <c:pt idx="466">
                  <c:v>45.239999999999995</c:v>
                </c:pt>
                <c:pt idx="467">
                  <c:v>47.550000000000026</c:v>
                </c:pt>
                <c:pt idx="468">
                  <c:v>45.189999999999927</c:v>
                </c:pt>
                <c:pt idx="469">
                  <c:v>42.830000000000013</c:v>
                </c:pt>
                <c:pt idx="470">
                  <c:v>41.5</c:v>
                </c:pt>
                <c:pt idx="471">
                  <c:v>38.959999999999972</c:v>
                </c:pt>
                <c:pt idx="472">
                  <c:v>37.650000000000006</c:v>
                </c:pt>
                <c:pt idx="473">
                  <c:v>39.079999999999956</c:v>
                </c:pt>
                <c:pt idx="474">
                  <c:v>45.730000000000004</c:v>
                </c:pt>
                <c:pt idx="475">
                  <c:v>45.520000000000053</c:v>
                </c:pt>
                <c:pt idx="476">
                  <c:v>45.869999999999948</c:v>
                </c:pt>
                <c:pt idx="477">
                  <c:v>43.33</c:v>
                </c:pt>
                <c:pt idx="478">
                  <c:v>45.070000000000036</c:v>
                </c:pt>
                <c:pt idx="479">
                  <c:v>47.839999999999975</c:v>
                </c:pt>
                <c:pt idx="480">
                  <c:v>48.890000000000015</c:v>
                </c:pt>
                <c:pt idx="481">
                  <c:v>49.260000000000034</c:v>
                </c:pt>
                <c:pt idx="482">
                  <c:v>46.729999999999983</c:v>
                </c:pt>
                <c:pt idx="483">
                  <c:v>41.760000000000019</c:v>
                </c:pt>
                <c:pt idx="484">
                  <c:v>44.82999999999997</c:v>
                </c:pt>
                <c:pt idx="485">
                  <c:v>43.040000000000056</c:v>
                </c:pt>
                <c:pt idx="486">
                  <c:v>44.520000000000067</c:v>
                </c:pt>
                <c:pt idx="487">
                  <c:v>47.40000000000002</c:v>
                </c:pt>
                <c:pt idx="488">
                  <c:v>43.660000000000032</c:v>
                </c:pt>
                <c:pt idx="489">
                  <c:v>44.560000000000066</c:v>
                </c:pt>
                <c:pt idx="490">
                  <c:v>46.20000000000006</c:v>
                </c:pt>
                <c:pt idx="491">
                  <c:v>47.619999999999948</c:v>
                </c:pt>
                <c:pt idx="492">
                  <c:v>45.460000000000008</c:v>
                </c:pt>
                <c:pt idx="493">
                  <c:v>42.440000000000033</c:v>
                </c:pt>
                <c:pt idx="494">
                  <c:v>43.33</c:v>
                </c:pt>
                <c:pt idx="495">
                  <c:v>43.489999999999981</c:v>
                </c:pt>
                <c:pt idx="496">
                  <c:v>42.57999999999997</c:v>
                </c:pt>
                <c:pt idx="497">
                  <c:v>40.54000000000002</c:v>
                </c:pt>
                <c:pt idx="498">
                  <c:v>42.839999999999989</c:v>
                </c:pt>
                <c:pt idx="499">
                  <c:v>43.700000000000031</c:v>
                </c:pt>
                <c:pt idx="500">
                  <c:v>44.570000000000043</c:v>
                </c:pt>
                <c:pt idx="501">
                  <c:v>43.850000000000037</c:v>
                </c:pt>
                <c:pt idx="502">
                  <c:v>43.489999999999981</c:v>
                </c:pt>
                <c:pt idx="503">
                  <c:v>44.259999999999962</c:v>
                </c:pt>
                <c:pt idx="504">
                  <c:v>42.529999999999916</c:v>
                </c:pt>
                <c:pt idx="505">
                  <c:v>43.72000000000007</c:v>
                </c:pt>
                <c:pt idx="506">
                  <c:v>42.360000000000042</c:v>
                </c:pt>
                <c:pt idx="507">
                  <c:v>40.629999999999988</c:v>
                </c:pt>
                <c:pt idx="508">
                  <c:v>35.910000000000068</c:v>
                </c:pt>
                <c:pt idx="509">
                  <c:v>37.290000000000049</c:v>
                </c:pt>
                <c:pt idx="510">
                  <c:v>38.53</c:v>
                </c:pt>
                <c:pt idx="511">
                  <c:v>40.720000000000041</c:v>
                </c:pt>
                <c:pt idx="512">
                  <c:v>38.130000000000038</c:v>
                </c:pt>
                <c:pt idx="513">
                  <c:v>43.710000000000008</c:v>
                </c:pt>
                <c:pt idx="514">
                  <c:v>48.200000000000017</c:v>
                </c:pt>
                <c:pt idx="515">
                  <c:v>48.629999999999995</c:v>
                </c:pt>
                <c:pt idx="516">
                  <c:v>44.719999999999956</c:v>
                </c:pt>
                <c:pt idx="517">
                  <c:v>46.720000000000006</c:v>
                </c:pt>
                <c:pt idx="518">
                  <c:v>44.690000000000026</c:v>
                </c:pt>
                <c:pt idx="519">
                  <c:v>45.17999999999995</c:v>
                </c:pt>
                <c:pt idx="520">
                  <c:v>51.03</c:v>
                </c:pt>
                <c:pt idx="521">
                  <c:v>49.509999999999991</c:v>
                </c:pt>
                <c:pt idx="522">
                  <c:v>43.390000000000043</c:v>
                </c:pt>
                <c:pt idx="523">
                  <c:v>46.109999999999914</c:v>
                </c:pt>
                <c:pt idx="524">
                  <c:v>44.599999999999973</c:v>
                </c:pt>
                <c:pt idx="525">
                  <c:v>43.009999999999948</c:v>
                </c:pt>
                <c:pt idx="526">
                  <c:v>39.189999999999969</c:v>
                </c:pt>
                <c:pt idx="527">
                  <c:v>35.620000000000033</c:v>
                </c:pt>
                <c:pt idx="528">
                  <c:v>38.240000000000052</c:v>
                </c:pt>
                <c:pt idx="529">
                  <c:v>37.370000000000033</c:v>
                </c:pt>
                <c:pt idx="530">
                  <c:v>36.419999999999945</c:v>
                </c:pt>
                <c:pt idx="531">
                  <c:v>36.909999999999954</c:v>
                </c:pt>
                <c:pt idx="532">
                  <c:v>38.609999999999985</c:v>
                </c:pt>
                <c:pt idx="533">
                  <c:v>36.960000000000015</c:v>
                </c:pt>
                <c:pt idx="534">
                  <c:v>33.72999999999999</c:v>
                </c:pt>
                <c:pt idx="535">
                  <c:v>35.620000000000033</c:v>
                </c:pt>
                <c:pt idx="536">
                  <c:v>35.210000000000008</c:v>
                </c:pt>
                <c:pt idx="537">
                  <c:v>35.619999999999941</c:v>
                </c:pt>
                <c:pt idx="538">
                  <c:v>34.659999999999954</c:v>
                </c:pt>
                <c:pt idx="539">
                  <c:v>36.690000000000026</c:v>
                </c:pt>
                <c:pt idx="540">
                  <c:v>36.189999999999941</c:v>
                </c:pt>
                <c:pt idx="541">
                  <c:v>35.9</c:v>
                </c:pt>
                <c:pt idx="542">
                  <c:v>38.879999999999981</c:v>
                </c:pt>
                <c:pt idx="543">
                  <c:v>39.009999999999948</c:v>
                </c:pt>
                <c:pt idx="544">
                  <c:v>41.899999999999963</c:v>
                </c:pt>
                <c:pt idx="545">
                  <c:v>46.760000000000005</c:v>
                </c:pt>
                <c:pt idx="546">
                  <c:v>45.829999999999949</c:v>
                </c:pt>
                <c:pt idx="547">
                  <c:v>48.440000000000083</c:v>
                </c:pt>
                <c:pt idx="548">
                  <c:v>46.019999999999953</c:v>
                </c:pt>
                <c:pt idx="549">
                  <c:v>48.110000000000056</c:v>
                </c:pt>
                <c:pt idx="550">
                  <c:v>45.889999999999986</c:v>
                </c:pt>
                <c:pt idx="551">
                  <c:v>45.769999999999996</c:v>
                </c:pt>
                <c:pt idx="552">
                  <c:v>44.259999999999962</c:v>
                </c:pt>
                <c:pt idx="553">
                  <c:v>42.619999999999969</c:v>
                </c:pt>
                <c:pt idx="554">
                  <c:v>42.089999999999961</c:v>
                </c:pt>
                <c:pt idx="555">
                  <c:v>44.669999999999987</c:v>
                </c:pt>
                <c:pt idx="556">
                  <c:v>44.209999999999994</c:v>
                </c:pt>
                <c:pt idx="557">
                  <c:v>43.440000000000012</c:v>
                </c:pt>
                <c:pt idx="558">
                  <c:v>43.489999999999981</c:v>
                </c:pt>
                <c:pt idx="559">
                  <c:v>43.98</c:v>
                </c:pt>
                <c:pt idx="560">
                  <c:v>45.039999999999921</c:v>
                </c:pt>
                <c:pt idx="561">
                  <c:v>42.689999999999984</c:v>
                </c:pt>
                <c:pt idx="562">
                  <c:v>43.52999999999998</c:v>
                </c:pt>
                <c:pt idx="563">
                  <c:v>39.650000000000048</c:v>
                </c:pt>
                <c:pt idx="564">
                  <c:v>42.280000000000051</c:v>
                </c:pt>
                <c:pt idx="565">
                  <c:v>49.759999999999934</c:v>
                </c:pt>
                <c:pt idx="566">
                  <c:v>52.049999999999926</c:v>
                </c:pt>
                <c:pt idx="567">
                  <c:v>50.870000000000019</c:v>
                </c:pt>
                <c:pt idx="568">
                  <c:v>52.400000000000006</c:v>
                </c:pt>
                <c:pt idx="569">
                  <c:v>53.039999999999935</c:v>
                </c:pt>
                <c:pt idx="570">
                  <c:v>51.959999999999965</c:v>
                </c:pt>
                <c:pt idx="571">
                  <c:v>55.850000000000044</c:v>
                </c:pt>
                <c:pt idx="572">
                  <c:v>56.350000000000037</c:v>
                </c:pt>
                <c:pt idx="573">
                  <c:v>56.529999999999973</c:v>
                </c:pt>
                <c:pt idx="574">
                  <c:v>55.940000000000012</c:v>
                </c:pt>
                <c:pt idx="575">
                  <c:v>60.139999999999993</c:v>
                </c:pt>
                <c:pt idx="576">
                  <c:v>60.109999999999971</c:v>
                </c:pt>
                <c:pt idx="577">
                  <c:v>55.589999999999939</c:v>
                </c:pt>
                <c:pt idx="578">
                  <c:v>58.070000000000022</c:v>
                </c:pt>
                <c:pt idx="579">
                  <c:v>56.839999999999961</c:v>
                </c:pt>
                <c:pt idx="580">
                  <c:v>54.699999999999974</c:v>
                </c:pt>
                <c:pt idx="581">
                  <c:v>56.569999999999965</c:v>
                </c:pt>
                <c:pt idx="582">
                  <c:v>55.389999999999958</c:v>
                </c:pt>
                <c:pt idx="583">
                  <c:v>53.099999999999966</c:v>
                </c:pt>
                <c:pt idx="584">
                  <c:v>53.87000000000004</c:v>
                </c:pt>
                <c:pt idx="585">
                  <c:v>51.370000000000005</c:v>
                </c:pt>
                <c:pt idx="586">
                  <c:v>52.600000000000065</c:v>
                </c:pt>
                <c:pt idx="587">
                  <c:v>54.290000000000035</c:v>
                </c:pt>
                <c:pt idx="588">
                  <c:v>54.870000000000019</c:v>
                </c:pt>
                <c:pt idx="589">
                  <c:v>52.25</c:v>
                </c:pt>
                <c:pt idx="590">
                  <c:v>49.58</c:v>
                </c:pt>
                <c:pt idx="591">
                  <c:v>50.150000000000006</c:v>
                </c:pt>
                <c:pt idx="592">
                  <c:v>53.67999999999995</c:v>
                </c:pt>
                <c:pt idx="593">
                  <c:v>53.639999999999958</c:v>
                </c:pt>
                <c:pt idx="594">
                  <c:v>51.689999999999969</c:v>
                </c:pt>
                <c:pt idx="595">
                  <c:v>51.700000000000031</c:v>
                </c:pt>
                <c:pt idx="596">
                  <c:v>50.539999999999985</c:v>
                </c:pt>
                <c:pt idx="597">
                  <c:v>50.32000000000005</c:v>
                </c:pt>
                <c:pt idx="598">
                  <c:v>48.770000000000024</c:v>
                </c:pt>
                <c:pt idx="599">
                  <c:v>50.559999999999938</c:v>
                </c:pt>
                <c:pt idx="600">
                  <c:v>51.61000000000007</c:v>
                </c:pt>
                <c:pt idx="601">
                  <c:v>49.029999999999951</c:v>
                </c:pt>
                <c:pt idx="602">
                  <c:v>51.330000000000013</c:v>
                </c:pt>
                <c:pt idx="603">
                  <c:v>49.000000000000021</c:v>
                </c:pt>
                <c:pt idx="604">
                  <c:v>45.760000000000019</c:v>
                </c:pt>
                <c:pt idx="605">
                  <c:v>45.699999999999989</c:v>
                </c:pt>
                <c:pt idx="606">
                  <c:v>47.029999999999994</c:v>
                </c:pt>
                <c:pt idx="607">
                  <c:v>42.089999999999961</c:v>
                </c:pt>
                <c:pt idx="608">
                  <c:v>40.300000000000047</c:v>
                </c:pt>
                <c:pt idx="609">
                  <c:v>39.409999999999989</c:v>
                </c:pt>
                <c:pt idx="610">
                  <c:v>35.139999999999993</c:v>
                </c:pt>
                <c:pt idx="611">
                  <c:v>36.310000000000016</c:v>
                </c:pt>
                <c:pt idx="612">
                  <c:v>40.70999999999998</c:v>
                </c:pt>
                <c:pt idx="613">
                  <c:v>42.850000000000051</c:v>
                </c:pt>
                <c:pt idx="614">
                  <c:v>42.039999999999992</c:v>
                </c:pt>
                <c:pt idx="615">
                  <c:v>40.870000000000047</c:v>
                </c:pt>
                <c:pt idx="616">
                  <c:v>43.079999999999963</c:v>
                </c:pt>
                <c:pt idx="617">
                  <c:v>43.029999999999987</c:v>
                </c:pt>
                <c:pt idx="618">
                  <c:v>45.990000000000023</c:v>
                </c:pt>
                <c:pt idx="619">
                  <c:v>48.910000000000053</c:v>
                </c:pt>
                <c:pt idx="620">
                  <c:v>53.620000000000005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00-4280-B0A7-97C632E320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45723904"/>
        <c:axId val="1145710784"/>
      </c:barChart>
      <c:lineChart>
        <c:grouping val="standard"/>
        <c:varyColors val="0"/>
        <c:ser>
          <c:idx val="0"/>
          <c:order val="0"/>
          <c:tx>
            <c:strRef>
              <c:f>信用利差3Y走势!$B$1</c:f>
              <c:strCache>
                <c:ptCount val="1"/>
                <c:pt idx="0">
                  <c:v>国开</c:v>
                </c:pt>
              </c:strCache>
            </c:strRef>
          </c:tx>
          <c:spPr>
            <a:ln w="2540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信用利差3Y走势!$A$2:$A$622</c:f>
              <c:numCache>
                <c:formatCode>m/d/yyyy</c:formatCode>
                <c:ptCount val="621"/>
                <c:pt idx="0">
                  <c:v>42209</c:v>
                </c:pt>
                <c:pt idx="1">
                  <c:v>42212</c:v>
                </c:pt>
                <c:pt idx="2">
                  <c:v>42213</c:v>
                </c:pt>
                <c:pt idx="3">
                  <c:v>42227</c:v>
                </c:pt>
                <c:pt idx="4">
                  <c:v>42228</c:v>
                </c:pt>
                <c:pt idx="5">
                  <c:v>42229</c:v>
                </c:pt>
                <c:pt idx="6">
                  <c:v>42230</c:v>
                </c:pt>
                <c:pt idx="7">
                  <c:v>42233</c:v>
                </c:pt>
                <c:pt idx="8">
                  <c:v>42234</c:v>
                </c:pt>
                <c:pt idx="9">
                  <c:v>42235</c:v>
                </c:pt>
                <c:pt idx="10">
                  <c:v>42236</c:v>
                </c:pt>
                <c:pt idx="11">
                  <c:v>42237</c:v>
                </c:pt>
                <c:pt idx="12">
                  <c:v>42240</c:v>
                </c:pt>
                <c:pt idx="13">
                  <c:v>42241</c:v>
                </c:pt>
                <c:pt idx="14">
                  <c:v>42242</c:v>
                </c:pt>
                <c:pt idx="15">
                  <c:v>42243</c:v>
                </c:pt>
                <c:pt idx="16">
                  <c:v>42244</c:v>
                </c:pt>
                <c:pt idx="17">
                  <c:v>42247</c:v>
                </c:pt>
                <c:pt idx="18">
                  <c:v>42248</c:v>
                </c:pt>
                <c:pt idx="19">
                  <c:v>42249</c:v>
                </c:pt>
                <c:pt idx="20">
                  <c:v>42253</c:v>
                </c:pt>
                <c:pt idx="21">
                  <c:v>42254</c:v>
                </c:pt>
                <c:pt idx="22">
                  <c:v>42255</c:v>
                </c:pt>
                <c:pt idx="23">
                  <c:v>42256</c:v>
                </c:pt>
                <c:pt idx="24">
                  <c:v>42257</c:v>
                </c:pt>
                <c:pt idx="25">
                  <c:v>42258</c:v>
                </c:pt>
                <c:pt idx="26">
                  <c:v>42261</c:v>
                </c:pt>
                <c:pt idx="27">
                  <c:v>42262</c:v>
                </c:pt>
                <c:pt idx="28">
                  <c:v>42263</c:v>
                </c:pt>
                <c:pt idx="29">
                  <c:v>42264</c:v>
                </c:pt>
                <c:pt idx="30">
                  <c:v>42265</c:v>
                </c:pt>
                <c:pt idx="31">
                  <c:v>42268</c:v>
                </c:pt>
                <c:pt idx="32">
                  <c:v>42269</c:v>
                </c:pt>
                <c:pt idx="33">
                  <c:v>42270</c:v>
                </c:pt>
                <c:pt idx="34">
                  <c:v>42272</c:v>
                </c:pt>
                <c:pt idx="35">
                  <c:v>42275</c:v>
                </c:pt>
                <c:pt idx="36">
                  <c:v>42277</c:v>
                </c:pt>
                <c:pt idx="37">
                  <c:v>42286</c:v>
                </c:pt>
                <c:pt idx="38">
                  <c:v>42287</c:v>
                </c:pt>
                <c:pt idx="39">
                  <c:v>42289</c:v>
                </c:pt>
                <c:pt idx="40">
                  <c:v>42290</c:v>
                </c:pt>
                <c:pt idx="41">
                  <c:v>42291</c:v>
                </c:pt>
                <c:pt idx="42">
                  <c:v>42292</c:v>
                </c:pt>
                <c:pt idx="43">
                  <c:v>42293</c:v>
                </c:pt>
                <c:pt idx="44">
                  <c:v>42296</c:v>
                </c:pt>
                <c:pt idx="45">
                  <c:v>42297</c:v>
                </c:pt>
                <c:pt idx="46">
                  <c:v>42298</c:v>
                </c:pt>
                <c:pt idx="47">
                  <c:v>42299</c:v>
                </c:pt>
                <c:pt idx="48">
                  <c:v>42300</c:v>
                </c:pt>
                <c:pt idx="49">
                  <c:v>42303</c:v>
                </c:pt>
                <c:pt idx="50">
                  <c:v>42304</c:v>
                </c:pt>
                <c:pt idx="51">
                  <c:v>42305</c:v>
                </c:pt>
                <c:pt idx="52">
                  <c:v>42306</c:v>
                </c:pt>
                <c:pt idx="53">
                  <c:v>42307</c:v>
                </c:pt>
                <c:pt idx="54">
                  <c:v>42310</c:v>
                </c:pt>
                <c:pt idx="55">
                  <c:v>42311</c:v>
                </c:pt>
                <c:pt idx="56">
                  <c:v>42312</c:v>
                </c:pt>
                <c:pt idx="57">
                  <c:v>42313</c:v>
                </c:pt>
                <c:pt idx="58">
                  <c:v>42314</c:v>
                </c:pt>
                <c:pt idx="59">
                  <c:v>42317</c:v>
                </c:pt>
                <c:pt idx="60">
                  <c:v>42318</c:v>
                </c:pt>
                <c:pt idx="61">
                  <c:v>42319</c:v>
                </c:pt>
                <c:pt idx="62">
                  <c:v>42320</c:v>
                </c:pt>
                <c:pt idx="63">
                  <c:v>42321</c:v>
                </c:pt>
                <c:pt idx="64">
                  <c:v>42324</c:v>
                </c:pt>
                <c:pt idx="65">
                  <c:v>42325</c:v>
                </c:pt>
                <c:pt idx="66">
                  <c:v>42326</c:v>
                </c:pt>
                <c:pt idx="67">
                  <c:v>42327</c:v>
                </c:pt>
                <c:pt idx="68">
                  <c:v>42328</c:v>
                </c:pt>
                <c:pt idx="69">
                  <c:v>42331</c:v>
                </c:pt>
                <c:pt idx="70">
                  <c:v>42332</c:v>
                </c:pt>
                <c:pt idx="71">
                  <c:v>42333</c:v>
                </c:pt>
                <c:pt idx="72">
                  <c:v>42334</c:v>
                </c:pt>
                <c:pt idx="73">
                  <c:v>42335</c:v>
                </c:pt>
                <c:pt idx="74">
                  <c:v>42338</c:v>
                </c:pt>
                <c:pt idx="75">
                  <c:v>42339</c:v>
                </c:pt>
                <c:pt idx="76">
                  <c:v>42340</c:v>
                </c:pt>
                <c:pt idx="77">
                  <c:v>42341</c:v>
                </c:pt>
                <c:pt idx="78">
                  <c:v>42342</c:v>
                </c:pt>
                <c:pt idx="79">
                  <c:v>42345</c:v>
                </c:pt>
                <c:pt idx="80">
                  <c:v>42346</c:v>
                </c:pt>
                <c:pt idx="81">
                  <c:v>42347</c:v>
                </c:pt>
                <c:pt idx="82">
                  <c:v>42348</c:v>
                </c:pt>
                <c:pt idx="83">
                  <c:v>42349</c:v>
                </c:pt>
                <c:pt idx="84">
                  <c:v>42352</c:v>
                </c:pt>
                <c:pt idx="85">
                  <c:v>42353</c:v>
                </c:pt>
                <c:pt idx="86">
                  <c:v>42354</c:v>
                </c:pt>
                <c:pt idx="87">
                  <c:v>42355</c:v>
                </c:pt>
                <c:pt idx="88">
                  <c:v>42356</c:v>
                </c:pt>
                <c:pt idx="89">
                  <c:v>42359</c:v>
                </c:pt>
                <c:pt idx="90">
                  <c:v>42360</c:v>
                </c:pt>
                <c:pt idx="91">
                  <c:v>42361</c:v>
                </c:pt>
                <c:pt idx="92">
                  <c:v>42362</c:v>
                </c:pt>
                <c:pt idx="93">
                  <c:v>42363</c:v>
                </c:pt>
                <c:pt idx="94">
                  <c:v>42366</c:v>
                </c:pt>
                <c:pt idx="95">
                  <c:v>42367</c:v>
                </c:pt>
                <c:pt idx="96">
                  <c:v>42368</c:v>
                </c:pt>
                <c:pt idx="97">
                  <c:v>42369</c:v>
                </c:pt>
                <c:pt idx="98">
                  <c:v>42373</c:v>
                </c:pt>
                <c:pt idx="99">
                  <c:v>42374</c:v>
                </c:pt>
                <c:pt idx="100">
                  <c:v>42375</c:v>
                </c:pt>
                <c:pt idx="101">
                  <c:v>42376</c:v>
                </c:pt>
                <c:pt idx="102">
                  <c:v>42377</c:v>
                </c:pt>
                <c:pt idx="103">
                  <c:v>42380</c:v>
                </c:pt>
                <c:pt idx="104">
                  <c:v>42381</c:v>
                </c:pt>
                <c:pt idx="105">
                  <c:v>42382</c:v>
                </c:pt>
                <c:pt idx="106">
                  <c:v>42383</c:v>
                </c:pt>
                <c:pt idx="107">
                  <c:v>42384</c:v>
                </c:pt>
                <c:pt idx="108">
                  <c:v>42387</c:v>
                </c:pt>
                <c:pt idx="109">
                  <c:v>42388</c:v>
                </c:pt>
                <c:pt idx="110">
                  <c:v>42389</c:v>
                </c:pt>
                <c:pt idx="111">
                  <c:v>42390</c:v>
                </c:pt>
                <c:pt idx="112">
                  <c:v>42391</c:v>
                </c:pt>
                <c:pt idx="113">
                  <c:v>42394</c:v>
                </c:pt>
                <c:pt idx="114">
                  <c:v>42395</c:v>
                </c:pt>
                <c:pt idx="115">
                  <c:v>42396</c:v>
                </c:pt>
                <c:pt idx="116">
                  <c:v>42397</c:v>
                </c:pt>
                <c:pt idx="117">
                  <c:v>42398</c:v>
                </c:pt>
                <c:pt idx="118">
                  <c:v>42401</c:v>
                </c:pt>
                <c:pt idx="119">
                  <c:v>42402</c:v>
                </c:pt>
                <c:pt idx="120">
                  <c:v>42403</c:v>
                </c:pt>
                <c:pt idx="121">
                  <c:v>42404</c:v>
                </c:pt>
                <c:pt idx="122">
                  <c:v>42405</c:v>
                </c:pt>
                <c:pt idx="123">
                  <c:v>42406</c:v>
                </c:pt>
                <c:pt idx="124">
                  <c:v>42414</c:v>
                </c:pt>
                <c:pt idx="125">
                  <c:v>42415</c:v>
                </c:pt>
                <c:pt idx="126">
                  <c:v>42416</c:v>
                </c:pt>
                <c:pt idx="127">
                  <c:v>42417</c:v>
                </c:pt>
                <c:pt idx="128">
                  <c:v>42418</c:v>
                </c:pt>
                <c:pt idx="129">
                  <c:v>42419</c:v>
                </c:pt>
                <c:pt idx="130">
                  <c:v>42422</c:v>
                </c:pt>
                <c:pt idx="131">
                  <c:v>42423</c:v>
                </c:pt>
                <c:pt idx="132">
                  <c:v>42424</c:v>
                </c:pt>
                <c:pt idx="133">
                  <c:v>42425</c:v>
                </c:pt>
                <c:pt idx="134">
                  <c:v>42426</c:v>
                </c:pt>
                <c:pt idx="135">
                  <c:v>42429</c:v>
                </c:pt>
                <c:pt idx="136">
                  <c:v>42430</c:v>
                </c:pt>
                <c:pt idx="137">
                  <c:v>42431</c:v>
                </c:pt>
                <c:pt idx="138">
                  <c:v>42432</c:v>
                </c:pt>
                <c:pt idx="139">
                  <c:v>42433</c:v>
                </c:pt>
                <c:pt idx="140">
                  <c:v>42436</c:v>
                </c:pt>
                <c:pt idx="141">
                  <c:v>42437</c:v>
                </c:pt>
                <c:pt idx="142">
                  <c:v>42438</c:v>
                </c:pt>
                <c:pt idx="143">
                  <c:v>42439</c:v>
                </c:pt>
                <c:pt idx="144">
                  <c:v>42440</c:v>
                </c:pt>
                <c:pt idx="145">
                  <c:v>42443</c:v>
                </c:pt>
                <c:pt idx="146">
                  <c:v>42444</c:v>
                </c:pt>
                <c:pt idx="147">
                  <c:v>42445</c:v>
                </c:pt>
                <c:pt idx="148">
                  <c:v>42446</c:v>
                </c:pt>
                <c:pt idx="149">
                  <c:v>42447</c:v>
                </c:pt>
                <c:pt idx="150">
                  <c:v>42450</c:v>
                </c:pt>
                <c:pt idx="151">
                  <c:v>42451</c:v>
                </c:pt>
                <c:pt idx="152">
                  <c:v>42452</c:v>
                </c:pt>
                <c:pt idx="153">
                  <c:v>42453</c:v>
                </c:pt>
                <c:pt idx="154">
                  <c:v>42454</c:v>
                </c:pt>
                <c:pt idx="155">
                  <c:v>42457</c:v>
                </c:pt>
                <c:pt idx="156">
                  <c:v>42458</c:v>
                </c:pt>
                <c:pt idx="157">
                  <c:v>42459</c:v>
                </c:pt>
                <c:pt idx="158">
                  <c:v>42460</c:v>
                </c:pt>
                <c:pt idx="159">
                  <c:v>42461</c:v>
                </c:pt>
                <c:pt idx="160">
                  <c:v>42465</c:v>
                </c:pt>
                <c:pt idx="161">
                  <c:v>42466</c:v>
                </c:pt>
                <c:pt idx="162">
                  <c:v>42467</c:v>
                </c:pt>
                <c:pt idx="163">
                  <c:v>42468</c:v>
                </c:pt>
                <c:pt idx="164">
                  <c:v>42471</c:v>
                </c:pt>
                <c:pt idx="165">
                  <c:v>42472</c:v>
                </c:pt>
                <c:pt idx="166">
                  <c:v>42473</c:v>
                </c:pt>
                <c:pt idx="167">
                  <c:v>42474</c:v>
                </c:pt>
                <c:pt idx="168">
                  <c:v>42475</c:v>
                </c:pt>
                <c:pt idx="169">
                  <c:v>42478</c:v>
                </c:pt>
                <c:pt idx="170">
                  <c:v>42479</c:v>
                </c:pt>
                <c:pt idx="171">
                  <c:v>42480</c:v>
                </c:pt>
                <c:pt idx="172">
                  <c:v>42481</c:v>
                </c:pt>
                <c:pt idx="173">
                  <c:v>42482</c:v>
                </c:pt>
                <c:pt idx="174">
                  <c:v>42485</c:v>
                </c:pt>
                <c:pt idx="175">
                  <c:v>42486</c:v>
                </c:pt>
                <c:pt idx="176">
                  <c:v>42487</c:v>
                </c:pt>
                <c:pt idx="177">
                  <c:v>42488</c:v>
                </c:pt>
                <c:pt idx="178">
                  <c:v>42489</c:v>
                </c:pt>
                <c:pt idx="179">
                  <c:v>42493</c:v>
                </c:pt>
                <c:pt idx="180">
                  <c:v>42494</c:v>
                </c:pt>
                <c:pt idx="181">
                  <c:v>42495</c:v>
                </c:pt>
                <c:pt idx="182">
                  <c:v>42496</c:v>
                </c:pt>
                <c:pt idx="183">
                  <c:v>42499</c:v>
                </c:pt>
                <c:pt idx="184">
                  <c:v>42500</c:v>
                </c:pt>
                <c:pt idx="185">
                  <c:v>42501</c:v>
                </c:pt>
                <c:pt idx="186">
                  <c:v>42502</c:v>
                </c:pt>
                <c:pt idx="187">
                  <c:v>42503</c:v>
                </c:pt>
                <c:pt idx="188">
                  <c:v>42506</c:v>
                </c:pt>
                <c:pt idx="189">
                  <c:v>42507</c:v>
                </c:pt>
                <c:pt idx="190">
                  <c:v>42508</c:v>
                </c:pt>
                <c:pt idx="191">
                  <c:v>42509</c:v>
                </c:pt>
                <c:pt idx="192">
                  <c:v>42510</c:v>
                </c:pt>
                <c:pt idx="193">
                  <c:v>42513</c:v>
                </c:pt>
                <c:pt idx="194">
                  <c:v>42514</c:v>
                </c:pt>
                <c:pt idx="195">
                  <c:v>42515</c:v>
                </c:pt>
                <c:pt idx="196">
                  <c:v>42516</c:v>
                </c:pt>
                <c:pt idx="197">
                  <c:v>42517</c:v>
                </c:pt>
                <c:pt idx="198">
                  <c:v>42520</c:v>
                </c:pt>
                <c:pt idx="199">
                  <c:v>42521</c:v>
                </c:pt>
                <c:pt idx="200">
                  <c:v>42522</c:v>
                </c:pt>
                <c:pt idx="201">
                  <c:v>42523</c:v>
                </c:pt>
                <c:pt idx="202">
                  <c:v>42524</c:v>
                </c:pt>
                <c:pt idx="203">
                  <c:v>42527</c:v>
                </c:pt>
                <c:pt idx="204">
                  <c:v>42528</c:v>
                </c:pt>
                <c:pt idx="205">
                  <c:v>42529</c:v>
                </c:pt>
                <c:pt idx="206">
                  <c:v>42533</c:v>
                </c:pt>
                <c:pt idx="207">
                  <c:v>42534</c:v>
                </c:pt>
                <c:pt idx="208">
                  <c:v>42535</c:v>
                </c:pt>
                <c:pt idx="209">
                  <c:v>42536</c:v>
                </c:pt>
                <c:pt idx="210">
                  <c:v>42537</c:v>
                </c:pt>
                <c:pt idx="211">
                  <c:v>42538</c:v>
                </c:pt>
                <c:pt idx="212">
                  <c:v>42541</c:v>
                </c:pt>
                <c:pt idx="213">
                  <c:v>42542</c:v>
                </c:pt>
                <c:pt idx="214">
                  <c:v>42543</c:v>
                </c:pt>
                <c:pt idx="215">
                  <c:v>42544</c:v>
                </c:pt>
                <c:pt idx="216">
                  <c:v>42545</c:v>
                </c:pt>
                <c:pt idx="217">
                  <c:v>42548</c:v>
                </c:pt>
                <c:pt idx="218">
                  <c:v>42549</c:v>
                </c:pt>
                <c:pt idx="219">
                  <c:v>42550</c:v>
                </c:pt>
                <c:pt idx="220">
                  <c:v>42551</c:v>
                </c:pt>
                <c:pt idx="221">
                  <c:v>42552</c:v>
                </c:pt>
                <c:pt idx="222">
                  <c:v>42555</c:v>
                </c:pt>
                <c:pt idx="223">
                  <c:v>42556</c:v>
                </c:pt>
                <c:pt idx="224">
                  <c:v>42557</c:v>
                </c:pt>
                <c:pt idx="225">
                  <c:v>42558</c:v>
                </c:pt>
                <c:pt idx="226">
                  <c:v>42559</c:v>
                </c:pt>
                <c:pt idx="227">
                  <c:v>42562</c:v>
                </c:pt>
                <c:pt idx="228">
                  <c:v>42563</c:v>
                </c:pt>
                <c:pt idx="229">
                  <c:v>42564</c:v>
                </c:pt>
                <c:pt idx="230">
                  <c:v>42565</c:v>
                </c:pt>
                <c:pt idx="231">
                  <c:v>42566</c:v>
                </c:pt>
                <c:pt idx="232">
                  <c:v>42569</c:v>
                </c:pt>
                <c:pt idx="233">
                  <c:v>42570</c:v>
                </c:pt>
                <c:pt idx="234">
                  <c:v>42571</c:v>
                </c:pt>
                <c:pt idx="235">
                  <c:v>42572</c:v>
                </c:pt>
                <c:pt idx="236">
                  <c:v>42573</c:v>
                </c:pt>
                <c:pt idx="237">
                  <c:v>42576</c:v>
                </c:pt>
                <c:pt idx="238">
                  <c:v>42577</c:v>
                </c:pt>
                <c:pt idx="239">
                  <c:v>42578</c:v>
                </c:pt>
                <c:pt idx="240">
                  <c:v>42579</c:v>
                </c:pt>
                <c:pt idx="241">
                  <c:v>42580</c:v>
                </c:pt>
                <c:pt idx="242">
                  <c:v>42583</c:v>
                </c:pt>
                <c:pt idx="243">
                  <c:v>42584</c:v>
                </c:pt>
                <c:pt idx="244">
                  <c:v>42585</c:v>
                </c:pt>
                <c:pt idx="245">
                  <c:v>42586</c:v>
                </c:pt>
                <c:pt idx="246">
                  <c:v>42587</c:v>
                </c:pt>
                <c:pt idx="247">
                  <c:v>42590</c:v>
                </c:pt>
                <c:pt idx="248">
                  <c:v>42591</c:v>
                </c:pt>
                <c:pt idx="249">
                  <c:v>42592</c:v>
                </c:pt>
                <c:pt idx="250">
                  <c:v>42593</c:v>
                </c:pt>
                <c:pt idx="251">
                  <c:v>42594</c:v>
                </c:pt>
                <c:pt idx="252">
                  <c:v>42597</c:v>
                </c:pt>
                <c:pt idx="253">
                  <c:v>42598</c:v>
                </c:pt>
                <c:pt idx="254">
                  <c:v>42599</c:v>
                </c:pt>
                <c:pt idx="255">
                  <c:v>42600</c:v>
                </c:pt>
                <c:pt idx="256">
                  <c:v>42601</c:v>
                </c:pt>
                <c:pt idx="257">
                  <c:v>42604</c:v>
                </c:pt>
                <c:pt idx="258">
                  <c:v>42605</c:v>
                </c:pt>
                <c:pt idx="259">
                  <c:v>42606</c:v>
                </c:pt>
                <c:pt idx="260">
                  <c:v>42607</c:v>
                </c:pt>
                <c:pt idx="261">
                  <c:v>42608</c:v>
                </c:pt>
                <c:pt idx="262">
                  <c:v>42611</c:v>
                </c:pt>
                <c:pt idx="263">
                  <c:v>42612</c:v>
                </c:pt>
                <c:pt idx="264">
                  <c:v>42613</c:v>
                </c:pt>
                <c:pt idx="265">
                  <c:v>42614</c:v>
                </c:pt>
                <c:pt idx="266">
                  <c:v>42615</c:v>
                </c:pt>
                <c:pt idx="267">
                  <c:v>42618</c:v>
                </c:pt>
                <c:pt idx="268">
                  <c:v>42619</c:v>
                </c:pt>
                <c:pt idx="269">
                  <c:v>42620</c:v>
                </c:pt>
                <c:pt idx="270">
                  <c:v>42621</c:v>
                </c:pt>
                <c:pt idx="271">
                  <c:v>42622</c:v>
                </c:pt>
                <c:pt idx="272">
                  <c:v>42625</c:v>
                </c:pt>
                <c:pt idx="273">
                  <c:v>42626</c:v>
                </c:pt>
                <c:pt idx="274">
                  <c:v>42627</c:v>
                </c:pt>
                <c:pt idx="275">
                  <c:v>42631</c:v>
                </c:pt>
                <c:pt idx="276">
                  <c:v>42632</c:v>
                </c:pt>
                <c:pt idx="277">
                  <c:v>42633</c:v>
                </c:pt>
                <c:pt idx="278">
                  <c:v>42634</c:v>
                </c:pt>
                <c:pt idx="279">
                  <c:v>42635</c:v>
                </c:pt>
                <c:pt idx="280">
                  <c:v>42636</c:v>
                </c:pt>
                <c:pt idx="281">
                  <c:v>42639</c:v>
                </c:pt>
                <c:pt idx="282">
                  <c:v>42640</c:v>
                </c:pt>
                <c:pt idx="283">
                  <c:v>42641</c:v>
                </c:pt>
                <c:pt idx="284">
                  <c:v>42642</c:v>
                </c:pt>
                <c:pt idx="285">
                  <c:v>42643</c:v>
                </c:pt>
                <c:pt idx="286">
                  <c:v>42651</c:v>
                </c:pt>
                <c:pt idx="287">
                  <c:v>42652</c:v>
                </c:pt>
                <c:pt idx="288">
                  <c:v>42653</c:v>
                </c:pt>
                <c:pt idx="289">
                  <c:v>42654</c:v>
                </c:pt>
                <c:pt idx="290">
                  <c:v>42655</c:v>
                </c:pt>
                <c:pt idx="291">
                  <c:v>42656</c:v>
                </c:pt>
                <c:pt idx="292">
                  <c:v>42657</c:v>
                </c:pt>
                <c:pt idx="293">
                  <c:v>42660</c:v>
                </c:pt>
                <c:pt idx="294">
                  <c:v>42661</c:v>
                </c:pt>
                <c:pt idx="295">
                  <c:v>42662</c:v>
                </c:pt>
                <c:pt idx="296">
                  <c:v>42663</c:v>
                </c:pt>
                <c:pt idx="297">
                  <c:v>42664</c:v>
                </c:pt>
                <c:pt idx="298">
                  <c:v>42667</c:v>
                </c:pt>
                <c:pt idx="299">
                  <c:v>42668</c:v>
                </c:pt>
                <c:pt idx="300">
                  <c:v>42669</c:v>
                </c:pt>
                <c:pt idx="301">
                  <c:v>42670</c:v>
                </c:pt>
                <c:pt idx="302">
                  <c:v>42671</c:v>
                </c:pt>
                <c:pt idx="303">
                  <c:v>42674</c:v>
                </c:pt>
                <c:pt idx="304">
                  <c:v>42675</c:v>
                </c:pt>
                <c:pt idx="305">
                  <c:v>42676</c:v>
                </c:pt>
                <c:pt idx="306">
                  <c:v>42677</c:v>
                </c:pt>
                <c:pt idx="307">
                  <c:v>42678</c:v>
                </c:pt>
                <c:pt idx="308">
                  <c:v>42681</c:v>
                </c:pt>
                <c:pt idx="309">
                  <c:v>42682</c:v>
                </c:pt>
                <c:pt idx="310">
                  <c:v>42683</c:v>
                </c:pt>
                <c:pt idx="311">
                  <c:v>42684</c:v>
                </c:pt>
                <c:pt idx="312">
                  <c:v>42685</c:v>
                </c:pt>
                <c:pt idx="313">
                  <c:v>42688</c:v>
                </c:pt>
                <c:pt idx="314">
                  <c:v>42689</c:v>
                </c:pt>
                <c:pt idx="315">
                  <c:v>42690</c:v>
                </c:pt>
                <c:pt idx="316">
                  <c:v>42691</c:v>
                </c:pt>
                <c:pt idx="317">
                  <c:v>42692</c:v>
                </c:pt>
                <c:pt idx="318">
                  <c:v>42695</c:v>
                </c:pt>
                <c:pt idx="319">
                  <c:v>42696</c:v>
                </c:pt>
                <c:pt idx="320">
                  <c:v>42697</c:v>
                </c:pt>
                <c:pt idx="321">
                  <c:v>42698</c:v>
                </c:pt>
                <c:pt idx="322">
                  <c:v>42699</c:v>
                </c:pt>
                <c:pt idx="323">
                  <c:v>42702</c:v>
                </c:pt>
                <c:pt idx="324">
                  <c:v>42703</c:v>
                </c:pt>
                <c:pt idx="325">
                  <c:v>42704</c:v>
                </c:pt>
                <c:pt idx="326">
                  <c:v>42705</c:v>
                </c:pt>
                <c:pt idx="327">
                  <c:v>42706</c:v>
                </c:pt>
                <c:pt idx="328">
                  <c:v>42709</c:v>
                </c:pt>
                <c:pt idx="329">
                  <c:v>42710</c:v>
                </c:pt>
                <c:pt idx="330">
                  <c:v>42711</c:v>
                </c:pt>
                <c:pt idx="331">
                  <c:v>42712</c:v>
                </c:pt>
                <c:pt idx="332">
                  <c:v>42713</c:v>
                </c:pt>
                <c:pt idx="333">
                  <c:v>42716</c:v>
                </c:pt>
                <c:pt idx="334">
                  <c:v>42717</c:v>
                </c:pt>
                <c:pt idx="335">
                  <c:v>42718</c:v>
                </c:pt>
                <c:pt idx="336">
                  <c:v>42719</c:v>
                </c:pt>
                <c:pt idx="337">
                  <c:v>42720</c:v>
                </c:pt>
                <c:pt idx="338">
                  <c:v>42723</c:v>
                </c:pt>
                <c:pt idx="339">
                  <c:v>42724</c:v>
                </c:pt>
                <c:pt idx="340">
                  <c:v>42725</c:v>
                </c:pt>
                <c:pt idx="341">
                  <c:v>42726</c:v>
                </c:pt>
                <c:pt idx="342">
                  <c:v>42727</c:v>
                </c:pt>
                <c:pt idx="343">
                  <c:v>42730</c:v>
                </c:pt>
                <c:pt idx="344">
                  <c:v>42731</c:v>
                </c:pt>
                <c:pt idx="345">
                  <c:v>42732</c:v>
                </c:pt>
                <c:pt idx="346">
                  <c:v>42733</c:v>
                </c:pt>
                <c:pt idx="347">
                  <c:v>42734</c:v>
                </c:pt>
                <c:pt idx="348">
                  <c:v>42735</c:v>
                </c:pt>
                <c:pt idx="349">
                  <c:v>42738</c:v>
                </c:pt>
                <c:pt idx="350">
                  <c:v>42739</c:v>
                </c:pt>
                <c:pt idx="351">
                  <c:v>42740</c:v>
                </c:pt>
                <c:pt idx="352">
                  <c:v>42741</c:v>
                </c:pt>
                <c:pt idx="353">
                  <c:v>42744</c:v>
                </c:pt>
                <c:pt idx="354">
                  <c:v>42745</c:v>
                </c:pt>
                <c:pt idx="355">
                  <c:v>42746</c:v>
                </c:pt>
                <c:pt idx="356">
                  <c:v>42747</c:v>
                </c:pt>
                <c:pt idx="357">
                  <c:v>42748</c:v>
                </c:pt>
                <c:pt idx="358">
                  <c:v>42751</c:v>
                </c:pt>
                <c:pt idx="359">
                  <c:v>42752</c:v>
                </c:pt>
                <c:pt idx="360">
                  <c:v>42753</c:v>
                </c:pt>
                <c:pt idx="361">
                  <c:v>42754</c:v>
                </c:pt>
                <c:pt idx="362">
                  <c:v>42755</c:v>
                </c:pt>
                <c:pt idx="363">
                  <c:v>42757</c:v>
                </c:pt>
                <c:pt idx="364">
                  <c:v>42758</c:v>
                </c:pt>
                <c:pt idx="365">
                  <c:v>42759</c:v>
                </c:pt>
                <c:pt idx="366">
                  <c:v>42760</c:v>
                </c:pt>
                <c:pt idx="367">
                  <c:v>42761</c:v>
                </c:pt>
                <c:pt idx="368">
                  <c:v>42769</c:v>
                </c:pt>
                <c:pt idx="369">
                  <c:v>42770</c:v>
                </c:pt>
                <c:pt idx="370">
                  <c:v>42772</c:v>
                </c:pt>
                <c:pt idx="371">
                  <c:v>42773</c:v>
                </c:pt>
                <c:pt idx="372">
                  <c:v>42774</c:v>
                </c:pt>
                <c:pt idx="373">
                  <c:v>42775</c:v>
                </c:pt>
                <c:pt idx="374">
                  <c:v>42776</c:v>
                </c:pt>
                <c:pt idx="375">
                  <c:v>42779</c:v>
                </c:pt>
                <c:pt idx="376">
                  <c:v>42780</c:v>
                </c:pt>
                <c:pt idx="377">
                  <c:v>42781</c:v>
                </c:pt>
                <c:pt idx="378">
                  <c:v>42782</c:v>
                </c:pt>
                <c:pt idx="379">
                  <c:v>42783</c:v>
                </c:pt>
                <c:pt idx="380">
                  <c:v>42786</c:v>
                </c:pt>
                <c:pt idx="381">
                  <c:v>42787</c:v>
                </c:pt>
                <c:pt idx="382">
                  <c:v>42788</c:v>
                </c:pt>
                <c:pt idx="383">
                  <c:v>42789</c:v>
                </c:pt>
                <c:pt idx="384">
                  <c:v>42790</c:v>
                </c:pt>
                <c:pt idx="385">
                  <c:v>42793</c:v>
                </c:pt>
                <c:pt idx="386">
                  <c:v>42794</c:v>
                </c:pt>
                <c:pt idx="387">
                  <c:v>42795</c:v>
                </c:pt>
                <c:pt idx="388">
                  <c:v>42796</c:v>
                </c:pt>
                <c:pt idx="389">
                  <c:v>42797</c:v>
                </c:pt>
                <c:pt idx="390">
                  <c:v>42800</c:v>
                </c:pt>
                <c:pt idx="391">
                  <c:v>42801</c:v>
                </c:pt>
                <c:pt idx="392">
                  <c:v>42802</c:v>
                </c:pt>
                <c:pt idx="393">
                  <c:v>42803</c:v>
                </c:pt>
                <c:pt idx="394">
                  <c:v>42804</c:v>
                </c:pt>
                <c:pt idx="395">
                  <c:v>42807</c:v>
                </c:pt>
                <c:pt idx="396">
                  <c:v>42808</c:v>
                </c:pt>
                <c:pt idx="397">
                  <c:v>42809</c:v>
                </c:pt>
                <c:pt idx="398">
                  <c:v>42810</c:v>
                </c:pt>
                <c:pt idx="399">
                  <c:v>42811</c:v>
                </c:pt>
                <c:pt idx="400">
                  <c:v>42814</c:v>
                </c:pt>
                <c:pt idx="401">
                  <c:v>42815</c:v>
                </c:pt>
                <c:pt idx="402">
                  <c:v>42816</c:v>
                </c:pt>
                <c:pt idx="403">
                  <c:v>42817</c:v>
                </c:pt>
                <c:pt idx="404">
                  <c:v>42818</c:v>
                </c:pt>
                <c:pt idx="405">
                  <c:v>42821</c:v>
                </c:pt>
                <c:pt idx="406">
                  <c:v>42822</c:v>
                </c:pt>
                <c:pt idx="407">
                  <c:v>42823</c:v>
                </c:pt>
                <c:pt idx="408">
                  <c:v>42824</c:v>
                </c:pt>
                <c:pt idx="409">
                  <c:v>42825</c:v>
                </c:pt>
                <c:pt idx="410">
                  <c:v>42826</c:v>
                </c:pt>
                <c:pt idx="411">
                  <c:v>42830</c:v>
                </c:pt>
                <c:pt idx="412">
                  <c:v>42831</c:v>
                </c:pt>
                <c:pt idx="413">
                  <c:v>42832</c:v>
                </c:pt>
                <c:pt idx="414">
                  <c:v>42835</c:v>
                </c:pt>
                <c:pt idx="415">
                  <c:v>42836</c:v>
                </c:pt>
                <c:pt idx="416">
                  <c:v>42837</c:v>
                </c:pt>
                <c:pt idx="417">
                  <c:v>42838</c:v>
                </c:pt>
                <c:pt idx="418">
                  <c:v>42839</c:v>
                </c:pt>
                <c:pt idx="419">
                  <c:v>42842</c:v>
                </c:pt>
                <c:pt idx="420">
                  <c:v>42843</c:v>
                </c:pt>
                <c:pt idx="421">
                  <c:v>42844</c:v>
                </c:pt>
                <c:pt idx="422">
                  <c:v>42845</c:v>
                </c:pt>
                <c:pt idx="423">
                  <c:v>42846</c:v>
                </c:pt>
                <c:pt idx="424">
                  <c:v>42849</c:v>
                </c:pt>
                <c:pt idx="425">
                  <c:v>42850</c:v>
                </c:pt>
                <c:pt idx="426">
                  <c:v>42851</c:v>
                </c:pt>
                <c:pt idx="427">
                  <c:v>42852</c:v>
                </c:pt>
                <c:pt idx="428">
                  <c:v>42853</c:v>
                </c:pt>
                <c:pt idx="429">
                  <c:v>42857</c:v>
                </c:pt>
                <c:pt idx="430">
                  <c:v>42858</c:v>
                </c:pt>
                <c:pt idx="431">
                  <c:v>42859</c:v>
                </c:pt>
                <c:pt idx="432">
                  <c:v>42860</c:v>
                </c:pt>
                <c:pt idx="433">
                  <c:v>42863</c:v>
                </c:pt>
                <c:pt idx="434">
                  <c:v>42864</c:v>
                </c:pt>
                <c:pt idx="435">
                  <c:v>42865</c:v>
                </c:pt>
                <c:pt idx="436">
                  <c:v>42866</c:v>
                </c:pt>
                <c:pt idx="437">
                  <c:v>42867</c:v>
                </c:pt>
                <c:pt idx="438">
                  <c:v>42870</c:v>
                </c:pt>
                <c:pt idx="439">
                  <c:v>42871</c:v>
                </c:pt>
                <c:pt idx="440">
                  <c:v>42872</c:v>
                </c:pt>
                <c:pt idx="441">
                  <c:v>42873</c:v>
                </c:pt>
                <c:pt idx="442">
                  <c:v>42874</c:v>
                </c:pt>
                <c:pt idx="443">
                  <c:v>42877</c:v>
                </c:pt>
                <c:pt idx="444">
                  <c:v>42878</c:v>
                </c:pt>
                <c:pt idx="445">
                  <c:v>42879</c:v>
                </c:pt>
                <c:pt idx="446">
                  <c:v>42880</c:v>
                </c:pt>
                <c:pt idx="447">
                  <c:v>42881</c:v>
                </c:pt>
                <c:pt idx="448">
                  <c:v>42882</c:v>
                </c:pt>
                <c:pt idx="449">
                  <c:v>42886</c:v>
                </c:pt>
                <c:pt idx="450">
                  <c:v>42887</c:v>
                </c:pt>
                <c:pt idx="451">
                  <c:v>42888</c:v>
                </c:pt>
                <c:pt idx="452">
                  <c:v>42891</c:v>
                </c:pt>
                <c:pt idx="453">
                  <c:v>42892</c:v>
                </c:pt>
                <c:pt idx="454">
                  <c:v>42893</c:v>
                </c:pt>
                <c:pt idx="455">
                  <c:v>42894</c:v>
                </c:pt>
                <c:pt idx="456">
                  <c:v>42895</c:v>
                </c:pt>
                <c:pt idx="457">
                  <c:v>42898</c:v>
                </c:pt>
                <c:pt idx="458">
                  <c:v>42899</c:v>
                </c:pt>
                <c:pt idx="459">
                  <c:v>42900</c:v>
                </c:pt>
                <c:pt idx="460">
                  <c:v>42901</c:v>
                </c:pt>
                <c:pt idx="461">
                  <c:v>42902</c:v>
                </c:pt>
                <c:pt idx="462">
                  <c:v>42905</c:v>
                </c:pt>
                <c:pt idx="463">
                  <c:v>42906</c:v>
                </c:pt>
                <c:pt idx="464">
                  <c:v>42907</c:v>
                </c:pt>
                <c:pt idx="465">
                  <c:v>42908</c:v>
                </c:pt>
                <c:pt idx="466">
                  <c:v>42909</c:v>
                </c:pt>
                <c:pt idx="467">
                  <c:v>42912</c:v>
                </c:pt>
                <c:pt idx="468">
                  <c:v>42913</c:v>
                </c:pt>
                <c:pt idx="469">
                  <c:v>42914</c:v>
                </c:pt>
                <c:pt idx="470">
                  <c:v>42915</c:v>
                </c:pt>
                <c:pt idx="471">
                  <c:v>42916</c:v>
                </c:pt>
                <c:pt idx="472">
                  <c:v>42919</c:v>
                </c:pt>
                <c:pt idx="473">
                  <c:v>42920</c:v>
                </c:pt>
                <c:pt idx="474">
                  <c:v>42921</c:v>
                </c:pt>
                <c:pt idx="475">
                  <c:v>42922</c:v>
                </c:pt>
                <c:pt idx="476">
                  <c:v>42923</c:v>
                </c:pt>
                <c:pt idx="477">
                  <c:v>42926</c:v>
                </c:pt>
                <c:pt idx="478">
                  <c:v>42927</c:v>
                </c:pt>
                <c:pt idx="479">
                  <c:v>42928</c:v>
                </c:pt>
                <c:pt idx="480">
                  <c:v>42929</c:v>
                </c:pt>
                <c:pt idx="481">
                  <c:v>42930</c:v>
                </c:pt>
                <c:pt idx="482">
                  <c:v>42933</c:v>
                </c:pt>
                <c:pt idx="483">
                  <c:v>42934</c:v>
                </c:pt>
                <c:pt idx="484">
                  <c:v>42935</c:v>
                </c:pt>
                <c:pt idx="485">
                  <c:v>42936</c:v>
                </c:pt>
                <c:pt idx="486">
                  <c:v>42937</c:v>
                </c:pt>
                <c:pt idx="487">
                  <c:v>42940</c:v>
                </c:pt>
                <c:pt idx="488">
                  <c:v>42941</c:v>
                </c:pt>
                <c:pt idx="489">
                  <c:v>42942</c:v>
                </c:pt>
                <c:pt idx="490">
                  <c:v>42943</c:v>
                </c:pt>
                <c:pt idx="491">
                  <c:v>42944</c:v>
                </c:pt>
                <c:pt idx="492">
                  <c:v>42947</c:v>
                </c:pt>
                <c:pt idx="493">
                  <c:v>42948</c:v>
                </c:pt>
                <c:pt idx="494">
                  <c:v>42949</c:v>
                </c:pt>
                <c:pt idx="495">
                  <c:v>42950</c:v>
                </c:pt>
                <c:pt idx="496">
                  <c:v>42951</c:v>
                </c:pt>
                <c:pt idx="497">
                  <c:v>42954</c:v>
                </c:pt>
                <c:pt idx="498">
                  <c:v>42955</c:v>
                </c:pt>
                <c:pt idx="499">
                  <c:v>42956</c:v>
                </c:pt>
                <c:pt idx="500">
                  <c:v>42957</c:v>
                </c:pt>
                <c:pt idx="501">
                  <c:v>42958</c:v>
                </c:pt>
                <c:pt idx="502">
                  <c:v>42961</c:v>
                </c:pt>
                <c:pt idx="503">
                  <c:v>42962</c:v>
                </c:pt>
                <c:pt idx="504">
                  <c:v>42963</c:v>
                </c:pt>
                <c:pt idx="505">
                  <c:v>42964</c:v>
                </c:pt>
                <c:pt idx="506">
                  <c:v>42965</c:v>
                </c:pt>
                <c:pt idx="507">
                  <c:v>42968</c:v>
                </c:pt>
                <c:pt idx="508">
                  <c:v>42969</c:v>
                </c:pt>
                <c:pt idx="509">
                  <c:v>42970</c:v>
                </c:pt>
                <c:pt idx="510">
                  <c:v>42971</c:v>
                </c:pt>
                <c:pt idx="511">
                  <c:v>42972</c:v>
                </c:pt>
                <c:pt idx="512">
                  <c:v>42975</c:v>
                </c:pt>
                <c:pt idx="513">
                  <c:v>42976</c:v>
                </c:pt>
                <c:pt idx="514">
                  <c:v>42977</c:v>
                </c:pt>
                <c:pt idx="515">
                  <c:v>42978</c:v>
                </c:pt>
                <c:pt idx="516">
                  <c:v>42979</c:v>
                </c:pt>
                <c:pt idx="517">
                  <c:v>42982</c:v>
                </c:pt>
                <c:pt idx="518">
                  <c:v>42983</c:v>
                </c:pt>
                <c:pt idx="519">
                  <c:v>42984</c:v>
                </c:pt>
                <c:pt idx="520">
                  <c:v>42985</c:v>
                </c:pt>
                <c:pt idx="521">
                  <c:v>42986</c:v>
                </c:pt>
                <c:pt idx="522">
                  <c:v>42989</c:v>
                </c:pt>
                <c:pt idx="523">
                  <c:v>42990</c:v>
                </c:pt>
                <c:pt idx="524">
                  <c:v>42991</c:v>
                </c:pt>
                <c:pt idx="525">
                  <c:v>42992</c:v>
                </c:pt>
                <c:pt idx="526">
                  <c:v>42993</c:v>
                </c:pt>
                <c:pt idx="527">
                  <c:v>42996</c:v>
                </c:pt>
                <c:pt idx="528">
                  <c:v>42997</c:v>
                </c:pt>
                <c:pt idx="529">
                  <c:v>42998</c:v>
                </c:pt>
                <c:pt idx="530">
                  <c:v>42999</c:v>
                </c:pt>
                <c:pt idx="531">
                  <c:v>43000</c:v>
                </c:pt>
                <c:pt idx="532">
                  <c:v>43003</c:v>
                </c:pt>
                <c:pt idx="533">
                  <c:v>43004</c:v>
                </c:pt>
                <c:pt idx="534">
                  <c:v>43005</c:v>
                </c:pt>
                <c:pt idx="535">
                  <c:v>43006</c:v>
                </c:pt>
                <c:pt idx="536">
                  <c:v>43007</c:v>
                </c:pt>
                <c:pt idx="537">
                  <c:v>43008</c:v>
                </c:pt>
                <c:pt idx="538">
                  <c:v>43017</c:v>
                </c:pt>
                <c:pt idx="539">
                  <c:v>43018</c:v>
                </c:pt>
                <c:pt idx="540">
                  <c:v>43019</c:v>
                </c:pt>
                <c:pt idx="541">
                  <c:v>43020</c:v>
                </c:pt>
                <c:pt idx="542">
                  <c:v>43021</c:v>
                </c:pt>
                <c:pt idx="543">
                  <c:v>43024</c:v>
                </c:pt>
                <c:pt idx="544">
                  <c:v>43025</c:v>
                </c:pt>
                <c:pt idx="545">
                  <c:v>43026</c:v>
                </c:pt>
                <c:pt idx="546">
                  <c:v>43027</c:v>
                </c:pt>
                <c:pt idx="547">
                  <c:v>43028</c:v>
                </c:pt>
                <c:pt idx="548">
                  <c:v>43031</c:v>
                </c:pt>
                <c:pt idx="549">
                  <c:v>43032</c:v>
                </c:pt>
                <c:pt idx="550">
                  <c:v>43033</c:v>
                </c:pt>
                <c:pt idx="551">
                  <c:v>43034</c:v>
                </c:pt>
                <c:pt idx="552">
                  <c:v>43035</c:v>
                </c:pt>
                <c:pt idx="553">
                  <c:v>43038</c:v>
                </c:pt>
                <c:pt idx="554">
                  <c:v>43039</c:v>
                </c:pt>
                <c:pt idx="555">
                  <c:v>43040</c:v>
                </c:pt>
                <c:pt idx="556">
                  <c:v>43041</c:v>
                </c:pt>
                <c:pt idx="557">
                  <c:v>43042</c:v>
                </c:pt>
                <c:pt idx="558">
                  <c:v>43045</c:v>
                </c:pt>
                <c:pt idx="559">
                  <c:v>43046</c:v>
                </c:pt>
                <c:pt idx="560">
                  <c:v>43047</c:v>
                </c:pt>
                <c:pt idx="561">
                  <c:v>43048</c:v>
                </c:pt>
                <c:pt idx="562">
                  <c:v>43049</c:v>
                </c:pt>
                <c:pt idx="563">
                  <c:v>43052</c:v>
                </c:pt>
                <c:pt idx="564">
                  <c:v>43053</c:v>
                </c:pt>
                <c:pt idx="565">
                  <c:v>43054</c:v>
                </c:pt>
                <c:pt idx="566">
                  <c:v>43055</c:v>
                </c:pt>
                <c:pt idx="567">
                  <c:v>43056</c:v>
                </c:pt>
                <c:pt idx="568">
                  <c:v>43059</c:v>
                </c:pt>
                <c:pt idx="569">
                  <c:v>43060</c:v>
                </c:pt>
                <c:pt idx="570">
                  <c:v>43061</c:v>
                </c:pt>
                <c:pt idx="571">
                  <c:v>43062</c:v>
                </c:pt>
                <c:pt idx="572">
                  <c:v>43063</c:v>
                </c:pt>
                <c:pt idx="573">
                  <c:v>43066</c:v>
                </c:pt>
                <c:pt idx="574">
                  <c:v>43067</c:v>
                </c:pt>
                <c:pt idx="575">
                  <c:v>43068</c:v>
                </c:pt>
                <c:pt idx="576">
                  <c:v>43069</c:v>
                </c:pt>
                <c:pt idx="577">
                  <c:v>43070</c:v>
                </c:pt>
                <c:pt idx="578">
                  <c:v>43073</c:v>
                </c:pt>
                <c:pt idx="579">
                  <c:v>43074</c:v>
                </c:pt>
                <c:pt idx="580">
                  <c:v>43075</c:v>
                </c:pt>
                <c:pt idx="581">
                  <c:v>43076</c:v>
                </c:pt>
                <c:pt idx="582">
                  <c:v>43077</c:v>
                </c:pt>
                <c:pt idx="583">
                  <c:v>43080</c:v>
                </c:pt>
                <c:pt idx="584">
                  <c:v>43081</c:v>
                </c:pt>
                <c:pt idx="585">
                  <c:v>43082</c:v>
                </c:pt>
                <c:pt idx="586">
                  <c:v>43083</c:v>
                </c:pt>
                <c:pt idx="587">
                  <c:v>43084</c:v>
                </c:pt>
                <c:pt idx="588">
                  <c:v>43087</c:v>
                </c:pt>
                <c:pt idx="589">
                  <c:v>43088</c:v>
                </c:pt>
                <c:pt idx="590">
                  <c:v>43089</c:v>
                </c:pt>
                <c:pt idx="591">
                  <c:v>43090</c:v>
                </c:pt>
                <c:pt idx="592">
                  <c:v>43091</c:v>
                </c:pt>
                <c:pt idx="593">
                  <c:v>43094</c:v>
                </c:pt>
                <c:pt idx="594">
                  <c:v>43095</c:v>
                </c:pt>
                <c:pt idx="595">
                  <c:v>43096</c:v>
                </c:pt>
                <c:pt idx="596">
                  <c:v>43097</c:v>
                </c:pt>
                <c:pt idx="597">
                  <c:v>43100</c:v>
                </c:pt>
                <c:pt idx="598">
                  <c:v>43102</c:v>
                </c:pt>
                <c:pt idx="599">
                  <c:v>43103</c:v>
                </c:pt>
                <c:pt idx="600">
                  <c:v>43104</c:v>
                </c:pt>
                <c:pt idx="601">
                  <c:v>43105</c:v>
                </c:pt>
                <c:pt idx="602">
                  <c:v>43108</c:v>
                </c:pt>
                <c:pt idx="603">
                  <c:v>43109</c:v>
                </c:pt>
                <c:pt idx="604">
                  <c:v>43110</c:v>
                </c:pt>
                <c:pt idx="605">
                  <c:v>43111</c:v>
                </c:pt>
                <c:pt idx="606">
                  <c:v>43112</c:v>
                </c:pt>
                <c:pt idx="607">
                  <c:v>43115</c:v>
                </c:pt>
                <c:pt idx="608">
                  <c:v>43116</c:v>
                </c:pt>
                <c:pt idx="609">
                  <c:v>43117</c:v>
                </c:pt>
                <c:pt idx="610">
                  <c:v>43118</c:v>
                </c:pt>
                <c:pt idx="611">
                  <c:v>43119</c:v>
                </c:pt>
                <c:pt idx="612">
                  <c:v>43122</c:v>
                </c:pt>
                <c:pt idx="613">
                  <c:v>43123</c:v>
                </c:pt>
                <c:pt idx="614">
                  <c:v>43124</c:v>
                </c:pt>
                <c:pt idx="615">
                  <c:v>43125</c:v>
                </c:pt>
                <c:pt idx="616">
                  <c:v>43126</c:v>
                </c:pt>
                <c:pt idx="617">
                  <c:v>43129</c:v>
                </c:pt>
                <c:pt idx="618">
                  <c:v>43130</c:v>
                </c:pt>
                <c:pt idx="619">
                  <c:v>43131</c:v>
                </c:pt>
                <c:pt idx="620">
                  <c:v>43132</c:v>
                </c:pt>
              </c:numCache>
            </c:numRef>
          </c:cat>
          <c:val>
            <c:numRef>
              <c:f>信用利差3Y走势!$B$2:$B$622</c:f>
              <c:numCache>
                <c:formatCode>General</c:formatCode>
                <c:ptCount val="621"/>
                <c:pt idx="0">
                  <c:v>3.3675999999999999</c:v>
                </c:pt>
                <c:pt idx="1">
                  <c:v>3.3551000000000002</c:v>
                </c:pt>
                <c:pt idx="2">
                  <c:v>3.3323999999999998</c:v>
                </c:pt>
                <c:pt idx="3">
                  <c:v>3.3567999999999998</c:v>
                </c:pt>
                <c:pt idx="4">
                  <c:v>3.3517999999999999</c:v>
                </c:pt>
                <c:pt idx="5">
                  <c:v>3.3209</c:v>
                </c:pt>
                <c:pt idx="6">
                  <c:v>3.2970999999999999</c:v>
                </c:pt>
                <c:pt idx="7">
                  <c:v>3.3384</c:v>
                </c:pt>
                <c:pt idx="8">
                  <c:v>3.3357999999999999</c:v>
                </c:pt>
                <c:pt idx="9">
                  <c:v>3.3551000000000002</c:v>
                </c:pt>
                <c:pt idx="10">
                  <c:v>3.3256000000000001</c:v>
                </c:pt>
                <c:pt idx="11">
                  <c:v>3.3349000000000002</c:v>
                </c:pt>
                <c:pt idx="12">
                  <c:v>3.3325999999999998</c:v>
                </c:pt>
                <c:pt idx="13">
                  <c:v>3.3698000000000001</c:v>
                </c:pt>
                <c:pt idx="14">
                  <c:v>3.3517999999999999</c:v>
                </c:pt>
                <c:pt idx="15">
                  <c:v>3.3393999999999999</c:v>
                </c:pt>
                <c:pt idx="16">
                  <c:v>3.3449</c:v>
                </c:pt>
                <c:pt idx="17">
                  <c:v>3.3283</c:v>
                </c:pt>
                <c:pt idx="18">
                  <c:v>3.3008000000000002</c:v>
                </c:pt>
                <c:pt idx="19">
                  <c:v>3.3209</c:v>
                </c:pt>
                <c:pt idx="20">
                  <c:v>3.2959999999999998</c:v>
                </c:pt>
                <c:pt idx="21">
                  <c:v>3.3195999999999999</c:v>
                </c:pt>
                <c:pt idx="22">
                  <c:v>3.3365</c:v>
                </c:pt>
                <c:pt idx="23">
                  <c:v>3.3441999999999998</c:v>
                </c:pt>
                <c:pt idx="24">
                  <c:v>3.3504</c:v>
                </c:pt>
                <c:pt idx="25">
                  <c:v>3.3351999999999999</c:v>
                </c:pt>
                <c:pt idx="26">
                  <c:v>3.3258999999999999</c:v>
                </c:pt>
                <c:pt idx="27">
                  <c:v>3.3089</c:v>
                </c:pt>
                <c:pt idx="28">
                  <c:v>3.3117000000000001</c:v>
                </c:pt>
                <c:pt idx="29">
                  <c:v>3.3178000000000001</c:v>
                </c:pt>
                <c:pt idx="30">
                  <c:v>3.3296999999999999</c:v>
                </c:pt>
                <c:pt idx="31">
                  <c:v>3.3331</c:v>
                </c:pt>
                <c:pt idx="32">
                  <c:v>3.3365999999999998</c:v>
                </c:pt>
                <c:pt idx="33">
                  <c:v>3.3647</c:v>
                </c:pt>
                <c:pt idx="34">
                  <c:v>3.3222999999999998</c:v>
                </c:pt>
                <c:pt idx="35">
                  <c:v>3.3229000000000002</c:v>
                </c:pt>
                <c:pt idx="36">
                  <c:v>3.2946</c:v>
                </c:pt>
                <c:pt idx="37">
                  <c:v>3.2643</c:v>
                </c:pt>
                <c:pt idx="38">
                  <c:v>3.2736999999999998</c:v>
                </c:pt>
                <c:pt idx="39">
                  <c:v>3.2572000000000001</c:v>
                </c:pt>
                <c:pt idx="40">
                  <c:v>3.1879</c:v>
                </c:pt>
                <c:pt idx="41">
                  <c:v>3.1568999999999998</c:v>
                </c:pt>
                <c:pt idx="42">
                  <c:v>3.2088999999999999</c:v>
                </c:pt>
                <c:pt idx="43">
                  <c:v>3.2097000000000002</c:v>
                </c:pt>
                <c:pt idx="44">
                  <c:v>3.2120000000000002</c:v>
                </c:pt>
                <c:pt idx="45">
                  <c:v>3.1907000000000001</c:v>
                </c:pt>
                <c:pt idx="46">
                  <c:v>3.1743999999999999</c:v>
                </c:pt>
                <c:pt idx="47">
                  <c:v>3.1726999999999999</c:v>
                </c:pt>
                <c:pt idx="48">
                  <c:v>3.1522000000000001</c:v>
                </c:pt>
                <c:pt idx="49">
                  <c:v>3.1212</c:v>
                </c:pt>
                <c:pt idx="50">
                  <c:v>3.0661</c:v>
                </c:pt>
                <c:pt idx="51">
                  <c:v>3.0203000000000002</c:v>
                </c:pt>
                <c:pt idx="52">
                  <c:v>3.0661999999999998</c:v>
                </c:pt>
                <c:pt idx="53">
                  <c:v>3.0802</c:v>
                </c:pt>
                <c:pt idx="54">
                  <c:v>3.0868000000000002</c:v>
                </c:pt>
                <c:pt idx="55">
                  <c:v>3.0886999999999998</c:v>
                </c:pt>
                <c:pt idx="56">
                  <c:v>3.1164999999999998</c:v>
                </c:pt>
                <c:pt idx="57">
                  <c:v>3.1030000000000002</c:v>
                </c:pt>
                <c:pt idx="58">
                  <c:v>3.1019000000000001</c:v>
                </c:pt>
                <c:pt idx="59">
                  <c:v>3.2768999999999999</c:v>
                </c:pt>
                <c:pt idx="60">
                  <c:v>3.2744</c:v>
                </c:pt>
                <c:pt idx="61">
                  <c:v>3.2187000000000001</c:v>
                </c:pt>
                <c:pt idx="62">
                  <c:v>3.2069000000000001</c:v>
                </c:pt>
                <c:pt idx="63">
                  <c:v>3.1846999999999999</c:v>
                </c:pt>
                <c:pt idx="64">
                  <c:v>3.2</c:v>
                </c:pt>
                <c:pt idx="65">
                  <c:v>3.1726000000000001</c:v>
                </c:pt>
                <c:pt idx="66">
                  <c:v>3.2111000000000001</c:v>
                </c:pt>
                <c:pt idx="67">
                  <c:v>3.2101999999999999</c:v>
                </c:pt>
                <c:pt idx="68">
                  <c:v>3.1888000000000001</c:v>
                </c:pt>
                <c:pt idx="69">
                  <c:v>3.2145999999999999</c:v>
                </c:pt>
                <c:pt idx="70">
                  <c:v>3.1869000000000001</c:v>
                </c:pt>
                <c:pt idx="71">
                  <c:v>3.1800999999999999</c:v>
                </c:pt>
                <c:pt idx="72">
                  <c:v>3.1545000000000001</c:v>
                </c:pt>
                <c:pt idx="73">
                  <c:v>3.1425999999999998</c:v>
                </c:pt>
                <c:pt idx="74">
                  <c:v>3.1417999999999999</c:v>
                </c:pt>
                <c:pt idx="75">
                  <c:v>3.1385000000000001</c:v>
                </c:pt>
                <c:pt idx="76">
                  <c:v>3.1137000000000001</c:v>
                </c:pt>
                <c:pt idx="77">
                  <c:v>3.0933999999999999</c:v>
                </c:pt>
                <c:pt idx="78">
                  <c:v>3.0750999999999999</c:v>
                </c:pt>
                <c:pt idx="79">
                  <c:v>3.0445000000000002</c:v>
                </c:pt>
                <c:pt idx="80">
                  <c:v>3.0127000000000002</c:v>
                </c:pt>
                <c:pt idx="81">
                  <c:v>3.0055000000000001</c:v>
                </c:pt>
                <c:pt idx="82">
                  <c:v>2.9790999999999999</c:v>
                </c:pt>
                <c:pt idx="83">
                  <c:v>2.9790999999999999</c:v>
                </c:pt>
                <c:pt idx="84">
                  <c:v>3.0188000000000001</c:v>
                </c:pt>
                <c:pt idx="85">
                  <c:v>2.9954000000000001</c:v>
                </c:pt>
                <c:pt idx="86">
                  <c:v>2.968</c:v>
                </c:pt>
                <c:pt idx="87">
                  <c:v>2.9569000000000001</c:v>
                </c:pt>
                <c:pt idx="88">
                  <c:v>2.8837000000000002</c:v>
                </c:pt>
                <c:pt idx="89">
                  <c:v>2.7974999999999999</c:v>
                </c:pt>
                <c:pt idx="90">
                  <c:v>2.8007</c:v>
                </c:pt>
                <c:pt idx="91">
                  <c:v>2.7858000000000001</c:v>
                </c:pt>
                <c:pt idx="92">
                  <c:v>2.7654999999999998</c:v>
                </c:pt>
                <c:pt idx="93">
                  <c:v>2.7366000000000001</c:v>
                </c:pt>
                <c:pt idx="94">
                  <c:v>2.6873999999999998</c:v>
                </c:pt>
                <c:pt idx="95">
                  <c:v>2.6475</c:v>
                </c:pt>
                <c:pt idx="96">
                  <c:v>2.6663999999999999</c:v>
                </c:pt>
                <c:pt idx="97">
                  <c:v>2.6453000000000002</c:v>
                </c:pt>
                <c:pt idx="98">
                  <c:v>2.7454999999999998</c:v>
                </c:pt>
                <c:pt idx="99">
                  <c:v>2.8001999999999998</c:v>
                </c:pt>
                <c:pt idx="100">
                  <c:v>2.7825000000000002</c:v>
                </c:pt>
                <c:pt idx="101">
                  <c:v>2.7564000000000002</c:v>
                </c:pt>
                <c:pt idx="102">
                  <c:v>2.7353999999999998</c:v>
                </c:pt>
                <c:pt idx="103">
                  <c:v>2.7391000000000001</c:v>
                </c:pt>
                <c:pt idx="104">
                  <c:v>2.6993</c:v>
                </c:pt>
                <c:pt idx="105">
                  <c:v>2.6800999999999999</c:v>
                </c:pt>
                <c:pt idx="106">
                  <c:v>2.6633</c:v>
                </c:pt>
                <c:pt idx="107">
                  <c:v>2.7000999999999999</c:v>
                </c:pt>
                <c:pt idx="108">
                  <c:v>2.7454000000000001</c:v>
                </c:pt>
                <c:pt idx="109">
                  <c:v>2.7605</c:v>
                </c:pt>
                <c:pt idx="110">
                  <c:v>2.7892000000000001</c:v>
                </c:pt>
                <c:pt idx="111">
                  <c:v>2.8003</c:v>
                </c:pt>
                <c:pt idx="112">
                  <c:v>2.7745000000000002</c:v>
                </c:pt>
                <c:pt idx="113">
                  <c:v>2.7953000000000001</c:v>
                </c:pt>
                <c:pt idx="114">
                  <c:v>2.8285</c:v>
                </c:pt>
                <c:pt idx="115">
                  <c:v>2.8883000000000001</c:v>
                </c:pt>
                <c:pt idx="116">
                  <c:v>2.8896000000000002</c:v>
                </c:pt>
                <c:pt idx="117">
                  <c:v>2.8129</c:v>
                </c:pt>
                <c:pt idx="118">
                  <c:v>2.8111999999999999</c:v>
                </c:pt>
                <c:pt idx="119">
                  <c:v>2.8401000000000001</c:v>
                </c:pt>
                <c:pt idx="120">
                  <c:v>2.8563999999999998</c:v>
                </c:pt>
                <c:pt idx="121">
                  <c:v>2.8439999999999999</c:v>
                </c:pt>
                <c:pt idx="122">
                  <c:v>2.8380999999999998</c:v>
                </c:pt>
                <c:pt idx="123">
                  <c:v>2.8418999999999999</c:v>
                </c:pt>
                <c:pt idx="124">
                  <c:v>2.8708999999999998</c:v>
                </c:pt>
                <c:pt idx="125">
                  <c:v>2.8509000000000002</c:v>
                </c:pt>
                <c:pt idx="126">
                  <c:v>2.8980999999999999</c:v>
                </c:pt>
                <c:pt idx="127">
                  <c:v>2.9047000000000001</c:v>
                </c:pt>
                <c:pt idx="128">
                  <c:v>2.8812000000000002</c:v>
                </c:pt>
                <c:pt idx="129">
                  <c:v>2.8586999999999998</c:v>
                </c:pt>
                <c:pt idx="130">
                  <c:v>2.8536999999999999</c:v>
                </c:pt>
                <c:pt idx="131">
                  <c:v>2.8208000000000002</c:v>
                </c:pt>
                <c:pt idx="132">
                  <c:v>2.8380999999999998</c:v>
                </c:pt>
                <c:pt idx="133">
                  <c:v>2.8492999999999999</c:v>
                </c:pt>
                <c:pt idx="134">
                  <c:v>2.8618000000000001</c:v>
                </c:pt>
                <c:pt idx="135">
                  <c:v>2.8515999999999999</c:v>
                </c:pt>
                <c:pt idx="136">
                  <c:v>2.8416000000000001</c:v>
                </c:pt>
                <c:pt idx="137">
                  <c:v>2.8193000000000001</c:v>
                </c:pt>
                <c:pt idx="138">
                  <c:v>2.8426999999999998</c:v>
                </c:pt>
                <c:pt idx="139">
                  <c:v>2.8346</c:v>
                </c:pt>
                <c:pt idx="140">
                  <c:v>2.8502000000000001</c:v>
                </c:pt>
                <c:pt idx="141">
                  <c:v>2.8454999999999999</c:v>
                </c:pt>
                <c:pt idx="142">
                  <c:v>2.8134000000000001</c:v>
                </c:pt>
                <c:pt idx="143">
                  <c:v>2.78</c:v>
                </c:pt>
                <c:pt idx="144">
                  <c:v>2.7435</c:v>
                </c:pt>
                <c:pt idx="145">
                  <c:v>2.7544</c:v>
                </c:pt>
                <c:pt idx="146">
                  <c:v>2.7441</c:v>
                </c:pt>
                <c:pt idx="147">
                  <c:v>2.7189000000000001</c:v>
                </c:pt>
                <c:pt idx="148">
                  <c:v>2.7012</c:v>
                </c:pt>
                <c:pt idx="149">
                  <c:v>2.7050000000000001</c:v>
                </c:pt>
                <c:pt idx="150">
                  <c:v>2.7103000000000002</c:v>
                </c:pt>
                <c:pt idx="151">
                  <c:v>2.7183000000000002</c:v>
                </c:pt>
                <c:pt idx="152">
                  <c:v>2.7021000000000002</c:v>
                </c:pt>
                <c:pt idx="153">
                  <c:v>2.6987000000000001</c:v>
                </c:pt>
                <c:pt idx="154">
                  <c:v>2.7040999999999999</c:v>
                </c:pt>
                <c:pt idx="155">
                  <c:v>2.7250000000000001</c:v>
                </c:pt>
                <c:pt idx="156">
                  <c:v>2.7385999999999999</c:v>
                </c:pt>
                <c:pt idx="157">
                  <c:v>2.7376</c:v>
                </c:pt>
                <c:pt idx="158">
                  <c:v>2.7252999999999998</c:v>
                </c:pt>
                <c:pt idx="159">
                  <c:v>2.7210000000000001</c:v>
                </c:pt>
                <c:pt idx="160">
                  <c:v>2.7364000000000002</c:v>
                </c:pt>
                <c:pt idx="161">
                  <c:v>2.7504</c:v>
                </c:pt>
                <c:pt idx="162">
                  <c:v>2.7717000000000001</c:v>
                </c:pt>
                <c:pt idx="163">
                  <c:v>2.7764000000000002</c:v>
                </c:pt>
                <c:pt idx="164">
                  <c:v>2.8028</c:v>
                </c:pt>
                <c:pt idx="165">
                  <c:v>2.8388</c:v>
                </c:pt>
                <c:pt idx="166">
                  <c:v>2.8757000000000001</c:v>
                </c:pt>
                <c:pt idx="167">
                  <c:v>2.9592000000000001</c:v>
                </c:pt>
                <c:pt idx="168">
                  <c:v>2.8927</c:v>
                </c:pt>
                <c:pt idx="169">
                  <c:v>2.8658000000000001</c:v>
                </c:pt>
                <c:pt idx="170">
                  <c:v>2.9451000000000001</c:v>
                </c:pt>
                <c:pt idx="171">
                  <c:v>3.0127999999999999</c:v>
                </c:pt>
                <c:pt idx="172">
                  <c:v>3.0354000000000001</c:v>
                </c:pt>
                <c:pt idx="173">
                  <c:v>3.0550999999999999</c:v>
                </c:pt>
                <c:pt idx="174">
                  <c:v>3.1616</c:v>
                </c:pt>
                <c:pt idx="175">
                  <c:v>3.1225999999999998</c:v>
                </c:pt>
                <c:pt idx="176">
                  <c:v>3.0987</c:v>
                </c:pt>
                <c:pt idx="177">
                  <c:v>3.0844</c:v>
                </c:pt>
                <c:pt idx="178">
                  <c:v>3.0924</c:v>
                </c:pt>
                <c:pt idx="179">
                  <c:v>3.0583999999999998</c:v>
                </c:pt>
                <c:pt idx="180">
                  <c:v>3.0455999999999999</c:v>
                </c:pt>
                <c:pt idx="181">
                  <c:v>3.04</c:v>
                </c:pt>
                <c:pt idx="182">
                  <c:v>3.0295000000000001</c:v>
                </c:pt>
                <c:pt idx="183">
                  <c:v>2.9599000000000002</c:v>
                </c:pt>
                <c:pt idx="184">
                  <c:v>2.9407000000000001</c:v>
                </c:pt>
                <c:pt idx="185">
                  <c:v>2.9548999999999999</c:v>
                </c:pt>
                <c:pt idx="186">
                  <c:v>2.9243999999999999</c:v>
                </c:pt>
                <c:pt idx="187">
                  <c:v>2.9401000000000002</c:v>
                </c:pt>
                <c:pt idx="188">
                  <c:v>2.9647999999999999</c:v>
                </c:pt>
                <c:pt idx="189">
                  <c:v>2.9765999999999999</c:v>
                </c:pt>
                <c:pt idx="190">
                  <c:v>3.0360999999999998</c:v>
                </c:pt>
                <c:pt idx="191">
                  <c:v>3.0278</c:v>
                </c:pt>
                <c:pt idx="192">
                  <c:v>3.0112999999999999</c:v>
                </c:pt>
                <c:pt idx="193">
                  <c:v>2.9965999999999999</c:v>
                </c:pt>
                <c:pt idx="194">
                  <c:v>2.9849999999999999</c:v>
                </c:pt>
                <c:pt idx="195">
                  <c:v>2.9828999999999999</c:v>
                </c:pt>
                <c:pt idx="196">
                  <c:v>2.9895999999999998</c:v>
                </c:pt>
                <c:pt idx="197">
                  <c:v>2.9992000000000001</c:v>
                </c:pt>
                <c:pt idx="198">
                  <c:v>3.0002</c:v>
                </c:pt>
                <c:pt idx="199">
                  <c:v>2.9977</c:v>
                </c:pt>
                <c:pt idx="200">
                  <c:v>2.9986000000000002</c:v>
                </c:pt>
                <c:pt idx="201">
                  <c:v>2.9998999999999998</c:v>
                </c:pt>
                <c:pt idx="202">
                  <c:v>3.0045999999999999</c:v>
                </c:pt>
                <c:pt idx="203">
                  <c:v>3.0004</c:v>
                </c:pt>
                <c:pt idx="204">
                  <c:v>2.9950999999999999</c:v>
                </c:pt>
                <c:pt idx="205">
                  <c:v>2.9937999999999998</c:v>
                </c:pt>
                <c:pt idx="206">
                  <c:v>2.9910000000000001</c:v>
                </c:pt>
                <c:pt idx="207">
                  <c:v>2.9952999999999999</c:v>
                </c:pt>
                <c:pt idx="208">
                  <c:v>2.9624999999999999</c:v>
                </c:pt>
                <c:pt idx="209">
                  <c:v>2.9601999999999999</c:v>
                </c:pt>
                <c:pt idx="210">
                  <c:v>2.9413</c:v>
                </c:pt>
                <c:pt idx="211">
                  <c:v>2.9419</c:v>
                </c:pt>
                <c:pt idx="212">
                  <c:v>2.9481999999999999</c:v>
                </c:pt>
                <c:pt idx="213">
                  <c:v>2.9561999999999999</c:v>
                </c:pt>
                <c:pt idx="214">
                  <c:v>2.9380000000000002</c:v>
                </c:pt>
                <c:pt idx="215">
                  <c:v>2.9384999999999999</c:v>
                </c:pt>
                <c:pt idx="216">
                  <c:v>2.9051</c:v>
                </c:pt>
                <c:pt idx="217">
                  <c:v>2.8650000000000002</c:v>
                </c:pt>
                <c:pt idx="218">
                  <c:v>2.8508</c:v>
                </c:pt>
                <c:pt idx="219">
                  <c:v>2.8605999999999998</c:v>
                </c:pt>
                <c:pt idx="220">
                  <c:v>2.8530000000000002</c:v>
                </c:pt>
                <c:pt idx="221">
                  <c:v>2.8016999999999999</c:v>
                </c:pt>
                <c:pt idx="222">
                  <c:v>2.8207</c:v>
                </c:pt>
                <c:pt idx="223">
                  <c:v>2.8201999999999998</c:v>
                </c:pt>
                <c:pt idx="224">
                  <c:v>2.7991000000000001</c:v>
                </c:pt>
                <c:pt idx="225">
                  <c:v>2.7688000000000001</c:v>
                </c:pt>
                <c:pt idx="226">
                  <c:v>2.7547000000000001</c:v>
                </c:pt>
                <c:pt idx="227">
                  <c:v>2.7618999999999998</c:v>
                </c:pt>
                <c:pt idx="228">
                  <c:v>2.7995999999999999</c:v>
                </c:pt>
                <c:pt idx="229">
                  <c:v>2.8016999999999999</c:v>
                </c:pt>
                <c:pt idx="230">
                  <c:v>2.8039999999999998</c:v>
                </c:pt>
                <c:pt idx="231">
                  <c:v>2.8092999999999999</c:v>
                </c:pt>
                <c:pt idx="232">
                  <c:v>2.7934999999999999</c:v>
                </c:pt>
                <c:pt idx="233">
                  <c:v>2.7747000000000002</c:v>
                </c:pt>
                <c:pt idx="234">
                  <c:v>2.7433000000000001</c:v>
                </c:pt>
                <c:pt idx="235">
                  <c:v>2.7288000000000001</c:v>
                </c:pt>
                <c:pt idx="236">
                  <c:v>2.7338</c:v>
                </c:pt>
                <c:pt idx="237">
                  <c:v>2.7591999999999999</c:v>
                </c:pt>
                <c:pt idx="238">
                  <c:v>2.7597</c:v>
                </c:pt>
                <c:pt idx="239">
                  <c:v>2.7582</c:v>
                </c:pt>
                <c:pt idx="240">
                  <c:v>2.7486000000000002</c:v>
                </c:pt>
                <c:pt idx="241">
                  <c:v>2.7418</c:v>
                </c:pt>
                <c:pt idx="242">
                  <c:v>2.7705000000000002</c:v>
                </c:pt>
                <c:pt idx="243">
                  <c:v>2.7605</c:v>
                </c:pt>
                <c:pt idx="244">
                  <c:v>2.7494999999999998</c:v>
                </c:pt>
                <c:pt idx="245">
                  <c:v>2.7505999999999999</c:v>
                </c:pt>
                <c:pt idx="246">
                  <c:v>2.7284000000000002</c:v>
                </c:pt>
                <c:pt idx="247">
                  <c:v>2.7277</c:v>
                </c:pt>
                <c:pt idx="248">
                  <c:v>2.7101000000000002</c:v>
                </c:pt>
                <c:pt idx="249">
                  <c:v>2.6974</c:v>
                </c:pt>
                <c:pt idx="250">
                  <c:v>2.6911</c:v>
                </c:pt>
                <c:pt idx="251">
                  <c:v>2.6821999999999999</c:v>
                </c:pt>
                <c:pt idx="252">
                  <c:v>2.6772</c:v>
                </c:pt>
                <c:pt idx="253">
                  <c:v>2.7088000000000001</c:v>
                </c:pt>
                <c:pt idx="254">
                  <c:v>2.7305000000000001</c:v>
                </c:pt>
                <c:pt idx="255">
                  <c:v>2.7286000000000001</c:v>
                </c:pt>
                <c:pt idx="256">
                  <c:v>2.7378</c:v>
                </c:pt>
                <c:pt idx="257">
                  <c:v>2.7376</c:v>
                </c:pt>
                <c:pt idx="258">
                  <c:v>2.7622</c:v>
                </c:pt>
                <c:pt idx="259">
                  <c:v>2.7989999999999999</c:v>
                </c:pt>
                <c:pt idx="260">
                  <c:v>2.8169</c:v>
                </c:pt>
                <c:pt idx="261">
                  <c:v>2.7854999999999999</c:v>
                </c:pt>
                <c:pt idx="262">
                  <c:v>2.802</c:v>
                </c:pt>
                <c:pt idx="263">
                  <c:v>2.8622999999999998</c:v>
                </c:pt>
                <c:pt idx="264">
                  <c:v>2.8193000000000001</c:v>
                </c:pt>
                <c:pt idx="265">
                  <c:v>2.8298999999999999</c:v>
                </c:pt>
                <c:pt idx="266">
                  <c:v>2.8197000000000001</c:v>
                </c:pt>
                <c:pt idx="267">
                  <c:v>2.806</c:v>
                </c:pt>
                <c:pt idx="268">
                  <c:v>2.8149000000000002</c:v>
                </c:pt>
                <c:pt idx="269">
                  <c:v>2.8117000000000001</c:v>
                </c:pt>
                <c:pt idx="270">
                  <c:v>2.8018999999999998</c:v>
                </c:pt>
                <c:pt idx="271">
                  <c:v>2.7928999999999999</c:v>
                </c:pt>
                <c:pt idx="272">
                  <c:v>2.8144999999999998</c:v>
                </c:pt>
                <c:pt idx="273">
                  <c:v>2.8008000000000002</c:v>
                </c:pt>
                <c:pt idx="274">
                  <c:v>2.7924000000000002</c:v>
                </c:pt>
                <c:pt idx="275">
                  <c:v>2.7986</c:v>
                </c:pt>
                <c:pt idx="276">
                  <c:v>2.7932999999999999</c:v>
                </c:pt>
                <c:pt idx="277">
                  <c:v>2.7866</c:v>
                </c:pt>
                <c:pt idx="278">
                  <c:v>2.7850000000000001</c:v>
                </c:pt>
                <c:pt idx="279">
                  <c:v>2.7814000000000001</c:v>
                </c:pt>
                <c:pt idx="280">
                  <c:v>2.7728000000000002</c:v>
                </c:pt>
                <c:pt idx="281">
                  <c:v>2.7728999999999999</c:v>
                </c:pt>
                <c:pt idx="282">
                  <c:v>2.7637</c:v>
                </c:pt>
                <c:pt idx="283">
                  <c:v>2.7688999999999999</c:v>
                </c:pt>
                <c:pt idx="284">
                  <c:v>2.7664</c:v>
                </c:pt>
                <c:pt idx="285">
                  <c:v>2.7658</c:v>
                </c:pt>
                <c:pt idx="286">
                  <c:v>2.7624</c:v>
                </c:pt>
                <c:pt idx="287">
                  <c:v>2.7433000000000001</c:v>
                </c:pt>
                <c:pt idx="288">
                  <c:v>2.7357999999999998</c:v>
                </c:pt>
                <c:pt idx="289">
                  <c:v>2.7313000000000001</c:v>
                </c:pt>
                <c:pt idx="290">
                  <c:v>2.7484000000000002</c:v>
                </c:pt>
                <c:pt idx="291">
                  <c:v>2.7408000000000001</c:v>
                </c:pt>
                <c:pt idx="292">
                  <c:v>2.7343000000000002</c:v>
                </c:pt>
                <c:pt idx="293">
                  <c:v>2.7303000000000002</c:v>
                </c:pt>
                <c:pt idx="294">
                  <c:v>2.7214999999999998</c:v>
                </c:pt>
                <c:pt idx="295">
                  <c:v>2.7128999999999999</c:v>
                </c:pt>
                <c:pt idx="296">
                  <c:v>2.7040999999999999</c:v>
                </c:pt>
                <c:pt idx="297">
                  <c:v>2.7080000000000002</c:v>
                </c:pt>
                <c:pt idx="298">
                  <c:v>2.72</c:v>
                </c:pt>
                <c:pt idx="299">
                  <c:v>2.7208000000000001</c:v>
                </c:pt>
                <c:pt idx="300">
                  <c:v>2.7587000000000002</c:v>
                </c:pt>
                <c:pt idx="301">
                  <c:v>2.7722000000000002</c:v>
                </c:pt>
                <c:pt idx="302">
                  <c:v>2.7719999999999998</c:v>
                </c:pt>
                <c:pt idx="303">
                  <c:v>2.7875000000000001</c:v>
                </c:pt>
                <c:pt idx="304">
                  <c:v>2.7902</c:v>
                </c:pt>
                <c:pt idx="305">
                  <c:v>2.7885</c:v>
                </c:pt>
                <c:pt idx="306">
                  <c:v>2.7810999999999999</c:v>
                </c:pt>
                <c:pt idx="307">
                  <c:v>2.7705000000000002</c:v>
                </c:pt>
                <c:pt idx="308">
                  <c:v>2.7799</c:v>
                </c:pt>
                <c:pt idx="309">
                  <c:v>2.7761999999999998</c:v>
                </c:pt>
                <c:pt idx="310">
                  <c:v>2.7656000000000001</c:v>
                </c:pt>
                <c:pt idx="311">
                  <c:v>2.7934999999999999</c:v>
                </c:pt>
                <c:pt idx="312">
                  <c:v>2.8054000000000001</c:v>
                </c:pt>
                <c:pt idx="313">
                  <c:v>2.7919999999999998</c:v>
                </c:pt>
                <c:pt idx="314">
                  <c:v>2.8561999999999999</c:v>
                </c:pt>
                <c:pt idx="315">
                  <c:v>2.8877999999999999</c:v>
                </c:pt>
                <c:pt idx="316">
                  <c:v>2.9215</c:v>
                </c:pt>
                <c:pt idx="317">
                  <c:v>2.9415</c:v>
                </c:pt>
                <c:pt idx="318">
                  <c:v>2.9437000000000002</c:v>
                </c:pt>
                <c:pt idx="319">
                  <c:v>2.9419</c:v>
                </c:pt>
                <c:pt idx="320">
                  <c:v>2.9218000000000002</c:v>
                </c:pt>
                <c:pt idx="321">
                  <c:v>2.9291</c:v>
                </c:pt>
                <c:pt idx="322">
                  <c:v>2.9502999999999999</c:v>
                </c:pt>
                <c:pt idx="323">
                  <c:v>2.9594</c:v>
                </c:pt>
                <c:pt idx="324">
                  <c:v>3.0127999999999999</c:v>
                </c:pt>
                <c:pt idx="325">
                  <c:v>3.0552000000000001</c:v>
                </c:pt>
                <c:pt idx="326">
                  <c:v>3.1768000000000001</c:v>
                </c:pt>
                <c:pt idx="327">
                  <c:v>3.1930000000000001</c:v>
                </c:pt>
                <c:pt idx="328">
                  <c:v>3.2059000000000002</c:v>
                </c:pt>
                <c:pt idx="329">
                  <c:v>3.2816000000000001</c:v>
                </c:pt>
                <c:pt idx="330">
                  <c:v>3.2839999999999998</c:v>
                </c:pt>
                <c:pt idx="331">
                  <c:v>3.3144</c:v>
                </c:pt>
                <c:pt idx="332">
                  <c:v>3.3159999999999998</c:v>
                </c:pt>
                <c:pt idx="333">
                  <c:v>3.4032</c:v>
                </c:pt>
                <c:pt idx="334">
                  <c:v>3.4371</c:v>
                </c:pt>
                <c:pt idx="335">
                  <c:v>3.4801000000000002</c:v>
                </c:pt>
                <c:pt idx="336">
                  <c:v>3.7021999999999999</c:v>
                </c:pt>
                <c:pt idx="337">
                  <c:v>3.7749999999999999</c:v>
                </c:pt>
                <c:pt idx="338">
                  <c:v>3.8902000000000001</c:v>
                </c:pt>
                <c:pt idx="339">
                  <c:v>3.9283000000000001</c:v>
                </c:pt>
                <c:pt idx="340">
                  <c:v>3.8378000000000001</c:v>
                </c:pt>
                <c:pt idx="341">
                  <c:v>3.7605</c:v>
                </c:pt>
                <c:pt idx="342">
                  <c:v>3.7103999999999999</c:v>
                </c:pt>
                <c:pt idx="343">
                  <c:v>3.6436000000000002</c:v>
                </c:pt>
                <c:pt idx="344">
                  <c:v>3.6303000000000001</c:v>
                </c:pt>
                <c:pt idx="345">
                  <c:v>3.6055000000000001</c:v>
                </c:pt>
                <c:pt idx="346">
                  <c:v>3.5383</c:v>
                </c:pt>
                <c:pt idx="347">
                  <c:v>3.5265</c:v>
                </c:pt>
                <c:pt idx="348">
                  <c:v>3.5265</c:v>
                </c:pt>
                <c:pt idx="349">
                  <c:v>3.5323000000000002</c:v>
                </c:pt>
                <c:pt idx="350">
                  <c:v>3.5594000000000001</c:v>
                </c:pt>
                <c:pt idx="351">
                  <c:v>3.5758000000000001</c:v>
                </c:pt>
                <c:pt idx="352">
                  <c:v>3.5926</c:v>
                </c:pt>
                <c:pt idx="353">
                  <c:v>3.5874000000000001</c:v>
                </c:pt>
                <c:pt idx="354">
                  <c:v>3.5546000000000002</c:v>
                </c:pt>
                <c:pt idx="355">
                  <c:v>3.5541999999999998</c:v>
                </c:pt>
                <c:pt idx="356">
                  <c:v>3.5354999999999999</c:v>
                </c:pt>
                <c:pt idx="357">
                  <c:v>3.5139</c:v>
                </c:pt>
                <c:pt idx="358">
                  <c:v>3.5451999999999999</c:v>
                </c:pt>
                <c:pt idx="359">
                  <c:v>3.6084000000000001</c:v>
                </c:pt>
                <c:pt idx="360">
                  <c:v>3.6272000000000002</c:v>
                </c:pt>
                <c:pt idx="361">
                  <c:v>3.6141000000000001</c:v>
                </c:pt>
                <c:pt idx="362">
                  <c:v>3.5697999999999999</c:v>
                </c:pt>
                <c:pt idx="363">
                  <c:v>3.5693000000000001</c:v>
                </c:pt>
                <c:pt idx="364">
                  <c:v>3.5920999999999998</c:v>
                </c:pt>
                <c:pt idx="365">
                  <c:v>3.6320999999999999</c:v>
                </c:pt>
                <c:pt idx="366">
                  <c:v>3.6855000000000002</c:v>
                </c:pt>
                <c:pt idx="367">
                  <c:v>3.6901000000000002</c:v>
                </c:pt>
                <c:pt idx="368">
                  <c:v>3.7877999999999998</c:v>
                </c:pt>
                <c:pt idx="369">
                  <c:v>3.8092999999999999</c:v>
                </c:pt>
                <c:pt idx="370">
                  <c:v>3.8372000000000002</c:v>
                </c:pt>
                <c:pt idx="371">
                  <c:v>3.8616000000000001</c:v>
                </c:pt>
                <c:pt idx="372">
                  <c:v>3.8915000000000002</c:v>
                </c:pt>
                <c:pt idx="373">
                  <c:v>3.8917999999999999</c:v>
                </c:pt>
                <c:pt idx="374">
                  <c:v>3.8822999999999999</c:v>
                </c:pt>
                <c:pt idx="375">
                  <c:v>3.8494000000000002</c:v>
                </c:pt>
                <c:pt idx="376">
                  <c:v>3.8774999999999999</c:v>
                </c:pt>
                <c:pt idx="377">
                  <c:v>3.8578000000000001</c:v>
                </c:pt>
                <c:pt idx="378">
                  <c:v>3.8349000000000002</c:v>
                </c:pt>
                <c:pt idx="379">
                  <c:v>3.8334000000000001</c:v>
                </c:pt>
                <c:pt idx="380">
                  <c:v>3.8161</c:v>
                </c:pt>
                <c:pt idx="381">
                  <c:v>3.8639999999999999</c:v>
                </c:pt>
                <c:pt idx="382">
                  <c:v>3.8580000000000001</c:v>
                </c:pt>
                <c:pt idx="383">
                  <c:v>3.8435000000000001</c:v>
                </c:pt>
                <c:pt idx="384">
                  <c:v>3.8502999999999998</c:v>
                </c:pt>
                <c:pt idx="385">
                  <c:v>3.8567999999999998</c:v>
                </c:pt>
                <c:pt idx="386">
                  <c:v>3.863</c:v>
                </c:pt>
                <c:pt idx="387">
                  <c:v>3.8853</c:v>
                </c:pt>
                <c:pt idx="388">
                  <c:v>3.8936999999999999</c:v>
                </c:pt>
                <c:pt idx="389">
                  <c:v>3.8862000000000001</c:v>
                </c:pt>
                <c:pt idx="390">
                  <c:v>3.8992</c:v>
                </c:pt>
                <c:pt idx="391">
                  <c:v>3.9022000000000001</c:v>
                </c:pt>
                <c:pt idx="392">
                  <c:v>3.9214000000000002</c:v>
                </c:pt>
                <c:pt idx="393">
                  <c:v>3.9815999999999998</c:v>
                </c:pt>
                <c:pt idx="394">
                  <c:v>4.0225999999999997</c:v>
                </c:pt>
                <c:pt idx="395">
                  <c:v>4.0297999999999998</c:v>
                </c:pt>
                <c:pt idx="396">
                  <c:v>4.0133999999999999</c:v>
                </c:pt>
                <c:pt idx="397">
                  <c:v>4.0038</c:v>
                </c:pt>
                <c:pt idx="398">
                  <c:v>3.9674</c:v>
                </c:pt>
                <c:pt idx="399">
                  <c:v>3.9935999999999998</c:v>
                </c:pt>
                <c:pt idx="400">
                  <c:v>3.9935999999999998</c:v>
                </c:pt>
                <c:pt idx="401">
                  <c:v>4.0414000000000003</c:v>
                </c:pt>
                <c:pt idx="402">
                  <c:v>4.0186999999999999</c:v>
                </c:pt>
                <c:pt idx="403">
                  <c:v>4.0042</c:v>
                </c:pt>
                <c:pt idx="404">
                  <c:v>3.9477000000000002</c:v>
                </c:pt>
                <c:pt idx="405">
                  <c:v>3.9426999999999999</c:v>
                </c:pt>
                <c:pt idx="406">
                  <c:v>3.9331999999999998</c:v>
                </c:pt>
                <c:pt idx="407">
                  <c:v>3.9306999999999999</c:v>
                </c:pt>
                <c:pt idx="408">
                  <c:v>3.9359000000000002</c:v>
                </c:pt>
                <c:pt idx="409">
                  <c:v>3.9398</c:v>
                </c:pt>
                <c:pt idx="410">
                  <c:v>3.9121000000000001</c:v>
                </c:pt>
                <c:pt idx="411">
                  <c:v>3.9329999999999998</c:v>
                </c:pt>
                <c:pt idx="412">
                  <c:v>3.9499</c:v>
                </c:pt>
                <c:pt idx="413">
                  <c:v>3.9430000000000001</c:v>
                </c:pt>
                <c:pt idx="414">
                  <c:v>3.9565999999999999</c:v>
                </c:pt>
                <c:pt idx="415">
                  <c:v>3.9714</c:v>
                </c:pt>
                <c:pt idx="416">
                  <c:v>3.9935</c:v>
                </c:pt>
                <c:pt idx="417">
                  <c:v>3.9864000000000002</c:v>
                </c:pt>
                <c:pt idx="418">
                  <c:v>4.0030000000000001</c:v>
                </c:pt>
                <c:pt idx="419">
                  <c:v>4.0190000000000001</c:v>
                </c:pt>
                <c:pt idx="420">
                  <c:v>4.0427999999999997</c:v>
                </c:pt>
                <c:pt idx="421">
                  <c:v>4.0559000000000003</c:v>
                </c:pt>
                <c:pt idx="422">
                  <c:v>4.0396000000000001</c:v>
                </c:pt>
                <c:pt idx="423">
                  <c:v>4.0232999999999999</c:v>
                </c:pt>
                <c:pt idx="424">
                  <c:v>4.0465</c:v>
                </c:pt>
                <c:pt idx="425">
                  <c:v>4.0556999999999999</c:v>
                </c:pt>
                <c:pt idx="426">
                  <c:v>4.0568999999999997</c:v>
                </c:pt>
                <c:pt idx="427">
                  <c:v>4.0572999999999997</c:v>
                </c:pt>
                <c:pt idx="428">
                  <c:v>4.0654000000000003</c:v>
                </c:pt>
                <c:pt idx="429">
                  <c:v>4.0715000000000003</c:v>
                </c:pt>
                <c:pt idx="430">
                  <c:v>4.0805999999999996</c:v>
                </c:pt>
                <c:pt idx="431">
                  <c:v>4.1508000000000003</c:v>
                </c:pt>
                <c:pt idx="432">
                  <c:v>4.1989000000000001</c:v>
                </c:pt>
                <c:pt idx="433">
                  <c:v>4.2244000000000002</c:v>
                </c:pt>
                <c:pt idx="434">
                  <c:v>4.2638999999999996</c:v>
                </c:pt>
                <c:pt idx="435">
                  <c:v>4.2621000000000002</c:v>
                </c:pt>
                <c:pt idx="436">
                  <c:v>4.2988999999999997</c:v>
                </c:pt>
                <c:pt idx="437">
                  <c:v>4.3259999999999996</c:v>
                </c:pt>
                <c:pt idx="438">
                  <c:v>4.3144</c:v>
                </c:pt>
                <c:pt idx="439">
                  <c:v>4.3276000000000003</c:v>
                </c:pt>
                <c:pt idx="440">
                  <c:v>4.335</c:v>
                </c:pt>
                <c:pt idx="441">
                  <c:v>4.3228</c:v>
                </c:pt>
                <c:pt idx="442">
                  <c:v>4.3285</c:v>
                </c:pt>
                <c:pt idx="443">
                  <c:v>4.3385999999999996</c:v>
                </c:pt>
                <c:pt idx="444">
                  <c:v>4.3449</c:v>
                </c:pt>
                <c:pt idx="445">
                  <c:v>4.3399000000000001</c:v>
                </c:pt>
                <c:pt idx="446">
                  <c:v>4.3177000000000003</c:v>
                </c:pt>
                <c:pt idx="447">
                  <c:v>4.3182999999999998</c:v>
                </c:pt>
                <c:pt idx="448">
                  <c:v>4.3239999999999998</c:v>
                </c:pt>
                <c:pt idx="449">
                  <c:v>4.3129999999999997</c:v>
                </c:pt>
                <c:pt idx="450">
                  <c:v>4.3002000000000002</c:v>
                </c:pt>
                <c:pt idx="451">
                  <c:v>4.3108000000000004</c:v>
                </c:pt>
                <c:pt idx="452">
                  <c:v>4.3032000000000004</c:v>
                </c:pt>
                <c:pt idx="453">
                  <c:v>4.3159999999999998</c:v>
                </c:pt>
                <c:pt idx="454">
                  <c:v>4.3166000000000002</c:v>
                </c:pt>
                <c:pt idx="455">
                  <c:v>4.3098000000000001</c:v>
                </c:pt>
                <c:pt idx="456">
                  <c:v>4.3074000000000003</c:v>
                </c:pt>
                <c:pt idx="457">
                  <c:v>4.2751000000000001</c:v>
                </c:pt>
                <c:pt idx="458">
                  <c:v>4.2454999999999998</c:v>
                </c:pt>
                <c:pt idx="459">
                  <c:v>4.2403000000000004</c:v>
                </c:pt>
                <c:pt idx="460">
                  <c:v>4.2198000000000002</c:v>
                </c:pt>
                <c:pt idx="461">
                  <c:v>4.2324999999999999</c:v>
                </c:pt>
                <c:pt idx="462">
                  <c:v>4.1742999999999997</c:v>
                </c:pt>
                <c:pt idx="463">
                  <c:v>4.1005000000000003</c:v>
                </c:pt>
                <c:pt idx="464">
                  <c:v>4.1151</c:v>
                </c:pt>
                <c:pt idx="465">
                  <c:v>4.1519000000000004</c:v>
                </c:pt>
                <c:pt idx="466">
                  <c:v>4.1341000000000001</c:v>
                </c:pt>
                <c:pt idx="467">
                  <c:v>4.0629</c:v>
                </c:pt>
                <c:pt idx="468">
                  <c:v>4.0319000000000003</c:v>
                </c:pt>
                <c:pt idx="469">
                  <c:v>4.0427</c:v>
                </c:pt>
                <c:pt idx="470">
                  <c:v>4.0492999999999997</c:v>
                </c:pt>
                <c:pt idx="471">
                  <c:v>4.0655000000000001</c:v>
                </c:pt>
                <c:pt idx="472">
                  <c:v>4.0750999999999999</c:v>
                </c:pt>
                <c:pt idx="473">
                  <c:v>4.0791000000000004</c:v>
                </c:pt>
                <c:pt idx="474">
                  <c:v>4.0449000000000002</c:v>
                </c:pt>
                <c:pt idx="475">
                  <c:v>4.0218999999999996</c:v>
                </c:pt>
                <c:pt idx="476">
                  <c:v>4.0326000000000004</c:v>
                </c:pt>
                <c:pt idx="477">
                  <c:v>4.0541</c:v>
                </c:pt>
                <c:pt idx="478">
                  <c:v>4.0476000000000001</c:v>
                </c:pt>
                <c:pt idx="479">
                  <c:v>4.0297000000000001</c:v>
                </c:pt>
                <c:pt idx="480">
                  <c:v>4.0182000000000002</c:v>
                </c:pt>
                <c:pt idx="481">
                  <c:v>4.0065999999999997</c:v>
                </c:pt>
                <c:pt idx="482">
                  <c:v>3.9981</c:v>
                </c:pt>
                <c:pt idx="483">
                  <c:v>4.0358999999999998</c:v>
                </c:pt>
                <c:pt idx="484">
                  <c:v>4.0366</c:v>
                </c:pt>
                <c:pt idx="485">
                  <c:v>4.0237999999999996</c:v>
                </c:pt>
                <c:pt idx="486">
                  <c:v>4.0210999999999997</c:v>
                </c:pt>
                <c:pt idx="487">
                  <c:v>4.0220000000000002</c:v>
                </c:pt>
                <c:pt idx="488">
                  <c:v>4.0294999999999996</c:v>
                </c:pt>
                <c:pt idx="489">
                  <c:v>4.0454999999999997</c:v>
                </c:pt>
                <c:pt idx="490">
                  <c:v>4.0385999999999997</c:v>
                </c:pt>
                <c:pt idx="491">
                  <c:v>4.0425000000000004</c:v>
                </c:pt>
                <c:pt idx="492">
                  <c:v>4.0609000000000002</c:v>
                </c:pt>
                <c:pt idx="493">
                  <c:v>4.0891999999999999</c:v>
                </c:pt>
                <c:pt idx="494">
                  <c:v>4.0804999999999998</c:v>
                </c:pt>
                <c:pt idx="495">
                  <c:v>4.0891000000000002</c:v>
                </c:pt>
                <c:pt idx="496">
                  <c:v>4.0872000000000002</c:v>
                </c:pt>
                <c:pt idx="497">
                  <c:v>4.1364999999999998</c:v>
                </c:pt>
                <c:pt idx="498">
                  <c:v>4.1521999999999997</c:v>
                </c:pt>
                <c:pt idx="499">
                  <c:v>4.1585999999999999</c:v>
                </c:pt>
                <c:pt idx="500">
                  <c:v>4.1414999999999997</c:v>
                </c:pt>
                <c:pt idx="501">
                  <c:v>4.1193999999999997</c:v>
                </c:pt>
                <c:pt idx="502">
                  <c:v>4.1162000000000001</c:v>
                </c:pt>
                <c:pt idx="503">
                  <c:v>4.1173999999999999</c:v>
                </c:pt>
                <c:pt idx="504">
                  <c:v>4.1351000000000004</c:v>
                </c:pt>
                <c:pt idx="505">
                  <c:v>4.1384999999999996</c:v>
                </c:pt>
                <c:pt idx="506">
                  <c:v>4.1418999999999997</c:v>
                </c:pt>
                <c:pt idx="507">
                  <c:v>4.1584000000000003</c:v>
                </c:pt>
                <c:pt idx="508">
                  <c:v>4.1974999999999998</c:v>
                </c:pt>
                <c:pt idx="509">
                  <c:v>4.1944999999999997</c:v>
                </c:pt>
                <c:pt idx="510">
                  <c:v>4.2225999999999999</c:v>
                </c:pt>
                <c:pt idx="511">
                  <c:v>4.2222</c:v>
                </c:pt>
                <c:pt idx="512">
                  <c:v>4.258</c:v>
                </c:pt>
                <c:pt idx="513">
                  <c:v>4.2518000000000002</c:v>
                </c:pt>
                <c:pt idx="514">
                  <c:v>4.2625999999999999</c:v>
                </c:pt>
                <c:pt idx="515">
                  <c:v>4.2624000000000004</c:v>
                </c:pt>
                <c:pt idx="516">
                  <c:v>4.2651000000000003</c:v>
                </c:pt>
                <c:pt idx="517">
                  <c:v>4.2714999999999996</c:v>
                </c:pt>
                <c:pt idx="518">
                  <c:v>4.2839</c:v>
                </c:pt>
                <c:pt idx="519">
                  <c:v>4.2784000000000004</c:v>
                </c:pt>
                <c:pt idx="520">
                  <c:v>4.2203999999999997</c:v>
                </c:pt>
                <c:pt idx="521">
                  <c:v>4.2107000000000001</c:v>
                </c:pt>
                <c:pt idx="522">
                  <c:v>4.2409999999999997</c:v>
                </c:pt>
                <c:pt idx="523">
                  <c:v>4.2201000000000004</c:v>
                </c:pt>
                <c:pt idx="524">
                  <c:v>4.2313999999999998</c:v>
                </c:pt>
                <c:pt idx="525">
                  <c:v>4.2205000000000004</c:v>
                </c:pt>
                <c:pt idx="526">
                  <c:v>4.2107000000000001</c:v>
                </c:pt>
                <c:pt idx="527">
                  <c:v>4.2469000000000001</c:v>
                </c:pt>
                <c:pt idx="528">
                  <c:v>4.2394999999999996</c:v>
                </c:pt>
                <c:pt idx="529">
                  <c:v>4.2489999999999997</c:v>
                </c:pt>
                <c:pt idx="530">
                  <c:v>4.2598000000000003</c:v>
                </c:pt>
                <c:pt idx="531">
                  <c:v>4.2552000000000003</c:v>
                </c:pt>
                <c:pt idx="532">
                  <c:v>4.2382</c:v>
                </c:pt>
                <c:pt idx="533">
                  <c:v>4.2561</c:v>
                </c:pt>
                <c:pt idx="534">
                  <c:v>4.2649999999999997</c:v>
                </c:pt>
                <c:pt idx="535">
                  <c:v>4.2539999999999996</c:v>
                </c:pt>
                <c:pt idx="536">
                  <c:v>4.2496999999999998</c:v>
                </c:pt>
                <c:pt idx="537">
                  <c:v>4.2495000000000003</c:v>
                </c:pt>
                <c:pt idx="538">
                  <c:v>4.2728000000000002</c:v>
                </c:pt>
                <c:pt idx="539">
                  <c:v>4.2805999999999997</c:v>
                </c:pt>
                <c:pt idx="540">
                  <c:v>4.2739000000000003</c:v>
                </c:pt>
                <c:pt idx="541">
                  <c:v>4.2942</c:v>
                </c:pt>
                <c:pt idx="542">
                  <c:v>4.2858999999999998</c:v>
                </c:pt>
                <c:pt idx="543">
                  <c:v>4.3173000000000004</c:v>
                </c:pt>
                <c:pt idx="544">
                  <c:v>4.3361000000000001</c:v>
                </c:pt>
                <c:pt idx="545">
                  <c:v>4.3139000000000003</c:v>
                </c:pt>
                <c:pt idx="546">
                  <c:v>4.2922000000000002</c:v>
                </c:pt>
                <c:pt idx="547">
                  <c:v>4.2901999999999996</c:v>
                </c:pt>
                <c:pt idx="548">
                  <c:v>4.3009000000000004</c:v>
                </c:pt>
                <c:pt idx="549">
                  <c:v>4.3079999999999998</c:v>
                </c:pt>
                <c:pt idx="550">
                  <c:v>4.3452999999999999</c:v>
                </c:pt>
                <c:pt idx="551">
                  <c:v>4.351</c:v>
                </c:pt>
                <c:pt idx="552">
                  <c:v>4.3795999999999999</c:v>
                </c:pt>
                <c:pt idx="553">
                  <c:v>4.4766000000000004</c:v>
                </c:pt>
                <c:pt idx="554">
                  <c:v>4.4798</c:v>
                </c:pt>
                <c:pt idx="555">
                  <c:v>4.4542000000000002</c:v>
                </c:pt>
                <c:pt idx="556">
                  <c:v>4.4580000000000002</c:v>
                </c:pt>
                <c:pt idx="557">
                  <c:v>4.4558</c:v>
                </c:pt>
                <c:pt idx="558">
                  <c:v>4.4672000000000001</c:v>
                </c:pt>
                <c:pt idx="559">
                  <c:v>4.4847000000000001</c:v>
                </c:pt>
                <c:pt idx="560">
                  <c:v>4.4983000000000004</c:v>
                </c:pt>
                <c:pt idx="561">
                  <c:v>4.5010000000000003</c:v>
                </c:pt>
                <c:pt idx="562">
                  <c:v>4.5206</c:v>
                </c:pt>
                <c:pt idx="563">
                  <c:v>4.6116999999999999</c:v>
                </c:pt>
                <c:pt idx="564">
                  <c:v>4.6360999999999999</c:v>
                </c:pt>
                <c:pt idx="565">
                  <c:v>4.6089000000000002</c:v>
                </c:pt>
                <c:pt idx="566">
                  <c:v>4.5944000000000003</c:v>
                </c:pt>
                <c:pt idx="567">
                  <c:v>4.5972</c:v>
                </c:pt>
                <c:pt idx="568">
                  <c:v>4.5922999999999998</c:v>
                </c:pt>
                <c:pt idx="569">
                  <c:v>4.6222000000000003</c:v>
                </c:pt>
                <c:pt idx="570">
                  <c:v>4.6874000000000002</c:v>
                </c:pt>
                <c:pt idx="571">
                  <c:v>4.6997999999999998</c:v>
                </c:pt>
                <c:pt idx="572">
                  <c:v>4.6925999999999997</c:v>
                </c:pt>
                <c:pt idx="573">
                  <c:v>4.6954000000000002</c:v>
                </c:pt>
                <c:pt idx="574">
                  <c:v>4.7061999999999999</c:v>
                </c:pt>
                <c:pt idx="575">
                  <c:v>4.7106000000000003</c:v>
                </c:pt>
                <c:pt idx="576">
                  <c:v>4.6954000000000002</c:v>
                </c:pt>
                <c:pt idx="577">
                  <c:v>4.6954000000000002</c:v>
                </c:pt>
                <c:pt idx="578">
                  <c:v>4.6772999999999998</c:v>
                </c:pt>
                <c:pt idx="579">
                  <c:v>4.6779000000000002</c:v>
                </c:pt>
                <c:pt idx="580">
                  <c:v>4.6787000000000001</c:v>
                </c:pt>
                <c:pt idx="581">
                  <c:v>4.6725000000000003</c:v>
                </c:pt>
                <c:pt idx="582">
                  <c:v>4.681</c:v>
                </c:pt>
                <c:pt idx="583">
                  <c:v>4.7050000000000001</c:v>
                </c:pt>
                <c:pt idx="584">
                  <c:v>4.7157999999999998</c:v>
                </c:pt>
                <c:pt idx="585">
                  <c:v>4.7508999999999997</c:v>
                </c:pt>
                <c:pt idx="586">
                  <c:v>4.7546999999999997</c:v>
                </c:pt>
                <c:pt idx="587">
                  <c:v>4.7298999999999998</c:v>
                </c:pt>
                <c:pt idx="588">
                  <c:v>4.7409999999999997</c:v>
                </c:pt>
                <c:pt idx="589">
                  <c:v>4.7454000000000001</c:v>
                </c:pt>
                <c:pt idx="590">
                  <c:v>4.7561999999999998</c:v>
                </c:pt>
                <c:pt idx="591">
                  <c:v>4.7735000000000003</c:v>
                </c:pt>
                <c:pt idx="592">
                  <c:v>4.7484000000000002</c:v>
                </c:pt>
                <c:pt idx="593">
                  <c:v>4.7454000000000001</c:v>
                </c:pt>
                <c:pt idx="594">
                  <c:v>4.7576000000000001</c:v>
                </c:pt>
                <c:pt idx="595">
                  <c:v>4.7805999999999997</c:v>
                </c:pt>
                <c:pt idx="596">
                  <c:v>4.7923</c:v>
                </c:pt>
                <c:pt idx="597">
                  <c:v>4.7935999999999996</c:v>
                </c:pt>
                <c:pt idx="598">
                  <c:v>4.7962999999999996</c:v>
                </c:pt>
                <c:pt idx="599">
                  <c:v>4.7724000000000002</c:v>
                </c:pt>
                <c:pt idx="600">
                  <c:v>4.7664999999999997</c:v>
                </c:pt>
                <c:pt idx="601">
                  <c:v>4.7549000000000001</c:v>
                </c:pt>
                <c:pt idx="602">
                  <c:v>4.7534999999999998</c:v>
                </c:pt>
                <c:pt idx="603">
                  <c:v>4.7737999999999996</c:v>
                </c:pt>
                <c:pt idx="604">
                  <c:v>4.8250999999999999</c:v>
                </c:pt>
                <c:pt idx="605">
                  <c:v>4.8512000000000004</c:v>
                </c:pt>
                <c:pt idx="606">
                  <c:v>4.8468</c:v>
                </c:pt>
                <c:pt idx="607">
                  <c:v>4.8925000000000001</c:v>
                </c:pt>
                <c:pt idx="608">
                  <c:v>4.9001999999999999</c:v>
                </c:pt>
                <c:pt idx="609">
                  <c:v>4.9131</c:v>
                </c:pt>
                <c:pt idx="610">
                  <c:v>4.9400000000000004</c:v>
                </c:pt>
                <c:pt idx="611">
                  <c:v>4.9379</c:v>
                </c:pt>
                <c:pt idx="612">
                  <c:v>4.9237000000000002</c:v>
                </c:pt>
                <c:pt idx="613">
                  <c:v>4.9124999999999996</c:v>
                </c:pt>
                <c:pt idx="614">
                  <c:v>4.9008000000000003</c:v>
                </c:pt>
                <c:pt idx="615">
                  <c:v>4.8918999999999997</c:v>
                </c:pt>
                <c:pt idx="616">
                  <c:v>4.8815</c:v>
                </c:pt>
                <c:pt idx="617">
                  <c:v>4.8803000000000001</c:v>
                </c:pt>
                <c:pt idx="618">
                  <c:v>4.8650000000000002</c:v>
                </c:pt>
                <c:pt idx="619">
                  <c:v>4.8282999999999996</c:v>
                </c:pt>
                <c:pt idx="620">
                  <c:v>4.7866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00-4280-B0A7-97C632E320D8}"/>
            </c:ext>
          </c:extLst>
        </c:ser>
        <c:ser>
          <c:idx val="1"/>
          <c:order val="1"/>
          <c:tx>
            <c:strRef>
              <c:f>信用利差3Y走势!$C$1</c:f>
              <c:strCache>
                <c:ptCount val="1"/>
                <c:pt idx="0">
                  <c:v>中短AAA</c:v>
                </c:pt>
              </c:strCache>
            </c:strRef>
          </c:tx>
          <c:spPr>
            <a:ln w="254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信用利差3Y走势!$A$2:$A$622</c:f>
              <c:numCache>
                <c:formatCode>m/d/yyyy</c:formatCode>
                <c:ptCount val="621"/>
                <c:pt idx="0">
                  <c:v>42209</c:v>
                </c:pt>
                <c:pt idx="1">
                  <c:v>42212</c:v>
                </c:pt>
                <c:pt idx="2">
                  <c:v>42213</c:v>
                </c:pt>
                <c:pt idx="3">
                  <c:v>42227</c:v>
                </c:pt>
                <c:pt idx="4">
                  <c:v>42228</c:v>
                </c:pt>
                <c:pt idx="5">
                  <c:v>42229</c:v>
                </c:pt>
                <c:pt idx="6">
                  <c:v>42230</c:v>
                </c:pt>
                <c:pt idx="7">
                  <c:v>42233</c:v>
                </c:pt>
                <c:pt idx="8">
                  <c:v>42234</c:v>
                </c:pt>
                <c:pt idx="9">
                  <c:v>42235</c:v>
                </c:pt>
                <c:pt idx="10">
                  <c:v>42236</c:v>
                </c:pt>
                <c:pt idx="11">
                  <c:v>42237</c:v>
                </c:pt>
                <c:pt idx="12">
                  <c:v>42240</c:v>
                </c:pt>
                <c:pt idx="13">
                  <c:v>42241</c:v>
                </c:pt>
                <c:pt idx="14">
                  <c:v>42242</c:v>
                </c:pt>
                <c:pt idx="15">
                  <c:v>42243</c:v>
                </c:pt>
                <c:pt idx="16">
                  <c:v>42244</c:v>
                </c:pt>
                <c:pt idx="17">
                  <c:v>42247</c:v>
                </c:pt>
                <c:pt idx="18">
                  <c:v>42248</c:v>
                </c:pt>
                <c:pt idx="19">
                  <c:v>42249</c:v>
                </c:pt>
                <c:pt idx="20">
                  <c:v>42253</c:v>
                </c:pt>
                <c:pt idx="21">
                  <c:v>42254</c:v>
                </c:pt>
                <c:pt idx="22">
                  <c:v>42255</c:v>
                </c:pt>
                <c:pt idx="23">
                  <c:v>42256</c:v>
                </c:pt>
                <c:pt idx="24">
                  <c:v>42257</c:v>
                </c:pt>
                <c:pt idx="25">
                  <c:v>42258</c:v>
                </c:pt>
                <c:pt idx="26">
                  <c:v>42261</c:v>
                </c:pt>
                <c:pt idx="27">
                  <c:v>42262</c:v>
                </c:pt>
                <c:pt idx="28">
                  <c:v>42263</c:v>
                </c:pt>
                <c:pt idx="29">
                  <c:v>42264</c:v>
                </c:pt>
                <c:pt idx="30">
                  <c:v>42265</c:v>
                </c:pt>
                <c:pt idx="31">
                  <c:v>42268</c:v>
                </c:pt>
                <c:pt idx="32">
                  <c:v>42269</c:v>
                </c:pt>
                <c:pt idx="33">
                  <c:v>42270</c:v>
                </c:pt>
                <c:pt idx="34">
                  <c:v>42272</c:v>
                </c:pt>
                <c:pt idx="35">
                  <c:v>42275</c:v>
                </c:pt>
                <c:pt idx="36">
                  <c:v>42277</c:v>
                </c:pt>
                <c:pt idx="37">
                  <c:v>42286</c:v>
                </c:pt>
                <c:pt idx="38">
                  <c:v>42287</c:v>
                </c:pt>
                <c:pt idx="39">
                  <c:v>42289</c:v>
                </c:pt>
                <c:pt idx="40">
                  <c:v>42290</c:v>
                </c:pt>
                <c:pt idx="41">
                  <c:v>42291</c:v>
                </c:pt>
                <c:pt idx="42">
                  <c:v>42292</c:v>
                </c:pt>
                <c:pt idx="43">
                  <c:v>42293</c:v>
                </c:pt>
                <c:pt idx="44">
                  <c:v>42296</c:v>
                </c:pt>
                <c:pt idx="45">
                  <c:v>42297</c:v>
                </c:pt>
                <c:pt idx="46">
                  <c:v>42298</c:v>
                </c:pt>
                <c:pt idx="47">
                  <c:v>42299</c:v>
                </c:pt>
                <c:pt idx="48">
                  <c:v>42300</c:v>
                </c:pt>
                <c:pt idx="49">
                  <c:v>42303</c:v>
                </c:pt>
                <c:pt idx="50">
                  <c:v>42304</c:v>
                </c:pt>
                <c:pt idx="51">
                  <c:v>42305</c:v>
                </c:pt>
                <c:pt idx="52">
                  <c:v>42306</c:v>
                </c:pt>
                <c:pt idx="53">
                  <c:v>42307</c:v>
                </c:pt>
                <c:pt idx="54">
                  <c:v>42310</c:v>
                </c:pt>
                <c:pt idx="55">
                  <c:v>42311</c:v>
                </c:pt>
                <c:pt idx="56">
                  <c:v>42312</c:v>
                </c:pt>
                <c:pt idx="57">
                  <c:v>42313</c:v>
                </c:pt>
                <c:pt idx="58">
                  <c:v>42314</c:v>
                </c:pt>
                <c:pt idx="59">
                  <c:v>42317</c:v>
                </c:pt>
                <c:pt idx="60">
                  <c:v>42318</c:v>
                </c:pt>
                <c:pt idx="61">
                  <c:v>42319</c:v>
                </c:pt>
                <c:pt idx="62">
                  <c:v>42320</c:v>
                </c:pt>
                <c:pt idx="63">
                  <c:v>42321</c:v>
                </c:pt>
                <c:pt idx="64">
                  <c:v>42324</c:v>
                </c:pt>
                <c:pt idx="65">
                  <c:v>42325</c:v>
                </c:pt>
                <c:pt idx="66">
                  <c:v>42326</c:v>
                </c:pt>
                <c:pt idx="67">
                  <c:v>42327</c:v>
                </c:pt>
                <c:pt idx="68">
                  <c:v>42328</c:v>
                </c:pt>
                <c:pt idx="69">
                  <c:v>42331</c:v>
                </c:pt>
                <c:pt idx="70">
                  <c:v>42332</c:v>
                </c:pt>
                <c:pt idx="71">
                  <c:v>42333</c:v>
                </c:pt>
                <c:pt idx="72">
                  <c:v>42334</c:v>
                </c:pt>
                <c:pt idx="73">
                  <c:v>42335</c:v>
                </c:pt>
                <c:pt idx="74">
                  <c:v>42338</c:v>
                </c:pt>
                <c:pt idx="75">
                  <c:v>42339</c:v>
                </c:pt>
                <c:pt idx="76">
                  <c:v>42340</c:v>
                </c:pt>
                <c:pt idx="77">
                  <c:v>42341</c:v>
                </c:pt>
                <c:pt idx="78">
                  <c:v>42342</c:v>
                </c:pt>
                <c:pt idx="79">
                  <c:v>42345</c:v>
                </c:pt>
                <c:pt idx="80">
                  <c:v>42346</c:v>
                </c:pt>
                <c:pt idx="81">
                  <c:v>42347</c:v>
                </c:pt>
                <c:pt idx="82">
                  <c:v>42348</c:v>
                </c:pt>
                <c:pt idx="83">
                  <c:v>42349</c:v>
                </c:pt>
                <c:pt idx="84">
                  <c:v>42352</c:v>
                </c:pt>
                <c:pt idx="85">
                  <c:v>42353</c:v>
                </c:pt>
                <c:pt idx="86">
                  <c:v>42354</c:v>
                </c:pt>
                <c:pt idx="87">
                  <c:v>42355</c:v>
                </c:pt>
                <c:pt idx="88">
                  <c:v>42356</c:v>
                </c:pt>
                <c:pt idx="89">
                  <c:v>42359</c:v>
                </c:pt>
                <c:pt idx="90">
                  <c:v>42360</c:v>
                </c:pt>
                <c:pt idx="91">
                  <c:v>42361</c:v>
                </c:pt>
                <c:pt idx="92">
                  <c:v>42362</c:v>
                </c:pt>
                <c:pt idx="93">
                  <c:v>42363</c:v>
                </c:pt>
                <c:pt idx="94">
                  <c:v>42366</c:v>
                </c:pt>
                <c:pt idx="95">
                  <c:v>42367</c:v>
                </c:pt>
                <c:pt idx="96">
                  <c:v>42368</c:v>
                </c:pt>
                <c:pt idx="97">
                  <c:v>42369</c:v>
                </c:pt>
                <c:pt idx="98">
                  <c:v>42373</c:v>
                </c:pt>
                <c:pt idx="99">
                  <c:v>42374</c:v>
                </c:pt>
                <c:pt idx="100">
                  <c:v>42375</c:v>
                </c:pt>
                <c:pt idx="101">
                  <c:v>42376</c:v>
                </c:pt>
                <c:pt idx="102">
                  <c:v>42377</c:v>
                </c:pt>
                <c:pt idx="103">
                  <c:v>42380</c:v>
                </c:pt>
                <c:pt idx="104">
                  <c:v>42381</c:v>
                </c:pt>
                <c:pt idx="105">
                  <c:v>42382</c:v>
                </c:pt>
                <c:pt idx="106">
                  <c:v>42383</c:v>
                </c:pt>
                <c:pt idx="107">
                  <c:v>42384</c:v>
                </c:pt>
                <c:pt idx="108">
                  <c:v>42387</c:v>
                </c:pt>
                <c:pt idx="109">
                  <c:v>42388</c:v>
                </c:pt>
                <c:pt idx="110">
                  <c:v>42389</c:v>
                </c:pt>
                <c:pt idx="111">
                  <c:v>42390</c:v>
                </c:pt>
                <c:pt idx="112">
                  <c:v>42391</c:v>
                </c:pt>
                <c:pt idx="113">
                  <c:v>42394</c:v>
                </c:pt>
                <c:pt idx="114">
                  <c:v>42395</c:v>
                </c:pt>
                <c:pt idx="115">
                  <c:v>42396</c:v>
                </c:pt>
                <c:pt idx="116">
                  <c:v>42397</c:v>
                </c:pt>
                <c:pt idx="117">
                  <c:v>42398</c:v>
                </c:pt>
                <c:pt idx="118">
                  <c:v>42401</c:v>
                </c:pt>
                <c:pt idx="119">
                  <c:v>42402</c:v>
                </c:pt>
                <c:pt idx="120">
                  <c:v>42403</c:v>
                </c:pt>
                <c:pt idx="121">
                  <c:v>42404</c:v>
                </c:pt>
                <c:pt idx="122">
                  <c:v>42405</c:v>
                </c:pt>
                <c:pt idx="123">
                  <c:v>42406</c:v>
                </c:pt>
                <c:pt idx="124">
                  <c:v>42414</c:v>
                </c:pt>
                <c:pt idx="125">
                  <c:v>42415</c:v>
                </c:pt>
                <c:pt idx="126">
                  <c:v>42416</c:v>
                </c:pt>
                <c:pt idx="127">
                  <c:v>42417</c:v>
                </c:pt>
                <c:pt idx="128">
                  <c:v>42418</c:v>
                </c:pt>
                <c:pt idx="129">
                  <c:v>42419</c:v>
                </c:pt>
                <c:pt idx="130">
                  <c:v>42422</c:v>
                </c:pt>
                <c:pt idx="131">
                  <c:v>42423</c:v>
                </c:pt>
                <c:pt idx="132">
                  <c:v>42424</c:v>
                </c:pt>
                <c:pt idx="133">
                  <c:v>42425</c:v>
                </c:pt>
                <c:pt idx="134">
                  <c:v>42426</c:v>
                </c:pt>
                <c:pt idx="135">
                  <c:v>42429</c:v>
                </c:pt>
                <c:pt idx="136">
                  <c:v>42430</c:v>
                </c:pt>
                <c:pt idx="137">
                  <c:v>42431</c:v>
                </c:pt>
                <c:pt idx="138">
                  <c:v>42432</c:v>
                </c:pt>
                <c:pt idx="139">
                  <c:v>42433</c:v>
                </c:pt>
                <c:pt idx="140">
                  <c:v>42436</c:v>
                </c:pt>
                <c:pt idx="141">
                  <c:v>42437</c:v>
                </c:pt>
                <c:pt idx="142">
                  <c:v>42438</c:v>
                </c:pt>
                <c:pt idx="143">
                  <c:v>42439</c:v>
                </c:pt>
                <c:pt idx="144">
                  <c:v>42440</c:v>
                </c:pt>
                <c:pt idx="145">
                  <c:v>42443</c:v>
                </c:pt>
                <c:pt idx="146">
                  <c:v>42444</c:v>
                </c:pt>
                <c:pt idx="147">
                  <c:v>42445</c:v>
                </c:pt>
                <c:pt idx="148">
                  <c:v>42446</c:v>
                </c:pt>
                <c:pt idx="149">
                  <c:v>42447</c:v>
                </c:pt>
                <c:pt idx="150">
                  <c:v>42450</c:v>
                </c:pt>
                <c:pt idx="151">
                  <c:v>42451</c:v>
                </c:pt>
                <c:pt idx="152">
                  <c:v>42452</c:v>
                </c:pt>
                <c:pt idx="153">
                  <c:v>42453</c:v>
                </c:pt>
                <c:pt idx="154">
                  <c:v>42454</c:v>
                </c:pt>
                <c:pt idx="155">
                  <c:v>42457</c:v>
                </c:pt>
                <c:pt idx="156">
                  <c:v>42458</c:v>
                </c:pt>
                <c:pt idx="157">
                  <c:v>42459</c:v>
                </c:pt>
                <c:pt idx="158">
                  <c:v>42460</c:v>
                </c:pt>
                <c:pt idx="159">
                  <c:v>42461</c:v>
                </c:pt>
                <c:pt idx="160">
                  <c:v>42465</c:v>
                </c:pt>
                <c:pt idx="161">
                  <c:v>42466</c:v>
                </c:pt>
                <c:pt idx="162">
                  <c:v>42467</c:v>
                </c:pt>
                <c:pt idx="163">
                  <c:v>42468</c:v>
                </c:pt>
                <c:pt idx="164">
                  <c:v>42471</c:v>
                </c:pt>
                <c:pt idx="165">
                  <c:v>42472</c:v>
                </c:pt>
                <c:pt idx="166">
                  <c:v>42473</c:v>
                </c:pt>
                <c:pt idx="167">
                  <c:v>42474</c:v>
                </c:pt>
                <c:pt idx="168">
                  <c:v>42475</c:v>
                </c:pt>
                <c:pt idx="169">
                  <c:v>42478</c:v>
                </c:pt>
                <c:pt idx="170">
                  <c:v>42479</c:v>
                </c:pt>
                <c:pt idx="171">
                  <c:v>42480</c:v>
                </c:pt>
                <c:pt idx="172">
                  <c:v>42481</c:v>
                </c:pt>
                <c:pt idx="173">
                  <c:v>42482</c:v>
                </c:pt>
                <c:pt idx="174">
                  <c:v>42485</c:v>
                </c:pt>
                <c:pt idx="175">
                  <c:v>42486</c:v>
                </c:pt>
                <c:pt idx="176">
                  <c:v>42487</c:v>
                </c:pt>
                <c:pt idx="177">
                  <c:v>42488</c:v>
                </c:pt>
                <c:pt idx="178">
                  <c:v>42489</c:v>
                </c:pt>
                <c:pt idx="179">
                  <c:v>42493</c:v>
                </c:pt>
                <c:pt idx="180">
                  <c:v>42494</c:v>
                </c:pt>
                <c:pt idx="181">
                  <c:v>42495</c:v>
                </c:pt>
                <c:pt idx="182">
                  <c:v>42496</c:v>
                </c:pt>
                <c:pt idx="183">
                  <c:v>42499</c:v>
                </c:pt>
                <c:pt idx="184">
                  <c:v>42500</c:v>
                </c:pt>
                <c:pt idx="185">
                  <c:v>42501</c:v>
                </c:pt>
                <c:pt idx="186">
                  <c:v>42502</c:v>
                </c:pt>
                <c:pt idx="187">
                  <c:v>42503</c:v>
                </c:pt>
                <c:pt idx="188">
                  <c:v>42506</c:v>
                </c:pt>
                <c:pt idx="189">
                  <c:v>42507</c:v>
                </c:pt>
                <c:pt idx="190">
                  <c:v>42508</c:v>
                </c:pt>
                <c:pt idx="191">
                  <c:v>42509</c:v>
                </c:pt>
                <c:pt idx="192">
                  <c:v>42510</c:v>
                </c:pt>
                <c:pt idx="193">
                  <c:v>42513</c:v>
                </c:pt>
                <c:pt idx="194">
                  <c:v>42514</c:v>
                </c:pt>
                <c:pt idx="195">
                  <c:v>42515</c:v>
                </c:pt>
                <c:pt idx="196">
                  <c:v>42516</c:v>
                </c:pt>
                <c:pt idx="197">
                  <c:v>42517</c:v>
                </c:pt>
                <c:pt idx="198">
                  <c:v>42520</c:v>
                </c:pt>
                <c:pt idx="199">
                  <c:v>42521</c:v>
                </c:pt>
                <c:pt idx="200">
                  <c:v>42522</c:v>
                </c:pt>
                <c:pt idx="201">
                  <c:v>42523</c:v>
                </c:pt>
                <c:pt idx="202">
                  <c:v>42524</c:v>
                </c:pt>
                <c:pt idx="203">
                  <c:v>42527</c:v>
                </c:pt>
                <c:pt idx="204">
                  <c:v>42528</c:v>
                </c:pt>
                <c:pt idx="205">
                  <c:v>42529</c:v>
                </c:pt>
                <c:pt idx="206">
                  <c:v>42533</c:v>
                </c:pt>
                <c:pt idx="207">
                  <c:v>42534</c:v>
                </c:pt>
                <c:pt idx="208">
                  <c:v>42535</c:v>
                </c:pt>
                <c:pt idx="209">
                  <c:v>42536</c:v>
                </c:pt>
                <c:pt idx="210">
                  <c:v>42537</c:v>
                </c:pt>
                <c:pt idx="211">
                  <c:v>42538</c:v>
                </c:pt>
                <c:pt idx="212">
                  <c:v>42541</c:v>
                </c:pt>
                <c:pt idx="213">
                  <c:v>42542</c:v>
                </c:pt>
                <c:pt idx="214">
                  <c:v>42543</c:v>
                </c:pt>
                <c:pt idx="215">
                  <c:v>42544</c:v>
                </c:pt>
                <c:pt idx="216">
                  <c:v>42545</c:v>
                </c:pt>
                <c:pt idx="217">
                  <c:v>42548</c:v>
                </c:pt>
                <c:pt idx="218">
                  <c:v>42549</c:v>
                </c:pt>
                <c:pt idx="219">
                  <c:v>42550</c:v>
                </c:pt>
                <c:pt idx="220">
                  <c:v>42551</c:v>
                </c:pt>
                <c:pt idx="221">
                  <c:v>42552</c:v>
                </c:pt>
                <c:pt idx="222">
                  <c:v>42555</c:v>
                </c:pt>
                <c:pt idx="223">
                  <c:v>42556</c:v>
                </c:pt>
                <c:pt idx="224">
                  <c:v>42557</c:v>
                </c:pt>
                <c:pt idx="225">
                  <c:v>42558</c:v>
                </c:pt>
                <c:pt idx="226">
                  <c:v>42559</c:v>
                </c:pt>
                <c:pt idx="227">
                  <c:v>42562</c:v>
                </c:pt>
                <c:pt idx="228">
                  <c:v>42563</c:v>
                </c:pt>
                <c:pt idx="229">
                  <c:v>42564</c:v>
                </c:pt>
                <c:pt idx="230">
                  <c:v>42565</c:v>
                </c:pt>
                <c:pt idx="231">
                  <c:v>42566</c:v>
                </c:pt>
                <c:pt idx="232">
                  <c:v>42569</c:v>
                </c:pt>
                <c:pt idx="233">
                  <c:v>42570</c:v>
                </c:pt>
                <c:pt idx="234">
                  <c:v>42571</c:v>
                </c:pt>
                <c:pt idx="235">
                  <c:v>42572</c:v>
                </c:pt>
                <c:pt idx="236">
                  <c:v>42573</c:v>
                </c:pt>
                <c:pt idx="237">
                  <c:v>42576</c:v>
                </c:pt>
                <c:pt idx="238">
                  <c:v>42577</c:v>
                </c:pt>
                <c:pt idx="239">
                  <c:v>42578</c:v>
                </c:pt>
                <c:pt idx="240">
                  <c:v>42579</c:v>
                </c:pt>
                <c:pt idx="241">
                  <c:v>42580</c:v>
                </c:pt>
                <c:pt idx="242">
                  <c:v>42583</c:v>
                </c:pt>
                <c:pt idx="243">
                  <c:v>42584</c:v>
                </c:pt>
                <c:pt idx="244">
                  <c:v>42585</c:v>
                </c:pt>
                <c:pt idx="245">
                  <c:v>42586</c:v>
                </c:pt>
                <c:pt idx="246">
                  <c:v>42587</c:v>
                </c:pt>
                <c:pt idx="247">
                  <c:v>42590</c:v>
                </c:pt>
                <c:pt idx="248">
                  <c:v>42591</c:v>
                </c:pt>
                <c:pt idx="249">
                  <c:v>42592</c:v>
                </c:pt>
                <c:pt idx="250">
                  <c:v>42593</c:v>
                </c:pt>
                <c:pt idx="251">
                  <c:v>42594</c:v>
                </c:pt>
                <c:pt idx="252">
                  <c:v>42597</c:v>
                </c:pt>
                <c:pt idx="253">
                  <c:v>42598</c:v>
                </c:pt>
                <c:pt idx="254">
                  <c:v>42599</c:v>
                </c:pt>
                <c:pt idx="255">
                  <c:v>42600</c:v>
                </c:pt>
                <c:pt idx="256">
                  <c:v>42601</c:v>
                </c:pt>
                <c:pt idx="257">
                  <c:v>42604</c:v>
                </c:pt>
                <c:pt idx="258">
                  <c:v>42605</c:v>
                </c:pt>
                <c:pt idx="259">
                  <c:v>42606</c:v>
                </c:pt>
                <c:pt idx="260">
                  <c:v>42607</c:v>
                </c:pt>
                <c:pt idx="261">
                  <c:v>42608</c:v>
                </c:pt>
                <c:pt idx="262">
                  <c:v>42611</c:v>
                </c:pt>
                <c:pt idx="263">
                  <c:v>42612</c:v>
                </c:pt>
                <c:pt idx="264">
                  <c:v>42613</c:v>
                </c:pt>
                <c:pt idx="265">
                  <c:v>42614</c:v>
                </c:pt>
                <c:pt idx="266">
                  <c:v>42615</c:v>
                </c:pt>
                <c:pt idx="267">
                  <c:v>42618</c:v>
                </c:pt>
                <c:pt idx="268">
                  <c:v>42619</c:v>
                </c:pt>
                <c:pt idx="269">
                  <c:v>42620</c:v>
                </c:pt>
                <c:pt idx="270">
                  <c:v>42621</c:v>
                </c:pt>
                <c:pt idx="271">
                  <c:v>42622</c:v>
                </c:pt>
                <c:pt idx="272">
                  <c:v>42625</c:v>
                </c:pt>
                <c:pt idx="273">
                  <c:v>42626</c:v>
                </c:pt>
                <c:pt idx="274">
                  <c:v>42627</c:v>
                </c:pt>
                <c:pt idx="275">
                  <c:v>42631</c:v>
                </c:pt>
                <c:pt idx="276">
                  <c:v>42632</c:v>
                </c:pt>
                <c:pt idx="277">
                  <c:v>42633</c:v>
                </c:pt>
                <c:pt idx="278">
                  <c:v>42634</c:v>
                </c:pt>
                <c:pt idx="279">
                  <c:v>42635</c:v>
                </c:pt>
                <c:pt idx="280">
                  <c:v>42636</c:v>
                </c:pt>
                <c:pt idx="281">
                  <c:v>42639</c:v>
                </c:pt>
                <c:pt idx="282">
                  <c:v>42640</c:v>
                </c:pt>
                <c:pt idx="283">
                  <c:v>42641</c:v>
                </c:pt>
                <c:pt idx="284">
                  <c:v>42642</c:v>
                </c:pt>
                <c:pt idx="285">
                  <c:v>42643</c:v>
                </c:pt>
                <c:pt idx="286">
                  <c:v>42651</c:v>
                </c:pt>
                <c:pt idx="287">
                  <c:v>42652</c:v>
                </c:pt>
                <c:pt idx="288">
                  <c:v>42653</c:v>
                </c:pt>
                <c:pt idx="289">
                  <c:v>42654</c:v>
                </c:pt>
                <c:pt idx="290">
                  <c:v>42655</c:v>
                </c:pt>
                <c:pt idx="291">
                  <c:v>42656</c:v>
                </c:pt>
                <c:pt idx="292">
                  <c:v>42657</c:v>
                </c:pt>
                <c:pt idx="293">
                  <c:v>42660</c:v>
                </c:pt>
                <c:pt idx="294">
                  <c:v>42661</c:v>
                </c:pt>
                <c:pt idx="295">
                  <c:v>42662</c:v>
                </c:pt>
                <c:pt idx="296">
                  <c:v>42663</c:v>
                </c:pt>
                <c:pt idx="297">
                  <c:v>42664</c:v>
                </c:pt>
                <c:pt idx="298">
                  <c:v>42667</c:v>
                </c:pt>
                <c:pt idx="299">
                  <c:v>42668</c:v>
                </c:pt>
                <c:pt idx="300">
                  <c:v>42669</c:v>
                </c:pt>
                <c:pt idx="301">
                  <c:v>42670</c:v>
                </c:pt>
                <c:pt idx="302">
                  <c:v>42671</c:v>
                </c:pt>
                <c:pt idx="303">
                  <c:v>42674</c:v>
                </c:pt>
                <c:pt idx="304">
                  <c:v>42675</c:v>
                </c:pt>
                <c:pt idx="305">
                  <c:v>42676</c:v>
                </c:pt>
                <c:pt idx="306">
                  <c:v>42677</c:v>
                </c:pt>
                <c:pt idx="307">
                  <c:v>42678</c:v>
                </c:pt>
                <c:pt idx="308">
                  <c:v>42681</c:v>
                </c:pt>
                <c:pt idx="309">
                  <c:v>42682</c:v>
                </c:pt>
                <c:pt idx="310">
                  <c:v>42683</c:v>
                </c:pt>
                <c:pt idx="311">
                  <c:v>42684</c:v>
                </c:pt>
                <c:pt idx="312">
                  <c:v>42685</c:v>
                </c:pt>
                <c:pt idx="313">
                  <c:v>42688</c:v>
                </c:pt>
                <c:pt idx="314">
                  <c:v>42689</c:v>
                </c:pt>
                <c:pt idx="315">
                  <c:v>42690</c:v>
                </c:pt>
                <c:pt idx="316">
                  <c:v>42691</c:v>
                </c:pt>
                <c:pt idx="317">
                  <c:v>42692</c:v>
                </c:pt>
                <c:pt idx="318">
                  <c:v>42695</c:v>
                </c:pt>
                <c:pt idx="319">
                  <c:v>42696</c:v>
                </c:pt>
                <c:pt idx="320">
                  <c:v>42697</c:v>
                </c:pt>
                <c:pt idx="321">
                  <c:v>42698</c:v>
                </c:pt>
                <c:pt idx="322">
                  <c:v>42699</c:v>
                </c:pt>
                <c:pt idx="323">
                  <c:v>42702</c:v>
                </c:pt>
                <c:pt idx="324">
                  <c:v>42703</c:v>
                </c:pt>
                <c:pt idx="325">
                  <c:v>42704</c:v>
                </c:pt>
                <c:pt idx="326">
                  <c:v>42705</c:v>
                </c:pt>
                <c:pt idx="327">
                  <c:v>42706</c:v>
                </c:pt>
                <c:pt idx="328">
                  <c:v>42709</c:v>
                </c:pt>
                <c:pt idx="329">
                  <c:v>42710</c:v>
                </c:pt>
                <c:pt idx="330">
                  <c:v>42711</c:v>
                </c:pt>
                <c:pt idx="331">
                  <c:v>42712</c:v>
                </c:pt>
                <c:pt idx="332">
                  <c:v>42713</c:v>
                </c:pt>
                <c:pt idx="333">
                  <c:v>42716</c:v>
                </c:pt>
                <c:pt idx="334">
                  <c:v>42717</c:v>
                </c:pt>
                <c:pt idx="335">
                  <c:v>42718</c:v>
                </c:pt>
                <c:pt idx="336">
                  <c:v>42719</c:v>
                </c:pt>
                <c:pt idx="337">
                  <c:v>42720</c:v>
                </c:pt>
                <c:pt idx="338">
                  <c:v>42723</c:v>
                </c:pt>
                <c:pt idx="339">
                  <c:v>42724</c:v>
                </c:pt>
                <c:pt idx="340">
                  <c:v>42725</c:v>
                </c:pt>
                <c:pt idx="341">
                  <c:v>42726</c:v>
                </c:pt>
                <c:pt idx="342">
                  <c:v>42727</c:v>
                </c:pt>
                <c:pt idx="343">
                  <c:v>42730</c:v>
                </c:pt>
                <c:pt idx="344">
                  <c:v>42731</c:v>
                </c:pt>
                <c:pt idx="345">
                  <c:v>42732</c:v>
                </c:pt>
                <c:pt idx="346">
                  <c:v>42733</c:v>
                </c:pt>
                <c:pt idx="347">
                  <c:v>42734</c:v>
                </c:pt>
                <c:pt idx="348">
                  <c:v>42735</c:v>
                </c:pt>
                <c:pt idx="349">
                  <c:v>42738</c:v>
                </c:pt>
                <c:pt idx="350">
                  <c:v>42739</c:v>
                </c:pt>
                <c:pt idx="351">
                  <c:v>42740</c:v>
                </c:pt>
                <c:pt idx="352">
                  <c:v>42741</c:v>
                </c:pt>
                <c:pt idx="353">
                  <c:v>42744</c:v>
                </c:pt>
                <c:pt idx="354">
                  <c:v>42745</c:v>
                </c:pt>
                <c:pt idx="355">
                  <c:v>42746</c:v>
                </c:pt>
                <c:pt idx="356">
                  <c:v>42747</c:v>
                </c:pt>
                <c:pt idx="357">
                  <c:v>42748</c:v>
                </c:pt>
                <c:pt idx="358">
                  <c:v>42751</c:v>
                </c:pt>
                <c:pt idx="359">
                  <c:v>42752</c:v>
                </c:pt>
                <c:pt idx="360">
                  <c:v>42753</c:v>
                </c:pt>
                <c:pt idx="361">
                  <c:v>42754</c:v>
                </c:pt>
                <c:pt idx="362">
                  <c:v>42755</c:v>
                </c:pt>
                <c:pt idx="363">
                  <c:v>42757</c:v>
                </c:pt>
                <c:pt idx="364">
                  <c:v>42758</c:v>
                </c:pt>
                <c:pt idx="365">
                  <c:v>42759</c:v>
                </c:pt>
                <c:pt idx="366">
                  <c:v>42760</c:v>
                </c:pt>
                <c:pt idx="367">
                  <c:v>42761</c:v>
                </c:pt>
                <c:pt idx="368">
                  <c:v>42769</c:v>
                </c:pt>
                <c:pt idx="369">
                  <c:v>42770</c:v>
                </c:pt>
                <c:pt idx="370">
                  <c:v>42772</c:v>
                </c:pt>
                <c:pt idx="371">
                  <c:v>42773</c:v>
                </c:pt>
                <c:pt idx="372">
                  <c:v>42774</c:v>
                </c:pt>
                <c:pt idx="373">
                  <c:v>42775</c:v>
                </c:pt>
                <c:pt idx="374">
                  <c:v>42776</c:v>
                </c:pt>
                <c:pt idx="375">
                  <c:v>42779</c:v>
                </c:pt>
                <c:pt idx="376">
                  <c:v>42780</c:v>
                </c:pt>
                <c:pt idx="377">
                  <c:v>42781</c:v>
                </c:pt>
                <c:pt idx="378">
                  <c:v>42782</c:v>
                </c:pt>
                <c:pt idx="379">
                  <c:v>42783</c:v>
                </c:pt>
                <c:pt idx="380">
                  <c:v>42786</c:v>
                </c:pt>
                <c:pt idx="381">
                  <c:v>42787</c:v>
                </c:pt>
                <c:pt idx="382">
                  <c:v>42788</c:v>
                </c:pt>
                <c:pt idx="383">
                  <c:v>42789</c:v>
                </c:pt>
                <c:pt idx="384">
                  <c:v>42790</c:v>
                </c:pt>
                <c:pt idx="385">
                  <c:v>42793</c:v>
                </c:pt>
                <c:pt idx="386">
                  <c:v>42794</c:v>
                </c:pt>
                <c:pt idx="387">
                  <c:v>42795</c:v>
                </c:pt>
                <c:pt idx="388">
                  <c:v>42796</c:v>
                </c:pt>
                <c:pt idx="389">
                  <c:v>42797</c:v>
                </c:pt>
                <c:pt idx="390">
                  <c:v>42800</c:v>
                </c:pt>
                <c:pt idx="391">
                  <c:v>42801</c:v>
                </c:pt>
                <c:pt idx="392">
                  <c:v>42802</c:v>
                </c:pt>
                <c:pt idx="393">
                  <c:v>42803</c:v>
                </c:pt>
                <c:pt idx="394">
                  <c:v>42804</c:v>
                </c:pt>
                <c:pt idx="395">
                  <c:v>42807</c:v>
                </c:pt>
                <c:pt idx="396">
                  <c:v>42808</c:v>
                </c:pt>
                <c:pt idx="397">
                  <c:v>42809</c:v>
                </c:pt>
                <c:pt idx="398">
                  <c:v>42810</c:v>
                </c:pt>
                <c:pt idx="399">
                  <c:v>42811</c:v>
                </c:pt>
                <c:pt idx="400">
                  <c:v>42814</c:v>
                </c:pt>
                <c:pt idx="401">
                  <c:v>42815</c:v>
                </c:pt>
                <c:pt idx="402">
                  <c:v>42816</c:v>
                </c:pt>
                <c:pt idx="403">
                  <c:v>42817</c:v>
                </c:pt>
                <c:pt idx="404">
                  <c:v>42818</c:v>
                </c:pt>
                <c:pt idx="405">
                  <c:v>42821</c:v>
                </c:pt>
                <c:pt idx="406">
                  <c:v>42822</c:v>
                </c:pt>
                <c:pt idx="407">
                  <c:v>42823</c:v>
                </c:pt>
                <c:pt idx="408">
                  <c:v>42824</c:v>
                </c:pt>
                <c:pt idx="409">
                  <c:v>42825</c:v>
                </c:pt>
                <c:pt idx="410">
                  <c:v>42826</c:v>
                </c:pt>
                <c:pt idx="411">
                  <c:v>42830</c:v>
                </c:pt>
                <c:pt idx="412">
                  <c:v>42831</c:v>
                </c:pt>
                <c:pt idx="413">
                  <c:v>42832</c:v>
                </c:pt>
                <c:pt idx="414">
                  <c:v>42835</c:v>
                </c:pt>
                <c:pt idx="415">
                  <c:v>42836</c:v>
                </c:pt>
                <c:pt idx="416">
                  <c:v>42837</c:v>
                </c:pt>
                <c:pt idx="417">
                  <c:v>42838</c:v>
                </c:pt>
                <c:pt idx="418">
                  <c:v>42839</c:v>
                </c:pt>
                <c:pt idx="419">
                  <c:v>42842</c:v>
                </c:pt>
                <c:pt idx="420">
                  <c:v>42843</c:v>
                </c:pt>
                <c:pt idx="421">
                  <c:v>42844</c:v>
                </c:pt>
                <c:pt idx="422">
                  <c:v>42845</c:v>
                </c:pt>
                <c:pt idx="423">
                  <c:v>42846</c:v>
                </c:pt>
                <c:pt idx="424">
                  <c:v>42849</c:v>
                </c:pt>
                <c:pt idx="425">
                  <c:v>42850</c:v>
                </c:pt>
                <c:pt idx="426">
                  <c:v>42851</c:v>
                </c:pt>
                <c:pt idx="427">
                  <c:v>42852</c:v>
                </c:pt>
                <c:pt idx="428">
                  <c:v>42853</c:v>
                </c:pt>
                <c:pt idx="429">
                  <c:v>42857</c:v>
                </c:pt>
                <c:pt idx="430">
                  <c:v>42858</c:v>
                </c:pt>
                <c:pt idx="431">
                  <c:v>42859</c:v>
                </c:pt>
                <c:pt idx="432">
                  <c:v>42860</c:v>
                </c:pt>
                <c:pt idx="433">
                  <c:v>42863</c:v>
                </c:pt>
                <c:pt idx="434">
                  <c:v>42864</c:v>
                </c:pt>
                <c:pt idx="435">
                  <c:v>42865</c:v>
                </c:pt>
                <c:pt idx="436">
                  <c:v>42866</c:v>
                </c:pt>
                <c:pt idx="437">
                  <c:v>42867</c:v>
                </c:pt>
                <c:pt idx="438">
                  <c:v>42870</c:v>
                </c:pt>
                <c:pt idx="439">
                  <c:v>42871</c:v>
                </c:pt>
                <c:pt idx="440">
                  <c:v>42872</c:v>
                </c:pt>
                <c:pt idx="441">
                  <c:v>42873</c:v>
                </c:pt>
                <c:pt idx="442">
                  <c:v>42874</c:v>
                </c:pt>
                <c:pt idx="443">
                  <c:v>42877</c:v>
                </c:pt>
                <c:pt idx="444">
                  <c:v>42878</c:v>
                </c:pt>
                <c:pt idx="445">
                  <c:v>42879</c:v>
                </c:pt>
                <c:pt idx="446">
                  <c:v>42880</c:v>
                </c:pt>
                <c:pt idx="447">
                  <c:v>42881</c:v>
                </c:pt>
                <c:pt idx="448">
                  <c:v>42882</c:v>
                </c:pt>
                <c:pt idx="449">
                  <c:v>42886</c:v>
                </c:pt>
                <c:pt idx="450">
                  <c:v>42887</c:v>
                </c:pt>
                <c:pt idx="451">
                  <c:v>42888</c:v>
                </c:pt>
                <c:pt idx="452">
                  <c:v>42891</c:v>
                </c:pt>
                <c:pt idx="453">
                  <c:v>42892</c:v>
                </c:pt>
                <c:pt idx="454">
                  <c:v>42893</c:v>
                </c:pt>
                <c:pt idx="455">
                  <c:v>42894</c:v>
                </c:pt>
                <c:pt idx="456">
                  <c:v>42895</c:v>
                </c:pt>
                <c:pt idx="457">
                  <c:v>42898</c:v>
                </c:pt>
                <c:pt idx="458">
                  <c:v>42899</c:v>
                </c:pt>
                <c:pt idx="459">
                  <c:v>42900</c:v>
                </c:pt>
                <c:pt idx="460">
                  <c:v>42901</c:v>
                </c:pt>
                <c:pt idx="461">
                  <c:v>42902</c:v>
                </c:pt>
                <c:pt idx="462">
                  <c:v>42905</c:v>
                </c:pt>
                <c:pt idx="463">
                  <c:v>42906</c:v>
                </c:pt>
                <c:pt idx="464">
                  <c:v>42907</c:v>
                </c:pt>
                <c:pt idx="465">
                  <c:v>42908</c:v>
                </c:pt>
                <c:pt idx="466">
                  <c:v>42909</c:v>
                </c:pt>
                <c:pt idx="467">
                  <c:v>42912</c:v>
                </c:pt>
                <c:pt idx="468">
                  <c:v>42913</c:v>
                </c:pt>
                <c:pt idx="469">
                  <c:v>42914</c:v>
                </c:pt>
                <c:pt idx="470">
                  <c:v>42915</c:v>
                </c:pt>
                <c:pt idx="471">
                  <c:v>42916</c:v>
                </c:pt>
                <c:pt idx="472">
                  <c:v>42919</c:v>
                </c:pt>
                <c:pt idx="473">
                  <c:v>42920</c:v>
                </c:pt>
                <c:pt idx="474">
                  <c:v>42921</c:v>
                </c:pt>
                <c:pt idx="475">
                  <c:v>42922</c:v>
                </c:pt>
                <c:pt idx="476">
                  <c:v>42923</c:v>
                </c:pt>
                <c:pt idx="477">
                  <c:v>42926</c:v>
                </c:pt>
                <c:pt idx="478">
                  <c:v>42927</c:v>
                </c:pt>
                <c:pt idx="479">
                  <c:v>42928</c:v>
                </c:pt>
                <c:pt idx="480">
                  <c:v>42929</c:v>
                </c:pt>
                <c:pt idx="481">
                  <c:v>42930</c:v>
                </c:pt>
                <c:pt idx="482">
                  <c:v>42933</c:v>
                </c:pt>
                <c:pt idx="483">
                  <c:v>42934</c:v>
                </c:pt>
                <c:pt idx="484">
                  <c:v>42935</c:v>
                </c:pt>
                <c:pt idx="485">
                  <c:v>42936</c:v>
                </c:pt>
                <c:pt idx="486">
                  <c:v>42937</c:v>
                </c:pt>
                <c:pt idx="487">
                  <c:v>42940</c:v>
                </c:pt>
                <c:pt idx="488">
                  <c:v>42941</c:v>
                </c:pt>
                <c:pt idx="489">
                  <c:v>42942</c:v>
                </c:pt>
                <c:pt idx="490">
                  <c:v>42943</c:v>
                </c:pt>
                <c:pt idx="491">
                  <c:v>42944</c:v>
                </c:pt>
                <c:pt idx="492">
                  <c:v>42947</c:v>
                </c:pt>
                <c:pt idx="493">
                  <c:v>42948</c:v>
                </c:pt>
                <c:pt idx="494">
                  <c:v>42949</c:v>
                </c:pt>
                <c:pt idx="495">
                  <c:v>42950</c:v>
                </c:pt>
                <c:pt idx="496">
                  <c:v>42951</c:v>
                </c:pt>
                <c:pt idx="497">
                  <c:v>42954</c:v>
                </c:pt>
                <c:pt idx="498">
                  <c:v>42955</c:v>
                </c:pt>
                <c:pt idx="499">
                  <c:v>42956</c:v>
                </c:pt>
                <c:pt idx="500">
                  <c:v>42957</c:v>
                </c:pt>
                <c:pt idx="501">
                  <c:v>42958</c:v>
                </c:pt>
                <c:pt idx="502">
                  <c:v>42961</c:v>
                </c:pt>
                <c:pt idx="503">
                  <c:v>42962</c:v>
                </c:pt>
                <c:pt idx="504">
                  <c:v>42963</c:v>
                </c:pt>
                <c:pt idx="505">
                  <c:v>42964</c:v>
                </c:pt>
                <c:pt idx="506">
                  <c:v>42965</c:v>
                </c:pt>
                <c:pt idx="507">
                  <c:v>42968</c:v>
                </c:pt>
                <c:pt idx="508">
                  <c:v>42969</c:v>
                </c:pt>
                <c:pt idx="509">
                  <c:v>42970</c:v>
                </c:pt>
                <c:pt idx="510">
                  <c:v>42971</c:v>
                </c:pt>
                <c:pt idx="511">
                  <c:v>42972</c:v>
                </c:pt>
                <c:pt idx="512">
                  <c:v>42975</c:v>
                </c:pt>
                <c:pt idx="513">
                  <c:v>42976</c:v>
                </c:pt>
                <c:pt idx="514">
                  <c:v>42977</c:v>
                </c:pt>
                <c:pt idx="515">
                  <c:v>42978</c:v>
                </c:pt>
                <c:pt idx="516">
                  <c:v>42979</c:v>
                </c:pt>
                <c:pt idx="517">
                  <c:v>42982</c:v>
                </c:pt>
                <c:pt idx="518">
                  <c:v>42983</c:v>
                </c:pt>
                <c:pt idx="519">
                  <c:v>42984</c:v>
                </c:pt>
                <c:pt idx="520">
                  <c:v>42985</c:v>
                </c:pt>
                <c:pt idx="521">
                  <c:v>42986</c:v>
                </c:pt>
                <c:pt idx="522">
                  <c:v>42989</c:v>
                </c:pt>
                <c:pt idx="523">
                  <c:v>42990</c:v>
                </c:pt>
                <c:pt idx="524">
                  <c:v>42991</c:v>
                </c:pt>
                <c:pt idx="525">
                  <c:v>42992</c:v>
                </c:pt>
                <c:pt idx="526">
                  <c:v>42993</c:v>
                </c:pt>
                <c:pt idx="527">
                  <c:v>42996</c:v>
                </c:pt>
                <c:pt idx="528">
                  <c:v>42997</c:v>
                </c:pt>
                <c:pt idx="529">
                  <c:v>42998</c:v>
                </c:pt>
                <c:pt idx="530">
                  <c:v>42999</c:v>
                </c:pt>
                <c:pt idx="531">
                  <c:v>43000</c:v>
                </c:pt>
                <c:pt idx="532">
                  <c:v>43003</c:v>
                </c:pt>
                <c:pt idx="533">
                  <c:v>43004</c:v>
                </c:pt>
                <c:pt idx="534">
                  <c:v>43005</c:v>
                </c:pt>
                <c:pt idx="535">
                  <c:v>43006</c:v>
                </c:pt>
                <c:pt idx="536">
                  <c:v>43007</c:v>
                </c:pt>
                <c:pt idx="537">
                  <c:v>43008</c:v>
                </c:pt>
                <c:pt idx="538">
                  <c:v>43017</c:v>
                </c:pt>
                <c:pt idx="539">
                  <c:v>43018</c:v>
                </c:pt>
                <c:pt idx="540">
                  <c:v>43019</c:v>
                </c:pt>
                <c:pt idx="541">
                  <c:v>43020</c:v>
                </c:pt>
                <c:pt idx="542">
                  <c:v>43021</c:v>
                </c:pt>
                <c:pt idx="543">
                  <c:v>43024</c:v>
                </c:pt>
                <c:pt idx="544">
                  <c:v>43025</c:v>
                </c:pt>
                <c:pt idx="545">
                  <c:v>43026</c:v>
                </c:pt>
                <c:pt idx="546">
                  <c:v>43027</c:v>
                </c:pt>
                <c:pt idx="547">
                  <c:v>43028</c:v>
                </c:pt>
                <c:pt idx="548">
                  <c:v>43031</c:v>
                </c:pt>
                <c:pt idx="549">
                  <c:v>43032</c:v>
                </c:pt>
                <c:pt idx="550">
                  <c:v>43033</c:v>
                </c:pt>
                <c:pt idx="551">
                  <c:v>43034</c:v>
                </c:pt>
                <c:pt idx="552">
                  <c:v>43035</c:v>
                </c:pt>
                <c:pt idx="553">
                  <c:v>43038</c:v>
                </c:pt>
                <c:pt idx="554">
                  <c:v>43039</c:v>
                </c:pt>
                <c:pt idx="555">
                  <c:v>43040</c:v>
                </c:pt>
                <c:pt idx="556">
                  <c:v>43041</c:v>
                </c:pt>
                <c:pt idx="557">
                  <c:v>43042</c:v>
                </c:pt>
                <c:pt idx="558">
                  <c:v>43045</c:v>
                </c:pt>
                <c:pt idx="559">
                  <c:v>43046</c:v>
                </c:pt>
                <c:pt idx="560">
                  <c:v>43047</c:v>
                </c:pt>
                <c:pt idx="561">
                  <c:v>43048</c:v>
                </c:pt>
                <c:pt idx="562">
                  <c:v>43049</c:v>
                </c:pt>
                <c:pt idx="563">
                  <c:v>43052</c:v>
                </c:pt>
                <c:pt idx="564">
                  <c:v>43053</c:v>
                </c:pt>
                <c:pt idx="565">
                  <c:v>43054</c:v>
                </c:pt>
                <c:pt idx="566">
                  <c:v>43055</c:v>
                </c:pt>
                <c:pt idx="567">
                  <c:v>43056</c:v>
                </c:pt>
                <c:pt idx="568">
                  <c:v>43059</c:v>
                </c:pt>
                <c:pt idx="569">
                  <c:v>43060</c:v>
                </c:pt>
                <c:pt idx="570">
                  <c:v>43061</c:v>
                </c:pt>
                <c:pt idx="571">
                  <c:v>43062</c:v>
                </c:pt>
                <c:pt idx="572">
                  <c:v>43063</c:v>
                </c:pt>
                <c:pt idx="573">
                  <c:v>43066</c:v>
                </c:pt>
                <c:pt idx="574">
                  <c:v>43067</c:v>
                </c:pt>
                <c:pt idx="575">
                  <c:v>43068</c:v>
                </c:pt>
                <c:pt idx="576">
                  <c:v>43069</c:v>
                </c:pt>
                <c:pt idx="577">
                  <c:v>43070</c:v>
                </c:pt>
                <c:pt idx="578">
                  <c:v>43073</c:v>
                </c:pt>
                <c:pt idx="579">
                  <c:v>43074</c:v>
                </c:pt>
                <c:pt idx="580">
                  <c:v>43075</c:v>
                </c:pt>
                <c:pt idx="581">
                  <c:v>43076</c:v>
                </c:pt>
                <c:pt idx="582">
                  <c:v>43077</c:v>
                </c:pt>
                <c:pt idx="583">
                  <c:v>43080</c:v>
                </c:pt>
                <c:pt idx="584">
                  <c:v>43081</c:v>
                </c:pt>
                <c:pt idx="585">
                  <c:v>43082</c:v>
                </c:pt>
                <c:pt idx="586">
                  <c:v>43083</c:v>
                </c:pt>
                <c:pt idx="587">
                  <c:v>43084</c:v>
                </c:pt>
                <c:pt idx="588">
                  <c:v>43087</c:v>
                </c:pt>
                <c:pt idx="589">
                  <c:v>43088</c:v>
                </c:pt>
                <c:pt idx="590">
                  <c:v>43089</c:v>
                </c:pt>
                <c:pt idx="591">
                  <c:v>43090</c:v>
                </c:pt>
                <c:pt idx="592">
                  <c:v>43091</c:v>
                </c:pt>
                <c:pt idx="593">
                  <c:v>43094</c:v>
                </c:pt>
                <c:pt idx="594">
                  <c:v>43095</c:v>
                </c:pt>
                <c:pt idx="595">
                  <c:v>43096</c:v>
                </c:pt>
                <c:pt idx="596">
                  <c:v>43097</c:v>
                </c:pt>
                <c:pt idx="597">
                  <c:v>43100</c:v>
                </c:pt>
                <c:pt idx="598">
                  <c:v>43102</c:v>
                </c:pt>
                <c:pt idx="599">
                  <c:v>43103</c:v>
                </c:pt>
                <c:pt idx="600">
                  <c:v>43104</c:v>
                </c:pt>
                <c:pt idx="601">
                  <c:v>43105</c:v>
                </c:pt>
                <c:pt idx="602">
                  <c:v>43108</c:v>
                </c:pt>
                <c:pt idx="603">
                  <c:v>43109</c:v>
                </c:pt>
                <c:pt idx="604">
                  <c:v>43110</c:v>
                </c:pt>
                <c:pt idx="605">
                  <c:v>43111</c:v>
                </c:pt>
                <c:pt idx="606">
                  <c:v>43112</c:v>
                </c:pt>
                <c:pt idx="607">
                  <c:v>43115</c:v>
                </c:pt>
                <c:pt idx="608">
                  <c:v>43116</c:v>
                </c:pt>
                <c:pt idx="609">
                  <c:v>43117</c:v>
                </c:pt>
                <c:pt idx="610">
                  <c:v>43118</c:v>
                </c:pt>
                <c:pt idx="611">
                  <c:v>43119</c:v>
                </c:pt>
                <c:pt idx="612">
                  <c:v>43122</c:v>
                </c:pt>
                <c:pt idx="613">
                  <c:v>43123</c:v>
                </c:pt>
                <c:pt idx="614">
                  <c:v>43124</c:v>
                </c:pt>
                <c:pt idx="615">
                  <c:v>43125</c:v>
                </c:pt>
                <c:pt idx="616">
                  <c:v>43126</c:v>
                </c:pt>
                <c:pt idx="617">
                  <c:v>43129</c:v>
                </c:pt>
                <c:pt idx="618">
                  <c:v>43130</c:v>
                </c:pt>
                <c:pt idx="619">
                  <c:v>43131</c:v>
                </c:pt>
                <c:pt idx="620">
                  <c:v>43132</c:v>
                </c:pt>
              </c:numCache>
            </c:numRef>
          </c:cat>
          <c:val>
            <c:numRef>
              <c:f>信用利差3Y走势!$C$2:$C$622</c:f>
              <c:numCache>
                <c:formatCode>General</c:formatCode>
                <c:ptCount val="621"/>
                <c:pt idx="0">
                  <c:v>3.8100999999999998</c:v>
                </c:pt>
                <c:pt idx="1">
                  <c:v>3.8464</c:v>
                </c:pt>
                <c:pt idx="2">
                  <c:v>3.8161999999999998</c:v>
                </c:pt>
                <c:pt idx="3">
                  <c:v>3.8046000000000002</c:v>
                </c:pt>
                <c:pt idx="4">
                  <c:v>3.8001999999999998</c:v>
                </c:pt>
                <c:pt idx="5">
                  <c:v>3.7999000000000001</c:v>
                </c:pt>
                <c:pt idx="6">
                  <c:v>3.8437000000000001</c:v>
                </c:pt>
                <c:pt idx="7">
                  <c:v>3.8271000000000002</c:v>
                </c:pt>
                <c:pt idx="8">
                  <c:v>3.8673000000000002</c:v>
                </c:pt>
                <c:pt idx="9">
                  <c:v>3.8363</c:v>
                </c:pt>
                <c:pt idx="10">
                  <c:v>3.8231000000000002</c:v>
                </c:pt>
                <c:pt idx="11">
                  <c:v>3.8018999999999998</c:v>
                </c:pt>
                <c:pt idx="12">
                  <c:v>3.8010000000000002</c:v>
                </c:pt>
                <c:pt idx="13">
                  <c:v>3.7976999999999999</c:v>
                </c:pt>
                <c:pt idx="14">
                  <c:v>3.8250999999999999</c:v>
                </c:pt>
                <c:pt idx="15">
                  <c:v>3.8319999999999999</c:v>
                </c:pt>
                <c:pt idx="16">
                  <c:v>3.8424</c:v>
                </c:pt>
                <c:pt idx="17">
                  <c:v>3.8681000000000001</c:v>
                </c:pt>
                <c:pt idx="18">
                  <c:v>3.8405999999999998</c:v>
                </c:pt>
                <c:pt idx="19">
                  <c:v>3.8309000000000002</c:v>
                </c:pt>
                <c:pt idx="20">
                  <c:v>3.8308</c:v>
                </c:pt>
                <c:pt idx="21">
                  <c:v>3.8395000000000001</c:v>
                </c:pt>
                <c:pt idx="22">
                  <c:v>3.8378999999999999</c:v>
                </c:pt>
                <c:pt idx="23">
                  <c:v>3.8431999999999999</c:v>
                </c:pt>
                <c:pt idx="24">
                  <c:v>3.8549000000000002</c:v>
                </c:pt>
                <c:pt idx="25">
                  <c:v>3.8513000000000002</c:v>
                </c:pt>
                <c:pt idx="26">
                  <c:v>3.8456999999999999</c:v>
                </c:pt>
                <c:pt idx="27">
                  <c:v>3.8411</c:v>
                </c:pt>
                <c:pt idx="28">
                  <c:v>3.8374999999999999</c:v>
                </c:pt>
                <c:pt idx="29">
                  <c:v>3.8031000000000001</c:v>
                </c:pt>
                <c:pt idx="30">
                  <c:v>3.8111000000000002</c:v>
                </c:pt>
                <c:pt idx="31">
                  <c:v>3.8208000000000002</c:v>
                </c:pt>
                <c:pt idx="32">
                  <c:v>3.8311999999999999</c:v>
                </c:pt>
                <c:pt idx="33">
                  <c:v>3.8169</c:v>
                </c:pt>
                <c:pt idx="34">
                  <c:v>3.8176000000000001</c:v>
                </c:pt>
                <c:pt idx="35">
                  <c:v>3.7965</c:v>
                </c:pt>
                <c:pt idx="36">
                  <c:v>3.7581000000000002</c:v>
                </c:pt>
                <c:pt idx="37">
                  <c:v>3.7822</c:v>
                </c:pt>
                <c:pt idx="38">
                  <c:v>3.7863000000000002</c:v>
                </c:pt>
                <c:pt idx="39">
                  <c:v>3.7797999999999998</c:v>
                </c:pt>
                <c:pt idx="40">
                  <c:v>3.7591000000000001</c:v>
                </c:pt>
                <c:pt idx="41">
                  <c:v>3.7286999999999999</c:v>
                </c:pt>
                <c:pt idx="42">
                  <c:v>3.7145999999999999</c:v>
                </c:pt>
                <c:pt idx="43">
                  <c:v>3.6974</c:v>
                </c:pt>
                <c:pt idx="44">
                  <c:v>3.6957</c:v>
                </c:pt>
                <c:pt idx="45">
                  <c:v>3.6612</c:v>
                </c:pt>
                <c:pt idx="46">
                  <c:v>3.6244999999999998</c:v>
                </c:pt>
                <c:pt idx="47">
                  <c:v>3.6</c:v>
                </c:pt>
                <c:pt idx="48">
                  <c:v>3.5676999999999999</c:v>
                </c:pt>
                <c:pt idx="49">
                  <c:v>3.51</c:v>
                </c:pt>
                <c:pt idx="50">
                  <c:v>3.5072000000000001</c:v>
                </c:pt>
                <c:pt idx="51">
                  <c:v>3.4535999999999998</c:v>
                </c:pt>
                <c:pt idx="52">
                  <c:v>3.4186999999999999</c:v>
                </c:pt>
                <c:pt idx="53">
                  <c:v>3.4535</c:v>
                </c:pt>
                <c:pt idx="54">
                  <c:v>3.4257</c:v>
                </c:pt>
                <c:pt idx="55">
                  <c:v>3.4575999999999998</c:v>
                </c:pt>
                <c:pt idx="56">
                  <c:v>3.4658000000000002</c:v>
                </c:pt>
                <c:pt idx="57">
                  <c:v>3.5</c:v>
                </c:pt>
                <c:pt idx="58">
                  <c:v>3.5207999999999999</c:v>
                </c:pt>
                <c:pt idx="59">
                  <c:v>3.6861000000000002</c:v>
                </c:pt>
                <c:pt idx="60">
                  <c:v>3.7860999999999998</c:v>
                </c:pt>
                <c:pt idx="61">
                  <c:v>3.7601</c:v>
                </c:pt>
                <c:pt idx="62">
                  <c:v>3.7387999999999999</c:v>
                </c:pt>
                <c:pt idx="63">
                  <c:v>3.7164000000000001</c:v>
                </c:pt>
                <c:pt idx="64">
                  <c:v>3.7315999999999998</c:v>
                </c:pt>
                <c:pt idx="65">
                  <c:v>3.7275</c:v>
                </c:pt>
                <c:pt idx="66">
                  <c:v>3.7210999999999999</c:v>
                </c:pt>
                <c:pt idx="67">
                  <c:v>3.7557</c:v>
                </c:pt>
                <c:pt idx="68">
                  <c:v>3.7241</c:v>
                </c:pt>
                <c:pt idx="69">
                  <c:v>3.7090000000000001</c:v>
                </c:pt>
                <c:pt idx="70">
                  <c:v>3.7115</c:v>
                </c:pt>
                <c:pt idx="71">
                  <c:v>3.6850999999999998</c:v>
                </c:pt>
                <c:pt idx="72">
                  <c:v>3.6556000000000002</c:v>
                </c:pt>
                <c:pt idx="73">
                  <c:v>3.6233</c:v>
                </c:pt>
                <c:pt idx="74">
                  <c:v>3.5951</c:v>
                </c:pt>
                <c:pt idx="75">
                  <c:v>3.5623</c:v>
                </c:pt>
                <c:pt idx="76">
                  <c:v>3.5638000000000001</c:v>
                </c:pt>
                <c:pt idx="77">
                  <c:v>3.5206</c:v>
                </c:pt>
                <c:pt idx="78">
                  <c:v>3.4352999999999998</c:v>
                </c:pt>
                <c:pt idx="79">
                  <c:v>3.4386000000000001</c:v>
                </c:pt>
                <c:pt idx="80">
                  <c:v>3.3925999999999998</c:v>
                </c:pt>
                <c:pt idx="81">
                  <c:v>3.3940000000000001</c:v>
                </c:pt>
                <c:pt idx="82">
                  <c:v>3.3938999999999999</c:v>
                </c:pt>
                <c:pt idx="83">
                  <c:v>3.3944999999999999</c:v>
                </c:pt>
                <c:pt idx="84">
                  <c:v>3.3639999999999999</c:v>
                </c:pt>
                <c:pt idx="85">
                  <c:v>3.3801000000000001</c:v>
                </c:pt>
                <c:pt idx="86">
                  <c:v>3.3677000000000001</c:v>
                </c:pt>
                <c:pt idx="87">
                  <c:v>3.3479000000000001</c:v>
                </c:pt>
                <c:pt idx="88">
                  <c:v>3.3607999999999998</c:v>
                </c:pt>
                <c:pt idx="89">
                  <c:v>3.2911000000000001</c:v>
                </c:pt>
                <c:pt idx="90">
                  <c:v>3.2408999999999999</c:v>
                </c:pt>
                <c:pt idx="91">
                  <c:v>3.2305999999999999</c:v>
                </c:pt>
                <c:pt idx="92">
                  <c:v>3.1924000000000001</c:v>
                </c:pt>
                <c:pt idx="93">
                  <c:v>3.1467999999999998</c:v>
                </c:pt>
                <c:pt idx="94">
                  <c:v>3.1257999999999999</c:v>
                </c:pt>
                <c:pt idx="95">
                  <c:v>3.0966</c:v>
                </c:pt>
                <c:pt idx="96">
                  <c:v>3.0693000000000001</c:v>
                </c:pt>
                <c:pt idx="97">
                  <c:v>3.0741000000000001</c:v>
                </c:pt>
                <c:pt idx="98">
                  <c:v>3.1080999999999999</c:v>
                </c:pt>
                <c:pt idx="99">
                  <c:v>3.1118000000000001</c:v>
                </c:pt>
                <c:pt idx="100">
                  <c:v>3.1400999999999999</c:v>
                </c:pt>
                <c:pt idx="101">
                  <c:v>3.1120999999999999</c:v>
                </c:pt>
                <c:pt idx="102">
                  <c:v>3.0710000000000002</c:v>
                </c:pt>
                <c:pt idx="103">
                  <c:v>3.0464000000000002</c:v>
                </c:pt>
                <c:pt idx="104">
                  <c:v>2.9786999999999999</c:v>
                </c:pt>
                <c:pt idx="105">
                  <c:v>2.9630999999999998</c:v>
                </c:pt>
                <c:pt idx="106">
                  <c:v>2.9462000000000002</c:v>
                </c:pt>
                <c:pt idx="107">
                  <c:v>2.9662000000000002</c:v>
                </c:pt>
                <c:pt idx="108">
                  <c:v>2.9573999999999998</c:v>
                </c:pt>
                <c:pt idx="109">
                  <c:v>2.9557000000000002</c:v>
                </c:pt>
                <c:pt idx="110">
                  <c:v>3.0049000000000001</c:v>
                </c:pt>
                <c:pt idx="111">
                  <c:v>3.0326</c:v>
                </c:pt>
                <c:pt idx="112">
                  <c:v>3.0280999999999998</c:v>
                </c:pt>
                <c:pt idx="113">
                  <c:v>3.0686</c:v>
                </c:pt>
                <c:pt idx="114">
                  <c:v>3.1084999999999998</c:v>
                </c:pt>
                <c:pt idx="115">
                  <c:v>3.1842999999999999</c:v>
                </c:pt>
                <c:pt idx="116">
                  <c:v>3.1747000000000001</c:v>
                </c:pt>
                <c:pt idx="117">
                  <c:v>3.1638999999999999</c:v>
                </c:pt>
                <c:pt idx="118">
                  <c:v>3.1917</c:v>
                </c:pt>
                <c:pt idx="119">
                  <c:v>3.1711</c:v>
                </c:pt>
                <c:pt idx="120">
                  <c:v>3.1907000000000001</c:v>
                </c:pt>
                <c:pt idx="121">
                  <c:v>3.18</c:v>
                </c:pt>
                <c:pt idx="122">
                  <c:v>3.1676000000000002</c:v>
                </c:pt>
                <c:pt idx="123">
                  <c:v>3.1675</c:v>
                </c:pt>
                <c:pt idx="124">
                  <c:v>3.1339000000000001</c:v>
                </c:pt>
                <c:pt idx="125">
                  <c:v>3.1295000000000002</c:v>
                </c:pt>
                <c:pt idx="126">
                  <c:v>3.1175000000000002</c:v>
                </c:pt>
                <c:pt idx="127">
                  <c:v>3.1175000000000002</c:v>
                </c:pt>
                <c:pt idx="128">
                  <c:v>3.1196000000000002</c:v>
                </c:pt>
                <c:pt idx="129">
                  <c:v>3.0823</c:v>
                </c:pt>
                <c:pt idx="130">
                  <c:v>3.0714999999999999</c:v>
                </c:pt>
                <c:pt idx="131">
                  <c:v>3.0844</c:v>
                </c:pt>
                <c:pt idx="132">
                  <c:v>3.0914000000000001</c:v>
                </c:pt>
                <c:pt idx="133">
                  <c:v>3.0909</c:v>
                </c:pt>
                <c:pt idx="134">
                  <c:v>3.0981999999999998</c:v>
                </c:pt>
                <c:pt idx="135">
                  <c:v>3.1122999999999998</c:v>
                </c:pt>
                <c:pt idx="136">
                  <c:v>3.1211000000000002</c:v>
                </c:pt>
                <c:pt idx="137">
                  <c:v>3.121</c:v>
                </c:pt>
                <c:pt idx="138">
                  <c:v>3.1215000000000002</c:v>
                </c:pt>
                <c:pt idx="139">
                  <c:v>3.1061999999999999</c:v>
                </c:pt>
                <c:pt idx="140">
                  <c:v>3.0909</c:v>
                </c:pt>
                <c:pt idx="141">
                  <c:v>3.0657999999999999</c:v>
                </c:pt>
                <c:pt idx="142">
                  <c:v>3.0230000000000001</c:v>
                </c:pt>
                <c:pt idx="143">
                  <c:v>3.0152999999999999</c:v>
                </c:pt>
                <c:pt idx="144">
                  <c:v>3.0154999999999998</c:v>
                </c:pt>
                <c:pt idx="145">
                  <c:v>3.0173000000000001</c:v>
                </c:pt>
                <c:pt idx="146">
                  <c:v>3.0259999999999998</c:v>
                </c:pt>
                <c:pt idx="147">
                  <c:v>3.0284</c:v>
                </c:pt>
                <c:pt idx="148">
                  <c:v>3.0057</c:v>
                </c:pt>
                <c:pt idx="149">
                  <c:v>2.9803999999999999</c:v>
                </c:pt>
                <c:pt idx="150">
                  <c:v>2.9735</c:v>
                </c:pt>
                <c:pt idx="151">
                  <c:v>3.01</c:v>
                </c:pt>
                <c:pt idx="152">
                  <c:v>3.0053000000000001</c:v>
                </c:pt>
                <c:pt idx="153">
                  <c:v>2.9855</c:v>
                </c:pt>
                <c:pt idx="154">
                  <c:v>3.0097</c:v>
                </c:pt>
                <c:pt idx="155">
                  <c:v>3.0299</c:v>
                </c:pt>
                <c:pt idx="156">
                  <c:v>3.0548999999999999</c:v>
                </c:pt>
                <c:pt idx="157">
                  <c:v>3.0869</c:v>
                </c:pt>
                <c:pt idx="158">
                  <c:v>3.0937000000000001</c:v>
                </c:pt>
                <c:pt idx="159">
                  <c:v>3.0613000000000001</c:v>
                </c:pt>
                <c:pt idx="160">
                  <c:v>3.0625</c:v>
                </c:pt>
                <c:pt idx="161">
                  <c:v>3.0569999999999999</c:v>
                </c:pt>
                <c:pt idx="162">
                  <c:v>3.0347</c:v>
                </c:pt>
                <c:pt idx="163">
                  <c:v>3.0548000000000002</c:v>
                </c:pt>
                <c:pt idx="164">
                  <c:v>3.0823999999999998</c:v>
                </c:pt>
                <c:pt idx="165">
                  <c:v>3.149</c:v>
                </c:pt>
                <c:pt idx="166">
                  <c:v>3.2494000000000001</c:v>
                </c:pt>
                <c:pt idx="167">
                  <c:v>3.3096999999999999</c:v>
                </c:pt>
                <c:pt idx="168">
                  <c:v>3.3361000000000001</c:v>
                </c:pt>
                <c:pt idx="169">
                  <c:v>3.2917000000000001</c:v>
                </c:pt>
                <c:pt idx="170">
                  <c:v>3.3182</c:v>
                </c:pt>
                <c:pt idx="171">
                  <c:v>3.3660999999999999</c:v>
                </c:pt>
                <c:pt idx="172">
                  <c:v>3.4767000000000001</c:v>
                </c:pt>
                <c:pt idx="173">
                  <c:v>3.5293999999999999</c:v>
                </c:pt>
                <c:pt idx="174">
                  <c:v>3.6629</c:v>
                </c:pt>
                <c:pt idx="175">
                  <c:v>3.6415999999999999</c:v>
                </c:pt>
                <c:pt idx="176">
                  <c:v>3.5827</c:v>
                </c:pt>
                <c:pt idx="177">
                  <c:v>3.5407000000000002</c:v>
                </c:pt>
                <c:pt idx="178">
                  <c:v>3.5468000000000002</c:v>
                </c:pt>
                <c:pt idx="179">
                  <c:v>3.5017</c:v>
                </c:pt>
                <c:pt idx="180">
                  <c:v>3.4811000000000001</c:v>
                </c:pt>
                <c:pt idx="181">
                  <c:v>3.4517000000000002</c:v>
                </c:pt>
                <c:pt idx="182">
                  <c:v>3.448</c:v>
                </c:pt>
                <c:pt idx="183">
                  <c:v>3.3616000000000001</c:v>
                </c:pt>
                <c:pt idx="184">
                  <c:v>3.3216000000000001</c:v>
                </c:pt>
                <c:pt idx="185">
                  <c:v>3.3115999999999999</c:v>
                </c:pt>
                <c:pt idx="186">
                  <c:v>3.3014999999999999</c:v>
                </c:pt>
                <c:pt idx="187">
                  <c:v>3.2730000000000001</c:v>
                </c:pt>
                <c:pt idx="188">
                  <c:v>3.2806000000000002</c:v>
                </c:pt>
                <c:pt idx="189">
                  <c:v>3.2905000000000002</c:v>
                </c:pt>
                <c:pt idx="190">
                  <c:v>3.3026</c:v>
                </c:pt>
                <c:pt idx="191">
                  <c:v>3.3239999999999998</c:v>
                </c:pt>
                <c:pt idx="192">
                  <c:v>3.3548</c:v>
                </c:pt>
                <c:pt idx="193">
                  <c:v>3.3429000000000002</c:v>
                </c:pt>
                <c:pt idx="194">
                  <c:v>3.3433000000000002</c:v>
                </c:pt>
                <c:pt idx="195">
                  <c:v>3.3129</c:v>
                </c:pt>
                <c:pt idx="196">
                  <c:v>3.3123</c:v>
                </c:pt>
                <c:pt idx="197">
                  <c:v>3.3090999999999999</c:v>
                </c:pt>
                <c:pt idx="198">
                  <c:v>3.2902</c:v>
                </c:pt>
                <c:pt idx="199">
                  <c:v>3.3159999999999998</c:v>
                </c:pt>
                <c:pt idx="200">
                  <c:v>3.3148</c:v>
                </c:pt>
                <c:pt idx="201">
                  <c:v>3.3351999999999999</c:v>
                </c:pt>
                <c:pt idx="202">
                  <c:v>3.3279000000000001</c:v>
                </c:pt>
                <c:pt idx="203">
                  <c:v>3.3144999999999998</c:v>
                </c:pt>
                <c:pt idx="204">
                  <c:v>3.3212000000000002</c:v>
                </c:pt>
                <c:pt idx="205">
                  <c:v>3.3178000000000001</c:v>
                </c:pt>
                <c:pt idx="206">
                  <c:v>3.3237000000000001</c:v>
                </c:pt>
                <c:pt idx="207">
                  <c:v>3.3281000000000001</c:v>
                </c:pt>
                <c:pt idx="208">
                  <c:v>3.3121999999999998</c:v>
                </c:pt>
                <c:pt idx="209">
                  <c:v>3.2850999999999999</c:v>
                </c:pt>
                <c:pt idx="210">
                  <c:v>3.2648000000000001</c:v>
                </c:pt>
                <c:pt idx="211">
                  <c:v>3.2631999999999999</c:v>
                </c:pt>
                <c:pt idx="212">
                  <c:v>3.2584</c:v>
                </c:pt>
                <c:pt idx="213">
                  <c:v>3.2513999999999998</c:v>
                </c:pt>
                <c:pt idx="214">
                  <c:v>3.2323</c:v>
                </c:pt>
                <c:pt idx="215">
                  <c:v>3.222</c:v>
                </c:pt>
                <c:pt idx="216">
                  <c:v>3.1962999999999999</c:v>
                </c:pt>
                <c:pt idx="217">
                  <c:v>3.1743000000000001</c:v>
                </c:pt>
                <c:pt idx="218">
                  <c:v>3.1589999999999998</c:v>
                </c:pt>
                <c:pt idx="219">
                  <c:v>3.1652999999999998</c:v>
                </c:pt>
                <c:pt idx="220">
                  <c:v>3.1452</c:v>
                </c:pt>
                <c:pt idx="221">
                  <c:v>3.1143999999999998</c:v>
                </c:pt>
                <c:pt idx="222">
                  <c:v>3.0933000000000002</c:v>
                </c:pt>
                <c:pt idx="223">
                  <c:v>3.0775999999999999</c:v>
                </c:pt>
                <c:pt idx="224">
                  <c:v>3.0775999999999999</c:v>
                </c:pt>
                <c:pt idx="225">
                  <c:v>3.0257000000000001</c:v>
                </c:pt>
                <c:pt idx="226">
                  <c:v>3.0222000000000002</c:v>
                </c:pt>
                <c:pt idx="227">
                  <c:v>3.0364</c:v>
                </c:pt>
                <c:pt idx="228">
                  <c:v>3.0556000000000001</c:v>
                </c:pt>
                <c:pt idx="229">
                  <c:v>3.0537999999999998</c:v>
                </c:pt>
                <c:pt idx="230">
                  <c:v>3.0392999999999999</c:v>
                </c:pt>
                <c:pt idx="231">
                  <c:v>3.0308999999999999</c:v>
                </c:pt>
                <c:pt idx="232">
                  <c:v>3.0312000000000001</c:v>
                </c:pt>
                <c:pt idx="233">
                  <c:v>3.0270000000000001</c:v>
                </c:pt>
                <c:pt idx="234">
                  <c:v>3.0101</c:v>
                </c:pt>
                <c:pt idx="235">
                  <c:v>2.9891999999999999</c:v>
                </c:pt>
                <c:pt idx="236">
                  <c:v>2.9887000000000001</c:v>
                </c:pt>
                <c:pt idx="237">
                  <c:v>3.0125000000000002</c:v>
                </c:pt>
                <c:pt idx="238">
                  <c:v>3.0089000000000001</c:v>
                </c:pt>
                <c:pt idx="239">
                  <c:v>2.9940000000000002</c:v>
                </c:pt>
                <c:pt idx="240">
                  <c:v>2.9895</c:v>
                </c:pt>
                <c:pt idx="241">
                  <c:v>2.9535999999999998</c:v>
                </c:pt>
                <c:pt idx="242">
                  <c:v>2.9451000000000001</c:v>
                </c:pt>
                <c:pt idx="243">
                  <c:v>2.9295</c:v>
                </c:pt>
                <c:pt idx="244">
                  <c:v>2.9314</c:v>
                </c:pt>
                <c:pt idx="245">
                  <c:v>2.9266999999999999</c:v>
                </c:pt>
                <c:pt idx="246">
                  <c:v>2.9106000000000001</c:v>
                </c:pt>
                <c:pt idx="247">
                  <c:v>2.8923999999999999</c:v>
                </c:pt>
                <c:pt idx="248">
                  <c:v>2.8927</c:v>
                </c:pt>
                <c:pt idx="249">
                  <c:v>2.8708999999999998</c:v>
                </c:pt>
                <c:pt idx="250">
                  <c:v>2.8816000000000002</c:v>
                </c:pt>
                <c:pt idx="251">
                  <c:v>2.8856000000000002</c:v>
                </c:pt>
                <c:pt idx="252">
                  <c:v>2.8715999999999999</c:v>
                </c:pt>
                <c:pt idx="253">
                  <c:v>2.8675000000000002</c:v>
                </c:pt>
                <c:pt idx="254">
                  <c:v>2.8727</c:v>
                </c:pt>
                <c:pt idx="255">
                  <c:v>2.8834</c:v>
                </c:pt>
                <c:pt idx="256">
                  <c:v>2.8828</c:v>
                </c:pt>
                <c:pt idx="257">
                  <c:v>2.8856000000000002</c:v>
                </c:pt>
                <c:pt idx="258">
                  <c:v>2.9253999999999998</c:v>
                </c:pt>
                <c:pt idx="259">
                  <c:v>2.9651000000000001</c:v>
                </c:pt>
                <c:pt idx="260">
                  <c:v>2.9657</c:v>
                </c:pt>
                <c:pt idx="261">
                  <c:v>2.9558</c:v>
                </c:pt>
                <c:pt idx="262">
                  <c:v>2.9359999999999999</c:v>
                </c:pt>
                <c:pt idx="263">
                  <c:v>2.9737</c:v>
                </c:pt>
                <c:pt idx="264">
                  <c:v>2.9722</c:v>
                </c:pt>
                <c:pt idx="265">
                  <c:v>2.9672999999999998</c:v>
                </c:pt>
                <c:pt idx="266">
                  <c:v>2.9738000000000002</c:v>
                </c:pt>
                <c:pt idx="267">
                  <c:v>2.9823</c:v>
                </c:pt>
                <c:pt idx="268">
                  <c:v>2.9870000000000001</c:v>
                </c:pt>
                <c:pt idx="269">
                  <c:v>2.9893999999999998</c:v>
                </c:pt>
                <c:pt idx="270">
                  <c:v>2.984</c:v>
                </c:pt>
                <c:pt idx="271">
                  <c:v>2.9706999999999999</c:v>
                </c:pt>
                <c:pt idx="272">
                  <c:v>2.9883999999999999</c:v>
                </c:pt>
                <c:pt idx="273">
                  <c:v>2.992</c:v>
                </c:pt>
                <c:pt idx="274">
                  <c:v>2.9906999999999999</c:v>
                </c:pt>
                <c:pt idx="275">
                  <c:v>2.9878999999999998</c:v>
                </c:pt>
                <c:pt idx="276">
                  <c:v>2.9910999999999999</c:v>
                </c:pt>
                <c:pt idx="277">
                  <c:v>2.9790999999999999</c:v>
                </c:pt>
                <c:pt idx="278">
                  <c:v>3.0026000000000002</c:v>
                </c:pt>
                <c:pt idx="279">
                  <c:v>2.9887999999999999</c:v>
                </c:pt>
                <c:pt idx="280">
                  <c:v>2.9817999999999998</c:v>
                </c:pt>
                <c:pt idx="281">
                  <c:v>2.9607000000000001</c:v>
                </c:pt>
                <c:pt idx="282">
                  <c:v>2.9815</c:v>
                </c:pt>
                <c:pt idx="283">
                  <c:v>3.0045000000000002</c:v>
                </c:pt>
                <c:pt idx="284">
                  <c:v>2.9782999999999999</c:v>
                </c:pt>
                <c:pt idx="285">
                  <c:v>2.9678</c:v>
                </c:pt>
                <c:pt idx="286">
                  <c:v>2.9683000000000002</c:v>
                </c:pt>
                <c:pt idx="287">
                  <c:v>2.9556</c:v>
                </c:pt>
                <c:pt idx="288">
                  <c:v>2.9377</c:v>
                </c:pt>
                <c:pt idx="289">
                  <c:v>2.9514</c:v>
                </c:pt>
                <c:pt idx="290">
                  <c:v>2.9510999999999998</c:v>
                </c:pt>
                <c:pt idx="291">
                  <c:v>2.9373999999999998</c:v>
                </c:pt>
                <c:pt idx="292">
                  <c:v>2.9220000000000002</c:v>
                </c:pt>
                <c:pt idx="293">
                  <c:v>2.9117000000000002</c:v>
                </c:pt>
                <c:pt idx="294">
                  <c:v>2.9030999999999998</c:v>
                </c:pt>
                <c:pt idx="295">
                  <c:v>2.895</c:v>
                </c:pt>
                <c:pt idx="296">
                  <c:v>2.8948</c:v>
                </c:pt>
                <c:pt idx="297">
                  <c:v>2.8919999999999999</c:v>
                </c:pt>
                <c:pt idx="298">
                  <c:v>2.9034</c:v>
                </c:pt>
                <c:pt idx="299">
                  <c:v>2.9108999999999998</c:v>
                </c:pt>
                <c:pt idx="300">
                  <c:v>2.9580000000000002</c:v>
                </c:pt>
                <c:pt idx="301">
                  <c:v>2.9748000000000001</c:v>
                </c:pt>
                <c:pt idx="302">
                  <c:v>2.9750000000000001</c:v>
                </c:pt>
                <c:pt idx="303">
                  <c:v>2.9860000000000002</c:v>
                </c:pt>
                <c:pt idx="304">
                  <c:v>2.9962</c:v>
                </c:pt>
                <c:pt idx="305">
                  <c:v>2.9958999999999998</c:v>
                </c:pt>
                <c:pt idx="306">
                  <c:v>2.9887999999999999</c:v>
                </c:pt>
                <c:pt idx="307">
                  <c:v>2.9807000000000001</c:v>
                </c:pt>
                <c:pt idx="308">
                  <c:v>2.9885999999999999</c:v>
                </c:pt>
                <c:pt idx="309">
                  <c:v>3.0234999999999999</c:v>
                </c:pt>
                <c:pt idx="310">
                  <c:v>3.0348000000000002</c:v>
                </c:pt>
                <c:pt idx="311">
                  <c:v>3.0545</c:v>
                </c:pt>
                <c:pt idx="312">
                  <c:v>3.0867</c:v>
                </c:pt>
                <c:pt idx="313">
                  <c:v>3.1377000000000002</c:v>
                </c:pt>
                <c:pt idx="314">
                  <c:v>3.198</c:v>
                </c:pt>
                <c:pt idx="315">
                  <c:v>3.2282999999999999</c:v>
                </c:pt>
                <c:pt idx="316">
                  <c:v>3.2368999999999999</c:v>
                </c:pt>
                <c:pt idx="317">
                  <c:v>3.2593999999999999</c:v>
                </c:pt>
                <c:pt idx="318">
                  <c:v>3.2719999999999998</c:v>
                </c:pt>
                <c:pt idx="319">
                  <c:v>3.2570999999999999</c:v>
                </c:pt>
                <c:pt idx="320">
                  <c:v>3.2543000000000002</c:v>
                </c:pt>
                <c:pt idx="321">
                  <c:v>3.2894999999999999</c:v>
                </c:pt>
                <c:pt idx="322">
                  <c:v>3.3119999999999998</c:v>
                </c:pt>
                <c:pt idx="323">
                  <c:v>3.3125</c:v>
                </c:pt>
                <c:pt idx="324">
                  <c:v>3.3671000000000002</c:v>
                </c:pt>
                <c:pt idx="325">
                  <c:v>3.4832999999999998</c:v>
                </c:pt>
                <c:pt idx="326">
                  <c:v>3.5931000000000002</c:v>
                </c:pt>
                <c:pt idx="327">
                  <c:v>3.6486000000000001</c:v>
                </c:pt>
                <c:pt idx="328">
                  <c:v>3.6777000000000002</c:v>
                </c:pt>
                <c:pt idx="329">
                  <c:v>3.8035000000000001</c:v>
                </c:pt>
                <c:pt idx="330">
                  <c:v>3.7930999999999999</c:v>
                </c:pt>
                <c:pt idx="331">
                  <c:v>3.7151999999999998</c:v>
                </c:pt>
                <c:pt idx="332">
                  <c:v>3.7282999999999999</c:v>
                </c:pt>
                <c:pt idx="333">
                  <c:v>3.7801999999999998</c:v>
                </c:pt>
                <c:pt idx="334">
                  <c:v>3.8877999999999999</c:v>
                </c:pt>
                <c:pt idx="335">
                  <c:v>3.9550000000000001</c:v>
                </c:pt>
                <c:pt idx="336">
                  <c:v>4.2294</c:v>
                </c:pt>
                <c:pt idx="337">
                  <c:v>4.2758000000000003</c:v>
                </c:pt>
                <c:pt idx="338">
                  <c:v>4.3182</c:v>
                </c:pt>
                <c:pt idx="339">
                  <c:v>4.4835000000000003</c:v>
                </c:pt>
                <c:pt idx="340">
                  <c:v>4.3682999999999996</c:v>
                </c:pt>
                <c:pt idx="341">
                  <c:v>4.1932999999999998</c:v>
                </c:pt>
                <c:pt idx="342">
                  <c:v>4.0688000000000004</c:v>
                </c:pt>
                <c:pt idx="343">
                  <c:v>4.0891000000000002</c:v>
                </c:pt>
                <c:pt idx="344">
                  <c:v>4.0224000000000002</c:v>
                </c:pt>
                <c:pt idx="345">
                  <c:v>4.0126999999999997</c:v>
                </c:pt>
                <c:pt idx="346">
                  <c:v>3.9762</c:v>
                </c:pt>
                <c:pt idx="347">
                  <c:v>3.9024000000000001</c:v>
                </c:pt>
                <c:pt idx="348">
                  <c:v>3.9136000000000002</c:v>
                </c:pt>
                <c:pt idx="349">
                  <c:v>3.8914</c:v>
                </c:pt>
                <c:pt idx="350">
                  <c:v>3.8948</c:v>
                </c:pt>
                <c:pt idx="351">
                  <c:v>3.9026999999999998</c:v>
                </c:pt>
                <c:pt idx="352">
                  <c:v>3.8959999999999999</c:v>
                </c:pt>
                <c:pt idx="353">
                  <c:v>3.8683000000000001</c:v>
                </c:pt>
                <c:pt idx="354">
                  <c:v>3.8241999999999998</c:v>
                </c:pt>
                <c:pt idx="355">
                  <c:v>3.7789999999999999</c:v>
                </c:pt>
                <c:pt idx="356">
                  <c:v>3.7765</c:v>
                </c:pt>
                <c:pt idx="357">
                  <c:v>3.7606999999999999</c:v>
                </c:pt>
                <c:pt idx="358">
                  <c:v>3.7877999999999998</c:v>
                </c:pt>
                <c:pt idx="359">
                  <c:v>3.8826000000000001</c:v>
                </c:pt>
                <c:pt idx="360">
                  <c:v>4.0155000000000003</c:v>
                </c:pt>
                <c:pt idx="361">
                  <c:v>4.0236999999999998</c:v>
                </c:pt>
                <c:pt idx="362">
                  <c:v>3.9689999999999999</c:v>
                </c:pt>
                <c:pt idx="363">
                  <c:v>3.9380999999999999</c:v>
                </c:pt>
                <c:pt idx="364">
                  <c:v>3.9460000000000002</c:v>
                </c:pt>
                <c:pt idx="365">
                  <c:v>3.9632000000000001</c:v>
                </c:pt>
                <c:pt idx="366">
                  <c:v>4.0061999999999998</c:v>
                </c:pt>
                <c:pt idx="367">
                  <c:v>4.0103</c:v>
                </c:pt>
                <c:pt idx="368">
                  <c:v>4.0500999999999996</c:v>
                </c:pt>
                <c:pt idx="369">
                  <c:v>4.0796999999999999</c:v>
                </c:pt>
                <c:pt idx="370">
                  <c:v>4.1142000000000003</c:v>
                </c:pt>
                <c:pt idx="371">
                  <c:v>4.2605000000000004</c:v>
                </c:pt>
                <c:pt idx="372">
                  <c:v>4.2944000000000004</c:v>
                </c:pt>
                <c:pt idx="373">
                  <c:v>4.2495000000000003</c:v>
                </c:pt>
                <c:pt idx="374">
                  <c:v>4.1929999999999996</c:v>
                </c:pt>
                <c:pt idx="375">
                  <c:v>4.1973000000000003</c:v>
                </c:pt>
                <c:pt idx="376">
                  <c:v>4.1966999999999999</c:v>
                </c:pt>
                <c:pt idx="377">
                  <c:v>4.1959</c:v>
                </c:pt>
                <c:pt idx="378">
                  <c:v>4.1891999999999996</c:v>
                </c:pt>
                <c:pt idx="379">
                  <c:v>4.1679000000000004</c:v>
                </c:pt>
                <c:pt idx="380">
                  <c:v>4.1692</c:v>
                </c:pt>
                <c:pt idx="381">
                  <c:v>4.1696</c:v>
                </c:pt>
                <c:pt idx="382">
                  <c:v>4.1829999999999998</c:v>
                </c:pt>
                <c:pt idx="383">
                  <c:v>4.1790000000000003</c:v>
                </c:pt>
                <c:pt idx="384">
                  <c:v>4.1691000000000003</c:v>
                </c:pt>
                <c:pt idx="385">
                  <c:v>4.1692</c:v>
                </c:pt>
                <c:pt idx="386">
                  <c:v>4.1844999999999999</c:v>
                </c:pt>
                <c:pt idx="387">
                  <c:v>4.2083000000000004</c:v>
                </c:pt>
                <c:pt idx="388">
                  <c:v>4.2047999999999996</c:v>
                </c:pt>
                <c:pt idx="389">
                  <c:v>4.2374999999999998</c:v>
                </c:pt>
                <c:pt idx="390">
                  <c:v>4.2541000000000002</c:v>
                </c:pt>
                <c:pt idx="391">
                  <c:v>4.2882999999999996</c:v>
                </c:pt>
                <c:pt idx="392">
                  <c:v>4.2891000000000004</c:v>
                </c:pt>
                <c:pt idx="393">
                  <c:v>4.3056000000000001</c:v>
                </c:pt>
                <c:pt idx="394">
                  <c:v>4.3585000000000003</c:v>
                </c:pt>
                <c:pt idx="395">
                  <c:v>4.3856000000000002</c:v>
                </c:pt>
                <c:pt idx="396">
                  <c:v>4.4004000000000003</c:v>
                </c:pt>
                <c:pt idx="397">
                  <c:v>4.3791000000000002</c:v>
                </c:pt>
                <c:pt idx="398">
                  <c:v>4.3243999999999998</c:v>
                </c:pt>
                <c:pt idx="399">
                  <c:v>4.3590999999999998</c:v>
                </c:pt>
                <c:pt idx="400">
                  <c:v>4.3806000000000003</c:v>
                </c:pt>
                <c:pt idx="401">
                  <c:v>4.4116999999999997</c:v>
                </c:pt>
                <c:pt idx="402">
                  <c:v>4.4162999999999997</c:v>
                </c:pt>
                <c:pt idx="403">
                  <c:v>4.4134000000000002</c:v>
                </c:pt>
                <c:pt idx="404">
                  <c:v>4.3499999999999996</c:v>
                </c:pt>
                <c:pt idx="405">
                  <c:v>4.2965999999999998</c:v>
                </c:pt>
                <c:pt idx="406">
                  <c:v>4.2725</c:v>
                </c:pt>
                <c:pt idx="407">
                  <c:v>4.2847999999999997</c:v>
                </c:pt>
                <c:pt idx="408">
                  <c:v>4.3022999999999998</c:v>
                </c:pt>
                <c:pt idx="409">
                  <c:v>4.3186999999999998</c:v>
                </c:pt>
                <c:pt idx="410">
                  <c:v>4.3140999999999998</c:v>
                </c:pt>
                <c:pt idx="411">
                  <c:v>4.3162000000000003</c:v>
                </c:pt>
                <c:pt idx="412">
                  <c:v>4.3292000000000002</c:v>
                </c:pt>
                <c:pt idx="413">
                  <c:v>4.3132000000000001</c:v>
                </c:pt>
                <c:pt idx="414">
                  <c:v>4.2956000000000003</c:v>
                </c:pt>
                <c:pt idx="415">
                  <c:v>4.2821999999999996</c:v>
                </c:pt>
                <c:pt idx="416">
                  <c:v>4.2809999999999997</c:v>
                </c:pt>
                <c:pt idx="417">
                  <c:v>4.3019999999999996</c:v>
                </c:pt>
                <c:pt idx="418">
                  <c:v>4.3574000000000002</c:v>
                </c:pt>
                <c:pt idx="419">
                  <c:v>4.4367000000000001</c:v>
                </c:pt>
                <c:pt idx="420">
                  <c:v>4.4832999999999998</c:v>
                </c:pt>
                <c:pt idx="421">
                  <c:v>4.4968000000000004</c:v>
                </c:pt>
                <c:pt idx="422">
                  <c:v>4.5437000000000003</c:v>
                </c:pt>
                <c:pt idx="423">
                  <c:v>4.5811000000000002</c:v>
                </c:pt>
                <c:pt idx="424">
                  <c:v>4.6631</c:v>
                </c:pt>
                <c:pt idx="425">
                  <c:v>4.7060000000000004</c:v>
                </c:pt>
                <c:pt idx="426">
                  <c:v>4.6752000000000002</c:v>
                </c:pt>
                <c:pt idx="427">
                  <c:v>4.6174999999999997</c:v>
                </c:pt>
                <c:pt idx="428">
                  <c:v>4.6283000000000003</c:v>
                </c:pt>
                <c:pt idx="429">
                  <c:v>4.6688999999999998</c:v>
                </c:pt>
                <c:pt idx="430">
                  <c:v>4.7404000000000002</c:v>
                </c:pt>
                <c:pt idx="431">
                  <c:v>4.7629000000000001</c:v>
                </c:pt>
                <c:pt idx="432">
                  <c:v>4.7603999999999997</c:v>
                </c:pt>
                <c:pt idx="433">
                  <c:v>4.8125999999999998</c:v>
                </c:pt>
                <c:pt idx="434">
                  <c:v>4.8627000000000002</c:v>
                </c:pt>
                <c:pt idx="435">
                  <c:v>4.9470000000000001</c:v>
                </c:pt>
                <c:pt idx="436">
                  <c:v>4.9698000000000002</c:v>
                </c:pt>
                <c:pt idx="437">
                  <c:v>4.9721000000000002</c:v>
                </c:pt>
                <c:pt idx="438">
                  <c:v>4.952</c:v>
                </c:pt>
                <c:pt idx="439">
                  <c:v>5.0030000000000001</c:v>
                </c:pt>
                <c:pt idx="440">
                  <c:v>4.9764999999999997</c:v>
                </c:pt>
                <c:pt idx="441">
                  <c:v>4.9661</c:v>
                </c:pt>
                <c:pt idx="442">
                  <c:v>4.9394</c:v>
                </c:pt>
                <c:pt idx="443">
                  <c:v>4.9206000000000003</c:v>
                </c:pt>
                <c:pt idx="444">
                  <c:v>4.9244000000000003</c:v>
                </c:pt>
                <c:pt idx="445">
                  <c:v>4.9063999999999997</c:v>
                </c:pt>
                <c:pt idx="446">
                  <c:v>4.9069000000000003</c:v>
                </c:pt>
                <c:pt idx="447">
                  <c:v>4.9066999999999998</c:v>
                </c:pt>
                <c:pt idx="448">
                  <c:v>4.9059999999999997</c:v>
                </c:pt>
                <c:pt idx="449">
                  <c:v>4.8949999999999996</c:v>
                </c:pt>
                <c:pt idx="450">
                  <c:v>4.8547000000000002</c:v>
                </c:pt>
                <c:pt idx="451">
                  <c:v>4.8360000000000003</c:v>
                </c:pt>
                <c:pt idx="452">
                  <c:v>4.8244999999999996</c:v>
                </c:pt>
                <c:pt idx="453">
                  <c:v>4.8038999999999996</c:v>
                </c:pt>
                <c:pt idx="454">
                  <c:v>4.8106999999999998</c:v>
                </c:pt>
                <c:pt idx="455">
                  <c:v>4.8019999999999996</c:v>
                </c:pt>
                <c:pt idx="456">
                  <c:v>4.8029999999999999</c:v>
                </c:pt>
                <c:pt idx="457">
                  <c:v>4.7849000000000004</c:v>
                </c:pt>
                <c:pt idx="458">
                  <c:v>4.7331000000000003</c:v>
                </c:pt>
                <c:pt idx="459">
                  <c:v>4.7294999999999998</c:v>
                </c:pt>
                <c:pt idx="460">
                  <c:v>4.7026000000000003</c:v>
                </c:pt>
                <c:pt idx="461">
                  <c:v>4.7023000000000001</c:v>
                </c:pt>
                <c:pt idx="462">
                  <c:v>4.6313000000000004</c:v>
                </c:pt>
                <c:pt idx="463">
                  <c:v>4.5671999999999997</c:v>
                </c:pt>
                <c:pt idx="464">
                  <c:v>4.5503</c:v>
                </c:pt>
                <c:pt idx="465">
                  <c:v>4.5507999999999997</c:v>
                </c:pt>
                <c:pt idx="466">
                  <c:v>4.5865</c:v>
                </c:pt>
                <c:pt idx="467">
                  <c:v>4.5384000000000002</c:v>
                </c:pt>
                <c:pt idx="468">
                  <c:v>4.4837999999999996</c:v>
                </c:pt>
                <c:pt idx="469">
                  <c:v>4.4710000000000001</c:v>
                </c:pt>
                <c:pt idx="470">
                  <c:v>4.4642999999999997</c:v>
                </c:pt>
                <c:pt idx="471">
                  <c:v>4.4550999999999998</c:v>
                </c:pt>
                <c:pt idx="472">
                  <c:v>4.4516</c:v>
                </c:pt>
                <c:pt idx="473">
                  <c:v>4.4699</c:v>
                </c:pt>
                <c:pt idx="474">
                  <c:v>4.5022000000000002</c:v>
                </c:pt>
                <c:pt idx="475">
                  <c:v>4.4771000000000001</c:v>
                </c:pt>
                <c:pt idx="476">
                  <c:v>4.4912999999999998</c:v>
                </c:pt>
                <c:pt idx="477">
                  <c:v>4.4874000000000001</c:v>
                </c:pt>
                <c:pt idx="478">
                  <c:v>4.4983000000000004</c:v>
                </c:pt>
                <c:pt idx="479">
                  <c:v>4.5080999999999998</c:v>
                </c:pt>
                <c:pt idx="480">
                  <c:v>4.5071000000000003</c:v>
                </c:pt>
                <c:pt idx="481">
                  <c:v>4.4992000000000001</c:v>
                </c:pt>
                <c:pt idx="482">
                  <c:v>4.4653999999999998</c:v>
                </c:pt>
                <c:pt idx="483">
                  <c:v>4.4535</c:v>
                </c:pt>
                <c:pt idx="484">
                  <c:v>4.4848999999999997</c:v>
                </c:pt>
                <c:pt idx="485">
                  <c:v>4.4542000000000002</c:v>
                </c:pt>
                <c:pt idx="486">
                  <c:v>4.4663000000000004</c:v>
                </c:pt>
                <c:pt idx="487">
                  <c:v>4.4960000000000004</c:v>
                </c:pt>
                <c:pt idx="488">
                  <c:v>4.4661</c:v>
                </c:pt>
                <c:pt idx="489">
                  <c:v>4.4911000000000003</c:v>
                </c:pt>
                <c:pt idx="490">
                  <c:v>4.5006000000000004</c:v>
                </c:pt>
                <c:pt idx="491">
                  <c:v>4.5186999999999999</c:v>
                </c:pt>
                <c:pt idx="492">
                  <c:v>4.5155000000000003</c:v>
                </c:pt>
                <c:pt idx="493">
                  <c:v>4.5136000000000003</c:v>
                </c:pt>
                <c:pt idx="494">
                  <c:v>4.5137999999999998</c:v>
                </c:pt>
                <c:pt idx="495">
                  <c:v>4.524</c:v>
                </c:pt>
                <c:pt idx="496">
                  <c:v>4.5129999999999999</c:v>
                </c:pt>
                <c:pt idx="497">
                  <c:v>4.5419</c:v>
                </c:pt>
                <c:pt idx="498">
                  <c:v>4.5805999999999996</c:v>
                </c:pt>
                <c:pt idx="499">
                  <c:v>4.5956000000000001</c:v>
                </c:pt>
                <c:pt idx="500">
                  <c:v>4.5872000000000002</c:v>
                </c:pt>
                <c:pt idx="501">
                  <c:v>4.5579000000000001</c:v>
                </c:pt>
                <c:pt idx="502">
                  <c:v>4.5510999999999999</c:v>
                </c:pt>
                <c:pt idx="503">
                  <c:v>4.5599999999999996</c:v>
                </c:pt>
                <c:pt idx="504">
                  <c:v>4.5603999999999996</c:v>
                </c:pt>
                <c:pt idx="505">
                  <c:v>4.5757000000000003</c:v>
                </c:pt>
                <c:pt idx="506">
                  <c:v>4.5655000000000001</c:v>
                </c:pt>
                <c:pt idx="507">
                  <c:v>4.5647000000000002</c:v>
                </c:pt>
                <c:pt idx="508">
                  <c:v>4.5566000000000004</c:v>
                </c:pt>
                <c:pt idx="509">
                  <c:v>4.5674000000000001</c:v>
                </c:pt>
                <c:pt idx="510">
                  <c:v>4.6078999999999999</c:v>
                </c:pt>
                <c:pt idx="511">
                  <c:v>4.6294000000000004</c:v>
                </c:pt>
                <c:pt idx="512">
                  <c:v>4.6393000000000004</c:v>
                </c:pt>
                <c:pt idx="513">
                  <c:v>4.6889000000000003</c:v>
                </c:pt>
                <c:pt idx="514">
                  <c:v>4.7446000000000002</c:v>
                </c:pt>
                <c:pt idx="515">
                  <c:v>4.7487000000000004</c:v>
                </c:pt>
                <c:pt idx="516">
                  <c:v>4.7122999999999999</c:v>
                </c:pt>
                <c:pt idx="517">
                  <c:v>4.7386999999999997</c:v>
                </c:pt>
                <c:pt idx="518">
                  <c:v>4.7308000000000003</c:v>
                </c:pt>
                <c:pt idx="519">
                  <c:v>4.7302</c:v>
                </c:pt>
                <c:pt idx="520">
                  <c:v>4.7306999999999997</c:v>
                </c:pt>
                <c:pt idx="521">
                  <c:v>4.7058</c:v>
                </c:pt>
                <c:pt idx="522">
                  <c:v>4.6749000000000001</c:v>
                </c:pt>
                <c:pt idx="523">
                  <c:v>4.6811999999999996</c:v>
                </c:pt>
                <c:pt idx="524">
                  <c:v>4.6773999999999996</c:v>
                </c:pt>
                <c:pt idx="525">
                  <c:v>4.6505999999999998</c:v>
                </c:pt>
                <c:pt idx="526">
                  <c:v>4.6025999999999998</c:v>
                </c:pt>
                <c:pt idx="527">
                  <c:v>4.6031000000000004</c:v>
                </c:pt>
                <c:pt idx="528">
                  <c:v>4.6219000000000001</c:v>
                </c:pt>
                <c:pt idx="529">
                  <c:v>4.6227</c:v>
                </c:pt>
                <c:pt idx="530">
                  <c:v>4.6239999999999997</c:v>
                </c:pt>
                <c:pt idx="531">
                  <c:v>4.6242999999999999</c:v>
                </c:pt>
                <c:pt idx="532">
                  <c:v>4.6242999999999999</c:v>
                </c:pt>
                <c:pt idx="533">
                  <c:v>4.6257000000000001</c:v>
                </c:pt>
                <c:pt idx="534">
                  <c:v>4.6022999999999996</c:v>
                </c:pt>
                <c:pt idx="535">
                  <c:v>4.6101999999999999</c:v>
                </c:pt>
                <c:pt idx="536">
                  <c:v>4.6017999999999999</c:v>
                </c:pt>
                <c:pt idx="537">
                  <c:v>4.6056999999999997</c:v>
                </c:pt>
                <c:pt idx="538">
                  <c:v>4.6193999999999997</c:v>
                </c:pt>
                <c:pt idx="539">
                  <c:v>4.6475</c:v>
                </c:pt>
                <c:pt idx="540">
                  <c:v>4.6357999999999997</c:v>
                </c:pt>
                <c:pt idx="541">
                  <c:v>4.6532</c:v>
                </c:pt>
                <c:pt idx="542">
                  <c:v>4.6746999999999996</c:v>
                </c:pt>
                <c:pt idx="543">
                  <c:v>4.7073999999999998</c:v>
                </c:pt>
                <c:pt idx="544">
                  <c:v>4.7550999999999997</c:v>
                </c:pt>
                <c:pt idx="545">
                  <c:v>4.7815000000000003</c:v>
                </c:pt>
                <c:pt idx="546">
                  <c:v>4.7504999999999997</c:v>
                </c:pt>
                <c:pt idx="547">
                  <c:v>4.7746000000000004</c:v>
                </c:pt>
                <c:pt idx="548">
                  <c:v>4.7610999999999999</c:v>
                </c:pt>
                <c:pt idx="549">
                  <c:v>4.7891000000000004</c:v>
                </c:pt>
                <c:pt idx="550">
                  <c:v>4.8041999999999998</c:v>
                </c:pt>
                <c:pt idx="551">
                  <c:v>4.8087</c:v>
                </c:pt>
                <c:pt idx="552">
                  <c:v>4.8221999999999996</c:v>
                </c:pt>
                <c:pt idx="553">
                  <c:v>4.9028</c:v>
                </c:pt>
                <c:pt idx="554">
                  <c:v>4.9006999999999996</c:v>
                </c:pt>
                <c:pt idx="555">
                  <c:v>4.9009</c:v>
                </c:pt>
                <c:pt idx="556">
                  <c:v>4.9001000000000001</c:v>
                </c:pt>
                <c:pt idx="557">
                  <c:v>4.8902000000000001</c:v>
                </c:pt>
                <c:pt idx="558">
                  <c:v>4.9020999999999999</c:v>
                </c:pt>
                <c:pt idx="559">
                  <c:v>4.9245000000000001</c:v>
                </c:pt>
                <c:pt idx="560">
                  <c:v>4.9486999999999997</c:v>
                </c:pt>
                <c:pt idx="561">
                  <c:v>4.9279000000000002</c:v>
                </c:pt>
                <c:pt idx="562">
                  <c:v>4.9558999999999997</c:v>
                </c:pt>
                <c:pt idx="563">
                  <c:v>5.0082000000000004</c:v>
                </c:pt>
                <c:pt idx="564">
                  <c:v>5.0589000000000004</c:v>
                </c:pt>
                <c:pt idx="565">
                  <c:v>5.1064999999999996</c:v>
                </c:pt>
                <c:pt idx="566">
                  <c:v>5.1148999999999996</c:v>
                </c:pt>
                <c:pt idx="567">
                  <c:v>5.1059000000000001</c:v>
                </c:pt>
                <c:pt idx="568">
                  <c:v>5.1162999999999998</c:v>
                </c:pt>
                <c:pt idx="569">
                  <c:v>5.1525999999999996</c:v>
                </c:pt>
                <c:pt idx="570">
                  <c:v>5.2069999999999999</c:v>
                </c:pt>
                <c:pt idx="571">
                  <c:v>5.2583000000000002</c:v>
                </c:pt>
                <c:pt idx="572">
                  <c:v>5.2561</c:v>
                </c:pt>
                <c:pt idx="573">
                  <c:v>5.2606999999999999</c:v>
                </c:pt>
                <c:pt idx="574">
                  <c:v>5.2656000000000001</c:v>
                </c:pt>
                <c:pt idx="575">
                  <c:v>5.3120000000000003</c:v>
                </c:pt>
                <c:pt idx="576">
                  <c:v>5.2965</c:v>
                </c:pt>
                <c:pt idx="577">
                  <c:v>5.2512999999999996</c:v>
                </c:pt>
                <c:pt idx="578">
                  <c:v>5.258</c:v>
                </c:pt>
                <c:pt idx="579">
                  <c:v>5.2462999999999997</c:v>
                </c:pt>
                <c:pt idx="580">
                  <c:v>5.2256999999999998</c:v>
                </c:pt>
                <c:pt idx="581">
                  <c:v>5.2382</c:v>
                </c:pt>
                <c:pt idx="582">
                  <c:v>5.2348999999999997</c:v>
                </c:pt>
                <c:pt idx="583">
                  <c:v>5.2359999999999998</c:v>
                </c:pt>
                <c:pt idx="584">
                  <c:v>5.2545000000000002</c:v>
                </c:pt>
                <c:pt idx="585">
                  <c:v>5.2645999999999997</c:v>
                </c:pt>
                <c:pt idx="586">
                  <c:v>5.2807000000000004</c:v>
                </c:pt>
                <c:pt idx="587">
                  <c:v>5.2728000000000002</c:v>
                </c:pt>
                <c:pt idx="588">
                  <c:v>5.2896999999999998</c:v>
                </c:pt>
                <c:pt idx="589">
                  <c:v>5.2679</c:v>
                </c:pt>
                <c:pt idx="590">
                  <c:v>5.2519999999999998</c:v>
                </c:pt>
                <c:pt idx="591">
                  <c:v>5.2750000000000004</c:v>
                </c:pt>
                <c:pt idx="592">
                  <c:v>5.2851999999999997</c:v>
                </c:pt>
                <c:pt idx="593">
                  <c:v>5.2817999999999996</c:v>
                </c:pt>
                <c:pt idx="594">
                  <c:v>5.2744999999999997</c:v>
                </c:pt>
                <c:pt idx="595">
                  <c:v>5.2976000000000001</c:v>
                </c:pt>
                <c:pt idx="596">
                  <c:v>5.2976999999999999</c:v>
                </c:pt>
                <c:pt idx="597">
                  <c:v>5.2968000000000002</c:v>
                </c:pt>
                <c:pt idx="598">
                  <c:v>5.2839999999999998</c:v>
                </c:pt>
                <c:pt idx="599">
                  <c:v>5.2779999999999996</c:v>
                </c:pt>
                <c:pt idx="600">
                  <c:v>5.2826000000000004</c:v>
                </c:pt>
                <c:pt idx="601">
                  <c:v>5.2451999999999996</c:v>
                </c:pt>
                <c:pt idx="602">
                  <c:v>5.2667999999999999</c:v>
                </c:pt>
                <c:pt idx="603">
                  <c:v>5.2637999999999998</c:v>
                </c:pt>
                <c:pt idx="604">
                  <c:v>5.2827000000000002</c:v>
                </c:pt>
                <c:pt idx="605">
                  <c:v>5.3082000000000003</c:v>
                </c:pt>
                <c:pt idx="606">
                  <c:v>5.3170999999999999</c:v>
                </c:pt>
                <c:pt idx="607">
                  <c:v>5.3133999999999997</c:v>
                </c:pt>
                <c:pt idx="608">
                  <c:v>5.3032000000000004</c:v>
                </c:pt>
                <c:pt idx="609">
                  <c:v>5.3071999999999999</c:v>
                </c:pt>
                <c:pt idx="610">
                  <c:v>5.2914000000000003</c:v>
                </c:pt>
                <c:pt idx="611">
                  <c:v>5.3010000000000002</c:v>
                </c:pt>
                <c:pt idx="612">
                  <c:v>5.3308</c:v>
                </c:pt>
                <c:pt idx="613">
                  <c:v>5.3410000000000002</c:v>
                </c:pt>
                <c:pt idx="614">
                  <c:v>5.3212000000000002</c:v>
                </c:pt>
                <c:pt idx="615">
                  <c:v>5.3006000000000002</c:v>
                </c:pt>
                <c:pt idx="616">
                  <c:v>5.3122999999999996</c:v>
                </c:pt>
                <c:pt idx="617">
                  <c:v>5.3106</c:v>
                </c:pt>
                <c:pt idx="618">
                  <c:v>5.3249000000000004</c:v>
                </c:pt>
                <c:pt idx="619">
                  <c:v>5.3174000000000001</c:v>
                </c:pt>
                <c:pt idx="620">
                  <c:v>5.3228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00-4280-B0A7-97C632E320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670768"/>
        <c:axId val="1145669128"/>
      </c:lineChart>
      <c:dateAx>
        <c:axId val="1145670768"/>
        <c:scaling>
          <c:orientation val="minMax"/>
        </c:scaling>
        <c:delete val="0"/>
        <c:axPos val="b"/>
        <c:numFmt formatCode="yyyy\-mm;@" sourceLinked="0"/>
        <c:majorTickMark val="in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5669128"/>
        <c:crosses val="autoZero"/>
        <c:auto val="1"/>
        <c:lblOffset val="100"/>
        <c:baseTimeUnit val="days"/>
        <c:majorUnit val="6"/>
        <c:majorTimeUnit val="months"/>
      </c:dateAx>
      <c:valAx>
        <c:axId val="1145669128"/>
        <c:scaling>
          <c:orientation val="minMax"/>
          <c:min val="2"/>
        </c:scaling>
        <c:delete val="0"/>
        <c:axPos val="l"/>
        <c:majorGridlines>
          <c:spPr>
            <a:ln w="127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127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5670768"/>
        <c:crosses val="autoZero"/>
        <c:crossBetween val="between"/>
        <c:majorUnit val="1"/>
      </c:valAx>
      <c:valAx>
        <c:axId val="1145710784"/>
        <c:scaling>
          <c:orientation val="minMax"/>
        </c:scaling>
        <c:delete val="0"/>
        <c:axPos val="r"/>
        <c:numFmt formatCode="General" sourceLinked="1"/>
        <c:majorTickMark val="in"/>
        <c:minorTickMark val="none"/>
        <c:tickLblPos val="nextTo"/>
        <c:spPr>
          <a:noFill/>
          <a:ln w="127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5723904"/>
        <c:crosses val="max"/>
        <c:crossBetween val="between"/>
        <c:majorUnit val="20"/>
      </c:valAx>
      <c:dateAx>
        <c:axId val="11457239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45710784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156269431408354"/>
          <c:y val="0.89516582582299808"/>
          <c:w val="0.74684954280964266"/>
          <c:h val="8.51216459598888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 b="0">
          <a:solidFill>
            <a:schemeClr val="tx1"/>
          </a:solidFill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368978212166075"/>
          <c:y val="3.3608839217678432E-2"/>
          <c:w val="0.84290762115634044"/>
          <c:h val="0.7512302471159966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10宁河西债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Sheet1!$A$2:$A$252</c:f>
              <c:numCache>
                <c:formatCode>_(* #,##0.00_);_(* \(#,##0.00\);_(* "-"??_);_(@_)</c:formatCode>
                <c:ptCount val="251"/>
                <c:pt idx="0">
                  <c:v>12</c:v>
                </c:pt>
                <c:pt idx="1">
                  <c:v>11.967599999999999</c:v>
                </c:pt>
                <c:pt idx="2">
                  <c:v>11.868</c:v>
                </c:pt>
                <c:pt idx="3">
                  <c:v>11.835599999999999</c:v>
                </c:pt>
                <c:pt idx="4">
                  <c:v>11.8032</c:v>
                </c:pt>
                <c:pt idx="5">
                  <c:v>11.769600000000001</c:v>
                </c:pt>
                <c:pt idx="6">
                  <c:v>11.7372</c:v>
                </c:pt>
                <c:pt idx="7">
                  <c:v>11.6388</c:v>
                </c:pt>
                <c:pt idx="8">
                  <c:v>11.6052</c:v>
                </c:pt>
                <c:pt idx="9">
                  <c:v>11.572800000000001</c:v>
                </c:pt>
                <c:pt idx="10">
                  <c:v>11.539200000000001</c:v>
                </c:pt>
                <c:pt idx="11">
                  <c:v>11.5068</c:v>
                </c:pt>
                <c:pt idx="12">
                  <c:v>11.4084</c:v>
                </c:pt>
                <c:pt idx="13">
                  <c:v>11.3748</c:v>
                </c:pt>
                <c:pt idx="14">
                  <c:v>11.342400000000001</c:v>
                </c:pt>
                <c:pt idx="15">
                  <c:v>11.31</c:v>
                </c:pt>
                <c:pt idx="16">
                  <c:v>11.276399999999999</c:v>
                </c:pt>
                <c:pt idx="17">
                  <c:v>11.178000000000001</c:v>
                </c:pt>
                <c:pt idx="18">
                  <c:v>11.1456</c:v>
                </c:pt>
                <c:pt idx="19">
                  <c:v>11.112</c:v>
                </c:pt>
                <c:pt idx="20">
                  <c:v>11.079599999999999</c:v>
                </c:pt>
                <c:pt idx="21">
                  <c:v>11.045999999999999</c:v>
                </c:pt>
                <c:pt idx="22">
                  <c:v>10.9476</c:v>
                </c:pt>
                <c:pt idx="23">
                  <c:v>10.915199999999999</c:v>
                </c:pt>
                <c:pt idx="24">
                  <c:v>10.881600000000001</c:v>
                </c:pt>
                <c:pt idx="25">
                  <c:v>10.8492</c:v>
                </c:pt>
                <c:pt idx="26">
                  <c:v>10.816800000000001</c:v>
                </c:pt>
                <c:pt idx="27">
                  <c:v>10.718399999999999</c:v>
                </c:pt>
                <c:pt idx="28">
                  <c:v>10.684799999999999</c:v>
                </c:pt>
                <c:pt idx="29">
                  <c:v>10.6524</c:v>
                </c:pt>
                <c:pt idx="30">
                  <c:v>10.6188</c:v>
                </c:pt>
                <c:pt idx="31">
                  <c:v>10.586399999999999</c:v>
                </c:pt>
                <c:pt idx="32">
                  <c:v>10.488</c:v>
                </c:pt>
                <c:pt idx="33">
                  <c:v>10.4544</c:v>
                </c:pt>
                <c:pt idx="34">
                  <c:v>10.422000000000001</c:v>
                </c:pt>
                <c:pt idx="35">
                  <c:v>10.3896</c:v>
                </c:pt>
                <c:pt idx="36">
                  <c:v>10.356</c:v>
                </c:pt>
                <c:pt idx="37">
                  <c:v>10.323599999999999</c:v>
                </c:pt>
                <c:pt idx="38">
                  <c:v>10.225199999999999</c:v>
                </c:pt>
                <c:pt idx="39">
                  <c:v>10.191600000000001</c:v>
                </c:pt>
                <c:pt idx="40">
                  <c:v>10.1592</c:v>
                </c:pt>
                <c:pt idx="41">
                  <c:v>10.1256</c:v>
                </c:pt>
                <c:pt idx="42">
                  <c:v>10.027200000000001</c:v>
                </c:pt>
                <c:pt idx="43">
                  <c:v>9.9947999999999997</c:v>
                </c:pt>
                <c:pt idx="44">
                  <c:v>9.9611999999999998</c:v>
                </c:pt>
                <c:pt idx="45">
                  <c:v>9.9288000000000007</c:v>
                </c:pt>
                <c:pt idx="46">
                  <c:v>9.8963999999999999</c:v>
                </c:pt>
                <c:pt idx="47">
                  <c:v>9.7968000000000011</c:v>
                </c:pt>
                <c:pt idx="48">
                  <c:v>9.7644000000000002</c:v>
                </c:pt>
                <c:pt idx="49">
                  <c:v>9.7320000000000011</c:v>
                </c:pt>
                <c:pt idx="50">
                  <c:v>9.6983999999999995</c:v>
                </c:pt>
                <c:pt idx="51">
                  <c:v>9.6660000000000004</c:v>
                </c:pt>
                <c:pt idx="52">
                  <c:v>9.6000000000000014</c:v>
                </c:pt>
                <c:pt idx="53">
                  <c:v>9.5676000000000005</c:v>
                </c:pt>
                <c:pt idx="54">
                  <c:v>9.5339999999999989</c:v>
                </c:pt>
                <c:pt idx="55">
                  <c:v>9.5015999999999998</c:v>
                </c:pt>
                <c:pt idx="56">
                  <c:v>9.468</c:v>
                </c:pt>
                <c:pt idx="57">
                  <c:v>9.2051999999999996</c:v>
                </c:pt>
                <c:pt idx="58">
                  <c:v>9.1727999999999987</c:v>
                </c:pt>
                <c:pt idx="59">
                  <c:v>9.1067999999999998</c:v>
                </c:pt>
                <c:pt idx="60">
                  <c:v>9.0744000000000007</c:v>
                </c:pt>
                <c:pt idx="61">
                  <c:v>9.0407999999999991</c:v>
                </c:pt>
                <c:pt idx="62">
                  <c:v>9.0084</c:v>
                </c:pt>
                <c:pt idx="63">
                  <c:v>8.9748000000000001</c:v>
                </c:pt>
                <c:pt idx="64">
                  <c:v>8.8764000000000003</c:v>
                </c:pt>
                <c:pt idx="65">
                  <c:v>8.8439999999999994</c:v>
                </c:pt>
                <c:pt idx="66">
                  <c:v>8.8103999999999996</c:v>
                </c:pt>
                <c:pt idx="67">
                  <c:v>8.7780000000000005</c:v>
                </c:pt>
                <c:pt idx="68">
                  <c:v>8.7455999999999996</c:v>
                </c:pt>
                <c:pt idx="69">
                  <c:v>8.6460000000000008</c:v>
                </c:pt>
                <c:pt idx="70">
                  <c:v>8.6135999999999999</c:v>
                </c:pt>
                <c:pt idx="71">
                  <c:v>8.5811999999999991</c:v>
                </c:pt>
                <c:pt idx="72">
                  <c:v>8.547600000000001</c:v>
                </c:pt>
                <c:pt idx="73">
                  <c:v>8.5152000000000001</c:v>
                </c:pt>
                <c:pt idx="74">
                  <c:v>8.4168000000000003</c:v>
                </c:pt>
                <c:pt idx="75">
                  <c:v>8.3832000000000004</c:v>
                </c:pt>
                <c:pt idx="76">
                  <c:v>8.3507999999999996</c:v>
                </c:pt>
                <c:pt idx="77">
                  <c:v>8.3184000000000005</c:v>
                </c:pt>
                <c:pt idx="78">
                  <c:v>8.2848000000000006</c:v>
                </c:pt>
                <c:pt idx="79">
                  <c:v>8.1864000000000008</c:v>
                </c:pt>
                <c:pt idx="80">
                  <c:v>8.1539999999999999</c:v>
                </c:pt>
                <c:pt idx="81">
                  <c:v>8.1204000000000001</c:v>
                </c:pt>
                <c:pt idx="82">
                  <c:v>8.088000000000001</c:v>
                </c:pt>
                <c:pt idx="83">
                  <c:v>8.0544000000000011</c:v>
                </c:pt>
                <c:pt idx="84">
                  <c:v>7.9560000000000004</c:v>
                </c:pt>
                <c:pt idx="85">
                  <c:v>7.9236000000000004</c:v>
                </c:pt>
                <c:pt idx="86">
                  <c:v>7.89</c:v>
                </c:pt>
                <c:pt idx="87">
                  <c:v>7.8576000000000006</c:v>
                </c:pt>
                <c:pt idx="88">
                  <c:v>7.8252000000000006</c:v>
                </c:pt>
                <c:pt idx="89">
                  <c:v>7.7256</c:v>
                </c:pt>
                <c:pt idx="90">
                  <c:v>7.6932</c:v>
                </c:pt>
                <c:pt idx="91">
                  <c:v>7.6608000000000001</c:v>
                </c:pt>
                <c:pt idx="92">
                  <c:v>7.6272000000000002</c:v>
                </c:pt>
                <c:pt idx="93">
                  <c:v>7.5948000000000002</c:v>
                </c:pt>
                <c:pt idx="94">
                  <c:v>7.4964000000000004</c:v>
                </c:pt>
                <c:pt idx="95">
                  <c:v>7.4627999999999997</c:v>
                </c:pt>
                <c:pt idx="96">
                  <c:v>7.4303999999999997</c:v>
                </c:pt>
                <c:pt idx="97">
                  <c:v>7.3967999999999989</c:v>
                </c:pt>
                <c:pt idx="98">
                  <c:v>7.3643999999999998</c:v>
                </c:pt>
                <c:pt idx="99">
                  <c:v>7.3319999999999999</c:v>
                </c:pt>
                <c:pt idx="100">
                  <c:v>7.1999999999999993</c:v>
                </c:pt>
                <c:pt idx="101">
                  <c:v>7.1676000000000002</c:v>
                </c:pt>
                <c:pt idx="102">
                  <c:v>7.1340000000000003</c:v>
                </c:pt>
                <c:pt idx="103">
                  <c:v>7.0356000000000005</c:v>
                </c:pt>
                <c:pt idx="104">
                  <c:v>7.0031999999999996</c:v>
                </c:pt>
                <c:pt idx="105">
                  <c:v>6.9695999999999998</c:v>
                </c:pt>
                <c:pt idx="106">
                  <c:v>6.9371999999999989</c:v>
                </c:pt>
                <c:pt idx="107">
                  <c:v>6.9036000000000008</c:v>
                </c:pt>
                <c:pt idx="108">
                  <c:v>6.805200000000001</c:v>
                </c:pt>
                <c:pt idx="109">
                  <c:v>6.7728000000000002</c:v>
                </c:pt>
                <c:pt idx="110">
                  <c:v>6.7392000000000003</c:v>
                </c:pt>
                <c:pt idx="111">
                  <c:v>6.7067999999999994</c:v>
                </c:pt>
                <c:pt idx="112">
                  <c:v>6.6744000000000003</c:v>
                </c:pt>
                <c:pt idx="113">
                  <c:v>6.5748000000000006</c:v>
                </c:pt>
                <c:pt idx="114">
                  <c:v>6.5424000000000007</c:v>
                </c:pt>
                <c:pt idx="115">
                  <c:v>6.51</c:v>
                </c:pt>
                <c:pt idx="116">
                  <c:v>6.4763999999999999</c:v>
                </c:pt>
                <c:pt idx="117">
                  <c:v>6.4440000000000008</c:v>
                </c:pt>
                <c:pt idx="118">
                  <c:v>6.3120000000000003</c:v>
                </c:pt>
                <c:pt idx="119">
                  <c:v>6.2796000000000003</c:v>
                </c:pt>
                <c:pt idx="120">
                  <c:v>6.2459999999999996</c:v>
                </c:pt>
                <c:pt idx="121">
                  <c:v>6.2136000000000005</c:v>
                </c:pt>
                <c:pt idx="122">
                  <c:v>6.1152000000000006</c:v>
                </c:pt>
                <c:pt idx="123">
                  <c:v>6.0815999999999999</c:v>
                </c:pt>
                <c:pt idx="124">
                  <c:v>6.0491999999999999</c:v>
                </c:pt>
                <c:pt idx="125">
                  <c:v>6.0167999999999999</c:v>
                </c:pt>
                <c:pt idx="126">
                  <c:v>5.9832000000000001</c:v>
                </c:pt>
                <c:pt idx="127">
                  <c:v>5.8848000000000003</c:v>
                </c:pt>
                <c:pt idx="128">
                  <c:v>5.8524000000000003</c:v>
                </c:pt>
                <c:pt idx="129">
                  <c:v>5.8187999999999995</c:v>
                </c:pt>
                <c:pt idx="130">
                  <c:v>5.7864000000000004</c:v>
                </c:pt>
                <c:pt idx="131">
                  <c:v>5.7539999999999996</c:v>
                </c:pt>
                <c:pt idx="132">
                  <c:v>5.6543999999999999</c:v>
                </c:pt>
                <c:pt idx="133">
                  <c:v>5.6219999999999999</c:v>
                </c:pt>
                <c:pt idx="134">
                  <c:v>5.5895999999999999</c:v>
                </c:pt>
                <c:pt idx="135">
                  <c:v>5.556</c:v>
                </c:pt>
                <c:pt idx="136">
                  <c:v>5.5236000000000001</c:v>
                </c:pt>
                <c:pt idx="137">
                  <c:v>5.49</c:v>
                </c:pt>
                <c:pt idx="138">
                  <c:v>5.3591999999999995</c:v>
                </c:pt>
                <c:pt idx="139">
                  <c:v>5.3255999999999997</c:v>
                </c:pt>
                <c:pt idx="140">
                  <c:v>5.2931999999999997</c:v>
                </c:pt>
                <c:pt idx="141">
                  <c:v>5.1947999999999999</c:v>
                </c:pt>
                <c:pt idx="142">
                  <c:v>5.1612</c:v>
                </c:pt>
                <c:pt idx="143">
                  <c:v>5.1288</c:v>
                </c:pt>
                <c:pt idx="144">
                  <c:v>5.0964</c:v>
                </c:pt>
                <c:pt idx="145">
                  <c:v>5.0628000000000002</c:v>
                </c:pt>
                <c:pt idx="146">
                  <c:v>4.9644000000000004</c:v>
                </c:pt>
                <c:pt idx="147">
                  <c:v>4.9319999999999995</c:v>
                </c:pt>
                <c:pt idx="148">
                  <c:v>4.8984000000000005</c:v>
                </c:pt>
                <c:pt idx="149">
                  <c:v>4.8660000000000005</c:v>
                </c:pt>
                <c:pt idx="150">
                  <c:v>4.8323999999999998</c:v>
                </c:pt>
                <c:pt idx="151">
                  <c:v>4.734</c:v>
                </c:pt>
                <c:pt idx="152">
                  <c:v>4.7016</c:v>
                </c:pt>
                <c:pt idx="153">
                  <c:v>4.6680000000000001</c:v>
                </c:pt>
                <c:pt idx="154">
                  <c:v>4.6356000000000002</c:v>
                </c:pt>
                <c:pt idx="155">
                  <c:v>4.6032000000000002</c:v>
                </c:pt>
                <c:pt idx="156">
                  <c:v>4.5036000000000005</c:v>
                </c:pt>
                <c:pt idx="157">
                  <c:v>4.4711999999999996</c:v>
                </c:pt>
                <c:pt idx="158">
                  <c:v>4.4388000000000005</c:v>
                </c:pt>
                <c:pt idx="159">
                  <c:v>4.4051999999999998</c:v>
                </c:pt>
                <c:pt idx="160">
                  <c:v>4.3727999999999998</c:v>
                </c:pt>
                <c:pt idx="161">
                  <c:v>4.2744</c:v>
                </c:pt>
                <c:pt idx="162">
                  <c:v>4.2408000000000001</c:v>
                </c:pt>
                <c:pt idx="163">
                  <c:v>4.2084000000000001</c:v>
                </c:pt>
                <c:pt idx="164">
                  <c:v>4.1747999999999994</c:v>
                </c:pt>
                <c:pt idx="165">
                  <c:v>4.1424000000000003</c:v>
                </c:pt>
                <c:pt idx="166">
                  <c:v>4.0440000000000005</c:v>
                </c:pt>
                <c:pt idx="167">
                  <c:v>4.0103999999999997</c:v>
                </c:pt>
                <c:pt idx="168">
                  <c:v>3.9780000000000002</c:v>
                </c:pt>
                <c:pt idx="169">
                  <c:v>3.9455999999999998</c:v>
                </c:pt>
                <c:pt idx="170">
                  <c:v>3.9119999999999999</c:v>
                </c:pt>
                <c:pt idx="171">
                  <c:v>3.8136000000000001</c:v>
                </c:pt>
                <c:pt idx="172">
                  <c:v>3.7812000000000001</c:v>
                </c:pt>
                <c:pt idx="173">
                  <c:v>3.7476000000000003</c:v>
                </c:pt>
                <c:pt idx="174">
                  <c:v>3.7151999999999998</c:v>
                </c:pt>
                <c:pt idx="175">
                  <c:v>3.6816000000000004</c:v>
                </c:pt>
                <c:pt idx="176">
                  <c:v>3.5831999999999997</c:v>
                </c:pt>
                <c:pt idx="177">
                  <c:v>3.5507999999999997</c:v>
                </c:pt>
                <c:pt idx="178">
                  <c:v>3.5184000000000002</c:v>
                </c:pt>
                <c:pt idx="179">
                  <c:v>3.4847999999999999</c:v>
                </c:pt>
                <c:pt idx="180">
                  <c:v>3.4523999999999999</c:v>
                </c:pt>
                <c:pt idx="181">
                  <c:v>3.3540000000000001</c:v>
                </c:pt>
                <c:pt idx="182">
                  <c:v>3.3204000000000002</c:v>
                </c:pt>
                <c:pt idx="183">
                  <c:v>3.2880000000000003</c:v>
                </c:pt>
                <c:pt idx="184">
                  <c:v>3.2544</c:v>
                </c:pt>
                <c:pt idx="185">
                  <c:v>3.2220000000000004</c:v>
                </c:pt>
                <c:pt idx="186">
                  <c:v>3.1235999999999997</c:v>
                </c:pt>
                <c:pt idx="187">
                  <c:v>3.09</c:v>
                </c:pt>
                <c:pt idx="188">
                  <c:v>3.0576000000000003</c:v>
                </c:pt>
                <c:pt idx="189">
                  <c:v>3.0251999999999999</c:v>
                </c:pt>
                <c:pt idx="190">
                  <c:v>2.9916</c:v>
                </c:pt>
                <c:pt idx="191">
                  <c:v>2.8932000000000002</c:v>
                </c:pt>
                <c:pt idx="192">
                  <c:v>2.8608000000000002</c:v>
                </c:pt>
                <c:pt idx="193">
                  <c:v>2.8271999999999999</c:v>
                </c:pt>
                <c:pt idx="194">
                  <c:v>2.7948</c:v>
                </c:pt>
                <c:pt idx="195">
                  <c:v>2.7612000000000001</c:v>
                </c:pt>
                <c:pt idx="196">
                  <c:v>2.6627999999999998</c:v>
                </c:pt>
                <c:pt idx="197">
                  <c:v>2.6303999999999998</c:v>
                </c:pt>
                <c:pt idx="198">
                  <c:v>2.5968</c:v>
                </c:pt>
                <c:pt idx="199">
                  <c:v>2.5644</c:v>
                </c:pt>
                <c:pt idx="200">
                  <c:v>2.532</c:v>
                </c:pt>
                <c:pt idx="201">
                  <c:v>2.4323999999999999</c:v>
                </c:pt>
                <c:pt idx="202">
                  <c:v>2.4000000000000004</c:v>
                </c:pt>
                <c:pt idx="203">
                  <c:v>2.3675999999999999</c:v>
                </c:pt>
                <c:pt idx="204">
                  <c:v>2.3340000000000001</c:v>
                </c:pt>
                <c:pt idx="205">
                  <c:v>2.3016000000000001</c:v>
                </c:pt>
                <c:pt idx="206">
                  <c:v>2.2032000000000003</c:v>
                </c:pt>
                <c:pt idx="207">
                  <c:v>2.1696</c:v>
                </c:pt>
                <c:pt idx="208">
                  <c:v>2.1372</c:v>
                </c:pt>
                <c:pt idx="209">
                  <c:v>2.1036000000000001</c:v>
                </c:pt>
                <c:pt idx="210">
                  <c:v>2.0712000000000002</c:v>
                </c:pt>
                <c:pt idx="211">
                  <c:v>1.9727999999999999</c:v>
                </c:pt>
                <c:pt idx="212">
                  <c:v>1.9392</c:v>
                </c:pt>
                <c:pt idx="213">
                  <c:v>1.9068000000000001</c:v>
                </c:pt>
                <c:pt idx="214">
                  <c:v>1.8744000000000001</c:v>
                </c:pt>
                <c:pt idx="215">
                  <c:v>1.8408000000000002</c:v>
                </c:pt>
                <c:pt idx="216">
                  <c:v>1.7423999999999999</c:v>
                </c:pt>
                <c:pt idx="217">
                  <c:v>1.71</c:v>
                </c:pt>
                <c:pt idx="218">
                  <c:v>1.6763999999999999</c:v>
                </c:pt>
                <c:pt idx="219">
                  <c:v>1.6440000000000001</c:v>
                </c:pt>
                <c:pt idx="220">
                  <c:v>1.6104000000000003</c:v>
                </c:pt>
                <c:pt idx="221">
                  <c:v>1.512</c:v>
                </c:pt>
                <c:pt idx="222">
                  <c:v>1.4796</c:v>
                </c:pt>
                <c:pt idx="223">
                  <c:v>1.446</c:v>
                </c:pt>
                <c:pt idx="224">
                  <c:v>1.4136</c:v>
                </c:pt>
                <c:pt idx="225">
                  <c:v>1.3812</c:v>
                </c:pt>
                <c:pt idx="226">
                  <c:v>1.3475999999999999</c:v>
                </c:pt>
                <c:pt idx="227">
                  <c:v>1.0524</c:v>
                </c:pt>
                <c:pt idx="228">
                  <c:v>1.0188000000000001</c:v>
                </c:pt>
                <c:pt idx="229">
                  <c:v>0.98639999999999994</c:v>
                </c:pt>
                <c:pt idx="230">
                  <c:v>0.95399999999999996</c:v>
                </c:pt>
                <c:pt idx="231">
                  <c:v>0.92040000000000011</c:v>
                </c:pt>
                <c:pt idx="232">
                  <c:v>0.82200000000000006</c:v>
                </c:pt>
                <c:pt idx="233">
                  <c:v>0.78959999999999997</c:v>
                </c:pt>
                <c:pt idx="234">
                  <c:v>0.75600000000000001</c:v>
                </c:pt>
                <c:pt idx="235">
                  <c:v>0.72360000000000002</c:v>
                </c:pt>
                <c:pt idx="236">
                  <c:v>0.69000000000000006</c:v>
                </c:pt>
                <c:pt idx="237">
                  <c:v>0.5915999999999999</c:v>
                </c:pt>
                <c:pt idx="238">
                  <c:v>0.55920000000000003</c:v>
                </c:pt>
                <c:pt idx="239">
                  <c:v>0.52559999999999996</c:v>
                </c:pt>
                <c:pt idx="240">
                  <c:v>0.49319999999999997</c:v>
                </c:pt>
                <c:pt idx="241">
                  <c:v>0.46079999999999999</c:v>
                </c:pt>
                <c:pt idx="242">
                  <c:v>0.36119999999999997</c:v>
                </c:pt>
                <c:pt idx="243">
                  <c:v>0.32879999999999998</c:v>
                </c:pt>
                <c:pt idx="244">
                  <c:v>0.2964</c:v>
                </c:pt>
                <c:pt idx="245">
                  <c:v>0.26279999999999998</c:v>
                </c:pt>
                <c:pt idx="246">
                  <c:v>0.23039999999999999</c:v>
                </c:pt>
                <c:pt idx="247">
                  <c:v>0.13200000000000001</c:v>
                </c:pt>
                <c:pt idx="248">
                  <c:v>9.8400000000000015E-2</c:v>
                </c:pt>
                <c:pt idx="249">
                  <c:v>6.6000000000000003E-2</c:v>
                </c:pt>
                <c:pt idx="250">
                  <c:v>3.2399999999999998E-2</c:v>
                </c:pt>
              </c:numCache>
            </c:numRef>
          </c:xVal>
          <c:yVal>
            <c:numRef>
              <c:f>Sheet1!$B$2:$B$252</c:f>
              <c:numCache>
                <c:formatCode>_(* #,##0.00_);_(* \(#,##0.00\);_(* "-"??_);_(@_)</c:formatCode>
                <c:ptCount val="251"/>
                <c:pt idx="0">
                  <c:v>30.89</c:v>
                </c:pt>
                <c:pt idx="1">
                  <c:v>31.40014</c:v>
                </c:pt>
                <c:pt idx="2">
                  <c:v>31.418299999999999</c:v>
                </c:pt>
                <c:pt idx="3">
                  <c:v>31.420007999999999</c:v>
                </c:pt>
                <c:pt idx="4">
                  <c:v>32.288443999999998</c:v>
                </c:pt>
                <c:pt idx="5">
                  <c:v>32.270032</c:v>
                </c:pt>
                <c:pt idx="6">
                  <c:v>32.437420000000003</c:v>
                </c:pt>
                <c:pt idx="7">
                  <c:v>32.359544</c:v>
                </c:pt>
                <c:pt idx="8">
                  <c:v>30.418679999999998</c:v>
                </c:pt>
                <c:pt idx="9">
                  <c:v>32.271824000000002</c:v>
                </c:pt>
                <c:pt idx="10">
                  <c:v>32.278660000000002</c:v>
                </c:pt>
                <c:pt idx="11">
                  <c:v>32.129280000000001</c:v>
                </c:pt>
                <c:pt idx="12">
                  <c:v>28.932320000000001</c:v>
                </c:pt>
                <c:pt idx="13">
                  <c:v>28.990880000000001</c:v>
                </c:pt>
                <c:pt idx="14">
                  <c:v>29.112287999999999</c:v>
                </c:pt>
                <c:pt idx="15">
                  <c:v>29.222000000000001</c:v>
                </c:pt>
                <c:pt idx="16">
                  <c:v>29.098472000000001</c:v>
                </c:pt>
                <c:pt idx="17">
                  <c:v>29.536560000000001</c:v>
                </c:pt>
                <c:pt idx="18">
                  <c:v>29.607904000000001</c:v>
                </c:pt>
                <c:pt idx="19">
                  <c:v>30.030799999999999</c:v>
                </c:pt>
                <c:pt idx="20">
                  <c:v>29.84768</c:v>
                </c:pt>
                <c:pt idx="21">
                  <c:v>28.776703999999999</c:v>
                </c:pt>
                <c:pt idx="22">
                  <c:v>28.873055999999998</c:v>
                </c:pt>
                <c:pt idx="23">
                  <c:v>27.920383999999999</c:v>
                </c:pt>
                <c:pt idx="24">
                  <c:v>28.061743999999901</c:v>
                </c:pt>
                <c:pt idx="25">
                  <c:v>27.525168000000001</c:v>
                </c:pt>
                <c:pt idx="26">
                  <c:v>27.539200000000001</c:v>
                </c:pt>
                <c:pt idx="27">
                  <c:v>25.827760000000001</c:v>
                </c:pt>
                <c:pt idx="28">
                  <c:v>25.6845</c:v>
                </c:pt>
                <c:pt idx="29">
                  <c:v>24.52656</c:v>
                </c:pt>
                <c:pt idx="30">
                  <c:v>23.769952</c:v>
                </c:pt>
                <c:pt idx="31">
                  <c:v>25.37</c:v>
                </c:pt>
                <c:pt idx="32">
                  <c:v>25.400255999999999</c:v>
                </c:pt>
                <c:pt idx="33">
                  <c:v>28.953184</c:v>
                </c:pt>
                <c:pt idx="34">
                  <c:v>28.000295999999999</c:v>
                </c:pt>
                <c:pt idx="35">
                  <c:v>27.873899999999999</c:v>
                </c:pt>
                <c:pt idx="36">
                  <c:v>26.524287999999999</c:v>
                </c:pt>
                <c:pt idx="37">
                  <c:v>24.524480000000001</c:v>
                </c:pt>
                <c:pt idx="38">
                  <c:v>24.837475999999999</c:v>
                </c:pt>
                <c:pt idx="39">
                  <c:v>25.562480000000001</c:v>
                </c:pt>
                <c:pt idx="40">
                  <c:v>25.347816000000002</c:v>
                </c:pt>
                <c:pt idx="41">
                  <c:v>25.132812000000001</c:v>
                </c:pt>
                <c:pt idx="42">
                  <c:v>25.789947999999999</c:v>
                </c:pt>
                <c:pt idx="43">
                  <c:v>25.920352000000001</c:v>
                </c:pt>
                <c:pt idx="44">
                  <c:v>26.214016000000001</c:v>
                </c:pt>
                <c:pt idx="45">
                  <c:v>26.440480000000001</c:v>
                </c:pt>
                <c:pt idx="46">
                  <c:v>25.637820000000001</c:v>
                </c:pt>
                <c:pt idx="47">
                  <c:v>26.011600000000001</c:v>
                </c:pt>
                <c:pt idx="48">
                  <c:v>32.007703999999997</c:v>
                </c:pt>
                <c:pt idx="49">
                  <c:v>35.509556000000003</c:v>
                </c:pt>
                <c:pt idx="50">
                  <c:v>35.328096000000002</c:v>
                </c:pt>
                <c:pt idx="51">
                  <c:v>30.364415999999999</c:v>
                </c:pt>
                <c:pt idx="52">
                  <c:v>30.316051999999999</c:v>
                </c:pt>
                <c:pt idx="53">
                  <c:v>32.738439999999997</c:v>
                </c:pt>
                <c:pt idx="54">
                  <c:v>32.656320000000001</c:v>
                </c:pt>
                <c:pt idx="55">
                  <c:v>38.299216000000001</c:v>
                </c:pt>
                <c:pt idx="56">
                  <c:v>38.06964</c:v>
                </c:pt>
                <c:pt idx="57">
                  <c:v>38.849792000000001</c:v>
                </c:pt>
                <c:pt idx="58">
                  <c:v>39.883400000000002</c:v>
                </c:pt>
                <c:pt idx="59">
                  <c:v>40.147508000000002</c:v>
                </c:pt>
                <c:pt idx="60">
                  <c:v>40.194608000000002</c:v>
                </c:pt>
                <c:pt idx="61">
                  <c:v>40.240408000000002</c:v>
                </c:pt>
                <c:pt idx="62">
                  <c:v>40.269216</c:v>
                </c:pt>
                <c:pt idx="63">
                  <c:v>40.29824</c:v>
                </c:pt>
                <c:pt idx="64">
                  <c:v>40.287799999999997</c:v>
                </c:pt>
                <c:pt idx="65">
                  <c:v>38.911015999999996</c:v>
                </c:pt>
                <c:pt idx="66">
                  <c:v>38.748280000000001</c:v>
                </c:pt>
                <c:pt idx="67">
                  <c:v>35.776015999999998</c:v>
                </c:pt>
                <c:pt idx="68">
                  <c:v>32.895304000000003</c:v>
                </c:pt>
                <c:pt idx="69">
                  <c:v>33.625120000000003</c:v>
                </c:pt>
                <c:pt idx="70">
                  <c:v>31.631328</c:v>
                </c:pt>
                <c:pt idx="71">
                  <c:v>31.590896000000001</c:v>
                </c:pt>
                <c:pt idx="72">
                  <c:v>36.579583999999997</c:v>
                </c:pt>
                <c:pt idx="73">
                  <c:v>35.885100000000001</c:v>
                </c:pt>
                <c:pt idx="74">
                  <c:v>34.566963999999999</c:v>
                </c:pt>
                <c:pt idx="75">
                  <c:v>34.420319999999997</c:v>
                </c:pt>
                <c:pt idx="76">
                  <c:v>31.534776000000001</c:v>
                </c:pt>
                <c:pt idx="77">
                  <c:v>31.361799999999999</c:v>
                </c:pt>
                <c:pt idx="78">
                  <c:v>31.299963999999999</c:v>
                </c:pt>
                <c:pt idx="79">
                  <c:v>31.620352</c:v>
                </c:pt>
                <c:pt idx="80">
                  <c:v>31.459356</c:v>
                </c:pt>
                <c:pt idx="81">
                  <c:v>31.530463999999998</c:v>
                </c:pt>
                <c:pt idx="82">
                  <c:v>32.535559999999997</c:v>
                </c:pt>
                <c:pt idx="83">
                  <c:v>33.395519999999998</c:v>
                </c:pt>
                <c:pt idx="84">
                  <c:v>33.705039999999997</c:v>
                </c:pt>
                <c:pt idx="85">
                  <c:v>33.232588</c:v>
                </c:pt>
                <c:pt idx="86">
                  <c:v>32.493296000000001</c:v>
                </c:pt>
                <c:pt idx="87">
                  <c:v>32.829408000000001</c:v>
                </c:pt>
                <c:pt idx="88">
                  <c:v>31.110220000000002</c:v>
                </c:pt>
                <c:pt idx="89">
                  <c:v>30.745415999999999</c:v>
                </c:pt>
                <c:pt idx="90">
                  <c:v>31.443712000000001</c:v>
                </c:pt>
                <c:pt idx="91">
                  <c:v>28.929231999999999</c:v>
                </c:pt>
                <c:pt idx="92">
                  <c:v>29.386959999999998</c:v>
                </c:pt>
                <c:pt idx="93">
                  <c:v>30.517064000000001</c:v>
                </c:pt>
                <c:pt idx="94">
                  <c:v>25.976099999999999</c:v>
                </c:pt>
                <c:pt idx="95">
                  <c:v>25.477712</c:v>
                </c:pt>
                <c:pt idx="96">
                  <c:v>25.994240000000001</c:v>
                </c:pt>
                <c:pt idx="97">
                  <c:v>25.612112</c:v>
                </c:pt>
                <c:pt idx="98">
                  <c:v>25.342064000000001</c:v>
                </c:pt>
                <c:pt idx="99">
                  <c:v>25.186527999999999</c:v>
                </c:pt>
                <c:pt idx="100">
                  <c:v>24.935279999999999</c:v>
                </c:pt>
                <c:pt idx="101">
                  <c:v>24.935952</c:v>
                </c:pt>
                <c:pt idx="102">
                  <c:v>24.990763999999999</c:v>
                </c:pt>
                <c:pt idx="103">
                  <c:v>26.94032</c:v>
                </c:pt>
                <c:pt idx="104">
                  <c:v>25.95064</c:v>
                </c:pt>
                <c:pt idx="105">
                  <c:v>26.067119999999999</c:v>
                </c:pt>
                <c:pt idx="106">
                  <c:v>25.994983999999999</c:v>
                </c:pt>
                <c:pt idx="107">
                  <c:v>24.079087999999999</c:v>
                </c:pt>
                <c:pt idx="108">
                  <c:v>17.880944</c:v>
                </c:pt>
                <c:pt idx="109">
                  <c:v>16.023076</c:v>
                </c:pt>
                <c:pt idx="110">
                  <c:v>15.651071999999999</c:v>
                </c:pt>
                <c:pt idx="111">
                  <c:v>15.975911999999999</c:v>
                </c:pt>
                <c:pt idx="112">
                  <c:v>15.378864</c:v>
                </c:pt>
                <c:pt idx="113">
                  <c:v>15.66104</c:v>
                </c:pt>
                <c:pt idx="114">
                  <c:v>15.61228</c:v>
                </c:pt>
                <c:pt idx="115">
                  <c:v>15.646696</c:v>
                </c:pt>
                <c:pt idx="116">
                  <c:v>17.249919999999999</c:v>
                </c:pt>
                <c:pt idx="117">
                  <c:v>16.413447999999999</c:v>
                </c:pt>
                <c:pt idx="118">
                  <c:v>16.500368000000002</c:v>
                </c:pt>
                <c:pt idx="119">
                  <c:v>16.406199999999998</c:v>
                </c:pt>
                <c:pt idx="120">
                  <c:v>16.437268</c:v>
                </c:pt>
                <c:pt idx="121">
                  <c:v>16.558496000000002</c:v>
                </c:pt>
                <c:pt idx="122">
                  <c:v>16.514247999999998</c:v>
                </c:pt>
                <c:pt idx="123">
                  <c:v>16.4787800000001</c:v>
                </c:pt>
                <c:pt idx="124">
                  <c:v>14.464384000000001</c:v>
                </c:pt>
                <c:pt idx="125">
                  <c:v>14.46</c:v>
                </c:pt>
                <c:pt idx="126">
                  <c:v>14.487539999999999</c:v>
                </c:pt>
                <c:pt idx="127">
                  <c:v>14.626580000000001</c:v>
                </c:pt>
                <c:pt idx="128">
                  <c:v>12.482336</c:v>
                </c:pt>
                <c:pt idx="129">
                  <c:v>11.459184</c:v>
                </c:pt>
                <c:pt idx="130">
                  <c:v>11.480152</c:v>
                </c:pt>
                <c:pt idx="131">
                  <c:v>11.709296</c:v>
                </c:pt>
                <c:pt idx="132">
                  <c:v>11.620968</c:v>
                </c:pt>
                <c:pt idx="133">
                  <c:v>13.715088000000099</c:v>
                </c:pt>
                <c:pt idx="134">
                  <c:v>13.34352</c:v>
                </c:pt>
                <c:pt idx="135">
                  <c:v>14.221500000000001</c:v>
                </c:pt>
                <c:pt idx="136">
                  <c:v>14.131</c:v>
                </c:pt>
                <c:pt idx="137">
                  <c:v>14.746096</c:v>
                </c:pt>
                <c:pt idx="138">
                  <c:v>13.310055999999999</c:v>
                </c:pt>
                <c:pt idx="139">
                  <c:v>9.8459839999999907</c:v>
                </c:pt>
                <c:pt idx="140">
                  <c:v>9.7459760000000006</c:v>
                </c:pt>
                <c:pt idx="141">
                  <c:v>10.2803</c:v>
                </c:pt>
                <c:pt idx="142">
                  <c:v>11.954952</c:v>
                </c:pt>
                <c:pt idx="143">
                  <c:v>12.30888</c:v>
                </c:pt>
                <c:pt idx="144">
                  <c:v>12.275528</c:v>
                </c:pt>
                <c:pt idx="145">
                  <c:v>12.387740000000001</c:v>
                </c:pt>
                <c:pt idx="146">
                  <c:v>10.103792</c:v>
                </c:pt>
                <c:pt idx="147">
                  <c:v>10.423256</c:v>
                </c:pt>
                <c:pt idx="148">
                  <c:v>10.235968</c:v>
                </c:pt>
                <c:pt idx="149">
                  <c:v>10.270936000000001</c:v>
                </c:pt>
                <c:pt idx="150">
                  <c:v>11.236192000000001</c:v>
                </c:pt>
                <c:pt idx="151">
                  <c:v>11.398288000000001</c:v>
                </c:pt>
                <c:pt idx="152">
                  <c:v>8.4938720000000298</c:v>
                </c:pt>
                <c:pt idx="153">
                  <c:v>8.8016480000000303</c:v>
                </c:pt>
                <c:pt idx="154">
                  <c:v>9.7461599999999908</c:v>
                </c:pt>
                <c:pt idx="155">
                  <c:v>9.7709199999999701</c:v>
                </c:pt>
                <c:pt idx="156">
                  <c:v>9.2100359999999402</c:v>
                </c:pt>
                <c:pt idx="157">
                  <c:v>7.5390719999999698</c:v>
                </c:pt>
                <c:pt idx="158">
                  <c:v>7.5878079999999901</c:v>
                </c:pt>
                <c:pt idx="159">
                  <c:v>8.6081399999999402</c:v>
                </c:pt>
                <c:pt idx="160">
                  <c:v>11.527144</c:v>
                </c:pt>
                <c:pt idx="161">
                  <c:v>11.49408</c:v>
                </c:pt>
                <c:pt idx="162">
                  <c:v>11.5518</c:v>
                </c:pt>
                <c:pt idx="163">
                  <c:v>12.18168</c:v>
                </c:pt>
                <c:pt idx="164">
                  <c:v>12.08512</c:v>
                </c:pt>
                <c:pt idx="165">
                  <c:v>12.277552</c:v>
                </c:pt>
                <c:pt idx="166">
                  <c:v>12.276368</c:v>
                </c:pt>
                <c:pt idx="167">
                  <c:v>12.158712</c:v>
                </c:pt>
                <c:pt idx="168">
                  <c:v>12.126212000000001</c:v>
                </c:pt>
                <c:pt idx="169">
                  <c:v>12.072063999999999</c:v>
                </c:pt>
                <c:pt idx="170">
                  <c:v>15.906459999999999</c:v>
                </c:pt>
                <c:pt idx="171">
                  <c:v>14.893928000000001</c:v>
                </c:pt>
                <c:pt idx="172">
                  <c:v>15.904719999999999</c:v>
                </c:pt>
                <c:pt idx="173">
                  <c:v>15.288008</c:v>
                </c:pt>
                <c:pt idx="174">
                  <c:v>13.616552</c:v>
                </c:pt>
                <c:pt idx="175">
                  <c:v>13.97448</c:v>
                </c:pt>
                <c:pt idx="176">
                  <c:v>14.239072</c:v>
                </c:pt>
                <c:pt idx="177">
                  <c:v>13.834576</c:v>
                </c:pt>
                <c:pt idx="178">
                  <c:v>13.85112</c:v>
                </c:pt>
                <c:pt idx="179">
                  <c:v>13.74104</c:v>
                </c:pt>
                <c:pt idx="180">
                  <c:v>13.60304</c:v>
                </c:pt>
                <c:pt idx="181">
                  <c:v>13.73602</c:v>
                </c:pt>
                <c:pt idx="182">
                  <c:v>13.80864</c:v>
                </c:pt>
                <c:pt idx="183">
                  <c:v>13.766272000000001</c:v>
                </c:pt>
                <c:pt idx="184">
                  <c:v>12.711072</c:v>
                </c:pt>
                <c:pt idx="185">
                  <c:v>12.764723999999999</c:v>
                </c:pt>
                <c:pt idx="186">
                  <c:v>14.370991999999999</c:v>
                </c:pt>
                <c:pt idx="187">
                  <c:v>14.415516</c:v>
                </c:pt>
                <c:pt idx="188">
                  <c:v>14.588495999999999</c:v>
                </c:pt>
                <c:pt idx="189">
                  <c:v>14.192168000000001</c:v>
                </c:pt>
                <c:pt idx="190">
                  <c:v>14.2171</c:v>
                </c:pt>
                <c:pt idx="191">
                  <c:v>14.22616</c:v>
                </c:pt>
                <c:pt idx="192">
                  <c:v>13.502700000000001</c:v>
                </c:pt>
                <c:pt idx="193">
                  <c:v>13.056046</c:v>
                </c:pt>
                <c:pt idx="194">
                  <c:v>14.856579999999999</c:v>
                </c:pt>
                <c:pt idx="195">
                  <c:v>17.344107999999999</c:v>
                </c:pt>
                <c:pt idx="196">
                  <c:v>14.662252000000001</c:v>
                </c:pt>
                <c:pt idx="197">
                  <c:v>14.485408</c:v>
                </c:pt>
                <c:pt idx="198">
                  <c:v>14.772352</c:v>
                </c:pt>
                <c:pt idx="199">
                  <c:v>14.4871</c:v>
                </c:pt>
                <c:pt idx="200">
                  <c:v>14.23715</c:v>
                </c:pt>
                <c:pt idx="201">
                  <c:v>15.278</c:v>
                </c:pt>
                <c:pt idx="202">
                  <c:v>15.349422000000001</c:v>
                </c:pt>
                <c:pt idx="203">
                  <c:v>15.344139999999999</c:v>
                </c:pt>
                <c:pt idx="204">
                  <c:v>15.272736</c:v>
                </c:pt>
                <c:pt idx="205">
                  <c:v>13.881072</c:v>
                </c:pt>
                <c:pt idx="206">
                  <c:v>16.788228</c:v>
                </c:pt>
                <c:pt idx="207">
                  <c:v>15.48898</c:v>
                </c:pt>
                <c:pt idx="208">
                  <c:v>21.271750000000001</c:v>
                </c:pt>
                <c:pt idx="209">
                  <c:v>21.614736000000001</c:v>
                </c:pt>
                <c:pt idx="210">
                  <c:v>18.55414</c:v>
                </c:pt>
                <c:pt idx="211">
                  <c:v>20.350307999999998</c:v>
                </c:pt>
                <c:pt idx="212">
                  <c:v>20.798819999999999</c:v>
                </c:pt>
                <c:pt idx="213">
                  <c:v>18.374607999999998</c:v>
                </c:pt>
                <c:pt idx="214">
                  <c:v>17.566082000000002</c:v>
                </c:pt>
                <c:pt idx="215">
                  <c:v>20.572711999999999</c:v>
                </c:pt>
                <c:pt idx="216">
                  <c:v>11.548192</c:v>
                </c:pt>
                <c:pt idx="217">
                  <c:v>9.2589959999999802</c:v>
                </c:pt>
                <c:pt idx="218">
                  <c:v>11.18408</c:v>
                </c:pt>
                <c:pt idx="219">
                  <c:v>-0.35443999999999998</c:v>
                </c:pt>
                <c:pt idx="220">
                  <c:v>19.8393720000001</c:v>
                </c:pt>
                <c:pt idx="221">
                  <c:v>29.778849999999998</c:v>
                </c:pt>
                <c:pt idx="222">
                  <c:v>42.798319999999997</c:v>
                </c:pt>
                <c:pt idx="223">
                  <c:v>34.460664000000001</c:v>
                </c:pt>
                <c:pt idx="224">
                  <c:v>38.225771999999999</c:v>
                </c:pt>
                <c:pt idx="225">
                  <c:v>29.474568000000001</c:v>
                </c:pt>
                <c:pt idx="226">
                  <c:v>27.41696</c:v>
                </c:pt>
                <c:pt idx="227">
                  <c:v>27.177664</c:v>
                </c:pt>
                <c:pt idx="228">
                  <c:v>26.36251</c:v>
                </c:pt>
                <c:pt idx="229">
                  <c:v>22.674416000000001</c:v>
                </c:pt>
                <c:pt idx="230">
                  <c:v>22.93008</c:v>
                </c:pt>
                <c:pt idx="231">
                  <c:v>24.692191999999999</c:v>
                </c:pt>
                <c:pt idx="232">
                  <c:v>25.4877</c:v>
                </c:pt>
                <c:pt idx="233">
                  <c:v>30.720535999999999</c:v>
                </c:pt>
                <c:pt idx="234">
                  <c:v>31.266591999999999</c:v>
                </c:pt>
                <c:pt idx="235">
                  <c:v>24.872928000000101</c:v>
                </c:pt>
                <c:pt idx="236">
                  <c:v>35.209972</c:v>
                </c:pt>
                <c:pt idx="237">
                  <c:v>32.369528000000003</c:v>
                </c:pt>
                <c:pt idx="238">
                  <c:v>27.321743999999999</c:v>
                </c:pt>
                <c:pt idx="239">
                  <c:v>24.702255999999998</c:v>
                </c:pt>
                <c:pt idx="240">
                  <c:v>24.431436000000001</c:v>
                </c:pt>
                <c:pt idx="241">
                  <c:v>22.05668</c:v>
                </c:pt>
                <c:pt idx="242">
                  <c:v>22.587636</c:v>
                </c:pt>
                <c:pt idx="243">
                  <c:v>24.571663999999998</c:v>
                </c:pt>
                <c:pt idx="244">
                  <c:v>24.956907999999999</c:v>
                </c:pt>
                <c:pt idx="245">
                  <c:v>18.180323999999999</c:v>
                </c:pt>
                <c:pt idx="246">
                  <c:v>21.117376</c:v>
                </c:pt>
                <c:pt idx="247">
                  <c:v>19.897663999999999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FFB-46C6-83C6-1F439D2636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10云投债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Sheet1!$A$2:$A$252</c:f>
              <c:numCache>
                <c:formatCode>_(* #,##0.00_);_(* \(#,##0.00\);_(* "-"??_);_(@_)</c:formatCode>
                <c:ptCount val="251"/>
                <c:pt idx="0">
                  <c:v>12</c:v>
                </c:pt>
                <c:pt idx="1">
                  <c:v>11.967599999999999</c:v>
                </c:pt>
                <c:pt idx="2">
                  <c:v>11.868</c:v>
                </c:pt>
                <c:pt idx="3">
                  <c:v>11.835599999999999</c:v>
                </c:pt>
                <c:pt idx="4">
                  <c:v>11.8032</c:v>
                </c:pt>
                <c:pt idx="5">
                  <c:v>11.769600000000001</c:v>
                </c:pt>
                <c:pt idx="6">
                  <c:v>11.7372</c:v>
                </c:pt>
                <c:pt idx="7">
                  <c:v>11.6388</c:v>
                </c:pt>
                <c:pt idx="8">
                  <c:v>11.6052</c:v>
                </c:pt>
                <c:pt idx="9">
                  <c:v>11.572800000000001</c:v>
                </c:pt>
                <c:pt idx="10">
                  <c:v>11.539200000000001</c:v>
                </c:pt>
                <c:pt idx="11">
                  <c:v>11.5068</c:v>
                </c:pt>
                <c:pt idx="12">
                  <c:v>11.4084</c:v>
                </c:pt>
                <c:pt idx="13">
                  <c:v>11.3748</c:v>
                </c:pt>
                <c:pt idx="14">
                  <c:v>11.342400000000001</c:v>
                </c:pt>
                <c:pt idx="15">
                  <c:v>11.31</c:v>
                </c:pt>
                <c:pt idx="16">
                  <c:v>11.276399999999999</c:v>
                </c:pt>
                <c:pt idx="17">
                  <c:v>11.178000000000001</c:v>
                </c:pt>
                <c:pt idx="18">
                  <c:v>11.1456</c:v>
                </c:pt>
                <c:pt idx="19">
                  <c:v>11.112</c:v>
                </c:pt>
                <c:pt idx="20">
                  <c:v>11.079599999999999</c:v>
                </c:pt>
                <c:pt idx="21">
                  <c:v>11.045999999999999</c:v>
                </c:pt>
                <c:pt idx="22">
                  <c:v>10.9476</c:v>
                </c:pt>
                <c:pt idx="23">
                  <c:v>10.915199999999999</c:v>
                </c:pt>
                <c:pt idx="24">
                  <c:v>10.881600000000001</c:v>
                </c:pt>
                <c:pt idx="25">
                  <c:v>10.8492</c:v>
                </c:pt>
                <c:pt idx="26">
                  <c:v>10.816800000000001</c:v>
                </c:pt>
                <c:pt idx="27">
                  <c:v>10.718399999999999</c:v>
                </c:pt>
                <c:pt idx="28">
                  <c:v>10.684799999999999</c:v>
                </c:pt>
                <c:pt idx="29">
                  <c:v>10.6524</c:v>
                </c:pt>
                <c:pt idx="30">
                  <c:v>10.6188</c:v>
                </c:pt>
                <c:pt idx="31">
                  <c:v>10.586399999999999</c:v>
                </c:pt>
                <c:pt idx="32">
                  <c:v>10.488</c:v>
                </c:pt>
                <c:pt idx="33">
                  <c:v>10.4544</c:v>
                </c:pt>
                <c:pt idx="34">
                  <c:v>10.422000000000001</c:v>
                </c:pt>
                <c:pt idx="35">
                  <c:v>10.3896</c:v>
                </c:pt>
                <c:pt idx="36">
                  <c:v>10.356</c:v>
                </c:pt>
                <c:pt idx="37">
                  <c:v>10.323599999999999</c:v>
                </c:pt>
                <c:pt idx="38">
                  <c:v>10.225199999999999</c:v>
                </c:pt>
                <c:pt idx="39">
                  <c:v>10.191600000000001</c:v>
                </c:pt>
                <c:pt idx="40">
                  <c:v>10.1592</c:v>
                </c:pt>
                <c:pt idx="41">
                  <c:v>10.1256</c:v>
                </c:pt>
                <c:pt idx="42">
                  <c:v>10.027200000000001</c:v>
                </c:pt>
                <c:pt idx="43">
                  <c:v>9.9947999999999997</c:v>
                </c:pt>
                <c:pt idx="44">
                  <c:v>9.9611999999999998</c:v>
                </c:pt>
                <c:pt idx="45">
                  <c:v>9.9288000000000007</c:v>
                </c:pt>
                <c:pt idx="46">
                  <c:v>9.8963999999999999</c:v>
                </c:pt>
                <c:pt idx="47">
                  <c:v>9.7968000000000011</c:v>
                </c:pt>
                <c:pt idx="48">
                  <c:v>9.7644000000000002</c:v>
                </c:pt>
                <c:pt idx="49">
                  <c:v>9.7320000000000011</c:v>
                </c:pt>
                <c:pt idx="50">
                  <c:v>9.6983999999999995</c:v>
                </c:pt>
                <c:pt idx="51">
                  <c:v>9.6660000000000004</c:v>
                </c:pt>
                <c:pt idx="52">
                  <c:v>9.6000000000000014</c:v>
                </c:pt>
                <c:pt idx="53">
                  <c:v>9.5676000000000005</c:v>
                </c:pt>
                <c:pt idx="54">
                  <c:v>9.5339999999999989</c:v>
                </c:pt>
                <c:pt idx="55">
                  <c:v>9.5015999999999998</c:v>
                </c:pt>
                <c:pt idx="56">
                  <c:v>9.468</c:v>
                </c:pt>
                <c:pt idx="57">
                  <c:v>9.2051999999999996</c:v>
                </c:pt>
                <c:pt idx="58">
                  <c:v>9.1727999999999987</c:v>
                </c:pt>
                <c:pt idx="59">
                  <c:v>9.1067999999999998</c:v>
                </c:pt>
                <c:pt idx="60">
                  <c:v>9.0744000000000007</c:v>
                </c:pt>
                <c:pt idx="61">
                  <c:v>9.0407999999999991</c:v>
                </c:pt>
                <c:pt idx="62">
                  <c:v>9.0084</c:v>
                </c:pt>
                <c:pt idx="63">
                  <c:v>8.9748000000000001</c:v>
                </c:pt>
                <c:pt idx="64">
                  <c:v>8.8764000000000003</c:v>
                </c:pt>
                <c:pt idx="65">
                  <c:v>8.8439999999999994</c:v>
                </c:pt>
                <c:pt idx="66">
                  <c:v>8.8103999999999996</c:v>
                </c:pt>
                <c:pt idx="67">
                  <c:v>8.7780000000000005</c:v>
                </c:pt>
                <c:pt idx="68">
                  <c:v>8.7455999999999996</c:v>
                </c:pt>
                <c:pt idx="69">
                  <c:v>8.6460000000000008</c:v>
                </c:pt>
                <c:pt idx="70">
                  <c:v>8.6135999999999999</c:v>
                </c:pt>
                <c:pt idx="71">
                  <c:v>8.5811999999999991</c:v>
                </c:pt>
                <c:pt idx="72">
                  <c:v>8.547600000000001</c:v>
                </c:pt>
                <c:pt idx="73">
                  <c:v>8.5152000000000001</c:v>
                </c:pt>
                <c:pt idx="74">
                  <c:v>8.4168000000000003</c:v>
                </c:pt>
                <c:pt idx="75">
                  <c:v>8.3832000000000004</c:v>
                </c:pt>
                <c:pt idx="76">
                  <c:v>8.3507999999999996</c:v>
                </c:pt>
                <c:pt idx="77">
                  <c:v>8.3184000000000005</c:v>
                </c:pt>
                <c:pt idx="78">
                  <c:v>8.2848000000000006</c:v>
                </c:pt>
                <c:pt idx="79">
                  <c:v>8.1864000000000008</c:v>
                </c:pt>
                <c:pt idx="80">
                  <c:v>8.1539999999999999</c:v>
                </c:pt>
                <c:pt idx="81">
                  <c:v>8.1204000000000001</c:v>
                </c:pt>
                <c:pt idx="82">
                  <c:v>8.088000000000001</c:v>
                </c:pt>
                <c:pt idx="83">
                  <c:v>8.0544000000000011</c:v>
                </c:pt>
                <c:pt idx="84">
                  <c:v>7.9560000000000004</c:v>
                </c:pt>
                <c:pt idx="85">
                  <c:v>7.9236000000000004</c:v>
                </c:pt>
                <c:pt idx="86">
                  <c:v>7.89</c:v>
                </c:pt>
                <c:pt idx="87">
                  <c:v>7.8576000000000006</c:v>
                </c:pt>
                <c:pt idx="88">
                  <c:v>7.8252000000000006</c:v>
                </c:pt>
                <c:pt idx="89">
                  <c:v>7.7256</c:v>
                </c:pt>
                <c:pt idx="90">
                  <c:v>7.6932</c:v>
                </c:pt>
                <c:pt idx="91">
                  <c:v>7.6608000000000001</c:v>
                </c:pt>
                <c:pt idx="92">
                  <c:v>7.6272000000000002</c:v>
                </c:pt>
                <c:pt idx="93">
                  <c:v>7.5948000000000002</c:v>
                </c:pt>
                <c:pt idx="94">
                  <c:v>7.4964000000000004</c:v>
                </c:pt>
                <c:pt idx="95">
                  <c:v>7.4627999999999997</c:v>
                </c:pt>
                <c:pt idx="96">
                  <c:v>7.4303999999999997</c:v>
                </c:pt>
                <c:pt idx="97">
                  <c:v>7.3967999999999989</c:v>
                </c:pt>
                <c:pt idx="98">
                  <c:v>7.3643999999999998</c:v>
                </c:pt>
                <c:pt idx="99">
                  <c:v>7.3319999999999999</c:v>
                </c:pt>
                <c:pt idx="100">
                  <c:v>7.1999999999999993</c:v>
                </c:pt>
                <c:pt idx="101">
                  <c:v>7.1676000000000002</c:v>
                </c:pt>
                <c:pt idx="102">
                  <c:v>7.1340000000000003</c:v>
                </c:pt>
                <c:pt idx="103">
                  <c:v>7.0356000000000005</c:v>
                </c:pt>
                <c:pt idx="104">
                  <c:v>7.0031999999999996</c:v>
                </c:pt>
                <c:pt idx="105">
                  <c:v>6.9695999999999998</c:v>
                </c:pt>
                <c:pt idx="106">
                  <c:v>6.9371999999999989</c:v>
                </c:pt>
                <c:pt idx="107">
                  <c:v>6.9036000000000008</c:v>
                </c:pt>
                <c:pt idx="108">
                  <c:v>6.805200000000001</c:v>
                </c:pt>
                <c:pt idx="109">
                  <c:v>6.7728000000000002</c:v>
                </c:pt>
                <c:pt idx="110">
                  <c:v>6.7392000000000003</c:v>
                </c:pt>
                <c:pt idx="111">
                  <c:v>6.7067999999999994</c:v>
                </c:pt>
                <c:pt idx="112">
                  <c:v>6.6744000000000003</c:v>
                </c:pt>
                <c:pt idx="113">
                  <c:v>6.5748000000000006</c:v>
                </c:pt>
                <c:pt idx="114">
                  <c:v>6.5424000000000007</c:v>
                </c:pt>
                <c:pt idx="115">
                  <c:v>6.51</c:v>
                </c:pt>
                <c:pt idx="116">
                  <c:v>6.4763999999999999</c:v>
                </c:pt>
                <c:pt idx="117">
                  <c:v>6.4440000000000008</c:v>
                </c:pt>
                <c:pt idx="118">
                  <c:v>6.3120000000000003</c:v>
                </c:pt>
                <c:pt idx="119">
                  <c:v>6.2796000000000003</c:v>
                </c:pt>
                <c:pt idx="120">
                  <c:v>6.2459999999999996</c:v>
                </c:pt>
                <c:pt idx="121">
                  <c:v>6.2136000000000005</c:v>
                </c:pt>
                <c:pt idx="122">
                  <c:v>6.1152000000000006</c:v>
                </c:pt>
                <c:pt idx="123">
                  <c:v>6.0815999999999999</c:v>
                </c:pt>
                <c:pt idx="124">
                  <c:v>6.0491999999999999</c:v>
                </c:pt>
                <c:pt idx="125">
                  <c:v>6.0167999999999999</c:v>
                </c:pt>
                <c:pt idx="126">
                  <c:v>5.9832000000000001</c:v>
                </c:pt>
                <c:pt idx="127">
                  <c:v>5.8848000000000003</c:v>
                </c:pt>
                <c:pt idx="128">
                  <c:v>5.8524000000000003</c:v>
                </c:pt>
                <c:pt idx="129">
                  <c:v>5.8187999999999995</c:v>
                </c:pt>
                <c:pt idx="130">
                  <c:v>5.7864000000000004</c:v>
                </c:pt>
                <c:pt idx="131">
                  <c:v>5.7539999999999996</c:v>
                </c:pt>
                <c:pt idx="132">
                  <c:v>5.6543999999999999</c:v>
                </c:pt>
                <c:pt idx="133">
                  <c:v>5.6219999999999999</c:v>
                </c:pt>
                <c:pt idx="134">
                  <c:v>5.5895999999999999</c:v>
                </c:pt>
                <c:pt idx="135">
                  <c:v>5.556</c:v>
                </c:pt>
                <c:pt idx="136">
                  <c:v>5.5236000000000001</c:v>
                </c:pt>
                <c:pt idx="137">
                  <c:v>5.49</c:v>
                </c:pt>
                <c:pt idx="138">
                  <c:v>5.3591999999999995</c:v>
                </c:pt>
                <c:pt idx="139">
                  <c:v>5.3255999999999997</c:v>
                </c:pt>
                <c:pt idx="140">
                  <c:v>5.2931999999999997</c:v>
                </c:pt>
                <c:pt idx="141">
                  <c:v>5.1947999999999999</c:v>
                </c:pt>
                <c:pt idx="142">
                  <c:v>5.1612</c:v>
                </c:pt>
                <c:pt idx="143">
                  <c:v>5.1288</c:v>
                </c:pt>
                <c:pt idx="144">
                  <c:v>5.0964</c:v>
                </c:pt>
                <c:pt idx="145">
                  <c:v>5.0628000000000002</c:v>
                </c:pt>
                <c:pt idx="146">
                  <c:v>4.9644000000000004</c:v>
                </c:pt>
                <c:pt idx="147">
                  <c:v>4.9319999999999995</c:v>
                </c:pt>
                <c:pt idx="148">
                  <c:v>4.8984000000000005</c:v>
                </c:pt>
                <c:pt idx="149">
                  <c:v>4.8660000000000005</c:v>
                </c:pt>
                <c:pt idx="150">
                  <c:v>4.8323999999999998</c:v>
                </c:pt>
                <c:pt idx="151">
                  <c:v>4.734</c:v>
                </c:pt>
                <c:pt idx="152">
                  <c:v>4.7016</c:v>
                </c:pt>
                <c:pt idx="153">
                  <c:v>4.6680000000000001</c:v>
                </c:pt>
                <c:pt idx="154">
                  <c:v>4.6356000000000002</c:v>
                </c:pt>
                <c:pt idx="155">
                  <c:v>4.6032000000000002</c:v>
                </c:pt>
                <c:pt idx="156">
                  <c:v>4.5036000000000005</c:v>
                </c:pt>
                <c:pt idx="157">
                  <c:v>4.4711999999999996</c:v>
                </c:pt>
                <c:pt idx="158">
                  <c:v>4.4388000000000005</c:v>
                </c:pt>
                <c:pt idx="159">
                  <c:v>4.4051999999999998</c:v>
                </c:pt>
                <c:pt idx="160">
                  <c:v>4.3727999999999998</c:v>
                </c:pt>
                <c:pt idx="161">
                  <c:v>4.2744</c:v>
                </c:pt>
                <c:pt idx="162">
                  <c:v>4.2408000000000001</c:v>
                </c:pt>
                <c:pt idx="163">
                  <c:v>4.2084000000000001</c:v>
                </c:pt>
                <c:pt idx="164">
                  <c:v>4.1747999999999994</c:v>
                </c:pt>
                <c:pt idx="165">
                  <c:v>4.1424000000000003</c:v>
                </c:pt>
                <c:pt idx="166">
                  <c:v>4.0440000000000005</c:v>
                </c:pt>
                <c:pt idx="167">
                  <c:v>4.0103999999999997</c:v>
                </c:pt>
                <c:pt idx="168">
                  <c:v>3.9780000000000002</c:v>
                </c:pt>
                <c:pt idx="169">
                  <c:v>3.9455999999999998</c:v>
                </c:pt>
                <c:pt idx="170">
                  <c:v>3.9119999999999999</c:v>
                </c:pt>
                <c:pt idx="171">
                  <c:v>3.8136000000000001</c:v>
                </c:pt>
                <c:pt idx="172">
                  <c:v>3.7812000000000001</c:v>
                </c:pt>
                <c:pt idx="173">
                  <c:v>3.7476000000000003</c:v>
                </c:pt>
                <c:pt idx="174">
                  <c:v>3.7151999999999998</c:v>
                </c:pt>
                <c:pt idx="175">
                  <c:v>3.6816000000000004</c:v>
                </c:pt>
                <c:pt idx="176">
                  <c:v>3.5831999999999997</c:v>
                </c:pt>
                <c:pt idx="177">
                  <c:v>3.5507999999999997</c:v>
                </c:pt>
                <c:pt idx="178">
                  <c:v>3.5184000000000002</c:v>
                </c:pt>
                <c:pt idx="179">
                  <c:v>3.4847999999999999</c:v>
                </c:pt>
                <c:pt idx="180">
                  <c:v>3.4523999999999999</c:v>
                </c:pt>
                <c:pt idx="181">
                  <c:v>3.3540000000000001</c:v>
                </c:pt>
                <c:pt idx="182">
                  <c:v>3.3204000000000002</c:v>
                </c:pt>
                <c:pt idx="183">
                  <c:v>3.2880000000000003</c:v>
                </c:pt>
                <c:pt idx="184">
                  <c:v>3.2544</c:v>
                </c:pt>
                <c:pt idx="185">
                  <c:v>3.2220000000000004</c:v>
                </c:pt>
                <c:pt idx="186">
                  <c:v>3.1235999999999997</c:v>
                </c:pt>
                <c:pt idx="187">
                  <c:v>3.09</c:v>
                </c:pt>
                <c:pt idx="188">
                  <c:v>3.0576000000000003</c:v>
                </c:pt>
                <c:pt idx="189">
                  <c:v>3.0251999999999999</c:v>
                </c:pt>
                <c:pt idx="190">
                  <c:v>2.9916</c:v>
                </c:pt>
                <c:pt idx="191">
                  <c:v>2.8932000000000002</c:v>
                </c:pt>
                <c:pt idx="192">
                  <c:v>2.8608000000000002</c:v>
                </c:pt>
                <c:pt idx="193">
                  <c:v>2.8271999999999999</c:v>
                </c:pt>
                <c:pt idx="194">
                  <c:v>2.7948</c:v>
                </c:pt>
                <c:pt idx="195">
                  <c:v>2.7612000000000001</c:v>
                </c:pt>
                <c:pt idx="196">
                  <c:v>2.6627999999999998</c:v>
                </c:pt>
                <c:pt idx="197">
                  <c:v>2.6303999999999998</c:v>
                </c:pt>
                <c:pt idx="198">
                  <c:v>2.5968</c:v>
                </c:pt>
                <c:pt idx="199">
                  <c:v>2.5644</c:v>
                </c:pt>
                <c:pt idx="200">
                  <c:v>2.532</c:v>
                </c:pt>
                <c:pt idx="201">
                  <c:v>2.4323999999999999</c:v>
                </c:pt>
                <c:pt idx="202">
                  <c:v>2.4000000000000004</c:v>
                </c:pt>
                <c:pt idx="203">
                  <c:v>2.3675999999999999</c:v>
                </c:pt>
                <c:pt idx="204">
                  <c:v>2.3340000000000001</c:v>
                </c:pt>
                <c:pt idx="205">
                  <c:v>2.3016000000000001</c:v>
                </c:pt>
                <c:pt idx="206">
                  <c:v>2.2032000000000003</c:v>
                </c:pt>
                <c:pt idx="207">
                  <c:v>2.1696</c:v>
                </c:pt>
                <c:pt idx="208">
                  <c:v>2.1372</c:v>
                </c:pt>
                <c:pt idx="209">
                  <c:v>2.1036000000000001</c:v>
                </c:pt>
                <c:pt idx="210">
                  <c:v>2.0712000000000002</c:v>
                </c:pt>
                <c:pt idx="211">
                  <c:v>1.9727999999999999</c:v>
                </c:pt>
                <c:pt idx="212">
                  <c:v>1.9392</c:v>
                </c:pt>
                <c:pt idx="213">
                  <c:v>1.9068000000000001</c:v>
                </c:pt>
                <c:pt idx="214">
                  <c:v>1.8744000000000001</c:v>
                </c:pt>
                <c:pt idx="215">
                  <c:v>1.8408000000000002</c:v>
                </c:pt>
                <c:pt idx="216">
                  <c:v>1.7423999999999999</c:v>
                </c:pt>
                <c:pt idx="217">
                  <c:v>1.71</c:v>
                </c:pt>
                <c:pt idx="218">
                  <c:v>1.6763999999999999</c:v>
                </c:pt>
                <c:pt idx="219">
                  <c:v>1.6440000000000001</c:v>
                </c:pt>
                <c:pt idx="220">
                  <c:v>1.6104000000000003</c:v>
                </c:pt>
                <c:pt idx="221">
                  <c:v>1.512</c:v>
                </c:pt>
                <c:pt idx="222">
                  <c:v>1.4796</c:v>
                </c:pt>
                <c:pt idx="223">
                  <c:v>1.446</c:v>
                </c:pt>
                <c:pt idx="224">
                  <c:v>1.4136</c:v>
                </c:pt>
                <c:pt idx="225">
                  <c:v>1.3812</c:v>
                </c:pt>
                <c:pt idx="226">
                  <c:v>1.3475999999999999</c:v>
                </c:pt>
                <c:pt idx="227">
                  <c:v>1.0524</c:v>
                </c:pt>
                <c:pt idx="228">
                  <c:v>1.0188000000000001</c:v>
                </c:pt>
                <c:pt idx="229">
                  <c:v>0.98639999999999994</c:v>
                </c:pt>
                <c:pt idx="230">
                  <c:v>0.95399999999999996</c:v>
                </c:pt>
                <c:pt idx="231">
                  <c:v>0.92040000000000011</c:v>
                </c:pt>
                <c:pt idx="232">
                  <c:v>0.82200000000000006</c:v>
                </c:pt>
                <c:pt idx="233">
                  <c:v>0.78959999999999997</c:v>
                </c:pt>
                <c:pt idx="234">
                  <c:v>0.75600000000000001</c:v>
                </c:pt>
                <c:pt idx="235">
                  <c:v>0.72360000000000002</c:v>
                </c:pt>
                <c:pt idx="236">
                  <c:v>0.69000000000000006</c:v>
                </c:pt>
                <c:pt idx="237">
                  <c:v>0.5915999999999999</c:v>
                </c:pt>
                <c:pt idx="238">
                  <c:v>0.55920000000000003</c:v>
                </c:pt>
                <c:pt idx="239">
                  <c:v>0.52559999999999996</c:v>
                </c:pt>
                <c:pt idx="240">
                  <c:v>0.49319999999999997</c:v>
                </c:pt>
                <c:pt idx="241">
                  <c:v>0.46079999999999999</c:v>
                </c:pt>
                <c:pt idx="242">
                  <c:v>0.36119999999999997</c:v>
                </c:pt>
                <c:pt idx="243">
                  <c:v>0.32879999999999998</c:v>
                </c:pt>
                <c:pt idx="244">
                  <c:v>0.2964</c:v>
                </c:pt>
                <c:pt idx="245">
                  <c:v>0.26279999999999998</c:v>
                </c:pt>
                <c:pt idx="246">
                  <c:v>0.23039999999999999</c:v>
                </c:pt>
                <c:pt idx="247">
                  <c:v>0.13200000000000001</c:v>
                </c:pt>
                <c:pt idx="248">
                  <c:v>9.8400000000000015E-2</c:v>
                </c:pt>
                <c:pt idx="249">
                  <c:v>6.6000000000000003E-2</c:v>
                </c:pt>
                <c:pt idx="250">
                  <c:v>3.2399999999999998E-2</c:v>
                </c:pt>
              </c:numCache>
            </c:numRef>
          </c:xVal>
          <c:yVal>
            <c:numRef>
              <c:f>Sheet1!$C$2:$C$252</c:f>
              <c:numCache>
                <c:formatCode>_(* #,##0.00_);_(* \(#,##0.00\);_(* "-"??_);_(@_)</c:formatCode>
                <c:ptCount val="251"/>
                <c:pt idx="0">
                  <c:v>34.43</c:v>
                </c:pt>
                <c:pt idx="1">
                  <c:v>32.422139999999999</c:v>
                </c:pt>
                <c:pt idx="2">
                  <c:v>32.408720000000002</c:v>
                </c:pt>
                <c:pt idx="3">
                  <c:v>34.240555999999998</c:v>
                </c:pt>
                <c:pt idx="4">
                  <c:v>34.198624000000002</c:v>
                </c:pt>
                <c:pt idx="5">
                  <c:v>34.175344000000003</c:v>
                </c:pt>
                <c:pt idx="6">
                  <c:v>34.119295999999999</c:v>
                </c:pt>
                <c:pt idx="7">
                  <c:v>31.1898160000001</c:v>
                </c:pt>
                <c:pt idx="8">
                  <c:v>30.249236</c:v>
                </c:pt>
                <c:pt idx="9">
                  <c:v>30.258255999999999</c:v>
                </c:pt>
                <c:pt idx="10">
                  <c:v>28.232688</c:v>
                </c:pt>
                <c:pt idx="11">
                  <c:v>28.19482</c:v>
                </c:pt>
                <c:pt idx="12">
                  <c:v>28.160616000000001</c:v>
                </c:pt>
                <c:pt idx="13">
                  <c:v>28.111371999999999</c:v>
                </c:pt>
                <c:pt idx="14">
                  <c:v>27.042383999999998</c:v>
                </c:pt>
                <c:pt idx="15">
                  <c:v>20.983699999999999</c:v>
                </c:pt>
                <c:pt idx="16">
                  <c:v>21.01576</c:v>
                </c:pt>
                <c:pt idx="17">
                  <c:v>22.994368000000001</c:v>
                </c:pt>
                <c:pt idx="18">
                  <c:v>22.981200000000001</c:v>
                </c:pt>
                <c:pt idx="19">
                  <c:v>22.777279999999902</c:v>
                </c:pt>
                <c:pt idx="20">
                  <c:v>22.638259999999999</c:v>
                </c:pt>
                <c:pt idx="21">
                  <c:v>25.512816000000001</c:v>
                </c:pt>
                <c:pt idx="22">
                  <c:v>25.300768000000001</c:v>
                </c:pt>
                <c:pt idx="23">
                  <c:v>25.201280000000001</c:v>
                </c:pt>
                <c:pt idx="24">
                  <c:v>26.007444</c:v>
                </c:pt>
                <c:pt idx="25">
                  <c:v>25.836296000000001</c:v>
                </c:pt>
                <c:pt idx="26">
                  <c:v>26.248656</c:v>
                </c:pt>
                <c:pt idx="27">
                  <c:v>26.177268000000002</c:v>
                </c:pt>
                <c:pt idx="28">
                  <c:v>26.700880000000002</c:v>
                </c:pt>
                <c:pt idx="29">
                  <c:v>26.086752000000001</c:v>
                </c:pt>
                <c:pt idx="30">
                  <c:v>26.092580000000002</c:v>
                </c:pt>
                <c:pt idx="31">
                  <c:v>26.461359999999999</c:v>
                </c:pt>
                <c:pt idx="32">
                  <c:v>26.745039999999999</c:v>
                </c:pt>
                <c:pt idx="33">
                  <c:v>26.755815999999999</c:v>
                </c:pt>
                <c:pt idx="34">
                  <c:v>28.011251999999999</c:v>
                </c:pt>
                <c:pt idx="35">
                  <c:v>27.024944000000001</c:v>
                </c:pt>
                <c:pt idx="36">
                  <c:v>26.728943999999998</c:v>
                </c:pt>
                <c:pt idx="37">
                  <c:v>27.569776000000001</c:v>
                </c:pt>
                <c:pt idx="38">
                  <c:v>26.571788000000002</c:v>
                </c:pt>
                <c:pt idx="39">
                  <c:v>26.552392000000001</c:v>
                </c:pt>
                <c:pt idx="40">
                  <c:v>25.513656000000001</c:v>
                </c:pt>
                <c:pt idx="41">
                  <c:v>25.48668</c:v>
                </c:pt>
                <c:pt idx="42">
                  <c:v>25.225804</c:v>
                </c:pt>
                <c:pt idx="43">
                  <c:v>25.572344000000001</c:v>
                </c:pt>
                <c:pt idx="44">
                  <c:v>25.846264000000001</c:v>
                </c:pt>
                <c:pt idx="45">
                  <c:v>24.832599999999999</c:v>
                </c:pt>
                <c:pt idx="46">
                  <c:v>25.448056000000001</c:v>
                </c:pt>
                <c:pt idx="47">
                  <c:v>27.25732</c:v>
                </c:pt>
                <c:pt idx="48">
                  <c:v>29.391795999999999</c:v>
                </c:pt>
                <c:pt idx="49">
                  <c:v>27.468019999999999</c:v>
                </c:pt>
                <c:pt idx="50">
                  <c:v>27.548200000000001</c:v>
                </c:pt>
                <c:pt idx="51">
                  <c:v>27.476559999999999</c:v>
                </c:pt>
                <c:pt idx="52">
                  <c:v>27.466063999999999</c:v>
                </c:pt>
                <c:pt idx="53">
                  <c:v>27.593599999999999</c:v>
                </c:pt>
                <c:pt idx="54">
                  <c:v>27.579519999999999</c:v>
                </c:pt>
                <c:pt idx="55">
                  <c:v>27.581240000000001</c:v>
                </c:pt>
                <c:pt idx="56">
                  <c:v>27.777956</c:v>
                </c:pt>
                <c:pt idx="57">
                  <c:v>27.884404</c:v>
                </c:pt>
                <c:pt idx="58">
                  <c:v>28.007695999999999</c:v>
                </c:pt>
                <c:pt idx="59">
                  <c:v>28.016279999999998</c:v>
                </c:pt>
                <c:pt idx="60">
                  <c:v>28.017959999999999</c:v>
                </c:pt>
                <c:pt idx="61">
                  <c:v>28.027311999999998</c:v>
                </c:pt>
                <c:pt idx="62">
                  <c:v>26.891591999999999</c:v>
                </c:pt>
                <c:pt idx="63">
                  <c:v>26.875088000000002</c:v>
                </c:pt>
                <c:pt idx="64">
                  <c:v>26.922360000000001</c:v>
                </c:pt>
                <c:pt idx="65">
                  <c:v>26.547751999999999</c:v>
                </c:pt>
                <c:pt idx="66">
                  <c:v>26.548100000000002</c:v>
                </c:pt>
                <c:pt idx="67">
                  <c:v>26.587295999999998</c:v>
                </c:pt>
                <c:pt idx="68">
                  <c:v>33.790080000000003</c:v>
                </c:pt>
                <c:pt idx="69">
                  <c:v>25.784288</c:v>
                </c:pt>
                <c:pt idx="70">
                  <c:v>24.792791999999999</c:v>
                </c:pt>
                <c:pt idx="71">
                  <c:v>27.260632000000001</c:v>
                </c:pt>
                <c:pt idx="72">
                  <c:v>27.968927999999998</c:v>
                </c:pt>
                <c:pt idx="73">
                  <c:v>20.935887999999998</c:v>
                </c:pt>
                <c:pt idx="74">
                  <c:v>20.897944000000098</c:v>
                </c:pt>
                <c:pt idx="75">
                  <c:v>20.0143279999999</c:v>
                </c:pt>
                <c:pt idx="76">
                  <c:v>27.986832</c:v>
                </c:pt>
                <c:pt idx="77">
                  <c:v>30.493711999999999</c:v>
                </c:pt>
                <c:pt idx="78">
                  <c:v>27.251467999999999</c:v>
                </c:pt>
                <c:pt idx="79">
                  <c:v>26.632619999999999</c:v>
                </c:pt>
                <c:pt idx="80">
                  <c:v>24.633544000000001</c:v>
                </c:pt>
                <c:pt idx="81">
                  <c:v>36.381120000000102</c:v>
                </c:pt>
                <c:pt idx="82">
                  <c:v>40.068543999999903</c:v>
                </c:pt>
                <c:pt idx="83">
                  <c:v>50.823320000000002</c:v>
                </c:pt>
                <c:pt idx="84">
                  <c:v>48.994799999999998</c:v>
                </c:pt>
                <c:pt idx="85">
                  <c:v>41.8491</c:v>
                </c:pt>
                <c:pt idx="86">
                  <c:v>37.890144000000099</c:v>
                </c:pt>
                <c:pt idx="87">
                  <c:v>41.856059999999999</c:v>
                </c:pt>
                <c:pt idx="88">
                  <c:v>42.554872000000003</c:v>
                </c:pt>
                <c:pt idx="89">
                  <c:v>43.103160000000102</c:v>
                </c:pt>
                <c:pt idx="90">
                  <c:v>45.794176</c:v>
                </c:pt>
                <c:pt idx="91">
                  <c:v>41.919488000000001</c:v>
                </c:pt>
                <c:pt idx="92">
                  <c:v>45.563679999999998</c:v>
                </c:pt>
                <c:pt idx="93">
                  <c:v>43.623980000000003</c:v>
                </c:pt>
                <c:pt idx="94">
                  <c:v>40.872315999999998</c:v>
                </c:pt>
                <c:pt idx="95">
                  <c:v>39.159616</c:v>
                </c:pt>
                <c:pt idx="96">
                  <c:v>40.990175999999998</c:v>
                </c:pt>
                <c:pt idx="97">
                  <c:v>39.142384</c:v>
                </c:pt>
                <c:pt idx="98">
                  <c:v>38.732999999999997</c:v>
                </c:pt>
                <c:pt idx="99">
                  <c:v>33.314436000000001</c:v>
                </c:pt>
                <c:pt idx="100">
                  <c:v>34.594000000000001</c:v>
                </c:pt>
                <c:pt idx="101">
                  <c:v>32.189548000000002</c:v>
                </c:pt>
                <c:pt idx="102">
                  <c:v>39.765999999999998</c:v>
                </c:pt>
                <c:pt idx="103">
                  <c:v>37.554639999999999</c:v>
                </c:pt>
                <c:pt idx="104">
                  <c:v>37.781315999999997</c:v>
                </c:pt>
                <c:pt idx="105">
                  <c:v>38.474671999999998</c:v>
                </c:pt>
                <c:pt idx="106">
                  <c:v>39.145615999999997</c:v>
                </c:pt>
                <c:pt idx="107">
                  <c:v>39.076467999999899</c:v>
                </c:pt>
                <c:pt idx="108">
                  <c:v>38.940883999999997</c:v>
                </c:pt>
                <c:pt idx="109">
                  <c:v>37.774783999999997</c:v>
                </c:pt>
                <c:pt idx="110">
                  <c:v>37.772632000000002</c:v>
                </c:pt>
                <c:pt idx="111">
                  <c:v>34.701920000000001</c:v>
                </c:pt>
                <c:pt idx="112">
                  <c:v>35.991</c:v>
                </c:pt>
                <c:pt idx="113">
                  <c:v>38.840027999999997</c:v>
                </c:pt>
                <c:pt idx="114">
                  <c:v>42.340679999999999</c:v>
                </c:pt>
                <c:pt idx="115">
                  <c:v>41.375439999999998</c:v>
                </c:pt>
                <c:pt idx="116">
                  <c:v>39.777360000000002</c:v>
                </c:pt>
                <c:pt idx="117">
                  <c:v>39.824483999999998</c:v>
                </c:pt>
                <c:pt idx="118">
                  <c:v>39.683260000000097</c:v>
                </c:pt>
                <c:pt idx="119">
                  <c:v>40.319023999999999</c:v>
                </c:pt>
                <c:pt idx="120">
                  <c:v>37.828187999999997</c:v>
                </c:pt>
                <c:pt idx="121">
                  <c:v>36.842303999999999</c:v>
                </c:pt>
                <c:pt idx="122">
                  <c:v>35.834595999999998</c:v>
                </c:pt>
                <c:pt idx="123">
                  <c:v>37.826327999999997</c:v>
                </c:pt>
                <c:pt idx="124">
                  <c:v>43.788992</c:v>
                </c:pt>
                <c:pt idx="125">
                  <c:v>45.945255999999901</c:v>
                </c:pt>
                <c:pt idx="126">
                  <c:v>46.007255999999998</c:v>
                </c:pt>
                <c:pt idx="127">
                  <c:v>46.356572</c:v>
                </c:pt>
                <c:pt idx="128">
                  <c:v>46.644511999999999</c:v>
                </c:pt>
                <c:pt idx="129">
                  <c:v>47.951819999999898</c:v>
                </c:pt>
                <c:pt idx="130">
                  <c:v>48.114463999999998</c:v>
                </c:pt>
                <c:pt idx="131">
                  <c:v>48.207059999999998</c:v>
                </c:pt>
                <c:pt idx="132">
                  <c:v>48.151848000000001</c:v>
                </c:pt>
                <c:pt idx="133">
                  <c:v>47.863280000000003</c:v>
                </c:pt>
                <c:pt idx="134">
                  <c:v>49.121376000000097</c:v>
                </c:pt>
                <c:pt idx="135">
                  <c:v>50.020099999999999</c:v>
                </c:pt>
                <c:pt idx="136">
                  <c:v>50.993291999999997</c:v>
                </c:pt>
                <c:pt idx="137">
                  <c:v>54.901071999999999</c:v>
                </c:pt>
                <c:pt idx="138">
                  <c:v>51.1577440000001</c:v>
                </c:pt>
                <c:pt idx="139">
                  <c:v>43.155391999999999</c:v>
                </c:pt>
                <c:pt idx="140">
                  <c:v>41.416111999999998</c:v>
                </c:pt>
                <c:pt idx="141">
                  <c:v>40.480567999999998</c:v>
                </c:pt>
                <c:pt idx="142">
                  <c:v>31.476199999999999</c:v>
                </c:pt>
                <c:pt idx="143">
                  <c:v>31.498647999999999</c:v>
                </c:pt>
                <c:pt idx="144">
                  <c:v>31.266396</c:v>
                </c:pt>
                <c:pt idx="145">
                  <c:v>31.283664000000002</c:v>
                </c:pt>
                <c:pt idx="146">
                  <c:v>26.08428</c:v>
                </c:pt>
                <c:pt idx="147">
                  <c:v>24.963647999999999</c:v>
                </c:pt>
                <c:pt idx="148">
                  <c:v>22.906279999999999</c:v>
                </c:pt>
                <c:pt idx="149">
                  <c:v>24.845664000000099</c:v>
                </c:pt>
                <c:pt idx="150">
                  <c:v>23.1660000000001</c:v>
                </c:pt>
                <c:pt idx="151">
                  <c:v>23.386092000000001</c:v>
                </c:pt>
                <c:pt idx="152">
                  <c:v>25.945315999999998</c:v>
                </c:pt>
                <c:pt idx="153">
                  <c:v>28.3328640000001</c:v>
                </c:pt>
                <c:pt idx="154">
                  <c:v>26.56832</c:v>
                </c:pt>
                <c:pt idx="155">
                  <c:v>28.835567999999999</c:v>
                </c:pt>
                <c:pt idx="156">
                  <c:v>24.712568000000001</c:v>
                </c:pt>
                <c:pt idx="157">
                  <c:v>23.817124000000099</c:v>
                </c:pt>
                <c:pt idx="158">
                  <c:v>29.6036000000001</c:v>
                </c:pt>
                <c:pt idx="159">
                  <c:v>23.263936000000001</c:v>
                </c:pt>
                <c:pt idx="160">
                  <c:v>26.469016000000099</c:v>
                </c:pt>
                <c:pt idx="161">
                  <c:v>29.823688000000001</c:v>
                </c:pt>
                <c:pt idx="162">
                  <c:v>28.813800000000001</c:v>
                </c:pt>
                <c:pt idx="163">
                  <c:v>30.831312</c:v>
                </c:pt>
                <c:pt idx="164">
                  <c:v>34.872900000000001</c:v>
                </c:pt>
                <c:pt idx="165">
                  <c:v>38.151719999999997</c:v>
                </c:pt>
                <c:pt idx="166">
                  <c:v>45.36298</c:v>
                </c:pt>
                <c:pt idx="167">
                  <c:v>38.663455999999996</c:v>
                </c:pt>
                <c:pt idx="168">
                  <c:v>40.453919999999997</c:v>
                </c:pt>
                <c:pt idx="169">
                  <c:v>44.355020000000003</c:v>
                </c:pt>
                <c:pt idx="170">
                  <c:v>42.115288</c:v>
                </c:pt>
                <c:pt idx="171">
                  <c:v>39.743487999999999</c:v>
                </c:pt>
                <c:pt idx="172">
                  <c:v>40.888992000000002</c:v>
                </c:pt>
                <c:pt idx="173">
                  <c:v>40.335059999999999</c:v>
                </c:pt>
                <c:pt idx="174">
                  <c:v>47.974603999999999</c:v>
                </c:pt>
                <c:pt idx="175">
                  <c:v>48.762463999999902</c:v>
                </c:pt>
                <c:pt idx="176">
                  <c:v>49.390848000000098</c:v>
                </c:pt>
                <c:pt idx="177">
                  <c:v>48.873744000000002</c:v>
                </c:pt>
                <c:pt idx="178">
                  <c:v>46.422071999999901</c:v>
                </c:pt>
                <c:pt idx="179">
                  <c:v>44.441955999999998</c:v>
                </c:pt>
                <c:pt idx="180">
                  <c:v>41.410159999999998</c:v>
                </c:pt>
                <c:pt idx="181">
                  <c:v>44.2288479999999</c:v>
                </c:pt>
                <c:pt idx="182">
                  <c:v>45.682920000000102</c:v>
                </c:pt>
                <c:pt idx="183">
                  <c:v>45.881552000000099</c:v>
                </c:pt>
                <c:pt idx="184">
                  <c:v>47.21</c:v>
                </c:pt>
                <c:pt idx="185">
                  <c:v>50.105840000000001</c:v>
                </c:pt>
                <c:pt idx="186">
                  <c:v>50.080736000000002</c:v>
                </c:pt>
                <c:pt idx="187">
                  <c:v>54.162180000000099</c:v>
                </c:pt>
                <c:pt idx="188">
                  <c:v>54.298223999999998</c:v>
                </c:pt>
                <c:pt idx="189">
                  <c:v>53.737572</c:v>
                </c:pt>
                <c:pt idx="190">
                  <c:v>51.848819999999897</c:v>
                </c:pt>
                <c:pt idx="191">
                  <c:v>58.595258000000001</c:v>
                </c:pt>
                <c:pt idx="192">
                  <c:v>68.279359999999997</c:v>
                </c:pt>
                <c:pt idx="193">
                  <c:v>71.453224000000105</c:v>
                </c:pt>
                <c:pt idx="194">
                  <c:v>71.007199999999898</c:v>
                </c:pt>
                <c:pt idx="195">
                  <c:v>69.137169999999998</c:v>
                </c:pt>
                <c:pt idx="196">
                  <c:v>68.694040000000001</c:v>
                </c:pt>
                <c:pt idx="197">
                  <c:v>63.731307999999899</c:v>
                </c:pt>
                <c:pt idx="198">
                  <c:v>64.174000000000007</c:v>
                </c:pt>
                <c:pt idx="199">
                  <c:v>61.819215999999997</c:v>
                </c:pt>
                <c:pt idx="200">
                  <c:v>57.412300000000002</c:v>
                </c:pt>
                <c:pt idx="201">
                  <c:v>51.2227719999999</c:v>
                </c:pt>
                <c:pt idx="202">
                  <c:v>53.0595</c:v>
                </c:pt>
                <c:pt idx="203">
                  <c:v>51.157975999999898</c:v>
                </c:pt>
                <c:pt idx="204">
                  <c:v>43.679989999999997</c:v>
                </c:pt>
                <c:pt idx="205">
                  <c:v>37.170426000000099</c:v>
                </c:pt>
                <c:pt idx="206">
                  <c:v>35.739240000000002</c:v>
                </c:pt>
                <c:pt idx="207">
                  <c:v>37.749758</c:v>
                </c:pt>
                <c:pt idx="208">
                  <c:v>36.516863999999899</c:v>
                </c:pt>
                <c:pt idx="209">
                  <c:v>32.014707999999899</c:v>
                </c:pt>
                <c:pt idx="210">
                  <c:v>25.996192000000001</c:v>
                </c:pt>
                <c:pt idx="211">
                  <c:v>25.833255999999999</c:v>
                </c:pt>
                <c:pt idx="212">
                  <c:v>24.843707999999999</c:v>
                </c:pt>
                <c:pt idx="213">
                  <c:v>26.239650000000001</c:v>
                </c:pt>
                <c:pt idx="214">
                  <c:v>29.837194</c:v>
                </c:pt>
                <c:pt idx="215">
                  <c:v>26.809440000000102</c:v>
                </c:pt>
                <c:pt idx="216">
                  <c:v>31.258027999999999</c:v>
                </c:pt>
                <c:pt idx="217">
                  <c:v>34.415140000000001</c:v>
                </c:pt>
                <c:pt idx="218">
                  <c:v>30.368055999999999</c:v>
                </c:pt>
                <c:pt idx="219">
                  <c:v>32.354579999999999</c:v>
                </c:pt>
                <c:pt idx="220">
                  <c:v>25.735988000000098</c:v>
                </c:pt>
                <c:pt idx="221">
                  <c:v>26.455939999999998</c:v>
                </c:pt>
                <c:pt idx="222">
                  <c:v>25.356425999999999</c:v>
                </c:pt>
                <c:pt idx="223">
                  <c:v>22.098064000000001</c:v>
                </c:pt>
                <c:pt idx="224">
                  <c:v>21.826864</c:v>
                </c:pt>
                <c:pt idx="225">
                  <c:v>19.611243999999999</c:v>
                </c:pt>
                <c:pt idx="226">
                  <c:v>19.32723</c:v>
                </c:pt>
                <c:pt idx="227">
                  <c:v>-1.4585600000000201</c:v>
                </c:pt>
                <c:pt idx="228">
                  <c:v>8.8260419999999709</c:v>
                </c:pt>
                <c:pt idx="229">
                  <c:v>15.9430479999999</c:v>
                </c:pt>
                <c:pt idx="230">
                  <c:v>17.224519999999899</c:v>
                </c:pt>
                <c:pt idx="231">
                  <c:v>13.415224</c:v>
                </c:pt>
                <c:pt idx="232">
                  <c:v>11.1668799999999</c:v>
                </c:pt>
                <c:pt idx="233">
                  <c:v>17.037759999999999</c:v>
                </c:pt>
                <c:pt idx="234">
                  <c:v>18.489519999999999</c:v>
                </c:pt>
                <c:pt idx="235">
                  <c:v>23.400091999999901</c:v>
                </c:pt>
                <c:pt idx="236">
                  <c:v>22.7897</c:v>
                </c:pt>
                <c:pt idx="237">
                  <c:v>29.231615999999999</c:v>
                </c:pt>
                <c:pt idx="238">
                  <c:v>27.913824000000002</c:v>
                </c:pt>
                <c:pt idx="239">
                  <c:v>32.456400000000002</c:v>
                </c:pt>
                <c:pt idx="240">
                  <c:v>25.841984</c:v>
                </c:pt>
                <c:pt idx="241">
                  <c:v>23.774048000000001</c:v>
                </c:pt>
                <c:pt idx="242">
                  <c:v>17.412320000000001</c:v>
                </c:pt>
                <c:pt idx="243">
                  <c:v>14.81264</c:v>
                </c:pt>
                <c:pt idx="244">
                  <c:v>12.942804000000001</c:v>
                </c:pt>
                <c:pt idx="245">
                  <c:v>13.3299</c:v>
                </c:pt>
                <c:pt idx="246">
                  <c:v>16.126367999999999</c:v>
                </c:pt>
                <c:pt idx="247">
                  <c:v>16.041248</c:v>
                </c:pt>
                <c:pt idx="248">
                  <c:v>14.327248000000001</c:v>
                </c:pt>
                <c:pt idx="249">
                  <c:v>13.109940000000099</c:v>
                </c:pt>
                <c:pt idx="250">
                  <c:v>27.943999999999999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FFB-46C6-83C6-1F439D2636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10川发展债02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Sheet1!$A$2:$A$252</c:f>
              <c:numCache>
                <c:formatCode>_(* #,##0.00_);_(* \(#,##0.00\);_(* "-"??_);_(@_)</c:formatCode>
                <c:ptCount val="251"/>
                <c:pt idx="0">
                  <c:v>12</c:v>
                </c:pt>
                <c:pt idx="1">
                  <c:v>11.967599999999999</c:v>
                </c:pt>
                <c:pt idx="2">
                  <c:v>11.868</c:v>
                </c:pt>
                <c:pt idx="3">
                  <c:v>11.835599999999999</c:v>
                </c:pt>
                <c:pt idx="4">
                  <c:v>11.8032</c:v>
                </c:pt>
                <c:pt idx="5">
                  <c:v>11.769600000000001</c:v>
                </c:pt>
                <c:pt idx="6">
                  <c:v>11.7372</c:v>
                </c:pt>
                <c:pt idx="7">
                  <c:v>11.6388</c:v>
                </c:pt>
                <c:pt idx="8">
                  <c:v>11.6052</c:v>
                </c:pt>
                <c:pt idx="9">
                  <c:v>11.572800000000001</c:v>
                </c:pt>
                <c:pt idx="10">
                  <c:v>11.539200000000001</c:v>
                </c:pt>
                <c:pt idx="11">
                  <c:v>11.5068</c:v>
                </c:pt>
                <c:pt idx="12">
                  <c:v>11.4084</c:v>
                </c:pt>
                <c:pt idx="13">
                  <c:v>11.3748</c:v>
                </c:pt>
                <c:pt idx="14">
                  <c:v>11.342400000000001</c:v>
                </c:pt>
                <c:pt idx="15">
                  <c:v>11.31</c:v>
                </c:pt>
                <c:pt idx="16">
                  <c:v>11.276399999999999</c:v>
                </c:pt>
                <c:pt idx="17">
                  <c:v>11.178000000000001</c:v>
                </c:pt>
                <c:pt idx="18">
                  <c:v>11.1456</c:v>
                </c:pt>
                <c:pt idx="19">
                  <c:v>11.112</c:v>
                </c:pt>
                <c:pt idx="20">
                  <c:v>11.079599999999999</c:v>
                </c:pt>
                <c:pt idx="21">
                  <c:v>11.045999999999999</c:v>
                </c:pt>
                <c:pt idx="22">
                  <c:v>10.9476</c:v>
                </c:pt>
                <c:pt idx="23">
                  <c:v>10.915199999999999</c:v>
                </c:pt>
                <c:pt idx="24">
                  <c:v>10.881600000000001</c:v>
                </c:pt>
                <c:pt idx="25">
                  <c:v>10.8492</c:v>
                </c:pt>
                <c:pt idx="26">
                  <c:v>10.816800000000001</c:v>
                </c:pt>
                <c:pt idx="27">
                  <c:v>10.718399999999999</c:v>
                </c:pt>
                <c:pt idx="28">
                  <c:v>10.684799999999999</c:v>
                </c:pt>
                <c:pt idx="29">
                  <c:v>10.6524</c:v>
                </c:pt>
                <c:pt idx="30">
                  <c:v>10.6188</c:v>
                </c:pt>
                <c:pt idx="31">
                  <c:v>10.586399999999999</c:v>
                </c:pt>
                <c:pt idx="32">
                  <c:v>10.488</c:v>
                </c:pt>
                <c:pt idx="33">
                  <c:v>10.4544</c:v>
                </c:pt>
                <c:pt idx="34">
                  <c:v>10.422000000000001</c:v>
                </c:pt>
                <c:pt idx="35">
                  <c:v>10.3896</c:v>
                </c:pt>
                <c:pt idx="36">
                  <c:v>10.356</c:v>
                </c:pt>
                <c:pt idx="37">
                  <c:v>10.323599999999999</c:v>
                </c:pt>
                <c:pt idx="38">
                  <c:v>10.225199999999999</c:v>
                </c:pt>
                <c:pt idx="39">
                  <c:v>10.191600000000001</c:v>
                </c:pt>
                <c:pt idx="40">
                  <c:v>10.1592</c:v>
                </c:pt>
                <c:pt idx="41">
                  <c:v>10.1256</c:v>
                </c:pt>
                <c:pt idx="42">
                  <c:v>10.027200000000001</c:v>
                </c:pt>
                <c:pt idx="43">
                  <c:v>9.9947999999999997</c:v>
                </c:pt>
                <c:pt idx="44">
                  <c:v>9.9611999999999998</c:v>
                </c:pt>
                <c:pt idx="45">
                  <c:v>9.9288000000000007</c:v>
                </c:pt>
                <c:pt idx="46">
                  <c:v>9.8963999999999999</c:v>
                </c:pt>
                <c:pt idx="47">
                  <c:v>9.7968000000000011</c:v>
                </c:pt>
                <c:pt idx="48">
                  <c:v>9.7644000000000002</c:v>
                </c:pt>
                <c:pt idx="49">
                  <c:v>9.7320000000000011</c:v>
                </c:pt>
                <c:pt idx="50">
                  <c:v>9.6983999999999995</c:v>
                </c:pt>
                <c:pt idx="51">
                  <c:v>9.6660000000000004</c:v>
                </c:pt>
                <c:pt idx="52">
                  <c:v>9.6000000000000014</c:v>
                </c:pt>
                <c:pt idx="53">
                  <c:v>9.5676000000000005</c:v>
                </c:pt>
                <c:pt idx="54">
                  <c:v>9.5339999999999989</c:v>
                </c:pt>
                <c:pt idx="55">
                  <c:v>9.5015999999999998</c:v>
                </c:pt>
                <c:pt idx="56">
                  <c:v>9.468</c:v>
                </c:pt>
                <c:pt idx="57">
                  <c:v>9.2051999999999996</c:v>
                </c:pt>
                <c:pt idx="58">
                  <c:v>9.1727999999999987</c:v>
                </c:pt>
                <c:pt idx="59">
                  <c:v>9.1067999999999998</c:v>
                </c:pt>
                <c:pt idx="60">
                  <c:v>9.0744000000000007</c:v>
                </c:pt>
                <c:pt idx="61">
                  <c:v>9.0407999999999991</c:v>
                </c:pt>
                <c:pt idx="62">
                  <c:v>9.0084</c:v>
                </c:pt>
                <c:pt idx="63">
                  <c:v>8.9748000000000001</c:v>
                </c:pt>
                <c:pt idx="64">
                  <c:v>8.8764000000000003</c:v>
                </c:pt>
                <c:pt idx="65">
                  <c:v>8.8439999999999994</c:v>
                </c:pt>
                <c:pt idx="66">
                  <c:v>8.8103999999999996</c:v>
                </c:pt>
                <c:pt idx="67">
                  <c:v>8.7780000000000005</c:v>
                </c:pt>
                <c:pt idx="68">
                  <c:v>8.7455999999999996</c:v>
                </c:pt>
                <c:pt idx="69">
                  <c:v>8.6460000000000008</c:v>
                </c:pt>
                <c:pt idx="70">
                  <c:v>8.6135999999999999</c:v>
                </c:pt>
                <c:pt idx="71">
                  <c:v>8.5811999999999991</c:v>
                </c:pt>
                <c:pt idx="72">
                  <c:v>8.547600000000001</c:v>
                </c:pt>
                <c:pt idx="73">
                  <c:v>8.5152000000000001</c:v>
                </c:pt>
                <c:pt idx="74">
                  <c:v>8.4168000000000003</c:v>
                </c:pt>
                <c:pt idx="75">
                  <c:v>8.3832000000000004</c:v>
                </c:pt>
                <c:pt idx="76">
                  <c:v>8.3507999999999996</c:v>
                </c:pt>
                <c:pt idx="77">
                  <c:v>8.3184000000000005</c:v>
                </c:pt>
                <c:pt idx="78">
                  <c:v>8.2848000000000006</c:v>
                </c:pt>
                <c:pt idx="79">
                  <c:v>8.1864000000000008</c:v>
                </c:pt>
                <c:pt idx="80">
                  <c:v>8.1539999999999999</c:v>
                </c:pt>
                <c:pt idx="81">
                  <c:v>8.1204000000000001</c:v>
                </c:pt>
                <c:pt idx="82">
                  <c:v>8.088000000000001</c:v>
                </c:pt>
                <c:pt idx="83">
                  <c:v>8.0544000000000011</c:v>
                </c:pt>
                <c:pt idx="84">
                  <c:v>7.9560000000000004</c:v>
                </c:pt>
                <c:pt idx="85">
                  <c:v>7.9236000000000004</c:v>
                </c:pt>
                <c:pt idx="86">
                  <c:v>7.89</c:v>
                </c:pt>
                <c:pt idx="87">
                  <c:v>7.8576000000000006</c:v>
                </c:pt>
                <c:pt idx="88">
                  <c:v>7.8252000000000006</c:v>
                </c:pt>
                <c:pt idx="89">
                  <c:v>7.7256</c:v>
                </c:pt>
                <c:pt idx="90">
                  <c:v>7.6932</c:v>
                </c:pt>
                <c:pt idx="91">
                  <c:v>7.6608000000000001</c:v>
                </c:pt>
                <c:pt idx="92">
                  <c:v>7.6272000000000002</c:v>
                </c:pt>
                <c:pt idx="93">
                  <c:v>7.5948000000000002</c:v>
                </c:pt>
                <c:pt idx="94">
                  <c:v>7.4964000000000004</c:v>
                </c:pt>
                <c:pt idx="95">
                  <c:v>7.4627999999999997</c:v>
                </c:pt>
                <c:pt idx="96">
                  <c:v>7.4303999999999997</c:v>
                </c:pt>
                <c:pt idx="97">
                  <c:v>7.3967999999999989</c:v>
                </c:pt>
                <c:pt idx="98">
                  <c:v>7.3643999999999998</c:v>
                </c:pt>
                <c:pt idx="99">
                  <c:v>7.3319999999999999</c:v>
                </c:pt>
                <c:pt idx="100">
                  <c:v>7.1999999999999993</c:v>
                </c:pt>
                <c:pt idx="101">
                  <c:v>7.1676000000000002</c:v>
                </c:pt>
                <c:pt idx="102">
                  <c:v>7.1340000000000003</c:v>
                </c:pt>
                <c:pt idx="103">
                  <c:v>7.0356000000000005</c:v>
                </c:pt>
                <c:pt idx="104">
                  <c:v>7.0031999999999996</c:v>
                </c:pt>
                <c:pt idx="105">
                  <c:v>6.9695999999999998</c:v>
                </c:pt>
                <c:pt idx="106">
                  <c:v>6.9371999999999989</c:v>
                </c:pt>
                <c:pt idx="107">
                  <c:v>6.9036000000000008</c:v>
                </c:pt>
                <c:pt idx="108">
                  <c:v>6.805200000000001</c:v>
                </c:pt>
                <c:pt idx="109">
                  <c:v>6.7728000000000002</c:v>
                </c:pt>
                <c:pt idx="110">
                  <c:v>6.7392000000000003</c:v>
                </c:pt>
                <c:pt idx="111">
                  <c:v>6.7067999999999994</c:v>
                </c:pt>
                <c:pt idx="112">
                  <c:v>6.6744000000000003</c:v>
                </c:pt>
                <c:pt idx="113">
                  <c:v>6.5748000000000006</c:v>
                </c:pt>
                <c:pt idx="114">
                  <c:v>6.5424000000000007</c:v>
                </c:pt>
                <c:pt idx="115">
                  <c:v>6.51</c:v>
                </c:pt>
                <c:pt idx="116">
                  <c:v>6.4763999999999999</c:v>
                </c:pt>
                <c:pt idx="117">
                  <c:v>6.4440000000000008</c:v>
                </c:pt>
                <c:pt idx="118">
                  <c:v>6.3120000000000003</c:v>
                </c:pt>
                <c:pt idx="119">
                  <c:v>6.2796000000000003</c:v>
                </c:pt>
                <c:pt idx="120">
                  <c:v>6.2459999999999996</c:v>
                </c:pt>
                <c:pt idx="121">
                  <c:v>6.2136000000000005</c:v>
                </c:pt>
                <c:pt idx="122">
                  <c:v>6.1152000000000006</c:v>
                </c:pt>
                <c:pt idx="123">
                  <c:v>6.0815999999999999</c:v>
                </c:pt>
                <c:pt idx="124">
                  <c:v>6.0491999999999999</c:v>
                </c:pt>
                <c:pt idx="125">
                  <c:v>6.0167999999999999</c:v>
                </c:pt>
                <c:pt idx="126">
                  <c:v>5.9832000000000001</c:v>
                </c:pt>
                <c:pt idx="127">
                  <c:v>5.8848000000000003</c:v>
                </c:pt>
                <c:pt idx="128">
                  <c:v>5.8524000000000003</c:v>
                </c:pt>
                <c:pt idx="129">
                  <c:v>5.8187999999999995</c:v>
                </c:pt>
                <c:pt idx="130">
                  <c:v>5.7864000000000004</c:v>
                </c:pt>
                <c:pt idx="131">
                  <c:v>5.7539999999999996</c:v>
                </c:pt>
                <c:pt idx="132">
                  <c:v>5.6543999999999999</c:v>
                </c:pt>
                <c:pt idx="133">
                  <c:v>5.6219999999999999</c:v>
                </c:pt>
                <c:pt idx="134">
                  <c:v>5.5895999999999999</c:v>
                </c:pt>
                <c:pt idx="135">
                  <c:v>5.556</c:v>
                </c:pt>
                <c:pt idx="136">
                  <c:v>5.5236000000000001</c:v>
                </c:pt>
                <c:pt idx="137">
                  <c:v>5.49</c:v>
                </c:pt>
                <c:pt idx="138">
                  <c:v>5.3591999999999995</c:v>
                </c:pt>
                <c:pt idx="139">
                  <c:v>5.3255999999999997</c:v>
                </c:pt>
                <c:pt idx="140">
                  <c:v>5.2931999999999997</c:v>
                </c:pt>
                <c:pt idx="141">
                  <c:v>5.1947999999999999</c:v>
                </c:pt>
                <c:pt idx="142">
                  <c:v>5.1612</c:v>
                </c:pt>
                <c:pt idx="143">
                  <c:v>5.1288</c:v>
                </c:pt>
                <c:pt idx="144">
                  <c:v>5.0964</c:v>
                </c:pt>
                <c:pt idx="145">
                  <c:v>5.0628000000000002</c:v>
                </c:pt>
                <c:pt idx="146">
                  <c:v>4.9644000000000004</c:v>
                </c:pt>
                <c:pt idx="147">
                  <c:v>4.9319999999999995</c:v>
                </c:pt>
                <c:pt idx="148">
                  <c:v>4.8984000000000005</c:v>
                </c:pt>
                <c:pt idx="149">
                  <c:v>4.8660000000000005</c:v>
                </c:pt>
                <c:pt idx="150">
                  <c:v>4.8323999999999998</c:v>
                </c:pt>
                <c:pt idx="151">
                  <c:v>4.734</c:v>
                </c:pt>
                <c:pt idx="152">
                  <c:v>4.7016</c:v>
                </c:pt>
                <c:pt idx="153">
                  <c:v>4.6680000000000001</c:v>
                </c:pt>
                <c:pt idx="154">
                  <c:v>4.6356000000000002</c:v>
                </c:pt>
                <c:pt idx="155">
                  <c:v>4.6032000000000002</c:v>
                </c:pt>
                <c:pt idx="156">
                  <c:v>4.5036000000000005</c:v>
                </c:pt>
                <c:pt idx="157">
                  <c:v>4.4711999999999996</c:v>
                </c:pt>
                <c:pt idx="158">
                  <c:v>4.4388000000000005</c:v>
                </c:pt>
                <c:pt idx="159">
                  <c:v>4.4051999999999998</c:v>
                </c:pt>
                <c:pt idx="160">
                  <c:v>4.3727999999999998</c:v>
                </c:pt>
                <c:pt idx="161">
                  <c:v>4.2744</c:v>
                </c:pt>
                <c:pt idx="162">
                  <c:v>4.2408000000000001</c:v>
                </c:pt>
                <c:pt idx="163">
                  <c:v>4.2084000000000001</c:v>
                </c:pt>
                <c:pt idx="164">
                  <c:v>4.1747999999999994</c:v>
                </c:pt>
                <c:pt idx="165">
                  <c:v>4.1424000000000003</c:v>
                </c:pt>
                <c:pt idx="166">
                  <c:v>4.0440000000000005</c:v>
                </c:pt>
                <c:pt idx="167">
                  <c:v>4.0103999999999997</c:v>
                </c:pt>
                <c:pt idx="168">
                  <c:v>3.9780000000000002</c:v>
                </c:pt>
                <c:pt idx="169">
                  <c:v>3.9455999999999998</c:v>
                </c:pt>
                <c:pt idx="170">
                  <c:v>3.9119999999999999</c:v>
                </c:pt>
                <c:pt idx="171">
                  <c:v>3.8136000000000001</c:v>
                </c:pt>
                <c:pt idx="172">
                  <c:v>3.7812000000000001</c:v>
                </c:pt>
                <c:pt idx="173">
                  <c:v>3.7476000000000003</c:v>
                </c:pt>
                <c:pt idx="174">
                  <c:v>3.7151999999999998</c:v>
                </c:pt>
                <c:pt idx="175">
                  <c:v>3.6816000000000004</c:v>
                </c:pt>
                <c:pt idx="176">
                  <c:v>3.5831999999999997</c:v>
                </c:pt>
                <c:pt idx="177">
                  <c:v>3.5507999999999997</c:v>
                </c:pt>
                <c:pt idx="178">
                  <c:v>3.5184000000000002</c:v>
                </c:pt>
                <c:pt idx="179">
                  <c:v>3.4847999999999999</c:v>
                </c:pt>
                <c:pt idx="180">
                  <c:v>3.4523999999999999</c:v>
                </c:pt>
                <c:pt idx="181">
                  <c:v>3.3540000000000001</c:v>
                </c:pt>
                <c:pt idx="182">
                  <c:v>3.3204000000000002</c:v>
                </c:pt>
                <c:pt idx="183">
                  <c:v>3.2880000000000003</c:v>
                </c:pt>
                <c:pt idx="184">
                  <c:v>3.2544</c:v>
                </c:pt>
                <c:pt idx="185">
                  <c:v>3.2220000000000004</c:v>
                </c:pt>
                <c:pt idx="186">
                  <c:v>3.1235999999999997</c:v>
                </c:pt>
                <c:pt idx="187">
                  <c:v>3.09</c:v>
                </c:pt>
                <c:pt idx="188">
                  <c:v>3.0576000000000003</c:v>
                </c:pt>
                <c:pt idx="189">
                  <c:v>3.0251999999999999</c:v>
                </c:pt>
                <c:pt idx="190">
                  <c:v>2.9916</c:v>
                </c:pt>
                <c:pt idx="191">
                  <c:v>2.8932000000000002</c:v>
                </c:pt>
                <c:pt idx="192">
                  <c:v>2.8608000000000002</c:v>
                </c:pt>
                <c:pt idx="193">
                  <c:v>2.8271999999999999</c:v>
                </c:pt>
                <c:pt idx="194">
                  <c:v>2.7948</c:v>
                </c:pt>
                <c:pt idx="195">
                  <c:v>2.7612000000000001</c:v>
                </c:pt>
                <c:pt idx="196">
                  <c:v>2.6627999999999998</c:v>
                </c:pt>
                <c:pt idx="197">
                  <c:v>2.6303999999999998</c:v>
                </c:pt>
                <c:pt idx="198">
                  <c:v>2.5968</c:v>
                </c:pt>
                <c:pt idx="199">
                  <c:v>2.5644</c:v>
                </c:pt>
                <c:pt idx="200">
                  <c:v>2.532</c:v>
                </c:pt>
                <c:pt idx="201">
                  <c:v>2.4323999999999999</c:v>
                </c:pt>
                <c:pt idx="202">
                  <c:v>2.4000000000000004</c:v>
                </c:pt>
                <c:pt idx="203">
                  <c:v>2.3675999999999999</c:v>
                </c:pt>
                <c:pt idx="204">
                  <c:v>2.3340000000000001</c:v>
                </c:pt>
                <c:pt idx="205">
                  <c:v>2.3016000000000001</c:v>
                </c:pt>
                <c:pt idx="206">
                  <c:v>2.2032000000000003</c:v>
                </c:pt>
                <c:pt idx="207">
                  <c:v>2.1696</c:v>
                </c:pt>
                <c:pt idx="208">
                  <c:v>2.1372</c:v>
                </c:pt>
                <c:pt idx="209">
                  <c:v>2.1036000000000001</c:v>
                </c:pt>
                <c:pt idx="210">
                  <c:v>2.0712000000000002</c:v>
                </c:pt>
                <c:pt idx="211">
                  <c:v>1.9727999999999999</c:v>
                </c:pt>
                <c:pt idx="212">
                  <c:v>1.9392</c:v>
                </c:pt>
                <c:pt idx="213">
                  <c:v>1.9068000000000001</c:v>
                </c:pt>
                <c:pt idx="214">
                  <c:v>1.8744000000000001</c:v>
                </c:pt>
                <c:pt idx="215">
                  <c:v>1.8408000000000002</c:v>
                </c:pt>
                <c:pt idx="216">
                  <c:v>1.7423999999999999</c:v>
                </c:pt>
                <c:pt idx="217">
                  <c:v>1.71</c:v>
                </c:pt>
                <c:pt idx="218">
                  <c:v>1.6763999999999999</c:v>
                </c:pt>
                <c:pt idx="219">
                  <c:v>1.6440000000000001</c:v>
                </c:pt>
                <c:pt idx="220">
                  <c:v>1.6104000000000003</c:v>
                </c:pt>
                <c:pt idx="221">
                  <c:v>1.512</c:v>
                </c:pt>
                <c:pt idx="222">
                  <c:v>1.4796</c:v>
                </c:pt>
                <c:pt idx="223">
                  <c:v>1.446</c:v>
                </c:pt>
                <c:pt idx="224">
                  <c:v>1.4136</c:v>
                </c:pt>
                <c:pt idx="225">
                  <c:v>1.3812</c:v>
                </c:pt>
                <c:pt idx="226">
                  <c:v>1.3475999999999999</c:v>
                </c:pt>
                <c:pt idx="227">
                  <c:v>1.0524</c:v>
                </c:pt>
                <c:pt idx="228">
                  <c:v>1.0188000000000001</c:v>
                </c:pt>
                <c:pt idx="229">
                  <c:v>0.98639999999999994</c:v>
                </c:pt>
                <c:pt idx="230">
                  <c:v>0.95399999999999996</c:v>
                </c:pt>
                <c:pt idx="231">
                  <c:v>0.92040000000000011</c:v>
                </c:pt>
                <c:pt idx="232">
                  <c:v>0.82200000000000006</c:v>
                </c:pt>
                <c:pt idx="233">
                  <c:v>0.78959999999999997</c:v>
                </c:pt>
                <c:pt idx="234">
                  <c:v>0.75600000000000001</c:v>
                </c:pt>
                <c:pt idx="235">
                  <c:v>0.72360000000000002</c:v>
                </c:pt>
                <c:pt idx="236">
                  <c:v>0.69000000000000006</c:v>
                </c:pt>
                <c:pt idx="237">
                  <c:v>0.5915999999999999</c:v>
                </c:pt>
                <c:pt idx="238">
                  <c:v>0.55920000000000003</c:v>
                </c:pt>
                <c:pt idx="239">
                  <c:v>0.52559999999999996</c:v>
                </c:pt>
                <c:pt idx="240">
                  <c:v>0.49319999999999997</c:v>
                </c:pt>
                <c:pt idx="241">
                  <c:v>0.46079999999999999</c:v>
                </c:pt>
                <c:pt idx="242">
                  <c:v>0.36119999999999997</c:v>
                </c:pt>
                <c:pt idx="243">
                  <c:v>0.32879999999999998</c:v>
                </c:pt>
                <c:pt idx="244">
                  <c:v>0.2964</c:v>
                </c:pt>
                <c:pt idx="245">
                  <c:v>0.26279999999999998</c:v>
                </c:pt>
                <c:pt idx="246">
                  <c:v>0.23039999999999999</c:v>
                </c:pt>
                <c:pt idx="247">
                  <c:v>0.13200000000000001</c:v>
                </c:pt>
                <c:pt idx="248">
                  <c:v>9.8400000000000015E-2</c:v>
                </c:pt>
                <c:pt idx="249">
                  <c:v>6.6000000000000003E-2</c:v>
                </c:pt>
                <c:pt idx="250">
                  <c:v>3.2399999999999998E-2</c:v>
                </c:pt>
              </c:numCache>
            </c:numRef>
          </c:xVal>
          <c:yVal>
            <c:numRef>
              <c:f>Sheet1!$D$2:$D$252</c:f>
              <c:numCache>
                <c:formatCode>_(* #,##0.00_);_(* \(#,##0.00\);_(* "-"??_);_(@_)</c:formatCode>
                <c:ptCount val="251"/>
                <c:pt idx="0">
                  <c:v>11.78</c:v>
                </c:pt>
                <c:pt idx="1">
                  <c:v>10.7773</c:v>
                </c:pt>
                <c:pt idx="2">
                  <c:v>9.8176000000000005</c:v>
                </c:pt>
                <c:pt idx="3">
                  <c:v>9.8456200000000198</c:v>
                </c:pt>
                <c:pt idx="4">
                  <c:v>9.7215839999999591</c:v>
                </c:pt>
                <c:pt idx="5">
                  <c:v>10.939792000000001</c:v>
                </c:pt>
                <c:pt idx="6">
                  <c:v>12.813504</c:v>
                </c:pt>
                <c:pt idx="7">
                  <c:v>12.83806</c:v>
                </c:pt>
                <c:pt idx="8">
                  <c:v>12.569739999999999</c:v>
                </c:pt>
                <c:pt idx="9">
                  <c:v>14.036704</c:v>
                </c:pt>
                <c:pt idx="10">
                  <c:v>14.116160000000001</c:v>
                </c:pt>
                <c:pt idx="11">
                  <c:v>14.074808000000001</c:v>
                </c:pt>
                <c:pt idx="12">
                  <c:v>10.017448</c:v>
                </c:pt>
                <c:pt idx="13">
                  <c:v>9.0181600000000195</c:v>
                </c:pt>
                <c:pt idx="14">
                  <c:v>7.2108479999999799</c:v>
                </c:pt>
                <c:pt idx="15">
                  <c:v>6.7223000000000299</c:v>
                </c:pt>
                <c:pt idx="16">
                  <c:v>12.926064</c:v>
                </c:pt>
                <c:pt idx="17">
                  <c:v>13.138500000000001</c:v>
                </c:pt>
                <c:pt idx="18">
                  <c:v>13.26272</c:v>
                </c:pt>
                <c:pt idx="19">
                  <c:v>15.79856</c:v>
                </c:pt>
                <c:pt idx="20">
                  <c:v>15.999219999999999</c:v>
                </c:pt>
                <c:pt idx="21">
                  <c:v>14.482419999999999</c:v>
                </c:pt>
                <c:pt idx="22">
                  <c:v>14.21316</c:v>
                </c:pt>
                <c:pt idx="23">
                  <c:v>15.258592</c:v>
                </c:pt>
                <c:pt idx="24">
                  <c:v>9.7012320000000205</c:v>
                </c:pt>
                <c:pt idx="25">
                  <c:v>20.090052</c:v>
                </c:pt>
                <c:pt idx="26">
                  <c:v>18.681448</c:v>
                </c:pt>
                <c:pt idx="27">
                  <c:v>17.046607999999999</c:v>
                </c:pt>
                <c:pt idx="28">
                  <c:v>15.575248</c:v>
                </c:pt>
                <c:pt idx="29">
                  <c:v>19.477907999999999</c:v>
                </c:pt>
                <c:pt idx="30">
                  <c:v>19.121767999999999</c:v>
                </c:pt>
                <c:pt idx="31">
                  <c:v>20.42596</c:v>
                </c:pt>
                <c:pt idx="32">
                  <c:v>13.490080000000001</c:v>
                </c:pt>
                <c:pt idx="33">
                  <c:v>9.0432000000000308</c:v>
                </c:pt>
                <c:pt idx="34">
                  <c:v>3.4836999999999998</c:v>
                </c:pt>
                <c:pt idx="35">
                  <c:v>2.27996000000004</c:v>
                </c:pt>
                <c:pt idx="36">
                  <c:v>0.65464000000003997</c:v>
                </c:pt>
                <c:pt idx="37">
                  <c:v>0.61058400000000301</c:v>
                </c:pt>
                <c:pt idx="38">
                  <c:v>0.826255999999992</c:v>
                </c:pt>
                <c:pt idx="39">
                  <c:v>0.778312000000003</c:v>
                </c:pt>
                <c:pt idx="40">
                  <c:v>7.5881600000000198</c:v>
                </c:pt>
                <c:pt idx="41">
                  <c:v>8.5499520000000402</c:v>
                </c:pt>
                <c:pt idx="42">
                  <c:v>14.626576</c:v>
                </c:pt>
                <c:pt idx="43">
                  <c:v>13.840363999999999</c:v>
                </c:pt>
                <c:pt idx="44">
                  <c:v>16.212716</c:v>
                </c:pt>
                <c:pt idx="45">
                  <c:v>12.9634</c:v>
                </c:pt>
                <c:pt idx="46">
                  <c:v>12.435368</c:v>
                </c:pt>
                <c:pt idx="47">
                  <c:v>12.305584</c:v>
                </c:pt>
                <c:pt idx="48">
                  <c:v>10.831200000000001</c:v>
                </c:pt>
                <c:pt idx="49">
                  <c:v>8.9208400000000001</c:v>
                </c:pt>
                <c:pt idx="50">
                  <c:v>11.404736</c:v>
                </c:pt>
                <c:pt idx="51">
                  <c:v>11.628819999999999</c:v>
                </c:pt>
                <c:pt idx="52">
                  <c:v>13.263999999999999</c:v>
                </c:pt>
                <c:pt idx="53">
                  <c:v>13.088884</c:v>
                </c:pt>
                <c:pt idx="54">
                  <c:v>14.18506</c:v>
                </c:pt>
                <c:pt idx="55">
                  <c:v>14.723216000000001</c:v>
                </c:pt>
                <c:pt idx="56">
                  <c:v>15.087719999999999</c:v>
                </c:pt>
                <c:pt idx="57">
                  <c:v>14.69064</c:v>
                </c:pt>
                <c:pt idx="58">
                  <c:v>14.649584000000001</c:v>
                </c:pt>
                <c:pt idx="59">
                  <c:v>16.208947999999999</c:v>
                </c:pt>
                <c:pt idx="60">
                  <c:v>16.159056</c:v>
                </c:pt>
                <c:pt idx="61">
                  <c:v>21.774311999999998</c:v>
                </c:pt>
                <c:pt idx="62">
                  <c:v>23.824304000000001</c:v>
                </c:pt>
                <c:pt idx="63">
                  <c:v>23.80528</c:v>
                </c:pt>
                <c:pt idx="64">
                  <c:v>18.469892000000002</c:v>
                </c:pt>
                <c:pt idx="65">
                  <c:v>22.680759999999999</c:v>
                </c:pt>
                <c:pt idx="66">
                  <c:v>21.956023999999999</c:v>
                </c:pt>
                <c:pt idx="67">
                  <c:v>18.60652</c:v>
                </c:pt>
                <c:pt idx="68">
                  <c:v>17.382543999999999</c:v>
                </c:pt>
                <c:pt idx="69">
                  <c:v>17.35324</c:v>
                </c:pt>
                <c:pt idx="70">
                  <c:v>14.535368</c:v>
                </c:pt>
                <c:pt idx="71">
                  <c:v>16.302251999999999</c:v>
                </c:pt>
                <c:pt idx="72">
                  <c:v>20.241019999999999</c:v>
                </c:pt>
                <c:pt idx="73">
                  <c:v>18.435552000000001</c:v>
                </c:pt>
                <c:pt idx="74">
                  <c:v>18.786016</c:v>
                </c:pt>
                <c:pt idx="75">
                  <c:v>22.941663999999999</c:v>
                </c:pt>
                <c:pt idx="76">
                  <c:v>22.800432000000001</c:v>
                </c:pt>
                <c:pt idx="77">
                  <c:v>24.052208</c:v>
                </c:pt>
                <c:pt idx="78">
                  <c:v>24.694223999999998</c:v>
                </c:pt>
                <c:pt idx="79">
                  <c:v>22.307079999999999</c:v>
                </c:pt>
                <c:pt idx="80">
                  <c:v>23.2365600000001</c:v>
                </c:pt>
                <c:pt idx="81">
                  <c:v>22.978052000000002</c:v>
                </c:pt>
                <c:pt idx="82">
                  <c:v>26.14</c:v>
                </c:pt>
                <c:pt idx="83">
                  <c:v>26.413616000000101</c:v>
                </c:pt>
                <c:pt idx="84">
                  <c:v>25.874640000000099</c:v>
                </c:pt>
                <c:pt idx="85">
                  <c:v>29.508844</c:v>
                </c:pt>
                <c:pt idx="86">
                  <c:v>29.781199999999998</c:v>
                </c:pt>
                <c:pt idx="87">
                  <c:v>31.771823999999999</c:v>
                </c:pt>
                <c:pt idx="88">
                  <c:v>29.403348000000001</c:v>
                </c:pt>
                <c:pt idx="89">
                  <c:v>28.174112000000001</c:v>
                </c:pt>
                <c:pt idx="90">
                  <c:v>19.785312000000001</c:v>
                </c:pt>
                <c:pt idx="91">
                  <c:v>21.436464000000001</c:v>
                </c:pt>
                <c:pt idx="92">
                  <c:v>19.962527999999999</c:v>
                </c:pt>
                <c:pt idx="93">
                  <c:v>19.338252000000001</c:v>
                </c:pt>
                <c:pt idx="94">
                  <c:v>14.500144000000001</c:v>
                </c:pt>
                <c:pt idx="95">
                  <c:v>15.2948800000001</c:v>
                </c:pt>
                <c:pt idx="96">
                  <c:v>10.9819999999999</c:v>
                </c:pt>
                <c:pt idx="97">
                  <c:v>13.3591999999999</c:v>
                </c:pt>
                <c:pt idx="98">
                  <c:v>13.844799999999999</c:v>
                </c:pt>
                <c:pt idx="99">
                  <c:v>14.01132</c:v>
                </c:pt>
                <c:pt idx="100">
                  <c:v>18.857999999999901</c:v>
                </c:pt>
                <c:pt idx="101">
                  <c:v>20.612007999999999</c:v>
                </c:pt>
                <c:pt idx="102">
                  <c:v>21.489719999999899</c:v>
                </c:pt>
                <c:pt idx="103">
                  <c:v>23.919124</c:v>
                </c:pt>
                <c:pt idx="104">
                  <c:v>23.4275680000001</c:v>
                </c:pt>
                <c:pt idx="105">
                  <c:v>20.0019360000001</c:v>
                </c:pt>
                <c:pt idx="106">
                  <c:v>23.775876</c:v>
                </c:pt>
                <c:pt idx="107">
                  <c:v>21.565460000000002</c:v>
                </c:pt>
                <c:pt idx="108">
                  <c:v>23.520927999999898</c:v>
                </c:pt>
                <c:pt idx="109">
                  <c:v>25.3782719999999</c:v>
                </c:pt>
                <c:pt idx="110">
                  <c:v>25.145343999999898</c:v>
                </c:pt>
                <c:pt idx="111">
                  <c:v>28.1618600000001</c:v>
                </c:pt>
                <c:pt idx="112">
                  <c:v>27.883544000000001</c:v>
                </c:pt>
                <c:pt idx="113">
                  <c:v>37.176887999999998</c:v>
                </c:pt>
                <c:pt idx="114">
                  <c:v>39.812832</c:v>
                </c:pt>
                <c:pt idx="115">
                  <c:v>39.110599999999998</c:v>
                </c:pt>
                <c:pt idx="116">
                  <c:v>34.5235079999999</c:v>
                </c:pt>
                <c:pt idx="117">
                  <c:v>25.718879999999999</c:v>
                </c:pt>
                <c:pt idx="118">
                  <c:v>22.667359999999999</c:v>
                </c:pt>
                <c:pt idx="119">
                  <c:v>27.288907999999999</c:v>
                </c:pt>
                <c:pt idx="120">
                  <c:v>24.580020000000001</c:v>
                </c:pt>
                <c:pt idx="121">
                  <c:v>24.829464000000002</c:v>
                </c:pt>
                <c:pt idx="122">
                  <c:v>29.751071999999901</c:v>
                </c:pt>
                <c:pt idx="123">
                  <c:v>28.522943999999999</c:v>
                </c:pt>
                <c:pt idx="124">
                  <c:v>28.6548200000001</c:v>
                </c:pt>
                <c:pt idx="125">
                  <c:v>30.277360000000002</c:v>
                </c:pt>
                <c:pt idx="126">
                  <c:v>24.441807999999899</c:v>
                </c:pt>
                <c:pt idx="127">
                  <c:v>18.829071999999901</c:v>
                </c:pt>
                <c:pt idx="128">
                  <c:v>22.677668000000001</c:v>
                </c:pt>
                <c:pt idx="129">
                  <c:v>22.885395999999901</c:v>
                </c:pt>
                <c:pt idx="130">
                  <c:v>23.396704</c:v>
                </c:pt>
                <c:pt idx="131">
                  <c:v>23.94248</c:v>
                </c:pt>
                <c:pt idx="132">
                  <c:v>23.398399999999999</c:v>
                </c:pt>
                <c:pt idx="133">
                  <c:v>26.8323000000001</c:v>
                </c:pt>
                <c:pt idx="134">
                  <c:v>27.543728000000002</c:v>
                </c:pt>
                <c:pt idx="135">
                  <c:v>31.896599999999999</c:v>
                </c:pt>
                <c:pt idx="136">
                  <c:v>32.525920000000099</c:v>
                </c:pt>
                <c:pt idx="137">
                  <c:v>32.102400000000003</c:v>
                </c:pt>
                <c:pt idx="138">
                  <c:v>35.916360000000097</c:v>
                </c:pt>
                <c:pt idx="139">
                  <c:v>37.592640000000003</c:v>
                </c:pt>
                <c:pt idx="140">
                  <c:v>43.968328000000099</c:v>
                </c:pt>
                <c:pt idx="141">
                  <c:v>37.920768000000002</c:v>
                </c:pt>
                <c:pt idx="142">
                  <c:v>38.090531999999897</c:v>
                </c:pt>
                <c:pt idx="143">
                  <c:v>36.347608000000101</c:v>
                </c:pt>
                <c:pt idx="144">
                  <c:v>37.807091999999997</c:v>
                </c:pt>
                <c:pt idx="145">
                  <c:v>29.299779999999899</c:v>
                </c:pt>
                <c:pt idx="146">
                  <c:v>29.563604000000002</c:v>
                </c:pt>
                <c:pt idx="147">
                  <c:v>28.060639999999999</c:v>
                </c:pt>
                <c:pt idx="148">
                  <c:v>25.741799999999898</c:v>
                </c:pt>
                <c:pt idx="149">
                  <c:v>26.784659999999999</c:v>
                </c:pt>
                <c:pt idx="150">
                  <c:v>26.212827999999998</c:v>
                </c:pt>
                <c:pt idx="151">
                  <c:v>26.154979999999998</c:v>
                </c:pt>
                <c:pt idx="152">
                  <c:v>22.555544000000001</c:v>
                </c:pt>
                <c:pt idx="153">
                  <c:v>17.964320000000001</c:v>
                </c:pt>
                <c:pt idx="154">
                  <c:v>21.736479999999901</c:v>
                </c:pt>
                <c:pt idx="155">
                  <c:v>15.2510879999999</c:v>
                </c:pt>
                <c:pt idx="156">
                  <c:v>15.802576</c:v>
                </c:pt>
                <c:pt idx="157">
                  <c:v>16.743359999999999</c:v>
                </c:pt>
                <c:pt idx="158">
                  <c:v>13.130352</c:v>
                </c:pt>
                <c:pt idx="159">
                  <c:v>18.469712000000001</c:v>
                </c:pt>
                <c:pt idx="160">
                  <c:v>17.989152000000001</c:v>
                </c:pt>
                <c:pt idx="161">
                  <c:v>12.858024</c:v>
                </c:pt>
                <c:pt idx="162">
                  <c:v>15.1936</c:v>
                </c:pt>
                <c:pt idx="163">
                  <c:v>11.289308</c:v>
                </c:pt>
                <c:pt idx="164">
                  <c:v>17.419428</c:v>
                </c:pt>
                <c:pt idx="165">
                  <c:v>19.767855999999998</c:v>
                </c:pt>
                <c:pt idx="166">
                  <c:v>17.725999999999999</c:v>
                </c:pt>
                <c:pt idx="167">
                  <c:v>18.551335999999999</c:v>
                </c:pt>
                <c:pt idx="168">
                  <c:v>14.780939999999999</c:v>
                </c:pt>
                <c:pt idx="169">
                  <c:v>17.727855999999999</c:v>
                </c:pt>
                <c:pt idx="170">
                  <c:v>16.742719999999998</c:v>
                </c:pt>
                <c:pt idx="171">
                  <c:v>16.333448000000001</c:v>
                </c:pt>
                <c:pt idx="172">
                  <c:v>13.4507320000001</c:v>
                </c:pt>
                <c:pt idx="173">
                  <c:v>15.368639999999999</c:v>
                </c:pt>
                <c:pt idx="174">
                  <c:v>13.6959999999999</c:v>
                </c:pt>
                <c:pt idx="175">
                  <c:v>12.997616000000001</c:v>
                </c:pt>
                <c:pt idx="176">
                  <c:v>11.221296000000001</c:v>
                </c:pt>
                <c:pt idx="177">
                  <c:v>6.4202400000000104</c:v>
                </c:pt>
                <c:pt idx="178">
                  <c:v>9.5942880000000006</c:v>
                </c:pt>
                <c:pt idx="179">
                  <c:v>3.8075839999999399</c:v>
                </c:pt>
                <c:pt idx="180">
                  <c:v>10.501092</c:v>
                </c:pt>
                <c:pt idx="181">
                  <c:v>5.2079199999999704</c:v>
                </c:pt>
                <c:pt idx="182">
                  <c:v>4.71644400000004</c:v>
                </c:pt>
                <c:pt idx="183">
                  <c:v>4.01888000000001</c:v>
                </c:pt>
                <c:pt idx="184">
                  <c:v>7.1184319999999497</c:v>
                </c:pt>
                <c:pt idx="185">
                  <c:v>6.5950600000000801</c:v>
                </c:pt>
                <c:pt idx="186">
                  <c:v>18.255296000000001</c:v>
                </c:pt>
                <c:pt idx="187">
                  <c:v>17.9358000000001</c:v>
                </c:pt>
                <c:pt idx="188">
                  <c:v>19.066672000000001</c:v>
                </c:pt>
                <c:pt idx="189">
                  <c:v>19.0344879999999</c:v>
                </c:pt>
                <c:pt idx="190">
                  <c:v>13.8827719999999</c:v>
                </c:pt>
                <c:pt idx="191">
                  <c:v>15.986428</c:v>
                </c:pt>
                <c:pt idx="192">
                  <c:v>13.681888000000001</c:v>
                </c:pt>
                <c:pt idx="193">
                  <c:v>17.899263999999999</c:v>
                </c:pt>
                <c:pt idx="194">
                  <c:v>19.604780000000002</c:v>
                </c:pt>
                <c:pt idx="195">
                  <c:v>18.776454000000101</c:v>
                </c:pt>
                <c:pt idx="196">
                  <c:v>21.128038</c:v>
                </c:pt>
                <c:pt idx="197">
                  <c:v>20.736888</c:v>
                </c:pt>
                <c:pt idx="198">
                  <c:v>23.207152000000001</c:v>
                </c:pt>
                <c:pt idx="199">
                  <c:v>26.945808</c:v>
                </c:pt>
                <c:pt idx="200">
                  <c:v>24.120979999999999</c:v>
                </c:pt>
                <c:pt idx="201">
                  <c:v>21.722587999999998</c:v>
                </c:pt>
                <c:pt idx="202">
                  <c:v>17.348999999999901</c:v>
                </c:pt>
                <c:pt idx="203">
                  <c:v>10.9012620000001</c:v>
                </c:pt>
                <c:pt idx="204">
                  <c:v>13.497920000000001</c:v>
                </c:pt>
                <c:pt idx="205">
                  <c:v>24.502455999999999</c:v>
                </c:pt>
                <c:pt idx="206">
                  <c:v>30.4672319999999</c:v>
                </c:pt>
                <c:pt idx="207">
                  <c:v>36.590696000000101</c:v>
                </c:pt>
                <c:pt idx="208">
                  <c:v>36.906961999999901</c:v>
                </c:pt>
                <c:pt idx="209">
                  <c:v>40.583311999999999</c:v>
                </c:pt>
                <c:pt idx="210">
                  <c:v>37.443928000000099</c:v>
                </c:pt>
                <c:pt idx="211">
                  <c:v>32.151199999999903</c:v>
                </c:pt>
                <c:pt idx="212">
                  <c:v>28.95964</c:v>
                </c:pt>
                <c:pt idx="213">
                  <c:v>24.494288000000001</c:v>
                </c:pt>
                <c:pt idx="214">
                  <c:v>28.417368</c:v>
                </c:pt>
                <c:pt idx="215">
                  <c:v>19.831844</c:v>
                </c:pt>
                <c:pt idx="216">
                  <c:v>21.704784</c:v>
                </c:pt>
                <c:pt idx="217">
                  <c:v>18.703900000000001</c:v>
                </c:pt>
                <c:pt idx="218">
                  <c:v>19.6162500000001</c:v>
                </c:pt>
                <c:pt idx="219">
                  <c:v>20.237220000000001</c:v>
                </c:pt>
                <c:pt idx="220">
                  <c:v>21.023668000000001</c:v>
                </c:pt>
                <c:pt idx="221">
                  <c:v>19.837520000000001</c:v>
                </c:pt>
                <c:pt idx="222">
                  <c:v>20.026727999999899</c:v>
                </c:pt>
                <c:pt idx="223">
                  <c:v>13.298829999999899</c:v>
                </c:pt>
                <c:pt idx="224">
                  <c:v>14.3683</c:v>
                </c:pt>
                <c:pt idx="225">
                  <c:v>23.241274000000001</c:v>
                </c:pt>
                <c:pt idx="226">
                  <c:v>19.752320000000001</c:v>
                </c:pt>
                <c:pt idx="227">
                  <c:v>19.821846000000001</c:v>
                </c:pt>
                <c:pt idx="228">
                  <c:v>19.381292000000101</c:v>
                </c:pt>
                <c:pt idx="229">
                  <c:v>19.343231999999901</c:v>
                </c:pt>
                <c:pt idx="230">
                  <c:v>19.6692</c:v>
                </c:pt>
                <c:pt idx="231">
                  <c:v>19.5020319999999</c:v>
                </c:pt>
                <c:pt idx="232">
                  <c:v>19.564979999999998</c:v>
                </c:pt>
                <c:pt idx="233">
                  <c:v>18.519288</c:v>
                </c:pt>
                <c:pt idx="234">
                  <c:v>23.835920000000002</c:v>
                </c:pt>
                <c:pt idx="235">
                  <c:v>24.471575999999999</c:v>
                </c:pt>
                <c:pt idx="236">
                  <c:v>25.5718</c:v>
                </c:pt>
                <c:pt idx="237">
                  <c:v>19.056916000000001</c:v>
                </c:pt>
                <c:pt idx="238">
                  <c:v>17.231400000000001</c:v>
                </c:pt>
                <c:pt idx="239">
                  <c:v>14.419727999999999</c:v>
                </c:pt>
                <c:pt idx="240">
                  <c:v>15.426204</c:v>
                </c:pt>
                <c:pt idx="241">
                  <c:v>18.320160000000001</c:v>
                </c:pt>
                <c:pt idx="242">
                  <c:v>20.604880000000001</c:v>
                </c:pt>
                <c:pt idx="243">
                  <c:v>22.120903999999999</c:v>
                </c:pt>
                <c:pt idx="244">
                  <c:v>18.550996000000001</c:v>
                </c:pt>
                <c:pt idx="245">
                  <c:v>17.298219999999901</c:v>
                </c:pt>
                <c:pt idx="246">
                  <c:v>17.89472</c:v>
                </c:pt>
                <c:pt idx="247">
                  <c:v>18.559360000000002</c:v>
                </c:pt>
                <c:pt idx="248">
                  <c:v>18.825279999999999</c:v>
                </c:pt>
                <c:pt idx="249">
                  <c:v>18.99634</c:v>
                </c:pt>
                <c:pt idx="250">
                  <c:v>19.348231999999999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FFB-46C6-83C6-1F439D263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6999752"/>
        <c:axId val="1037000736"/>
      </c:scatterChart>
      <c:valAx>
        <c:axId val="1036999752"/>
        <c:scaling>
          <c:orientation val="minMax"/>
          <c:max val="12"/>
        </c:scaling>
        <c:delete val="0"/>
        <c:axPos val="b"/>
        <c:numFmt formatCode="General" sourceLinked="0"/>
        <c:majorTickMark val="in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037000736"/>
        <c:crosses val="autoZero"/>
        <c:crossBetween val="midCat"/>
        <c:majorUnit val="1"/>
      </c:valAx>
      <c:valAx>
        <c:axId val="1037000736"/>
        <c:scaling>
          <c:orientation val="minMax"/>
        </c:scaling>
        <c:delete val="0"/>
        <c:axPos val="l"/>
        <c:majorGridlines>
          <c:spPr>
            <a:ln w="127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0369997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2762261219589706E-2"/>
          <c:y val="0.881623236843596"/>
          <c:w val="0.9410223862151762"/>
          <c:h val="9.67940293434543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 b="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Sheet1!$J$1</c:f>
              <c:strCache>
                <c:ptCount val="1"/>
                <c:pt idx="0">
                  <c:v>F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Sheet1!$I$2:$I$202</c:f>
              <c:numCache>
                <c:formatCode>_(* #,##0.00_);_(* \(#,##0.00\);_(* "-"??_);_(@_)</c:formatCode>
                <c:ptCount val="201"/>
                <c:pt idx="0">
                  <c:v>-5</c:v>
                </c:pt>
                <c:pt idx="1">
                  <c:v>-4.95</c:v>
                </c:pt>
                <c:pt idx="2">
                  <c:v>-4.9000000000000004</c:v>
                </c:pt>
                <c:pt idx="3">
                  <c:v>-4.8499999999999996</c:v>
                </c:pt>
                <c:pt idx="4">
                  <c:v>-4.8</c:v>
                </c:pt>
                <c:pt idx="5">
                  <c:v>-4.75</c:v>
                </c:pt>
                <c:pt idx="6">
                  <c:v>-4.7</c:v>
                </c:pt>
                <c:pt idx="7">
                  <c:v>-4.6500000000000004</c:v>
                </c:pt>
                <c:pt idx="8">
                  <c:v>-4.5999999999999996</c:v>
                </c:pt>
                <c:pt idx="9">
                  <c:v>-4.55</c:v>
                </c:pt>
                <c:pt idx="10">
                  <c:v>-4.5</c:v>
                </c:pt>
                <c:pt idx="11">
                  <c:v>-4.45</c:v>
                </c:pt>
                <c:pt idx="12">
                  <c:v>-4.4000000000000004</c:v>
                </c:pt>
                <c:pt idx="13">
                  <c:v>-4.3499999999999996</c:v>
                </c:pt>
                <c:pt idx="14">
                  <c:v>-4.3</c:v>
                </c:pt>
                <c:pt idx="15">
                  <c:v>-4.25</c:v>
                </c:pt>
                <c:pt idx="16">
                  <c:v>-4.2</c:v>
                </c:pt>
                <c:pt idx="17">
                  <c:v>-4.1500000000000004</c:v>
                </c:pt>
                <c:pt idx="18">
                  <c:v>-4.0999999999999996</c:v>
                </c:pt>
                <c:pt idx="19">
                  <c:v>-4.05</c:v>
                </c:pt>
                <c:pt idx="20">
                  <c:v>-4</c:v>
                </c:pt>
                <c:pt idx="21">
                  <c:v>-3.95</c:v>
                </c:pt>
                <c:pt idx="22">
                  <c:v>-3.9</c:v>
                </c:pt>
                <c:pt idx="23">
                  <c:v>-3.85</c:v>
                </c:pt>
                <c:pt idx="24">
                  <c:v>-3.8</c:v>
                </c:pt>
                <c:pt idx="25">
                  <c:v>-3.75</c:v>
                </c:pt>
                <c:pt idx="26">
                  <c:v>-3.7</c:v>
                </c:pt>
                <c:pt idx="27">
                  <c:v>-3.65</c:v>
                </c:pt>
                <c:pt idx="28">
                  <c:v>-3.6</c:v>
                </c:pt>
                <c:pt idx="29">
                  <c:v>-3.55000000000001</c:v>
                </c:pt>
                <c:pt idx="30">
                  <c:v>-3.5000000000000102</c:v>
                </c:pt>
                <c:pt idx="31">
                  <c:v>-3.4500000000000099</c:v>
                </c:pt>
                <c:pt idx="32">
                  <c:v>-3.4000000000000101</c:v>
                </c:pt>
                <c:pt idx="33">
                  <c:v>-3.3500000000000099</c:v>
                </c:pt>
                <c:pt idx="34">
                  <c:v>-3.30000000000001</c:v>
                </c:pt>
                <c:pt idx="35">
                  <c:v>-3.2500000000000102</c:v>
                </c:pt>
                <c:pt idx="36">
                  <c:v>-3.2000000000000099</c:v>
                </c:pt>
                <c:pt idx="37">
                  <c:v>-3.1500000000000101</c:v>
                </c:pt>
                <c:pt idx="38">
                  <c:v>-3.1000000000000099</c:v>
                </c:pt>
                <c:pt idx="39">
                  <c:v>-3.05000000000001</c:v>
                </c:pt>
                <c:pt idx="40">
                  <c:v>-3.0000000000000102</c:v>
                </c:pt>
                <c:pt idx="41">
                  <c:v>-2.9500000000000099</c:v>
                </c:pt>
                <c:pt idx="42">
                  <c:v>-2.9000000000000101</c:v>
                </c:pt>
                <c:pt idx="43">
                  <c:v>-2.8500000000000099</c:v>
                </c:pt>
                <c:pt idx="44">
                  <c:v>-2.80000000000001</c:v>
                </c:pt>
                <c:pt idx="45">
                  <c:v>-2.7500000000000102</c:v>
                </c:pt>
                <c:pt idx="46">
                  <c:v>-2.7000000000000099</c:v>
                </c:pt>
                <c:pt idx="47">
                  <c:v>-2.6500000000000101</c:v>
                </c:pt>
                <c:pt idx="48">
                  <c:v>-2.6000000000000099</c:v>
                </c:pt>
                <c:pt idx="49">
                  <c:v>-2.55000000000001</c:v>
                </c:pt>
                <c:pt idx="50">
                  <c:v>-2.5000000000000102</c:v>
                </c:pt>
                <c:pt idx="51">
                  <c:v>-2.4500000000000099</c:v>
                </c:pt>
                <c:pt idx="52">
                  <c:v>-2.4000000000000101</c:v>
                </c:pt>
                <c:pt idx="53">
                  <c:v>-2.3500000000000099</c:v>
                </c:pt>
                <c:pt idx="54">
                  <c:v>-2.30000000000001</c:v>
                </c:pt>
                <c:pt idx="55">
                  <c:v>-2.2500000000000102</c:v>
                </c:pt>
                <c:pt idx="56">
                  <c:v>-2.2000000000000099</c:v>
                </c:pt>
                <c:pt idx="57">
                  <c:v>-2.1500000000000101</c:v>
                </c:pt>
                <c:pt idx="58">
                  <c:v>-2.1000000000000099</c:v>
                </c:pt>
                <c:pt idx="59">
                  <c:v>-2.05000000000001</c:v>
                </c:pt>
                <c:pt idx="60">
                  <c:v>-2.0000000000000102</c:v>
                </c:pt>
                <c:pt idx="61">
                  <c:v>-1.9500000000000099</c:v>
                </c:pt>
                <c:pt idx="62">
                  <c:v>-1.9000000000000099</c:v>
                </c:pt>
                <c:pt idx="63">
                  <c:v>-1.8500000000000101</c:v>
                </c:pt>
                <c:pt idx="64">
                  <c:v>-1.80000000000001</c:v>
                </c:pt>
                <c:pt idx="65">
                  <c:v>-1.75000000000001</c:v>
                </c:pt>
                <c:pt idx="66">
                  <c:v>-1.7000000000000099</c:v>
                </c:pt>
                <c:pt idx="67">
                  <c:v>-1.6500000000000099</c:v>
                </c:pt>
                <c:pt idx="68">
                  <c:v>-1.6000000000000101</c:v>
                </c:pt>
                <c:pt idx="69">
                  <c:v>-1.55000000000001</c:v>
                </c:pt>
                <c:pt idx="70">
                  <c:v>-1.50000000000001</c:v>
                </c:pt>
                <c:pt idx="71">
                  <c:v>-1.4500000000000099</c:v>
                </c:pt>
                <c:pt idx="72">
                  <c:v>-1.4000000000000099</c:v>
                </c:pt>
                <c:pt idx="73">
                  <c:v>-1.3500000000000101</c:v>
                </c:pt>
                <c:pt idx="74">
                  <c:v>-1.30000000000001</c:v>
                </c:pt>
                <c:pt idx="75">
                  <c:v>-1.25000000000001</c:v>
                </c:pt>
                <c:pt idx="76">
                  <c:v>-1.2000000000000099</c:v>
                </c:pt>
                <c:pt idx="77">
                  <c:v>-1.1500000000000099</c:v>
                </c:pt>
                <c:pt idx="78">
                  <c:v>-1.1000000000000101</c:v>
                </c:pt>
                <c:pt idx="79">
                  <c:v>-1.05000000000001</c:v>
                </c:pt>
                <c:pt idx="80">
                  <c:v>-1.00000000000001</c:v>
                </c:pt>
                <c:pt idx="81">
                  <c:v>-0.95000000000000995</c:v>
                </c:pt>
                <c:pt idx="82">
                  <c:v>-0.90000000000001001</c:v>
                </c:pt>
                <c:pt idx="83">
                  <c:v>-0.85000000000000997</c:v>
                </c:pt>
                <c:pt idx="84">
                  <c:v>-0.80000000000001004</c:v>
                </c:pt>
                <c:pt idx="85">
                  <c:v>-0.75000000000001998</c:v>
                </c:pt>
                <c:pt idx="86">
                  <c:v>-0.70000000000002005</c:v>
                </c:pt>
                <c:pt idx="87">
                  <c:v>-0.65000000000002001</c:v>
                </c:pt>
                <c:pt idx="88">
                  <c:v>-0.60000000000001996</c:v>
                </c:pt>
                <c:pt idx="89">
                  <c:v>-0.55000000000002003</c:v>
                </c:pt>
                <c:pt idx="90">
                  <c:v>-0.50000000000001998</c:v>
                </c:pt>
                <c:pt idx="91">
                  <c:v>-0.45000000000002</c:v>
                </c:pt>
                <c:pt idx="92">
                  <c:v>-0.40000000000002001</c:v>
                </c:pt>
                <c:pt idx="93">
                  <c:v>-0.35000000000002002</c:v>
                </c:pt>
                <c:pt idx="94">
                  <c:v>-0.30000000000001997</c:v>
                </c:pt>
                <c:pt idx="95">
                  <c:v>-0.25000000000001998</c:v>
                </c:pt>
                <c:pt idx="96">
                  <c:v>-0.20000000000002</c:v>
                </c:pt>
                <c:pt idx="97">
                  <c:v>-0.15000000000002001</c:v>
                </c:pt>
                <c:pt idx="98">
                  <c:v>-0.10000000000002</c:v>
                </c:pt>
                <c:pt idx="99">
                  <c:v>-5.0000000000020299E-2</c:v>
                </c:pt>
                <c:pt idx="100">
                  <c:v>-2.0428103653102899E-14</c:v>
                </c:pt>
                <c:pt idx="101">
                  <c:v>4.9999999999980303E-2</c:v>
                </c:pt>
                <c:pt idx="102">
                  <c:v>9.9999999999980105E-2</c:v>
                </c:pt>
                <c:pt idx="103">
                  <c:v>0.14999999999998001</c:v>
                </c:pt>
                <c:pt idx="104">
                  <c:v>0.19999999999998</c:v>
                </c:pt>
                <c:pt idx="105">
                  <c:v>0.24999999999997999</c:v>
                </c:pt>
                <c:pt idx="106">
                  <c:v>0.29999999999998</c:v>
                </c:pt>
                <c:pt idx="107">
                  <c:v>0.34999999999997999</c:v>
                </c:pt>
                <c:pt idx="108">
                  <c:v>0.39999999999997998</c:v>
                </c:pt>
                <c:pt idx="109">
                  <c:v>0.44999999999998003</c:v>
                </c:pt>
                <c:pt idx="110">
                  <c:v>0.49999999999998002</c:v>
                </c:pt>
                <c:pt idx="111">
                  <c:v>0.54999999999997995</c:v>
                </c:pt>
                <c:pt idx="112">
                  <c:v>0.59999999999997999</c:v>
                </c:pt>
                <c:pt idx="113">
                  <c:v>0.64999999999998004</c:v>
                </c:pt>
                <c:pt idx="114">
                  <c:v>0.69999999999997997</c:v>
                </c:pt>
                <c:pt idx="115">
                  <c:v>0.74999999999998002</c:v>
                </c:pt>
                <c:pt idx="116">
                  <c:v>0.79999999999997995</c:v>
                </c:pt>
                <c:pt idx="117">
                  <c:v>0.84999999999997999</c:v>
                </c:pt>
                <c:pt idx="118">
                  <c:v>0.89999999999998004</c:v>
                </c:pt>
                <c:pt idx="119">
                  <c:v>0.94999999999997997</c:v>
                </c:pt>
                <c:pt idx="120">
                  <c:v>0.99999999999998002</c:v>
                </c:pt>
                <c:pt idx="121">
                  <c:v>1.0499999999999801</c:v>
                </c:pt>
                <c:pt idx="122">
                  <c:v>1.0999999999999801</c:v>
                </c:pt>
                <c:pt idx="123">
                  <c:v>1.1499999999999799</c:v>
                </c:pt>
                <c:pt idx="124">
                  <c:v>1.19999999999998</c:v>
                </c:pt>
                <c:pt idx="125">
                  <c:v>1.24999999999998</c:v>
                </c:pt>
                <c:pt idx="126">
                  <c:v>1.2999999999999801</c:v>
                </c:pt>
                <c:pt idx="127">
                  <c:v>1.3499999999999801</c:v>
                </c:pt>
                <c:pt idx="128">
                  <c:v>1.3999999999999799</c:v>
                </c:pt>
                <c:pt idx="129">
                  <c:v>1.44999999999998</c:v>
                </c:pt>
                <c:pt idx="130">
                  <c:v>1.49999999999998</c:v>
                </c:pt>
                <c:pt idx="131">
                  <c:v>1.5499999999999801</c:v>
                </c:pt>
                <c:pt idx="132">
                  <c:v>1.5999999999999801</c:v>
                </c:pt>
                <c:pt idx="133">
                  <c:v>1.6499999999999799</c:v>
                </c:pt>
                <c:pt idx="134">
                  <c:v>1.69999999999998</c:v>
                </c:pt>
                <c:pt idx="135">
                  <c:v>1.74999999999998</c:v>
                </c:pt>
                <c:pt idx="136">
                  <c:v>1.7999999999999801</c:v>
                </c:pt>
                <c:pt idx="137">
                  <c:v>1.8499999999999801</c:v>
                </c:pt>
                <c:pt idx="138">
                  <c:v>1.8999999999999799</c:v>
                </c:pt>
                <c:pt idx="139">
                  <c:v>1.94999999999998</c:v>
                </c:pt>
                <c:pt idx="140">
                  <c:v>1.99999999999998</c:v>
                </c:pt>
                <c:pt idx="141">
                  <c:v>2.0499999999999701</c:v>
                </c:pt>
                <c:pt idx="142">
                  <c:v>2.0999999999999699</c:v>
                </c:pt>
                <c:pt idx="143">
                  <c:v>2.1499999999999702</c:v>
                </c:pt>
                <c:pt idx="144">
                  <c:v>2.19999999999997</c:v>
                </c:pt>
                <c:pt idx="145">
                  <c:v>2.2499999999999698</c:v>
                </c:pt>
                <c:pt idx="146">
                  <c:v>2.2999999999999701</c:v>
                </c:pt>
                <c:pt idx="147">
                  <c:v>2.3499999999999699</c:v>
                </c:pt>
                <c:pt idx="148">
                  <c:v>2.3999999999999702</c:v>
                </c:pt>
                <c:pt idx="149">
                  <c:v>2.44999999999997</c:v>
                </c:pt>
                <c:pt idx="150">
                  <c:v>2.4999999999999698</c:v>
                </c:pt>
                <c:pt idx="151">
                  <c:v>2.5499999999999701</c:v>
                </c:pt>
                <c:pt idx="152">
                  <c:v>2.5999999999999699</c:v>
                </c:pt>
                <c:pt idx="153">
                  <c:v>2.6499999999999702</c:v>
                </c:pt>
                <c:pt idx="154">
                  <c:v>2.69999999999997</c:v>
                </c:pt>
                <c:pt idx="155">
                  <c:v>2.7499999999999698</c:v>
                </c:pt>
                <c:pt idx="156">
                  <c:v>2.7999999999999701</c:v>
                </c:pt>
                <c:pt idx="157">
                  <c:v>2.8499999999999699</c:v>
                </c:pt>
                <c:pt idx="158">
                  <c:v>2.8999999999999702</c:v>
                </c:pt>
                <c:pt idx="159">
                  <c:v>2.94999999999997</c:v>
                </c:pt>
                <c:pt idx="160">
                  <c:v>2.9999999999999698</c:v>
                </c:pt>
                <c:pt idx="161">
                  <c:v>3.0499999999999701</c:v>
                </c:pt>
                <c:pt idx="162">
                  <c:v>3.0999999999999699</c:v>
                </c:pt>
                <c:pt idx="163">
                  <c:v>3.1499999999999702</c:v>
                </c:pt>
                <c:pt idx="164">
                  <c:v>3.19999999999997</c:v>
                </c:pt>
                <c:pt idx="165">
                  <c:v>3.2499999999999698</c:v>
                </c:pt>
                <c:pt idx="166">
                  <c:v>3.2999999999999701</c:v>
                </c:pt>
                <c:pt idx="167">
                  <c:v>3.3499999999999699</c:v>
                </c:pt>
                <c:pt idx="168">
                  <c:v>3.3999999999999702</c:v>
                </c:pt>
                <c:pt idx="169">
                  <c:v>3.44999999999997</c:v>
                </c:pt>
                <c:pt idx="170">
                  <c:v>3.4999999999999698</c:v>
                </c:pt>
                <c:pt idx="171">
                  <c:v>3.5499999999999701</c:v>
                </c:pt>
                <c:pt idx="172">
                  <c:v>3.5999999999999699</c:v>
                </c:pt>
                <c:pt idx="173">
                  <c:v>3.6499999999999702</c:v>
                </c:pt>
                <c:pt idx="174">
                  <c:v>3.69999999999997</c:v>
                </c:pt>
                <c:pt idx="175">
                  <c:v>3.7499999999999698</c:v>
                </c:pt>
                <c:pt idx="176">
                  <c:v>3.7999999999999701</c:v>
                </c:pt>
                <c:pt idx="177">
                  <c:v>3.8499999999999699</c:v>
                </c:pt>
                <c:pt idx="178">
                  <c:v>3.8999999999999702</c:v>
                </c:pt>
                <c:pt idx="179">
                  <c:v>3.94999999999997</c:v>
                </c:pt>
                <c:pt idx="180">
                  <c:v>3.9999999999999698</c:v>
                </c:pt>
                <c:pt idx="181">
                  <c:v>4.0499999999999696</c:v>
                </c:pt>
                <c:pt idx="182">
                  <c:v>4.0999999999999703</c:v>
                </c:pt>
                <c:pt idx="183">
                  <c:v>4.1499999999999702</c:v>
                </c:pt>
                <c:pt idx="184">
                  <c:v>4.19999999999997</c:v>
                </c:pt>
                <c:pt idx="185">
                  <c:v>4.2499999999999698</c:v>
                </c:pt>
                <c:pt idx="186">
                  <c:v>4.2999999999999696</c:v>
                </c:pt>
                <c:pt idx="187">
                  <c:v>4.3499999999999703</c:v>
                </c:pt>
                <c:pt idx="188">
                  <c:v>4.3999999999999702</c:v>
                </c:pt>
                <c:pt idx="189">
                  <c:v>4.44999999999997</c:v>
                </c:pt>
                <c:pt idx="190">
                  <c:v>4.4999999999999698</c:v>
                </c:pt>
                <c:pt idx="191">
                  <c:v>4.5499999999999696</c:v>
                </c:pt>
                <c:pt idx="192">
                  <c:v>4.5999999999999703</c:v>
                </c:pt>
                <c:pt idx="193">
                  <c:v>4.6499999999999702</c:v>
                </c:pt>
                <c:pt idx="194">
                  <c:v>4.69999999999997</c:v>
                </c:pt>
                <c:pt idx="195">
                  <c:v>4.74999999999996</c:v>
                </c:pt>
                <c:pt idx="196">
                  <c:v>4.7999999999999696</c:v>
                </c:pt>
                <c:pt idx="197">
                  <c:v>4.8499999999999703</c:v>
                </c:pt>
                <c:pt idx="198">
                  <c:v>4.8999999999999702</c:v>
                </c:pt>
                <c:pt idx="199">
                  <c:v>4.94999999999997</c:v>
                </c:pt>
                <c:pt idx="200">
                  <c:v>4.9999999999999698</c:v>
                </c:pt>
              </c:numCache>
            </c:numRef>
          </c:xVal>
          <c:yVal>
            <c:numRef>
              <c:f>Sheet1!$J$2:$J$202</c:f>
              <c:numCache>
                <c:formatCode>General</c:formatCode>
                <c:ptCount val="201"/>
                <c:pt idx="0">
                  <c:v>1.4867195147342977E-6</c:v>
                </c:pt>
                <c:pt idx="1">
                  <c:v>1.9066009031228108E-6</c:v>
                </c:pt>
                <c:pt idx="2">
                  <c:v>2.4389607458933522E-6</c:v>
                </c:pt>
                <c:pt idx="3">
                  <c:v>3.1121755791489445E-6</c:v>
                </c:pt>
                <c:pt idx="4">
                  <c:v>3.9612990910320753E-6</c:v>
                </c:pt>
                <c:pt idx="5">
                  <c:v>5.0295072885924454E-6</c:v>
                </c:pt>
                <c:pt idx="6">
                  <c:v>6.3698251788670899E-6</c:v>
                </c:pt>
                <c:pt idx="7">
                  <c:v>8.0471824564922952E-6</c:v>
                </c:pt>
                <c:pt idx="8">
                  <c:v>1.0140852065486758E-5</c:v>
                </c:pt>
                <c:pt idx="9">
                  <c:v>1.2747332381833466E-5</c:v>
                </c:pt>
                <c:pt idx="10">
                  <c:v>1.5983741106905475E-5</c:v>
                </c:pt>
                <c:pt idx="11">
                  <c:v>1.9991796706922791E-5</c:v>
                </c:pt>
                <c:pt idx="12">
                  <c:v>2.4942471290053535E-5</c:v>
                </c:pt>
                <c:pt idx="13">
                  <c:v>3.1041407057850266E-5</c:v>
                </c:pt>
                <c:pt idx="14">
                  <c:v>3.8535196742087129E-5</c:v>
                </c:pt>
                <c:pt idx="15">
                  <c:v>4.7718636541204952E-5</c:v>
                </c:pt>
                <c:pt idx="16">
                  <c:v>5.8943067756539855E-5</c:v>
                </c:pt>
                <c:pt idx="17">
                  <c:v>7.2625930302252324E-5</c:v>
                </c:pt>
                <c:pt idx="18">
                  <c:v>8.9261657177132928E-5</c:v>
                </c:pt>
                <c:pt idx="19">
                  <c:v>1.0943404343980055E-4</c:v>
                </c:pt>
                <c:pt idx="20">
                  <c:v>1.3383022576488537E-4</c:v>
                </c:pt>
                <c:pt idx="21">
                  <c:v>1.6325640876624199E-4</c:v>
                </c:pt>
                <c:pt idx="22">
                  <c:v>1.9865547139277272E-4</c:v>
                </c:pt>
                <c:pt idx="23">
                  <c:v>2.4112658022599324E-4</c:v>
                </c:pt>
                <c:pt idx="24">
                  <c:v>2.9194692579146027E-4</c:v>
                </c:pt>
                <c:pt idx="25">
                  <c:v>3.5259568236744541E-4</c:v>
                </c:pt>
                <c:pt idx="26">
                  <c:v>4.2478027055075143E-4</c:v>
                </c:pt>
                <c:pt idx="27">
                  <c:v>5.104649743441856E-4</c:v>
                </c:pt>
                <c:pt idx="28">
                  <c:v>6.119019301137719E-4</c:v>
                </c:pt>
                <c:pt idx="29">
                  <c:v>7.3166446283028422E-4</c:v>
                </c:pt>
                <c:pt idx="30">
                  <c:v>8.7268269504572915E-4</c:v>
                </c:pt>
                <c:pt idx="31">
                  <c:v>1.0382812956613752E-3</c:v>
                </c:pt>
                <c:pt idx="32">
                  <c:v>1.2322191684729772E-3</c:v>
                </c:pt>
                <c:pt idx="33">
                  <c:v>1.458730804666698E-3</c:v>
                </c:pt>
                <c:pt idx="34">
                  <c:v>1.7225689390536229E-3</c:v>
                </c:pt>
                <c:pt idx="35">
                  <c:v>2.0290480572997013E-3</c:v>
                </c:pt>
                <c:pt idx="36">
                  <c:v>2.3840882014647662E-3</c:v>
                </c:pt>
                <c:pt idx="37">
                  <c:v>2.7942584148793578E-3</c:v>
                </c:pt>
                <c:pt idx="38">
                  <c:v>3.2668190561998202E-3</c:v>
                </c:pt>
                <c:pt idx="39">
                  <c:v>3.809762098221692E-3</c:v>
                </c:pt>
                <c:pt idx="40">
                  <c:v>4.431848411937874E-3</c:v>
                </c:pt>
                <c:pt idx="41">
                  <c:v>5.1426409230537883E-3</c:v>
                </c:pt>
                <c:pt idx="42">
                  <c:v>5.9525324197756795E-3</c:v>
                </c:pt>
                <c:pt idx="43">
                  <c:v>6.8727666906137829E-3</c:v>
                </c:pt>
                <c:pt idx="44">
                  <c:v>7.915451582979743E-3</c:v>
                </c:pt>
                <c:pt idx="45">
                  <c:v>9.0935625015907996E-3</c:v>
                </c:pt>
                <c:pt idx="46">
                  <c:v>1.0420934814422318E-2</c:v>
                </c:pt>
                <c:pt idx="47">
                  <c:v>1.1912243607604862E-2</c:v>
                </c:pt>
                <c:pt idx="48">
                  <c:v>1.3582969233685271E-2</c:v>
                </c:pt>
                <c:pt idx="49">
                  <c:v>1.5449347134394779E-2</c:v>
                </c:pt>
                <c:pt idx="50">
                  <c:v>1.7528300493568086E-2</c:v>
                </c:pt>
                <c:pt idx="51">
                  <c:v>1.9837354391794845E-2</c:v>
                </c:pt>
                <c:pt idx="52">
                  <c:v>2.2394530294842355E-2</c:v>
                </c:pt>
                <c:pt idx="53">
                  <c:v>2.5218219915193813E-2</c:v>
                </c:pt>
                <c:pt idx="54">
                  <c:v>2.8327037741600516E-2</c:v>
                </c:pt>
                <c:pt idx="55">
                  <c:v>3.1739651835666682E-2</c:v>
                </c:pt>
                <c:pt idx="56">
                  <c:v>3.5474592846230668E-2</c:v>
                </c:pt>
                <c:pt idx="57">
                  <c:v>3.955004158936936E-2</c:v>
                </c:pt>
                <c:pt idx="58">
                  <c:v>4.3983595980426296E-2</c:v>
                </c:pt>
                <c:pt idx="59">
                  <c:v>4.8792018579181751E-2</c:v>
                </c:pt>
                <c:pt idx="60">
                  <c:v>5.3990966513186953E-2</c:v>
                </c:pt>
                <c:pt idx="61">
                  <c:v>5.9594706068814909E-2</c:v>
                </c:pt>
                <c:pt idx="62">
                  <c:v>6.561581477467536E-2</c:v>
                </c:pt>
                <c:pt idx="63">
                  <c:v>7.2064874336216667E-2</c:v>
                </c:pt>
                <c:pt idx="64">
                  <c:v>7.8950158300892734E-2</c:v>
                </c:pt>
                <c:pt idx="65">
                  <c:v>8.6277318826510005E-2</c:v>
                </c:pt>
                <c:pt idx="66">
                  <c:v>9.4049077376885337E-2</c:v>
                </c:pt>
                <c:pt idx="67">
                  <c:v>0.10226492456397634</c:v>
                </c:pt>
                <c:pt idx="68">
                  <c:v>0.11092083467945377</c:v>
                </c:pt>
                <c:pt idx="69">
                  <c:v>0.12000900069698374</c:v>
                </c:pt>
                <c:pt idx="70">
                  <c:v>0.1295175956658898</c:v>
                </c:pt>
                <c:pt idx="71">
                  <c:v>0.13943056644535826</c:v>
                </c:pt>
                <c:pt idx="72">
                  <c:v>0.1497274656357428</c:v>
                </c:pt>
                <c:pt idx="73">
                  <c:v>0.1603833273419174</c:v>
                </c:pt>
                <c:pt idx="74">
                  <c:v>0.17136859204780513</c:v>
                </c:pt>
                <c:pt idx="75">
                  <c:v>0.18264908538901964</c:v>
                </c:pt>
                <c:pt idx="76">
                  <c:v>0.19418605498321065</c:v>
                </c:pt>
                <c:pt idx="77">
                  <c:v>0.20593626871997239</c:v>
                </c:pt>
                <c:pt idx="78">
                  <c:v>0.21785217703254814</c:v>
                </c:pt>
                <c:pt idx="79">
                  <c:v>0.22988214068423063</c:v>
                </c:pt>
                <c:pt idx="80">
                  <c:v>0.24197072451914092</c:v>
                </c:pt>
                <c:pt idx="81">
                  <c:v>0.25405905646918658</c:v>
                </c:pt>
                <c:pt idx="82">
                  <c:v>0.26608524989875243</c:v>
                </c:pt>
                <c:pt idx="83">
                  <c:v>0.27798488613099415</c:v>
                </c:pt>
                <c:pt idx="84">
                  <c:v>0.2896915527614804</c:v>
                </c:pt>
                <c:pt idx="85">
                  <c:v>0.30113743215479993</c:v>
                </c:pt>
                <c:pt idx="86">
                  <c:v>0.31225393336675689</c:v>
                </c:pt>
                <c:pt idx="87">
                  <c:v>0.3229723596679101</c:v>
                </c:pt>
                <c:pt idx="88">
                  <c:v>0.33322460289179567</c:v>
                </c:pt>
                <c:pt idx="89">
                  <c:v>0.34294385501938013</c:v>
                </c:pt>
                <c:pt idx="90">
                  <c:v>0.35206532676429597</c:v>
                </c:pt>
                <c:pt idx="91">
                  <c:v>0.36052696246164473</c:v>
                </c:pt>
                <c:pt idx="92">
                  <c:v>0.36827014030332039</c:v>
                </c:pt>
                <c:pt idx="93">
                  <c:v>0.37524034691693525</c:v>
                </c:pt>
                <c:pt idx="94">
                  <c:v>0.38138781546052181</c:v>
                </c:pt>
                <c:pt idx="95">
                  <c:v>0.38666811680284729</c:v>
                </c:pt>
                <c:pt idx="96">
                  <c:v>0.39104269397545433</c:v>
                </c:pt>
                <c:pt idx="97">
                  <c:v>0.39447933090788773</c:v>
                </c:pt>
                <c:pt idx="98">
                  <c:v>0.39695254747701098</c:v>
                </c:pt>
                <c:pt idx="99">
                  <c:v>0.3984439140947636</c:v>
                </c:pt>
                <c:pt idx="100">
                  <c:v>0.3989422804014327</c:v>
                </c:pt>
                <c:pt idx="101">
                  <c:v>0.39844391409476437</c:v>
                </c:pt>
                <c:pt idx="102">
                  <c:v>0.39695254747701259</c:v>
                </c:pt>
                <c:pt idx="103">
                  <c:v>0.39447933090789011</c:v>
                </c:pt>
                <c:pt idx="104">
                  <c:v>0.39104269397545749</c:v>
                </c:pt>
                <c:pt idx="105">
                  <c:v>0.38666811680285118</c:v>
                </c:pt>
                <c:pt idx="106">
                  <c:v>0.38138781546052641</c:v>
                </c:pt>
                <c:pt idx="107">
                  <c:v>0.37524034691694053</c:v>
                </c:pt>
                <c:pt idx="108">
                  <c:v>0.36827014030332628</c:v>
                </c:pt>
                <c:pt idx="109">
                  <c:v>0.36052696246165117</c:v>
                </c:pt>
                <c:pt idx="110">
                  <c:v>0.35206532676430302</c:v>
                </c:pt>
                <c:pt idx="111">
                  <c:v>0.34294385501938768</c:v>
                </c:pt>
                <c:pt idx="112">
                  <c:v>0.33322460289180361</c:v>
                </c:pt>
                <c:pt idx="113">
                  <c:v>0.32297235966791848</c:v>
                </c:pt>
                <c:pt idx="114">
                  <c:v>0.31225393336676566</c:v>
                </c:pt>
                <c:pt idx="115">
                  <c:v>0.30113743215480893</c:v>
                </c:pt>
                <c:pt idx="116">
                  <c:v>0.28969155276148739</c:v>
                </c:pt>
                <c:pt idx="117">
                  <c:v>0.2779848861310012</c:v>
                </c:pt>
                <c:pt idx="118">
                  <c:v>0.26608524989875959</c:v>
                </c:pt>
                <c:pt idx="119">
                  <c:v>0.25405905646919386</c:v>
                </c:pt>
                <c:pt idx="120">
                  <c:v>0.24197072451914819</c:v>
                </c:pt>
                <c:pt idx="121">
                  <c:v>0.22988214068423785</c:v>
                </c:pt>
                <c:pt idx="122">
                  <c:v>0.21785217703255533</c:v>
                </c:pt>
                <c:pt idx="123">
                  <c:v>0.20593626871997953</c:v>
                </c:pt>
                <c:pt idx="124">
                  <c:v>0.19418605498321762</c:v>
                </c:pt>
                <c:pt idx="125">
                  <c:v>0.18264908538902649</c:v>
                </c:pt>
                <c:pt idx="126">
                  <c:v>0.1713685920478118</c:v>
                </c:pt>
                <c:pt idx="127">
                  <c:v>0.1603833273419239</c:v>
                </c:pt>
                <c:pt idx="128">
                  <c:v>0.14972746563574907</c:v>
                </c:pt>
                <c:pt idx="129">
                  <c:v>0.13943056644536433</c:v>
                </c:pt>
                <c:pt idx="130">
                  <c:v>0.1295175956658956</c:v>
                </c:pt>
                <c:pt idx="131">
                  <c:v>0.12000900069698932</c:v>
                </c:pt>
                <c:pt idx="132">
                  <c:v>0.11092083467945908</c:v>
                </c:pt>
                <c:pt idx="133">
                  <c:v>0.10226492456398137</c:v>
                </c:pt>
                <c:pt idx="134">
                  <c:v>9.4049077376890139E-2</c:v>
                </c:pt>
                <c:pt idx="135">
                  <c:v>8.6277318826514543E-2</c:v>
                </c:pt>
                <c:pt idx="136">
                  <c:v>7.8950158300896994E-2</c:v>
                </c:pt>
                <c:pt idx="137">
                  <c:v>7.206487433622065E-2</c:v>
                </c:pt>
                <c:pt idx="138">
                  <c:v>6.5615814774679093E-2</c:v>
                </c:pt>
                <c:pt idx="139">
                  <c:v>5.95947060688184E-2</c:v>
                </c:pt>
                <c:pt idx="140">
                  <c:v>5.3990966513190221E-2</c:v>
                </c:pt>
                <c:pt idx="141">
                  <c:v>4.8792018579185754E-2</c:v>
                </c:pt>
                <c:pt idx="142">
                  <c:v>4.3983595980429988E-2</c:v>
                </c:pt>
                <c:pt idx="143">
                  <c:v>3.9550041589372753E-2</c:v>
                </c:pt>
                <c:pt idx="144">
                  <c:v>3.5474592846233791E-2</c:v>
                </c:pt>
                <c:pt idx="145">
                  <c:v>3.1739651835669576E-2</c:v>
                </c:pt>
                <c:pt idx="146">
                  <c:v>2.8327037741603125E-2</c:v>
                </c:pt>
                <c:pt idx="147">
                  <c:v>2.5218219915196169E-2</c:v>
                </c:pt>
                <c:pt idx="148">
                  <c:v>2.2394530294844502E-2</c:v>
                </c:pt>
                <c:pt idx="149">
                  <c:v>1.9837354391796781E-2</c:v>
                </c:pt>
                <c:pt idx="150">
                  <c:v>1.7528300493569862E-2</c:v>
                </c:pt>
                <c:pt idx="151">
                  <c:v>1.5449347134396347E-2</c:v>
                </c:pt>
                <c:pt idx="152">
                  <c:v>1.3582969233686681E-2</c:v>
                </c:pt>
                <c:pt idx="153">
                  <c:v>1.1912243607606121E-2</c:v>
                </c:pt>
                <c:pt idx="154">
                  <c:v>1.0420934814423442E-2</c:v>
                </c:pt>
                <c:pt idx="155">
                  <c:v>9.0935625015918092E-3</c:v>
                </c:pt>
                <c:pt idx="156">
                  <c:v>7.9154515829806277E-3</c:v>
                </c:pt>
                <c:pt idx="157">
                  <c:v>6.8727666906145636E-3</c:v>
                </c:pt>
                <c:pt idx="158">
                  <c:v>5.9525324197763725E-3</c:v>
                </c:pt>
                <c:pt idx="159">
                  <c:v>5.1426409230543963E-3</c:v>
                </c:pt>
                <c:pt idx="160">
                  <c:v>4.4318484119384082E-3</c:v>
                </c:pt>
                <c:pt idx="161">
                  <c:v>3.8097620982221556E-3</c:v>
                </c:pt>
                <c:pt idx="162">
                  <c:v>3.2668190562002266E-3</c:v>
                </c:pt>
                <c:pt idx="163">
                  <c:v>2.7942584148797104E-3</c:v>
                </c:pt>
                <c:pt idx="164">
                  <c:v>2.3840882014650711E-3</c:v>
                </c:pt>
                <c:pt idx="165">
                  <c:v>2.0290480572999663E-3</c:v>
                </c:pt>
                <c:pt idx="166">
                  <c:v>1.722568939053851E-3</c:v>
                </c:pt>
                <c:pt idx="167">
                  <c:v>1.4587308046668938E-3</c:v>
                </c:pt>
                <c:pt idx="168">
                  <c:v>1.2322191684731446E-3</c:v>
                </c:pt>
                <c:pt idx="169">
                  <c:v>1.0382812956615192E-3</c:v>
                </c:pt>
                <c:pt idx="170">
                  <c:v>8.7268269504585231E-4</c:v>
                </c:pt>
                <c:pt idx="171">
                  <c:v>7.316644628303882E-4</c:v>
                </c:pt>
                <c:pt idx="172">
                  <c:v>6.1190193011383879E-4</c:v>
                </c:pt>
                <c:pt idx="173">
                  <c:v>5.1046497434424133E-4</c:v>
                </c:pt>
                <c:pt idx="174">
                  <c:v>4.2478027055079903E-4</c:v>
                </c:pt>
                <c:pt idx="175">
                  <c:v>3.5259568236748547E-4</c:v>
                </c:pt>
                <c:pt idx="176">
                  <c:v>2.9194692579149345E-4</c:v>
                </c:pt>
                <c:pt idx="177">
                  <c:v>2.4112658022602132E-4</c:v>
                </c:pt>
                <c:pt idx="178">
                  <c:v>1.9865547139279581E-4</c:v>
                </c:pt>
                <c:pt idx="179">
                  <c:v>1.6325640876626142E-4</c:v>
                </c:pt>
                <c:pt idx="180">
                  <c:v>1.3383022576490152E-4</c:v>
                </c:pt>
                <c:pt idx="181">
                  <c:v>1.0943404343981396E-4</c:v>
                </c:pt>
                <c:pt idx="182">
                  <c:v>8.9261657177143702E-5</c:v>
                </c:pt>
                <c:pt idx="183">
                  <c:v>7.2625930302261485E-5</c:v>
                </c:pt>
                <c:pt idx="184">
                  <c:v>5.8943067756547288E-5</c:v>
                </c:pt>
                <c:pt idx="185">
                  <c:v>4.771863654121105E-5</c:v>
                </c:pt>
                <c:pt idx="186">
                  <c:v>3.8535196742092124E-5</c:v>
                </c:pt>
                <c:pt idx="187">
                  <c:v>3.1041407057854183E-5</c:v>
                </c:pt>
                <c:pt idx="188">
                  <c:v>2.4942471290056852E-5</c:v>
                </c:pt>
                <c:pt idx="189">
                  <c:v>1.9991796706925491E-5</c:v>
                </c:pt>
                <c:pt idx="190">
                  <c:v>1.5983741106907633E-5</c:v>
                </c:pt>
                <c:pt idx="191">
                  <c:v>1.2747332381835207E-5</c:v>
                </c:pt>
                <c:pt idx="192">
                  <c:v>1.0140852065488129E-5</c:v>
                </c:pt>
                <c:pt idx="193">
                  <c:v>8.0471824564934235E-6</c:v>
                </c:pt>
                <c:pt idx="194">
                  <c:v>6.3698251788679954E-6</c:v>
                </c:pt>
                <c:pt idx="195">
                  <c:v>5.0295072885934017E-6</c:v>
                </c:pt>
                <c:pt idx="196">
                  <c:v>3.961299091032653E-6</c:v>
                </c:pt>
                <c:pt idx="197">
                  <c:v>3.1121755791493866E-6</c:v>
                </c:pt>
                <c:pt idx="198">
                  <c:v>2.438960745893716E-6</c:v>
                </c:pt>
                <c:pt idx="199">
                  <c:v>1.9066009031230954E-6</c:v>
                </c:pt>
                <c:pt idx="200">
                  <c:v>1.4867195147345224E-6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57E-4BA5-B8A2-D63959C870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4504768"/>
        <c:axId val="996577008"/>
      </c:scatterChart>
      <c:valAx>
        <c:axId val="81450476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0"/>
        <c:majorTickMark val="in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96577008"/>
        <c:crosses val="autoZero"/>
        <c:crossBetween val="midCat"/>
        <c:majorUnit val="2"/>
      </c:valAx>
      <c:valAx>
        <c:axId val="99657700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14504768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noFill/>
    </a:ln>
    <a:effectLst/>
  </c:spPr>
  <c:txPr>
    <a:bodyPr/>
    <a:lstStyle/>
    <a:p>
      <a:pPr>
        <a:defRPr sz="2400"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Sheet1!$J$1</c:f>
              <c:strCache>
                <c:ptCount val="1"/>
                <c:pt idx="0">
                  <c:v>F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Sheet1!$I$2:$I$202</c:f>
              <c:numCache>
                <c:formatCode>_(* #,##0.00_);_(* \(#,##0.00\);_(* "-"??_);_(@_)</c:formatCode>
                <c:ptCount val="201"/>
                <c:pt idx="0">
                  <c:v>-5</c:v>
                </c:pt>
                <c:pt idx="1">
                  <c:v>-4.95</c:v>
                </c:pt>
                <c:pt idx="2">
                  <c:v>-4.9000000000000004</c:v>
                </c:pt>
                <c:pt idx="3">
                  <c:v>-4.8499999999999996</c:v>
                </c:pt>
                <c:pt idx="4">
                  <c:v>-4.8</c:v>
                </c:pt>
                <c:pt idx="5">
                  <c:v>-4.75</c:v>
                </c:pt>
                <c:pt idx="6">
                  <c:v>-4.7</c:v>
                </c:pt>
                <c:pt idx="7">
                  <c:v>-4.6500000000000004</c:v>
                </c:pt>
                <c:pt idx="8">
                  <c:v>-4.5999999999999996</c:v>
                </c:pt>
                <c:pt idx="9">
                  <c:v>-4.55</c:v>
                </c:pt>
                <c:pt idx="10">
                  <c:v>-4.5</c:v>
                </c:pt>
                <c:pt idx="11">
                  <c:v>-4.45</c:v>
                </c:pt>
                <c:pt idx="12">
                  <c:v>-4.4000000000000004</c:v>
                </c:pt>
                <c:pt idx="13">
                  <c:v>-4.3499999999999996</c:v>
                </c:pt>
                <c:pt idx="14">
                  <c:v>-4.3</c:v>
                </c:pt>
                <c:pt idx="15">
                  <c:v>-4.25</c:v>
                </c:pt>
                <c:pt idx="16">
                  <c:v>-4.2</c:v>
                </c:pt>
                <c:pt idx="17">
                  <c:v>-4.1500000000000004</c:v>
                </c:pt>
                <c:pt idx="18">
                  <c:v>-4.0999999999999996</c:v>
                </c:pt>
                <c:pt idx="19">
                  <c:v>-4.05</c:v>
                </c:pt>
                <c:pt idx="20">
                  <c:v>-4</c:v>
                </c:pt>
                <c:pt idx="21">
                  <c:v>-3.95</c:v>
                </c:pt>
                <c:pt idx="22">
                  <c:v>-3.9</c:v>
                </c:pt>
                <c:pt idx="23">
                  <c:v>-3.85</c:v>
                </c:pt>
                <c:pt idx="24">
                  <c:v>-3.8</c:v>
                </c:pt>
                <c:pt idx="25">
                  <c:v>-3.75</c:v>
                </c:pt>
                <c:pt idx="26">
                  <c:v>-3.7</c:v>
                </c:pt>
                <c:pt idx="27">
                  <c:v>-3.65</c:v>
                </c:pt>
                <c:pt idx="28">
                  <c:v>-3.6</c:v>
                </c:pt>
                <c:pt idx="29">
                  <c:v>-3.55000000000001</c:v>
                </c:pt>
                <c:pt idx="30">
                  <c:v>-3.5000000000000102</c:v>
                </c:pt>
                <c:pt idx="31">
                  <c:v>-3.4500000000000099</c:v>
                </c:pt>
                <c:pt idx="32">
                  <c:v>-3.4000000000000101</c:v>
                </c:pt>
                <c:pt idx="33">
                  <c:v>-3.3500000000000099</c:v>
                </c:pt>
                <c:pt idx="34">
                  <c:v>-3.30000000000001</c:v>
                </c:pt>
                <c:pt idx="35">
                  <c:v>-3.2500000000000102</c:v>
                </c:pt>
                <c:pt idx="36">
                  <c:v>-3.2000000000000099</c:v>
                </c:pt>
                <c:pt idx="37">
                  <c:v>-3.1500000000000101</c:v>
                </c:pt>
                <c:pt idx="38">
                  <c:v>-3.1000000000000099</c:v>
                </c:pt>
                <c:pt idx="39">
                  <c:v>-3.05000000000001</c:v>
                </c:pt>
                <c:pt idx="40">
                  <c:v>-3.0000000000000102</c:v>
                </c:pt>
                <c:pt idx="41">
                  <c:v>-2.9500000000000099</c:v>
                </c:pt>
                <c:pt idx="42">
                  <c:v>-2.9000000000000101</c:v>
                </c:pt>
                <c:pt idx="43">
                  <c:v>-2.8500000000000099</c:v>
                </c:pt>
                <c:pt idx="44">
                  <c:v>-2.80000000000001</c:v>
                </c:pt>
                <c:pt idx="45">
                  <c:v>-2.7500000000000102</c:v>
                </c:pt>
                <c:pt idx="46">
                  <c:v>-2.7000000000000099</c:v>
                </c:pt>
                <c:pt idx="47">
                  <c:v>-2.6500000000000101</c:v>
                </c:pt>
                <c:pt idx="48">
                  <c:v>-2.6000000000000099</c:v>
                </c:pt>
                <c:pt idx="49">
                  <c:v>-2.55000000000001</c:v>
                </c:pt>
                <c:pt idx="50">
                  <c:v>-2.5000000000000102</c:v>
                </c:pt>
                <c:pt idx="51">
                  <c:v>-2.4500000000000099</c:v>
                </c:pt>
                <c:pt idx="52">
                  <c:v>-2.4000000000000101</c:v>
                </c:pt>
                <c:pt idx="53">
                  <c:v>-2.3500000000000099</c:v>
                </c:pt>
                <c:pt idx="54">
                  <c:v>-2.30000000000001</c:v>
                </c:pt>
                <c:pt idx="55">
                  <c:v>-2.2500000000000102</c:v>
                </c:pt>
                <c:pt idx="56">
                  <c:v>-2.2000000000000099</c:v>
                </c:pt>
                <c:pt idx="57">
                  <c:v>-2.1500000000000101</c:v>
                </c:pt>
                <c:pt idx="58">
                  <c:v>-2.1000000000000099</c:v>
                </c:pt>
                <c:pt idx="59">
                  <c:v>-2.05000000000001</c:v>
                </c:pt>
                <c:pt idx="60">
                  <c:v>-2.0000000000000102</c:v>
                </c:pt>
                <c:pt idx="61">
                  <c:v>-1.9500000000000099</c:v>
                </c:pt>
                <c:pt idx="62">
                  <c:v>-1.9000000000000099</c:v>
                </c:pt>
                <c:pt idx="63">
                  <c:v>-1.8500000000000101</c:v>
                </c:pt>
                <c:pt idx="64">
                  <c:v>-1.80000000000001</c:v>
                </c:pt>
                <c:pt idx="65">
                  <c:v>-1.75000000000001</c:v>
                </c:pt>
                <c:pt idx="66">
                  <c:v>-1.7000000000000099</c:v>
                </c:pt>
                <c:pt idx="67">
                  <c:v>-1.6500000000000099</c:v>
                </c:pt>
                <c:pt idx="68">
                  <c:v>-1.6000000000000101</c:v>
                </c:pt>
                <c:pt idx="69">
                  <c:v>-1.55000000000001</c:v>
                </c:pt>
                <c:pt idx="70">
                  <c:v>-1.50000000000001</c:v>
                </c:pt>
                <c:pt idx="71">
                  <c:v>-1.4500000000000099</c:v>
                </c:pt>
                <c:pt idx="72">
                  <c:v>-1.4000000000000099</c:v>
                </c:pt>
                <c:pt idx="73">
                  <c:v>-1.3500000000000101</c:v>
                </c:pt>
                <c:pt idx="74">
                  <c:v>-1.30000000000001</c:v>
                </c:pt>
                <c:pt idx="75">
                  <c:v>-1.25000000000001</c:v>
                </c:pt>
                <c:pt idx="76">
                  <c:v>-1.2000000000000099</c:v>
                </c:pt>
                <c:pt idx="77">
                  <c:v>-1.1500000000000099</c:v>
                </c:pt>
                <c:pt idx="78">
                  <c:v>-1.1000000000000101</c:v>
                </c:pt>
                <c:pt idx="79">
                  <c:v>-1.05000000000001</c:v>
                </c:pt>
                <c:pt idx="80">
                  <c:v>-1.00000000000001</c:v>
                </c:pt>
                <c:pt idx="81">
                  <c:v>-0.95000000000000995</c:v>
                </c:pt>
                <c:pt idx="82">
                  <c:v>-0.90000000000001001</c:v>
                </c:pt>
                <c:pt idx="83">
                  <c:v>-0.85000000000000997</c:v>
                </c:pt>
                <c:pt idx="84">
                  <c:v>-0.80000000000001004</c:v>
                </c:pt>
                <c:pt idx="85">
                  <c:v>-0.75000000000001998</c:v>
                </c:pt>
                <c:pt idx="86">
                  <c:v>-0.70000000000002005</c:v>
                </c:pt>
                <c:pt idx="87">
                  <c:v>-0.65000000000002001</c:v>
                </c:pt>
                <c:pt idx="88">
                  <c:v>-0.60000000000001996</c:v>
                </c:pt>
                <c:pt idx="89">
                  <c:v>-0.55000000000002003</c:v>
                </c:pt>
                <c:pt idx="90">
                  <c:v>-0.50000000000001998</c:v>
                </c:pt>
                <c:pt idx="91">
                  <c:v>-0.45000000000002</c:v>
                </c:pt>
                <c:pt idx="92">
                  <c:v>-0.40000000000002001</c:v>
                </c:pt>
                <c:pt idx="93">
                  <c:v>-0.35000000000002002</c:v>
                </c:pt>
                <c:pt idx="94">
                  <c:v>-0.30000000000001997</c:v>
                </c:pt>
                <c:pt idx="95">
                  <c:v>-0.25000000000001998</c:v>
                </c:pt>
                <c:pt idx="96">
                  <c:v>-0.20000000000002</c:v>
                </c:pt>
                <c:pt idx="97">
                  <c:v>-0.15000000000002001</c:v>
                </c:pt>
                <c:pt idx="98">
                  <c:v>-0.10000000000002</c:v>
                </c:pt>
                <c:pt idx="99">
                  <c:v>-5.0000000000020299E-2</c:v>
                </c:pt>
                <c:pt idx="100">
                  <c:v>-2.0428103653102899E-14</c:v>
                </c:pt>
                <c:pt idx="101">
                  <c:v>4.9999999999980303E-2</c:v>
                </c:pt>
                <c:pt idx="102">
                  <c:v>9.9999999999980105E-2</c:v>
                </c:pt>
                <c:pt idx="103">
                  <c:v>0.14999999999998001</c:v>
                </c:pt>
                <c:pt idx="104">
                  <c:v>0.19999999999998</c:v>
                </c:pt>
                <c:pt idx="105">
                  <c:v>0.24999999999997999</c:v>
                </c:pt>
                <c:pt idx="106">
                  <c:v>0.29999999999998</c:v>
                </c:pt>
                <c:pt idx="107">
                  <c:v>0.34999999999997999</c:v>
                </c:pt>
                <c:pt idx="108">
                  <c:v>0.39999999999997998</c:v>
                </c:pt>
                <c:pt idx="109">
                  <c:v>0.44999999999998003</c:v>
                </c:pt>
                <c:pt idx="110">
                  <c:v>0.49999999999998002</c:v>
                </c:pt>
                <c:pt idx="111">
                  <c:v>0.54999999999997995</c:v>
                </c:pt>
                <c:pt idx="112">
                  <c:v>0.59999999999997999</c:v>
                </c:pt>
                <c:pt idx="113">
                  <c:v>0.64999999999998004</c:v>
                </c:pt>
                <c:pt idx="114">
                  <c:v>0.69999999999997997</c:v>
                </c:pt>
                <c:pt idx="115">
                  <c:v>0.74999999999998002</c:v>
                </c:pt>
                <c:pt idx="116">
                  <c:v>0.79999999999997995</c:v>
                </c:pt>
                <c:pt idx="117">
                  <c:v>0.84999999999997999</c:v>
                </c:pt>
                <c:pt idx="118">
                  <c:v>0.89999999999998004</c:v>
                </c:pt>
                <c:pt idx="119">
                  <c:v>0.94999999999997997</c:v>
                </c:pt>
                <c:pt idx="120">
                  <c:v>0.99999999999998002</c:v>
                </c:pt>
                <c:pt idx="121">
                  <c:v>1.0499999999999801</c:v>
                </c:pt>
                <c:pt idx="122">
                  <c:v>1.0999999999999801</c:v>
                </c:pt>
                <c:pt idx="123">
                  <c:v>1.1499999999999799</c:v>
                </c:pt>
                <c:pt idx="124">
                  <c:v>1.19999999999998</c:v>
                </c:pt>
                <c:pt idx="125">
                  <c:v>1.24999999999998</c:v>
                </c:pt>
                <c:pt idx="126">
                  <c:v>1.2999999999999801</c:v>
                </c:pt>
                <c:pt idx="127">
                  <c:v>1.3499999999999801</c:v>
                </c:pt>
                <c:pt idx="128">
                  <c:v>1.3999999999999799</c:v>
                </c:pt>
                <c:pt idx="129">
                  <c:v>1.44999999999998</c:v>
                </c:pt>
                <c:pt idx="130">
                  <c:v>1.49999999999998</c:v>
                </c:pt>
                <c:pt idx="131">
                  <c:v>1.5499999999999801</c:v>
                </c:pt>
                <c:pt idx="132">
                  <c:v>1.5999999999999801</c:v>
                </c:pt>
                <c:pt idx="133">
                  <c:v>1.6499999999999799</c:v>
                </c:pt>
                <c:pt idx="134">
                  <c:v>1.69999999999998</c:v>
                </c:pt>
                <c:pt idx="135">
                  <c:v>1.74999999999998</c:v>
                </c:pt>
                <c:pt idx="136">
                  <c:v>1.7999999999999801</c:v>
                </c:pt>
                <c:pt idx="137">
                  <c:v>1.8499999999999801</c:v>
                </c:pt>
                <c:pt idx="138">
                  <c:v>1.8999999999999799</c:v>
                </c:pt>
                <c:pt idx="139">
                  <c:v>1.94999999999998</c:v>
                </c:pt>
                <c:pt idx="140">
                  <c:v>1.99999999999998</c:v>
                </c:pt>
                <c:pt idx="141">
                  <c:v>2.0499999999999701</c:v>
                </c:pt>
                <c:pt idx="142">
                  <c:v>2.0999999999999699</c:v>
                </c:pt>
                <c:pt idx="143">
                  <c:v>2.1499999999999702</c:v>
                </c:pt>
                <c:pt idx="144">
                  <c:v>2.19999999999997</c:v>
                </c:pt>
                <c:pt idx="145">
                  <c:v>2.2499999999999698</c:v>
                </c:pt>
                <c:pt idx="146">
                  <c:v>2.2999999999999701</c:v>
                </c:pt>
                <c:pt idx="147">
                  <c:v>2.3499999999999699</c:v>
                </c:pt>
                <c:pt idx="148">
                  <c:v>2.3999999999999702</c:v>
                </c:pt>
                <c:pt idx="149">
                  <c:v>2.44999999999997</c:v>
                </c:pt>
                <c:pt idx="150">
                  <c:v>2.4999999999999698</c:v>
                </c:pt>
                <c:pt idx="151">
                  <c:v>2.5499999999999701</c:v>
                </c:pt>
                <c:pt idx="152">
                  <c:v>2.5999999999999699</c:v>
                </c:pt>
                <c:pt idx="153">
                  <c:v>2.6499999999999702</c:v>
                </c:pt>
                <c:pt idx="154">
                  <c:v>2.69999999999997</c:v>
                </c:pt>
                <c:pt idx="155">
                  <c:v>2.7499999999999698</c:v>
                </c:pt>
                <c:pt idx="156">
                  <c:v>2.7999999999999701</c:v>
                </c:pt>
                <c:pt idx="157">
                  <c:v>2.8499999999999699</c:v>
                </c:pt>
                <c:pt idx="158">
                  <c:v>2.8999999999999702</c:v>
                </c:pt>
                <c:pt idx="159">
                  <c:v>2.94999999999997</c:v>
                </c:pt>
                <c:pt idx="160">
                  <c:v>2.9999999999999698</c:v>
                </c:pt>
                <c:pt idx="161">
                  <c:v>3.0499999999999701</c:v>
                </c:pt>
                <c:pt idx="162">
                  <c:v>3.0999999999999699</c:v>
                </c:pt>
                <c:pt idx="163">
                  <c:v>3.1499999999999702</c:v>
                </c:pt>
                <c:pt idx="164">
                  <c:v>3.19999999999997</c:v>
                </c:pt>
                <c:pt idx="165">
                  <c:v>3.2499999999999698</c:v>
                </c:pt>
                <c:pt idx="166">
                  <c:v>3.2999999999999701</c:v>
                </c:pt>
                <c:pt idx="167">
                  <c:v>3.3499999999999699</c:v>
                </c:pt>
                <c:pt idx="168">
                  <c:v>3.3999999999999702</c:v>
                </c:pt>
                <c:pt idx="169">
                  <c:v>3.44999999999997</c:v>
                </c:pt>
                <c:pt idx="170">
                  <c:v>3.4999999999999698</c:v>
                </c:pt>
                <c:pt idx="171">
                  <c:v>3.5499999999999701</c:v>
                </c:pt>
                <c:pt idx="172">
                  <c:v>3.5999999999999699</c:v>
                </c:pt>
                <c:pt idx="173">
                  <c:v>3.6499999999999702</c:v>
                </c:pt>
                <c:pt idx="174">
                  <c:v>3.69999999999997</c:v>
                </c:pt>
                <c:pt idx="175">
                  <c:v>3.7499999999999698</c:v>
                </c:pt>
                <c:pt idx="176">
                  <c:v>3.7999999999999701</c:v>
                </c:pt>
                <c:pt idx="177">
                  <c:v>3.8499999999999699</c:v>
                </c:pt>
                <c:pt idx="178">
                  <c:v>3.8999999999999702</c:v>
                </c:pt>
                <c:pt idx="179">
                  <c:v>3.94999999999997</c:v>
                </c:pt>
                <c:pt idx="180">
                  <c:v>3.9999999999999698</c:v>
                </c:pt>
                <c:pt idx="181">
                  <c:v>4.0499999999999696</c:v>
                </c:pt>
                <c:pt idx="182">
                  <c:v>4.0999999999999703</c:v>
                </c:pt>
                <c:pt idx="183">
                  <c:v>4.1499999999999702</c:v>
                </c:pt>
                <c:pt idx="184">
                  <c:v>4.19999999999997</c:v>
                </c:pt>
                <c:pt idx="185">
                  <c:v>4.2499999999999698</c:v>
                </c:pt>
                <c:pt idx="186">
                  <c:v>4.2999999999999696</c:v>
                </c:pt>
                <c:pt idx="187">
                  <c:v>4.3499999999999703</c:v>
                </c:pt>
                <c:pt idx="188">
                  <c:v>4.3999999999999702</c:v>
                </c:pt>
                <c:pt idx="189">
                  <c:v>4.44999999999997</c:v>
                </c:pt>
                <c:pt idx="190">
                  <c:v>4.4999999999999698</c:v>
                </c:pt>
                <c:pt idx="191">
                  <c:v>4.5499999999999696</c:v>
                </c:pt>
                <c:pt idx="192">
                  <c:v>4.5999999999999703</c:v>
                </c:pt>
                <c:pt idx="193">
                  <c:v>4.6499999999999702</c:v>
                </c:pt>
                <c:pt idx="194">
                  <c:v>4.69999999999997</c:v>
                </c:pt>
                <c:pt idx="195">
                  <c:v>4.74999999999996</c:v>
                </c:pt>
                <c:pt idx="196">
                  <c:v>4.7999999999999696</c:v>
                </c:pt>
                <c:pt idx="197">
                  <c:v>4.8499999999999703</c:v>
                </c:pt>
                <c:pt idx="198">
                  <c:v>4.8999999999999702</c:v>
                </c:pt>
                <c:pt idx="199">
                  <c:v>4.94999999999997</c:v>
                </c:pt>
                <c:pt idx="200">
                  <c:v>4.9999999999999698</c:v>
                </c:pt>
              </c:numCache>
            </c:numRef>
          </c:xVal>
          <c:yVal>
            <c:numRef>
              <c:f>Sheet1!$J$2:$J$202</c:f>
              <c:numCache>
                <c:formatCode>General</c:formatCode>
                <c:ptCount val="201"/>
                <c:pt idx="0">
                  <c:v>1.4867195147342977E-6</c:v>
                </c:pt>
                <c:pt idx="1">
                  <c:v>1.9066009031228108E-6</c:v>
                </c:pt>
                <c:pt idx="2">
                  <c:v>2.4389607458933522E-6</c:v>
                </c:pt>
                <c:pt idx="3">
                  <c:v>3.1121755791489445E-6</c:v>
                </c:pt>
                <c:pt idx="4">
                  <c:v>3.9612990910320753E-6</c:v>
                </c:pt>
                <c:pt idx="5">
                  <c:v>5.0295072885924454E-6</c:v>
                </c:pt>
                <c:pt idx="6">
                  <c:v>6.3698251788670899E-6</c:v>
                </c:pt>
                <c:pt idx="7">
                  <c:v>8.0471824564922952E-6</c:v>
                </c:pt>
                <c:pt idx="8">
                  <c:v>1.0140852065486758E-5</c:v>
                </c:pt>
                <c:pt idx="9">
                  <c:v>1.2747332381833466E-5</c:v>
                </c:pt>
                <c:pt idx="10">
                  <c:v>1.5983741106905475E-5</c:v>
                </c:pt>
                <c:pt idx="11">
                  <c:v>1.9991796706922791E-5</c:v>
                </c:pt>
                <c:pt idx="12">
                  <c:v>2.4942471290053535E-5</c:v>
                </c:pt>
                <c:pt idx="13">
                  <c:v>3.1041407057850266E-5</c:v>
                </c:pt>
                <c:pt idx="14">
                  <c:v>3.8535196742087129E-5</c:v>
                </c:pt>
                <c:pt idx="15">
                  <c:v>4.7718636541204952E-5</c:v>
                </c:pt>
                <c:pt idx="16">
                  <c:v>5.8943067756539855E-5</c:v>
                </c:pt>
                <c:pt idx="17">
                  <c:v>7.2625930302252324E-5</c:v>
                </c:pt>
                <c:pt idx="18">
                  <c:v>8.9261657177132928E-5</c:v>
                </c:pt>
                <c:pt idx="19">
                  <c:v>1.0943404343980055E-4</c:v>
                </c:pt>
                <c:pt idx="20">
                  <c:v>1.3383022576488537E-4</c:v>
                </c:pt>
                <c:pt idx="21">
                  <c:v>1.6325640876624199E-4</c:v>
                </c:pt>
                <c:pt idx="22">
                  <c:v>1.9865547139277272E-4</c:v>
                </c:pt>
                <c:pt idx="23">
                  <c:v>2.4112658022599324E-4</c:v>
                </c:pt>
                <c:pt idx="24">
                  <c:v>2.9194692579146027E-4</c:v>
                </c:pt>
                <c:pt idx="25">
                  <c:v>3.5259568236744541E-4</c:v>
                </c:pt>
                <c:pt idx="26">
                  <c:v>4.2478027055075143E-4</c:v>
                </c:pt>
                <c:pt idx="27">
                  <c:v>5.104649743441856E-4</c:v>
                </c:pt>
                <c:pt idx="28">
                  <c:v>6.119019301137719E-4</c:v>
                </c:pt>
                <c:pt idx="29">
                  <c:v>7.3166446283028422E-4</c:v>
                </c:pt>
                <c:pt idx="30">
                  <c:v>8.7268269504572915E-4</c:v>
                </c:pt>
                <c:pt idx="31">
                  <c:v>1.0382812956613752E-3</c:v>
                </c:pt>
                <c:pt idx="32">
                  <c:v>1.2322191684729772E-3</c:v>
                </c:pt>
                <c:pt idx="33">
                  <c:v>1.458730804666698E-3</c:v>
                </c:pt>
                <c:pt idx="34">
                  <c:v>1.7225689390536229E-3</c:v>
                </c:pt>
                <c:pt idx="35">
                  <c:v>2.0290480572997013E-3</c:v>
                </c:pt>
                <c:pt idx="36">
                  <c:v>2.3840882014647662E-3</c:v>
                </c:pt>
                <c:pt idx="37">
                  <c:v>2.7942584148793578E-3</c:v>
                </c:pt>
                <c:pt idx="38">
                  <c:v>3.2668190561998202E-3</c:v>
                </c:pt>
                <c:pt idx="39">
                  <c:v>3.809762098221692E-3</c:v>
                </c:pt>
                <c:pt idx="40">
                  <c:v>4.431848411937874E-3</c:v>
                </c:pt>
                <c:pt idx="41">
                  <c:v>5.1426409230537883E-3</c:v>
                </c:pt>
                <c:pt idx="42">
                  <c:v>5.9525324197756795E-3</c:v>
                </c:pt>
                <c:pt idx="43">
                  <c:v>6.8727666906137829E-3</c:v>
                </c:pt>
                <c:pt idx="44">
                  <c:v>7.915451582979743E-3</c:v>
                </c:pt>
                <c:pt idx="45">
                  <c:v>9.0935625015907996E-3</c:v>
                </c:pt>
                <c:pt idx="46">
                  <c:v>1.0420934814422318E-2</c:v>
                </c:pt>
                <c:pt idx="47">
                  <c:v>1.1912243607604862E-2</c:v>
                </c:pt>
                <c:pt idx="48">
                  <c:v>1.3582969233685271E-2</c:v>
                </c:pt>
                <c:pt idx="49">
                  <c:v>1.5449347134394779E-2</c:v>
                </c:pt>
                <c:pt idx="50">
                  <c:v>1.7528300493568086E-2</c:v>
                </c:pt>
                <c:pt idx="51">
                  <c:v>1.9837354391794845E-2</c:v>
                </c:pt>
                <c:pt idx="52">
                  <c:v>2.2394530294842355E-2</c:v>
                </c:pt>
                <c:pt idx="53">
                  <c:v>2.5218219915193813E-2</c:v>
                </c:pt>
                <c:pt idx="54">
                  <c:v>2.8327037741600516E-2</c:v>
                </c:pt>
                <c:pt idx="55">
                  <c:v>3.1739651835666682E-2</c:v>
                </c:pt>
                <c:pt idx="56">
                  <c:v>3.5474592846230668E-2</c:v>
                </c:pt>
                <c:pt idx="57">
                  <c:v>3.955004158936936E-2</c:v>
                </c:pt>
                <c:pt idx="58">
                  <c:v>4.3983595980426296E-2</c:v>
                </c:pt>
                <c:pt idx="59">
                  <c:v>4.8792018579181751E-2</c:v>
                </c:pt>
                <c:pt idx="60">
                  <c:v>5.3990966513186953E-2</c:v>
                </c:pt>
                <c:pt idx="61">
                  <c:v>5.9594706068814909E-2</c:v>
                </c:pt>
                <c:pt idx="62">
                  <c:v>6.561581477467536E-2</c:v>
                </c:pt>
                <c:pt idx="63">
                  <c:v>7.2064874336216667E-2</c:v>
                </c:pt>
                <c:pt idx="64">
                  <c:v>7.8950158300892734E-2</c:v>
                </c:pt>
                <c:pt idx="65">
                  <c:v>8.6277318826510005E-2</c:v>
                </c:pt>
                <c:pt idx="66">
                  <c:v>9.4049077376885337E-2</c:v>
                </c:pt>
                <c:pt idx="67">
                  <c:v>0.10226492456397634</c:v>
                </c:pt>
                <c:pt idx="68">
                  <c:v>0.11092083467945377</c:v>
                </c:pt>
                <c:pt idx="69">
                  <c:v>0.12000900069698374</c:v>
                </c:pt>
                <c:pt idx="70">
                  <c:v>0.1295175956658898</c:v>
                </c:pt>
                <c:pt idx="71">
                  <c:v>0.13943056644535826</c:v>
                </c:pt>
                <c:pt idx="72">
                  <c:v>0.1497274656357428</c:v>
                </c:pt>
                <c:pt idx="73">
                  <c:v>0.1603833273419174</c:v>
                </c:pt>
                <c:pt idx="74">
                  <c:v>0.17136859204780513</c:v>
                </c:pt>
                <c:pt idx="75">
                  <c:v>0.18264908538901964</c:v>
                </c:pt>
                <c:pt idx="76">
                  <c:v>0.19418605498321065</c:v>
                </c:pt>
                <c:pt idx="77">
                  <c:v>0.20593626871997239</c:v>
                </c:pt>
                <c:pt idx="78">
                  <c:v>0.21785217703254814</c:v>
                </c:pt>
                <c:pt idx="79">
                  <c:v>0.22988214068423063</c:v>
                </c:pt>
                <c:pt idx="80">
                  <c:v>0.24197072451914092</c:v>
                </c:pt>
                <c:pt idx="81">
                  <c:v>0.25405905646918658</c:v>
                </c:pt>
                <c:pt idx="82">
                  <c:v>0.26608524989875243</c:v>
                </c:pt>
                <c:pt idx="83">
                  <c:v>0.27798488613099415</c:v>
                </c:pt>
                <c:pt idx="84">
                  <c:v>0.2896915527614804</c:v>
                </c:pt>
                <c:pt idx="85">
                  <c:v>0.30113743215479993</c:v>
                </c:pt>
                <c:pt idx="86">
                  <c:v>0.31225393336675689</c:v>
                </c:pt>
                <c:pt idx="87">
                  <c:v>0.3229723596679101</c:v>
                </c:pt>
                <c:pt idx="88">
                  <c:v>0.33322460289179567</c:v>
                </c:pt>
                <c:pt idx="89">
                  <c:v>0.34294385501938013</c:v>
                </c:pt>
                <c:pt idx="90">
                  <c:v>0.35206532676429597</c:v>
                </c:pt>
                <c:pt idx="91">
                  <c:v>0.36052696246164473</c:v>
                </c:pt>
                <c:pt idx="92">
                  <c:v>0.36827014030332039</c:v>
                </c:pt>
                <c:pt idx="93">
                  <c:v>0.37524034691693525</c:v>
                </c:pt>
                <c:pt idx="94">
                  <c:v>0.38138781546052181</c:v>
                </c:pt>
                <c:pt idx="95">
                  <c:v>0.38666811680284729</c:v>
                </c:pt>
                <c:pt idx="96">
                  <c:v>0.39104269397545433</c:v>
                </c:pt>
                <c:pt idx="97">
                  <c:v>0.39447933090788773</c:v>
                </c:pt>
                <c:pt idx="98">
                  <c:v>0.39695254747701098</c:v>
                </c:pt>
                <c:pt idx="99">
                  <c:v>0.3984439140947636</c:v>
                </c:pt>
                <c:pt idx="100">
                  <c:v>0.3989422804014327</c:v>
                </c:pt>
                <c:pt idx="101">
                  <c:v>0.39844391409476437</c:v>
                </c:pt>
                <c:pt idx="102">
                  <c:v>0.39695254747701259</c:v>
                </c:pt>
                <c:pt idx="103">
                  <c:v>0.39447933090789011</c:v>
                </c:pt>
                <c:pt idx="104">
                  <c:v>0.39104269397545749</c:v>
                </c:pt>
                <c:pt idx="105">
                  <c:v>0.38666811680285118</c:v>
                </c:pt>
                <c:pt idx="106">
                  <c:v>0.38138781546052641</c:v>
                </c:pt>
                <c:pt idx="107">
                  <c:v>0.37524034691694053</c:v>
                </c:pt>
                <c:pt idx="108">
                  <c:v>0.36827014030332628</c:v>
                </c:pt>
                <c:pt idx="109">
                  <c:v>0.36052696246165117</c:v>
                </c:pt>
                <c:pt idx="110">
                  <c:v>0.35206532676430302</c:v>
                </c:pt>
                <c:pt idx="111">
                  <c:v>0.34294385501938768</c:v>
                </c:pt>
                <c:pt idx="112">
                  <c:v>0.33322460289180361</c:v>
                </c:pt>
                <c:pt idx="113">
                  <c:v>0.32297235966791848</c:v>
                </c:pt>
                <c:pt idx="114">
                  <c:v>0.31225393336676566</c:v>
                </c:pt>
                <c:pt idx="115">
                  <c:v>0.30113743215480893</c:v>
                </c:pt>
                <c:pt idx="116">
                  <c:v>0.28969155276148739</c:v>
                </c:pt>
                <c:pt idx="117">
                  <c:v>0.2779848861310012</c:v>
                </c:pt>
                <c:pt idx="118">
                  <c:v>0.26608524989875959</c:v>
                </c:pt>
                <c:pt idx="119">
                  <c:v>0.25405905646919386</c:v>
                </c:pt>
                <c:pt idx="120">
                  <c:v>0.24197072451914819</c:v>
                </c:pt>
                <c:pt idx="121">
                  <c:v>0.22988214068423785</c:v>
                </c:pt>
                <c:pt idx="122">
                  <c:v>0.21785217703255533</c:v>
                </c:pt>
                <c:pt idx="123">
                  <c:v>0.20593626871997953</c:v>
                </c:pt>
                <c:pt idx="124">
                  <c:v>0.19418605498321762</c:v>
                </c:pt>
                <c:pt idx="125">
                  <c:v>0.18264908538902649</c:v>
                </c:pt>
                <c:pt idx="126">
                  <c:v>0.1713685920478118</c:v>
                </c:pt>
                <c:pt idx="127">
                  <c:v>0.1603833273419239</c:v>
                </c:pt>
                <c:pt idx="128">
                  <c:v>0.14972746563574907</c:v>
                </c:pt>
                <c:pt idx="129">
                  <c:v>0.13943056644536433</c:v>
                </c:pt>
                <c:pt idx="130">
                  <c:v>0.1295175956658956</c:v>
                </c:pt>
                <c:pt idx="131">
                  <c:v>0.12000900069698932</c:v>
                </c:pt>
                <c:pt idx="132">
                  <c:v>0.11092083467945908</c:v>
                </c:pt>
                <c:pt idx="133">
                  <c:v>0.10226492456398137</c:v>
                </c:pt>
                <c:pt idx="134">
                  <c:v>9.4049077376890139E-2</c:v>
                </c:pt>
                <c:pt idx="135">
                  <c:v>8.6277318826514543E-2</c:v>
                </c:pt>
                <c:pt idx="136">
                  <c:v>7.8950158300896994E-2</c:v>
                </c:pt>
                <c:pt idx="137">
                  <c:v>7.206487433622065E-2</c:v>
                </c:pt>
                <c:pt idx="138">
                  <c:v>6.5615814774679093E-2</c:v>
                </c:pt>
                <c:pt idx="139">
                  <c:v>5.95947060688184E-2</c:v>
                </c:pt>
                <c:pt idx="140">
                  <c:v>5.3990966513190221E-2</c:v>
                </c:pt>
                <c:pt idx="141">
                  <c:v>4.8792018579185754E-2</c:v>
                </c:pt>
                <c:pt idx="142">
                  <c:v>4.3983595980429988E-2</c:v>
                </c:pt>
                <c:pt idx="143">
                  <c:v>3.9550041589372753E-2</c:v>
                </c:pt>
                <c:pt idx="144">
                  <c:v>3.5474592846233791E-2</c:v>
                </c:pt>
                <c:pt idx="145">
                  <c:v>3.1739651835669576E-2</c:v>
                </c:pt>
                <c:pt idx="146">
                  <c:v>2.8327037741603125E-2</c:v>
                </c:pt>
                <c:pt idx="147">
                  <c:v>2.5218219915196169E-2</c:v>
                </c:pt>
                <c:pt idx="148">
                  <c:v>2.2394530294844502E-2</c:v>
                </c:pt>
                <c:pt idx="149">
                  <c:v>1.9837354391796781E-2</c:v>
                </c:pt>
                <c:pt idx="150">
                  <c:v>1.7528300493569862E-2</c:v>
                </c:pt>
                <c:pt idx="151">
                  <c:v>1.5449347134396347E-2</c:v>
                </c:pt>
                <c:pt idx="152">
                  <c:v>1.3582969233686681E-2</c:v>
                </c:pt>
                <c:pt idx="153">
                  <c:v>1.1912243607606121E-2</c:v>
                </c:pt>
                <c:pt idx="154">
                  <c:v>1.0420934814423442E-2</c:v>
                </c:pt>
                <c:pt idx="155">
                  <c:v>9.0935625015918092E-3</c:v>
                </c:pt>
                <c:pt idx="156">
                  <c:v>7.9154515829806277E-3</c:v>
                </c:pt>
                <c:pt idx="157">
                  <c:v>6.8727666906145636E-3</c:v>
                </c:pt>
                <c:pt idx="158">
                  <c:v>5.9525324197763725E-3</c:v>
                </c:pt>
                <c:pt idx="159">
                  <c:v>5.1426409230543963E-3</c:v>
                </c:pt>
                <c:pt idx="160">
                  <c:v>4.4318484119384082E-3</c:v>
                </c:pt>
                <c:pt idx="161">
                  <c:v>3.8097620982221556E-3</c:v>
                </c:pt>
                <c:pt idx="162">
                  <c:v>3.2668190562002266E-3</c:v>
                </c:pt>
                <c:pt idx="163">
                  <c:v>2.7942584148797104E-3</c:v>
                </c:pt>
                <c:pt idx="164">
                  <c:v>2.3840882014650711E-3</c:v>
                </c:pt>
                <c:pt idx="165">
                  <c:v>2.0290480572999663E-3</c:v>
                </c:pt>
                <c:pt idx="166">
                  <c:v>1.722568939053851E-3</c:v>
                </c:pt>
                <c:pt idx="167">
                  <c:v>1.4587308046668938E-3</c:v>
                </c:pt>
                <c:pt idx="168">
                  <c:v>1.2322191684731446E-3</c:v>
                </c:pt>
                <c:pt idx="169">
                  <c:v>1.0382812956615192E-3</c:v>
                </c:pt>
                <c:pt idx="170">
                  <c:v>8.7268269504585231E-4</c:v>
                </c:pt>
                <c:pt idx="171">
                  <c:v>7.316644628303882E-4</c:v>
                </c:pt>
                <c:pt idx="172">
                  <c:v>6.1190193011383879E-4</c:v>
                </c:pt>
                <c:pt idx="173">
                  <c:v>5.1046497434424133E-4</c:v>
                </c:pt>
                <c:pt idx="174">
                  <c:v>4.2478027055079903E-4</c:v>
                </c:pt>
                <c:pt idx="175">
                  <c:v>3.5259568236748547E-4</c:v>
                </c:pt>
                <c:pt idx="176">
                  <c:v>2.9194692579149345E-4</c:v>
                </c:pt>
                <c:pt idx="177">
                  <c:v>2.4112658022602132E-4</c:v>
                </c:pt>
                <c:pt idx="178">
                  <c:v>1.9865547139279581E-4</c:v>
                </c:pt>
                <c:pt idx="179">
                  <c:v>1.6325640876626142E-4</c:v>
                </c:pt>
                <c:pt idx="180">
                  <c:v>1.3383022576490152E-4</c:v>
                </c:pt>
                <c:pt idx="181">
                  <c:v>1.0943404343981396E-4</c:v>
                </c:pt>
                <c:pt idx="182">
                  <c:v>8.9261657177143702E-5</c:v>
                </c:pt>
                <c:pt idx="183">
                  <c:v>7.2625930302261485E-5</c:v>
                </c:pt>
                <c:pt idx="184">
                  <c:v>5.8943067756547288E-5</c:v>
                </c:pt>
                <c:pt idx="185">
                  <c:v>4.771863654121105E-5</c:v>
                </c:pt>
                <c:pt idx="186">
                  <c:v>3.8535196742092124E-5</c:v>
                </c:pt>
                <c:pt idx="187">
                  <c:v>3.1041407057854183E-5</c:v>
                </c:pt>
                <c:pt idx="188">
                  <c:v>2.4942471290056852E-5</c:v>
                </c:pt>
                <c:pt idx="189">
                  <c:v>1.9991796706925491E-5</c:v>
                </c:pt>
                <c:pt idx="190">
                  <c:v>1.5983741106907633E-5</c:v>
                </c:pt>
                <c:pt idx="191">
                  <c:v>1.2747332381835207E-5</c:v>
                </c:pt>
                <c:pt idx="192">
                  <c:v>1.0140852065488129E-5</c:v>
                </c:pt>
                <c:pt idx="193">
                  <c:v>8.0471824564934235E-6</c:v>
                </c:pt>
                <c:pt idx="194">
                  <c:v>6.3698251788679954E-6</c:v>
                </c:pt>
                <c:pt idx="195">
                  <c:v>5.0295072885934017E-6</c:v>
                </c:pt>
                <c:pt idx="196">
                  <c:v>3.961299091032653E-6</c:v>
                </c:pt>
                <c:pt idx="197">
                  <c:v>3.1121755791493866E-6</c:v>
                </c:pt>
                <c:pt idx="198">
                  <c:v>2.438960745893716E-6</c:v>
                </c:pt>
                <c:pt idx="199">
                  <c:v>1.9066009031230954E-6</c:v>
                </c:pt>
                <c:pt idx="200">
                  <c:v>1.4867195147345224E-6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57E-4BA5-B8A2-D63959C870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4504768"/>
        <c:axId val="996577008"/>
      </c:scatterChart>
      <c:valAx>
        <c:axId val="81450476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0"/>
        <c:majorTickMark val="in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96577008"/>
        <c:crosses val="autoZero"/>
        <c:crossBetween val="midCat"/>
        <c:majorUnit val="2"/>
      </c:valAx>
      <c:valAx>
        <c:axId val="99657700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14504768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0.28577</cdr:x>
      <cdr:y>0.63158</cdr:y>
    </cdr:from>
    <cdr:to>
      <cdr:x>0.36505</cdr:x>
      <cdr:y>0.8303</cdr:y>
    </cdr:to>
    <cdr:cxnSp macro="">
      <cdr:nvCxnSpPr>
        <cdr:cNvPr id="3" name="直接箭头连接符 2">
          <a:extLst xmlns:a="http://schemas.openxmlformats.org/drawingml/2006/main">
            <a:ext uri="{FF2B5EF4-FFF2-40B4-BE49-F238E27FC236}">
              <a16:creationId xmlns:a16="http://schemas.microsoft.com/office/drawing/2014/main" id="{D9E9B52B-C4A0-4102-BEAD-B29E5423F07A}"/>
            </a:ext>
          </a:extLst>
        </cdr:cNvPr>
        <cdr:cNvCxnSpPr/>
      </cdr:nvCxnSpPr>
      <cdr:spPr>
        <a:xfrm xmlns:a="http://schemas.openxmlformats.org/drawingml/2006/main">
          <a:off x="1865897" y="1877200"/>
          <a:ext cx="517646" cy="590644"/>
        </a:xfrm>
        <a:prstGeom xmlns:a="http://schemas.openxmlformats.org/drawingml/2006/main" prst="straightConnector1">
          <a:avLst/>
        </a:prstGeom>
        <a:ln xmlns:a="http://schemas.openxmlformats.org/drawingml/2006/main" w="38100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0.10267</cdr:x>
      <cdr:y>0.29505</cdr:y>
    </cdr:from>
    <cdr:to>
      <cdr:x>0.37772</cdr:x>
      <cdr:y>0.64709</cdr:y>
    </cdr:to>
    <cdr:sp macro="" textlink="">
      <cdr:nvSpPr>
        <cdr:cNvPr id="4" name="文本框 3">
          <a:extLst xmlns:a="http://schemas.openxmlformats.org/drawingml/2006/main">
            <a:ext uri="{FF2B5EF4-FFF2-40B4-BE49-F238E27FC236}">
              <a16:creationId xmlns:a16="http://schemas.microsoft.com/office/drawing/2014/main" id="{5D1A21A7-A027-48CA-AB4D-FB0C4FAC19BA}"/>
            </a:ext>
          </a:extLst>
        </cdr:cNvPr>
        <cdr:cNvSpPr txBox="1"/>
      </cdr:nvSpPr>
      <cdr:spPr>
        <a:xfrm xmlns:a="http://schemas.openxmlformats.org/drawingml/2006/main">
          <a:off x="633257" y="876955"/>
          <a:ext cx="1696372" cy="10463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altLang="zh-CN" sz="2000" dirty="0"/>
            <a:t>VaR</a:t>
          </a:r>
          <a:r>
            <a:rPr lang="zh-CN" altLang="en-US" sz="2000" dirty="0"/>
            <a:t>临界值</a:t>
          </a:r>
          <a:endParaRPr lang="en-US" altLang="zh-CN" sz="2000" dirty="0"/>
        </a:p>
        <a:p xmlns:a="http://schemas.openxmlformats.org/drawingml/2006/main">
          <a:r>
            <a:rPr lang="zh-CN" altLang="en-US" sz="2000" dirty="0"/>
            <a:t>以左区域的</a:t>
          </a:r>
          <a:endParaRPr lang="en-US" altLang="zh-CN" sz="2000" dirty="0"/>
        </a:p>
        <a:p xmlns:a="http://schemas.openxmlformats.org/drawingml/2006/main">
          <a:r>
            <a:rPr lang="zh-CN" altLang="en-US" sz="2000" dirty="0"/>
            <a:t>概率为</a:t>
          </a:r>
          <a:r>
            <a:rPr lang="en-US" altLang="zh-CN" sz="2000" dirty="0"/>
            <a:t>5%</a:t>
          </a:r>
          <a:endParaRPr lang="zh-CN" altLang="en-US" sz="20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AE140-4B24-4281-9FE3-03EDA98AAC88}" type="datetimeFigureOut">
              <a:rPr lang="zh-CN" altLang="en-US" smtClean="0"/>
              <a:t>2018/05/22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EDB89-1D0E-4D22-BCE0-E55E481BD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156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647929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1295856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943784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2591712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3239640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3887569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4535496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5183425" algn="l" defTabSz="1295856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V1.4 </a:t>
            </a:r>
            <a:r>
              <a:rPr lang="zh-CN" altLang="en-US" dirty="0"/>
              <a:t>修改了同一发行人的</a:t>
            </a:r>
            <a:r>
              <a:rPr lang="en-US" altLang="zh-CN" dirty="0"/>
              <a:t>10Y</a:t>
            </a:r>
            <a:r>
              <a:rPr lang="zh-CN" altLang="en-US" dirty="0"/>
              <a:t>收益率走势图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64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2018.2.1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31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0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558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185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364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05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776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52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5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724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EDB89-1D0E-4D22-BCE0-E55E481BDC8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885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98FB9-DCF2-48F0-A918-023407CCD489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239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27"/>
          <p:cNvSpPr/>
          <p:nvPr userDrawn="1"/>
        </p:nvSpPr>
        <p:spPr>
          <a:xfrm>
            <a:off x="-9642" y="0"/>
            <a:ext cx="17289581" cy="626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grpSp>
        <p:nvGrpSpPr>
          <p:cNvPr id="99" name="Group 29"/>
          <p:cNvGrpSpPr/>
          <p:nvPr userDrawn="1"/>
        </p:nvGrpSpPr>
        <p:grpSpPr>
          <a:xfrm rot="1800000">
            <a:off x="12176073" y="1238428"/>
            <a:ext cx="4418616" cy="4600873"/>
            <a:chOff x="8349573" y="-1673337"/>
            <a:chExt cx="6162676" cy="6416675"/>
          </a:xfrm>
          <a:solidFill>
            <a:schemeClr val="bg1">
              <a:alpha val="16000"/>
            </a:schemeClr>
          </a:solidFill>
        </p:grpSpPr>
        <p:sp>
          <p:nvSpPr>
            <p:cNvPr id="100" name="Freeform 319"/>
            <p:cNvSpPr>
              <a:spLocks noEditPoints="1"/>
            </p:cNvSpPr>
            <p:nvPr/>
          </p:nvSpPr>
          <p:spPr bwMode="auto">
            <a:xfrm>
              <a:off x="8349573" y="-1673337"/>
              <a:ext cx="2501900" cy="2171700"/>
            </a:xfrm>
            <a:custGeom>
              <a:avLst/>
              <a:gdLst>
                <a:gd name="T0" fmla="*/ 1576 w 1576"/>
                <a:gd name="T1" fmla="*/ 1368 h 1368"/>
                <a:gd name="T2" fmla="*/ 0 w 1576"/>
                <a:gd name="T3" fmla="*/ 1368 h 1368"/>
                <a:gd name="T4" fmla="*/ 788 w 1576"/>
                <a:gd name="T5" fmla="*/ 0 h 1368"/>
                <a:gd name="T6" fmla="*/ 1576 w 1576"/>
                <a:gd name="T7" fmla="*/ 1368 h 1368"/>
                <a:gd name="T8" fmla="*/ 40 w 1576"/>
                <a:gd name="T9" fmla="*/ 1344 h 1368"/>
                <a:gd name="T10" fmla="*/ 1536 w 1576"/>
                <a:gd name="T11" fmla="*/ 1344 h 1368"/>
                <a:gd name="T12" fmla="*/ 788 w 1576"/>
                <a:gd name="T13" fmla="*/ 47 h 1368"/>
                <a:gd name="T14" fmla="*/ 40 w 1576"/>
                <a:gd name="T15" fmla="*/ 1344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6" h="1368">
                  <a:moveTo>
                    <a:pt x="1576" y="1368"/>
                  </a:moveTo>
                  <a:lnTo>
                    <a:pt x="0" y="1368"/>
                  </a:lnTo>
                  <a:lnTo>
                    <a:pt x="788" y="0"/>
                  </a:lnTo>
                  <a:lnTo>
                    <a:pt x="1576" y="1368"/>
                  </a:lnTo>
                  <a:close/>
                  <a:moveTo>
                    <a:pt x="40" y="1344"/>
                  </a:moveTo>
                  <a:lnTo>
                    <a:pt x="1536" y="1344"/>
                  </a:lnTo>
                  <a:lnTo>
                    <a:pt x="788" y="47"/>
                  </a:lnTo>
                  <a:lnTo>
                    <a:pt x="40" y="134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1" name="Freeform 320"/>
            <p:cNvSpPr>
              <a:spLocks noEditPoints="1"/>
            </p:cNvSpPr>
            <p:nvPr/>
          </p:nvSpPr>
          <p:spPr bwMode="auto">
            <a:xfrm>
              <a:off x="9570361" y="-1655875"/>
              <a:ext cx="2503488" cy="2171700"/>
            </a:xfrm>
            <a:custGeom>
              <a:avLst/>
              <a:gdLst>
                <a:gd name="T0" fmla="*/ 788 w 1577"/>
                <a:gd name="T1" fmla="*/ 1368 h 1368"/>
                <a:gd name="T2" fmla="*/ 0 w 1577"/>
                <a:gd name="T3" fmla="*/ 0 h 1368"/>
                <a:gd name="T4" fmla="*/ 1577 w 1577"/>
                <a:gd name="T5" fmla="*/ 0 h 1368"/>
                <a:gd name="T6" fmla="*/ 788 w 1577"/>
                <a:gd name="T7" fmla="*/ 1368 h 1368"/>
                <a:gd name="T8" fmla="*/ 41 w 1577"/>
                <a:gd name="T9" fmla="*/ 24 h 1368"/>
                <a:gd name="T10" fmla="*/ 788 w 1577"/>
                <a:gd name="T11" fmla="*/ 1321 h 1368"/>
                <a:gd name="T12" fmla="*/ 1536 w 1577"/>
                <a:gd name="T13" fmla="*/ 24 h 1368"/>
                <a:gd name="T14" fmla="*/ 41 w 1577"/>
                <a:gd name="T15" fmla="*/ 24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7" h="1368">
                  <a:moveTo>
                    <a:pt x="788" y="1368"/>
                  </a:moveTo>
                  <a:lnTo>
                    <a:pt x="0" y="0"/>
                  </a:lnTo>
                  <a:lnTo>
                    <a:pt x="1577" y="0"/>
                  </a:lnTo>
                  <a:lnTo>
                    <a:pt x="788" y="1368"/>
                  </a:lnTo>
                  <a:close/>
                  <a:moveTo>
                    <a:pt x="41" y="24"/>
                  </a:moveTo>
                  <a:lnTo>
                    <a:pt x="788" y="1321"/>
                  </a:lnTo>
                  <a:lnTo>
                    <a:pt x="1536" y="24"/>
                  </a:lnTo>
                  <a:lnTo>
                    <a:pt x="41" y="2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2" name="Freeform 321"/>
            <p:cNvSpPr>
              <a:spLocks noEditPoints="1"/>
            </p:cNvSpPr>
            <p:nvPr/>
          </p:nvSpPr>
          <p:spPr bwMode="auto">
            <a:xfrm>
              <a:off x="10787973" y="-1673337"/>
              <a:ext cx="2501900" cy="2171700"/>
            </a:xfrm>
            <a:custGeom>
              <a:avLst/>
              <a:gdLst>
                <a:gd name="T0" fmla="*/ 1576 w 1576"/>
                <a:gd name="T1" fmla="*/ 1368 h 1368"/>
                <a:gd name="T2" fmla="*/ 0 w 1576"/>
                <a:gd name="T3" fmla="*/ 1368 h 1368"/>
                <a:gd name="T4" fmla="*/ 788 w 1576"/>
                <a:gd name="T5" fmla="*/ 0 h 1368"/>
                <a:gd name="T6" fmla="*/ 1576 w 1576"/>
                <a:gd name="T7" fmla="*/ 1368 h 1368"/>
                <a:gd name="T8" fmla="*/ 40 w 1576"/>
                <a:gd name="T9" fmla="*/ 1344 h 1368"/>
                <a:gd name="T10" fmla="*/ 1536 w 1576"/>
                <a:gd name="T11" fmla="*/ 1344 h 1368"/>
                <a:gd name="T12" fmla="*/ 788 w 1576"/>
                <a:gd name="T13" fmla="*/ 47 h 1368"/>
                <a:gd name="T14" fmla="*/ 40 w 1576"/>
                <a:gd name="T15" fmla="*/ 1344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6" h="1368">
                  <a:moveTo>
                    <a:pt x="1576" y="1368"/>
                  </a:moveTo>
                  <a:lnTo>
                    <a:pt x="0" y="1368"/>
                  </a:lnTo>
                  <a:lnTo>
                    <a:pt x="788" y="0"/>
                  </a:lnTo>
                  <a:lnTo>
                    <a:pt x="1576" y="1368"/>
                  </a:lnTo>
                  <a:close/>
                  <a:moveTo>
                    <a:pt x="40" y="1344"/>
                  </a:moveTo>
                  <a:lnTo>
                    <a:pt x="1536" y="1344"/>
                  </a:lnTo>
                  <a:lnTo>
                    <a:pt x="788" y="47"/>
                  </a:lnTo>
                  <a:lnTo>
                    <a:pt x="40" y="134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3" name="Freeform 322"/>
            <p:cNvSpPr>
              <a:spLocks noEditPoints="1"/>
            </p:cNvSpPr>
            <p:nvPr/>
          </p:nvSpPr>
          <p:spPr bwMode="auto">
            <a:xfrm>
              <a:off x="12008761" y="-1655875"/>
              <a:ext cx="2503488" cy="2171700"/>
            </a:xfrm>
            <a:custGeom>
              <a:avLst/>
              <a:gdLst>
                <a:gd name="T0" fmla="*/ 789 w 1577"/>
                <a:gd name="T1" fmla="*/ 1368 h 1368"/>
                <a:gd name="T2" fmla="*/ 0 w 1577"/>
                <a:gd name="T3" fmla="*/ 0 h 1368"/>
                <a:gd name="T4" fmla="*/ 1577 w 1577"/>
                <a:gd name="T5" fmla="*/ 0 h 1368"/>
                <a:gd name="T6" fmla="*/ 789 w 1577"/>
                <a:gd name="T7" fmla="*/ 1368 h 1368"/>
                <a:gd name="T8" fmla="*/ 41 w 1577"/>
                <a:gd name="T9" fmla="*/ 24 h 1368"/>
                <a:gd name="T10" fmla="*/ 789 w 1577"/>
                <a:gd name="T11" fmla="*/ 1321 h 1368"/>
                <a:gd name="T12" fmla="*/ 1536 w 1577"/>
                <a:gd name="T13" fmla="*/ 24 h 1368"/>
                <a:gd name="T14" fmla="*/ 41 w 1577"/>
                <a:gd name="T15" fmla="*/ 24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7" h="1368">
                  <a:moveTo>
                    <a:pt x="789" y="1368"/>
                  </a:moveTo>
                  <a:lnTo>
                    <a:pt x="0" y="0"/>
                  </a:lnTo>
                  <a:lnTo>
                    <a:pt x="1577" y="0"/>
                  </a:lnTo>
                  <a:lnTo>
                    <a:pt x="789" y="1368"/>
                  </a:lnTo>
                  <a:close/>
                  <a:moveTo>
                    <a:pt x="41" y="24"/>
                  </a:moveTo>
                  <a:lnTo>
                    <a:pt x="789" y="1321"/>
                  </a:lnTo>
                  <a:lnTo>
                    <a:pt x="1536" y="24"/>
                  </a:lnTo>
                  <a:lnTo>
                    <a:pt x="41" y="2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4" name="Freeform 323"/>
            <p:cNvSpPr>
              <a:spLocks noEditPoints="1"/>
            </p:cNvSpPr>
            <p:nvPr/>
          </p:nvSpPr>
          <p:spPr bwMode="auto">
            <a:xfrm>
              <a:off x="8349573" y="460263"/>
              <a:ext cx="2501900" cy="2168525"/>
            </a:xfrm>
            <a:custGeom>
              <a:avLst/>
              <a:gdLst>
                <a:gd name="T0" fmla="*/ 788 w 1576"/>
                <a:gd name="T1" fmla="*/ 1366 h 1366"/>
                <a:gd name="T2" fmla="*/ 0 w 1576"/>
                <a:gd name="T3" fmla="*/ 0 h 1366"/>
                <a:gd name="T4" fmla="*/ 1576 w 1576"/>
                <a:gd name="T5" fmla="*/ 0 h 1366"/>
                <a:gd name="T6" fmla="*/ 788 w 1576"/>
                <a:gd name="T7" fmla="*/ 1366 h 1366"/>
                <a:gd name="T8" fmla="*/ 40 w 1576"/>
                <a:gd name="T9" fmla="*/ 24 h 1366"/>
                <a:gd name="T10" fmla="*/ 788 w 1576"/>
                <a:gd name="T11" fmla="*/ 1318 h 1366"/>
                <a:gd name="T12" fmla="*/ 1536 w 1576"/>
                <a:gd name="T13" fmla="*/ 24 h 1366"/>
                <a:gd name="T14" fmla="*/ 40 w 1576"/>
                <a:gd name="T15" fmla="*/ 24 h 1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6" h="1366">
                  <a:moveTo>
                    <a:pt x="788" y="1366"/>
                  </a:moveTo>
                  <a:lnTo>
                    <a:pt x="0" y="0"/>
                  </a:lnTo>
                  <a:lnTo>
                    <a:pt x="1576" y="0"/>
                  </a:lnTo>
                  <a:lnTo>
                    <a:pt x="788" y="1366"/>
                  </a:lnTo>
                  <a:close/>
                  <a:moveTo>
                    <a:pt x="40" y="24"/>
                  </a:moveTo>
                  <a:lnTo>
                    <a:pt x="788" y="1318"/>
                  </a:lnTo>
                  <a:lnTo>
                    <a:pt x="1536" y="24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5" name="Freeform 324"/>
            <p:cNvSpPr>
              <a:spLocks noEditPoints="1"/>
            </p:cNvSpPr>
            <p:nvPr/>
          </p:nvSpPr>
          <p:spPr bwMode="auto">
            <a:xfrm>
              <a:off x="9570361" y="441213"/>
              <a:ext cx="2503488" cy="2168525"/>
            </a:xfrm>
            <a:custGeom>
              <a:avLst/>
              <a:gdLst>
                <a:gd name="T0" fmla="*/ 1577 w 1577"/>
                <a:gd name="T1" fmla="*/ 1366 h 1366"/>
                <a:gd name="T2" fmla="*/ 0 w 1577"/>
                <a:gd name="T3" fmla="*/ 1366 h 1366"/>
                <a:gd name="T4" fmla="*/ 788 w 1577"/>
                <a:gd name="T5" fmla="*/ 0 h 1366"/>
                <a:gd name="T6" fmla="*/ 1577 w 1577"/>
                <a:gd name="T7" fmla="*/ 1366 h 1366"/>
                <a:gd name="T8" fmla="*/ 41 w 1577"/>
                <a:gd name="T9" fmla="*/ 1342 h 1366"/>
                <a:gd name="T10" fmla="*/ 1536 w 1577"/>
                <a:gd name="T11" fmla="*/ 1342 h 1366"/>
                <a:gd name="T12" fmla="*/ 788 w 1577"/>
                <a:gd name="T13" fmla="*/ 47 h 1366"/>
                <a:gd name="T14" fmla="*/ 41 w 1577"/>
                <a:gd name="T15" fmla="*/ 1342 h 1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7" h="1366">
                  <a:moveTo>
                    <a:pt x="1577" y="1366"/>
                  </a:moveTo>
                  <a:lnTo>
                    <a:pt x="0" y="1366"/>
                  </a:lnTo>
                  <a:lnTo>
                    <a:pt x="788" y="0"/>
                  </a:lnTo>
                  <a:lnTo>
                    <a:pt x="1577" y="1366"/>
                  </a:lnTo>
                  <a:close/>
                  <a:moveTo>
                    <a:pt x="41" y="1342"/>
                  </a:moveTo>
                  <a:lnTo>
                    <a:pt x="1536" y="1342"/>
                  </a:lnTo>
                  <a:lnTo>
                    <a:pt x="788" y="47"/>
                  </a:lnTo>
                  <a:lnTo>
                    <a:pt x="41" y="1342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6" name="Freeform 325"/>
            <p:cNvSpPr>
              <a:spLocks noEditPoints="1"/>
            </p:cNvSpPr>
            <p:nvPr/>
          </p:nvSpPr>
          <p:spPr bwMode="auto">
            <a:xfrm>
              <a:off x="10787973" y="460263"/>
              <a:ext cx="2501900" cy="2168525"/>
            </a:xfrm>
            <a:custGeom>
              <a:avLst/>
              <a:gdLst>
                <a:gd name="T0" fmla="*/ 788 w 1576"/>
                <a:gd name="T1" fmla="*/ 1366 h 1366"/>
                <a:gd name="T2" fmla="*/ 0 w 1576"/>
                <a:gd name="T3" fmla="*/ 0 h 1366"/>
                <a:gd name="T4" fmla="*/ 1576 w 1576"/>
                <a:gd name="T5" fmla="*/ 0 h 1366"/>
                <a:gd name="T6" fmla="*/ 788 w 1576"/>
                <a:gd name="T7" fmla="*/ 1366 h 1366"/>
                <a:gd name="T8" fmla="*/ 40 w 1576"/>
                <a:gd name="T9" fmla="*/ 24 h 1366"/>
                <a:gd name="T10" fmla="*/ 788 w 1576"/>
                <a:gd name="T11" fmla="*/ 1318 h 1366"/>
                <a:gd name="T12" fmla="*/ 1536 w 1576"/>
                <a:gd name="T13" fmla="*/ 24 h 1366"/>
                <a:gd name="T14" fmla="*/ 40 w 1576"/>
                <a:gd name="T15" fmla="*/ 24 h 1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6" h="1366">
                  <a:moveTo>
                    <a:pt x="788" y="1366"/>
                  </a:moveTo>
                  <a:lnTo>
                    <a:pt x="0" y="0"/>
                  </a:lnTo>
                  <a:lnTo>
                    <a:pt x="1576" y="0"/>
                  </a:lnTo>
                  <a:lnTo>
                    <a:pt x="788" y="1366"/>
                  </a:lnTo>
                  <a:close/>
                  <a:moveTo>
                    <a:pt x="40" y="24"/>
                  </a:moveTo>
                  <a:lnTo>
                    <a:pt x="788" y="1318"/>
                  </a:lnTo>
                  <a:lnTo>
                    <a:pt x="1536" y="24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7" name="Freeform 326"/>
            <p:cNvSpPr>
              <a:spLocks noEditPoints="1"/>
            </p:cNvSpPr>
            <p:nvPr/>
          </p:nvSpPr>
          <p:spPr bwMode="auto">
            <a:xfrm>
              <a:off x="12008761" y="441213"/>
              <a:ext cx="2503488" cy="2168525"/>
            </a:xfrm>
            <a:custGeom>
              <a:avLst/>
              <a:gdLst>
                <a:gd name="T0" fmla="*/ 1577 w 1577"/>
                <a:gd name="T1" fmla="*/ 1366 h 1366"/>
                <a:gd name="T2" fmla="*/ 0 w 1577"/>
                <a:gd name="T3" fmla="*/ 1366 h 1366"/>
                <a:gd name="T4" fmla="*/ 789 w 1577"/>
                <a:gd name="T5" fmla="*/ 0 h 1366"/>
                <a:gd name="T6" fmla="*/ 1577 w 1577"/>
                <a:gd name="T7" fmla="*/ 1366 h 1366"/>
                <a:gd name="T8" fmla="*/ 41 w 1577"/>
                <a:gd name="T9" fmla="*/ 1342 h 1366"/>
                <a:gd name="T10" fmla="*/ 1536 w 1577"/>
                <a:gd name="T11" fmla="*/ 1342 h 1366"/>
                <a:gd name="T12" fmla="*/ 789 w 1577"/>
                <a:gd name="T13" fmla="*/ 47 h 1366"/>
                <a:gd name="T14" fmla="*/ 41 w 1577"/>
                <a:gd name="T15" fmla="*/ 1342 h 1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7" h="1366">
                  <a:moveTo>
                    <a:pt x="1577" y="1366"/>
                  </a:moveTo>
                  <a:lnTo>
                    <a:pt x="0" y="1366"/>
                  </a:lnTo>
                  <a:lnTo>
                    <a:pt x="789" y="0"/>
                  </a:lnTo>
                  <a:lnTo>
                    <a:pt x="1577" y="1366"/>
                  </a:lnTo>
                  <a:close/>
                  <a:moveTo>
                    <a:pt x="41" y="1342"/>
                  </a:moveTo>
                  <a:lnTo>
                    <a:pt x="1536" y="1342"/>
                  </a:lnTo>
                  <a:lnTo>
                    <a:pt x="789" y="47"/>
                  </a:lnTo>
                  <a:lnTo>
                    <a:pt x="41" y="1342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8" name="Freeform 327"/>
            <p:cNvSpPr>
              <a:spLocks noEditPoints="1"/>
            </p:cNvSpPr>
            <p:nvPr/>
          </p:nvSpPr>
          <p:spPr bwMode="auto">
            <a:xfrm>
              <a:off x="8349573" y="2552588"/>
              <a:ext cx="2501900" cy="2171700"/>
            </a:xfrm>
            <a:custGeom>
              <a:avLst/>
              <a:gdLst>
                <a:gd name="T0" fmla="*/ 1576 w 1576"/>
                <a:gd name="T1" fmla="*/ 1368 h 1368"/>
                <a:gd name="T2" fmla="*/ 0 w 1576"/>
                <a:gd name="T3" fmla="*/ 1368 h 1368"/>
                <a:gd name="T4" fmla="*/ 788 w 1576"/>
                <a:gd name="T5" fmla="*/ 0 h 1368"/>
                <a:gd name="T6" fmla="*/ 1576 w 1576"/>
                <a:gd name="T7" fmla="*/ 1368 h 1368"/>
                <a:gd name="T8" fmla="*/ 40 w 1576"/>
                <a:gd name="T9" fmla="*/ 1345 h 1368"/>
                <a:gd name="T10" fmla="*/ 1536 w 1576"/>
                <a:gd name="T11" fmla="*/ 1345 h 1368"/>
                <a:gd name="T12" fmla="*/ 788 w 1576"/>
                <a:gd name="T13" fmla="*/ 48 h 1368"/>
                <a:gd name="T14" fmla="*/ 40 w 1576"/>
                <a:gd name="T15" fmla="*/ 1345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6" h="1368">
                  <a:moveTo>
                    <a:pt x="1576" y="1368"/>
                  </a:moveTo>
                  <a:lnTo>
                    <a:pt x="0" y="1368"/>
                  </a:lnTo>
                  <a:lnTo>
                    <a:pt x="788" y="0"/>
                  </a:lnTo>
                  <a:lnTo>
                    <a:pt x="1576" y="1368"/>
                  </a:lnTo>
                  <a:close/>
                  <a:moveTo>
                    <a:pt x="40" y="1345"/>
                  </a:moveTo>
                  <a:lnTo>
                    <a:pt x="1536" y="1345"/>
                  </a:lnTo>
                  <a:lnTo>
                    <a:pt x="788" y="48"/>
                  </a:lnTo>
                  <a:lnTo>
                    <a:pt x="40" y="1345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9" name="Freeform 328"/>
            <p:cNvSpPr>
              <a:spLocks noEditPoints="1"/>
            </p:cNvSpPr>
            <p:nvPr/>
          </p:nvSpPr>
          <p:spPr bwMode="auto">
            <a:xfrm>
              <a:off x="9570361" y="2571638"/>
              <a:ext cx="2503488" cy="2171700"/>
            </a:xfrm>
            <a:custGeom>
              <a:avLst/>
              <a:gdLst>
                <a:gd name="T0" fmla="*/ 788 w 1577"/>
                <a:gd name="T1" fmla="*/ 1368 h 1368"/>
                <a:gd name="T2" fmla="*/ 0 w 1577"/>
                <a:gd name="T3" fmla="*/ 0 h 1368"/>
                <a:gd name="T4" fmla="*/ 1577 w 1577"/>
                <a:gd name="T5" fmla="*/ 0 h 1368"/>
                <a:gd name="T6" fmla="*/ 788 w 1577"/>
                <a:gd name="T7" fmla="*/ 1368 h 1368"/>
                <a:gd name="T8" fmla="*/ 41 w 1577"/>
                <a:gd name="T9" fmla="*/ 24 h 1368"/>
                <a:gd name="T10" fmla="*/ 788 w 1577"/>
                <a:gd name="T11" fmla="*/ 1321 h 1368"/>
                <a:gd name="T12" fmla="*/ 1536 w 1577"/>
                <a:gd name="T13" fmla="*/ 24 h 1368"/>
                <a:gd name="T14" fmla="*/ 41 w 1577"/>
                <a:gd name="T15" fmla="*/ 24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7" h="1368">
                  <a:moveTo>
                    <a:pt x="788" y="1368"/>
                  </a:moveTo>
                  <a:lnTo>
                    <a:pt x="0" y="0"/>
                  </a:lnTo>
                  <a:lnTo>
                    <a:pt x="1577" y="0"/>
                  </a:lnTo>
                  <a:lnTo>
                    <a:pt x="788" y="1368"/>
                  </a:lnTo>
                  <a:close/>
                  <a:moveTo>
                    <a:pt x="41" y="24"/>
                  </a:moveTo>
                  <a:lnTo>
                    <a:pt x="788" y="1321"/>
                  </a:lnTo>
                  <a:lnTo>
                    <a:pt x="1536" y="24"/>
                  </a:lnTo>
                  <a:lnTo>
                    <a:pt x="41" y="2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10" name="Freeform 329"/>
            <p:cNvSpPr>
              <a:spLocks noEditPoints="1"/>
            </p:cNvSpPr>
            <p:nvPr/>
          </p:nvSpPr>
          <p:spPr bwMode="auto">
            <a:xfrm>
              <a:off x="10787973" y="2552588"/>
              <a:ext cx="2501900" cy="2171700"/>
            </a:xfrm>
            <a:custGeom>
              <a:avLst/>
              <a:gdLst>
                <a:gd name="T0" fmla="*/ 1576 w 1576"/>
                <a:gd name="T1" fmla="*/ 1368 h 1368"/>
                <a:gd name="T2" fmla="*/ 0 w 1576"/>
                <a:gd name="T3" fmla="*/ 1368 h 1368"/>
                <a:gd name="T4" fmla="*/ 788 w 1576"/>
                <a:gd name="T5" fmla="*/ 0 h 1368"/>
                <a:gd name="T6" fmla="*/ 1576 w 1576"/>
                <a:gd name="T7" fmla="*/ 1368 h 1368"/>
                <a:gd name="T8" fmla="*/ 40 w 1576"/>
                <a:gd name="T9" fmla="*/ 1345 h 1368"/>
                <a:gd name="T10" fmla="*/ 1536 w 1576"/>
                <a:gd name="T11" fmla="*/ 1345 h 1368"/>
                <a:gd name="T12" fmla="*/ 788 w 1576"/>
                <a:gd name="T13" fmla="*/ 48 h 1368"/>
                <a:gd name="T14" fmla="*/ 40 w 1576"/>
                <a:gd name="T15" fmla="*/ 1345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6" h="1368">
                  <a:moveTo>
                    <a:pt x="1576" y="1368"/>
                  </a:moveTo>
                  <a:lnTo>
                    <a:pt x="0" y="1368"/>
                  </a:lnTo>
                  <a:lnTo>
                    <a:pt x="788" y="0"/>
                  </a:lnTo>
                  <a:lnTo>
                    <a:pt x="1576" y="1368"/>
                  </a:lnTo>
                  <a:close/>
                  <a:moveTo>
                    <a:pt x="40" y="1345"/>
                  </a:moveTo>
                  <a:lnTo>
                    <a:pt x="1536" y="1345"/>
                  </a:lnTo>
                  <a:lnTo>
                    <a:pt x="788" y="48"/>
                  </a:lnTo>
                  <a:lnTo>
                    <a:pt x="40" y="1345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11" name="Freeform 330"/>
            <p:cNvSpPr>
              <a:spLocks noEditPoints="1"/>
            </p:cNvSpPr>
            <p:nvPr/>
          </p:nvSpPr>
          <p:spPr bwMode="auto">
            <a:xfrm>
              <a:off x="12008761" y="2571638"/>
              <a:ext cx="2503488" cy="2171700"/>
            </a:xfrm>
            <a:custGeom>
              <a:avLst/>
              <a:gdLst>
                <a:gd name="T0" fmla="*/ 789 w 1577"/>
                <a:gd name="T1" fmla="*/ 1368 h 1368"/>
                <a:gd name="T2" fmla="*/ 0 w 1577"/>
                <a:gd name="T3" fmla="*/ 0 h 1368"/>
                <a:gd name="T4" fmla="*/ 1577 w 1577"/>
                <a:gd name="T5" fmla="*/ 0 h 1368"/>
                <a:gd name="T6" fmla="*/ 789 w 1577"/>
                <a:gd name="T7" fmla="*/ 1368 h 1368"/>
                <a:gd name="T8" fmla="*/ 41 w 1577"/>
                <a:gd name="T9" fmla="*/ 24 h 1368"/>
                <a:gd name="T10" fmla="*/ 789 w 1577"/>
                <a:gd name="T11" fmla="*/ 1321 h 1368"/>
                <a:gd name="T12" fmla="*/ 1536 w 1577"/>
                <a:gd name="T13" fmla="*/ 24 h 1368"/>
                <a:gd name="T14" fmla="*/ 41 w 1577"/>
                <a:gd name="T15" fmla="*/ 24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7" h="1368">
                  <a:moveTo>
                    <a:pt x="789" y="1368"/>
                  </a:moveTo>
                  <a:lnTo>
                    <a:pt x="0" y="0"/>
                  </a:lnTo>
                  <a:lnTo>
                    <a:pt x="1577" y="0"/>
                  </a:lnTo>
                  <a:lnTo>
                    <a:pt x="789" y="1368"/>
                  </a:lnTo>
                  <a:close/>
                  <a:moveTo>
                    <a:pt x="41" y="24"/>
                  </a:moveTo>
                  <a:lnTo>
                    <a:pt x="789" y="1321"/>
                  </a:lnTo>
                  <a:lnTo>
                    <a:pt x="1536" y="24"/>
                  </a:lnTo>
                  <a:lnTo>
                    <a:pt x="41" y="24"/>
                  </a:lnTo>
                  <a:close/>
                </a:path>
              </a:pathLst>
            </a:custGeom>
            <a:grpFill/>
            <a:ln w="0">
              <a:noFill/>
              <a:round/>
              <a:headEnd/>
              <a:tailEnd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</p:grpSp>
      <p:grpSp>
        <p:nvGrpSpPr>
          <p:cNvPr id="4" name="组合 3"/>
          <p:cNvGrpSpPr/>
          <p:nvPr userDrawn="1"/>
        </p:nvGrpSpPr>
        <p:grpSpPr>
          <a:xfrm>
            <a:off x="828581" y="349110"/>
            <a:ext cx="3696591" cy="3036227"/>
            <a:chOff x="2607344" y="-649181"/>
            <a:chExt cx="2608160" cy="2142169"/>
          </a:xfrm>
        </p:grpSpPr>
        <p:grpSp>
          <p:nvGrpSpPr>
            <p:cNvPr id="113" name="Group 74"/>
            <p:cNvGrpSpPr/>
            <p:nvPr userDrawn="1"/>
          </p:nvGrpSpPr>
          <p:grpSpPr>
            <a:xfrm rot="1800000">
              <a:off x="3246128" y="-649181"/>
              <a:ext cx="1314075" cy="1368235"/>
              <a:chOff x="8349573" y="-1673337"/>
              <a:chExt cx="6162676" cy="6416675"/>
            </a:xfrm>
            <a:solidFill>
              <a:schemeClr val="bg1">
                <a:alpha val="15000"/>
              </a:schemeClr>
            </a:solidFill>
          </p:grpSpPr>
          <p:sp>
            <p:nvSpPr>
              <p:cNvPr id="146" name="Freeform 319"/>
              <p:cNvSpPr>
                <a:spLocks noEditPoints="1"/>
              </p:cNvSpPr>
              <p:nvPr/>
            </p:nvSpPr>
            <p:spPr bwMode="auto">
              <a:xfrm>
                <a:off x="8349573" y="-1673337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4 h 1368"/>
                  <a:gd name="T10" fmla="*/ 1536 w 1576"/>
                  <a:gd name="T11" fmla="*/ 1344 h 1368"/>
                  <a:gd name="T12" fmla="*/ 788 w 1576"/>
                  <a:gd name="T13" fmla="*/ 47 h 1368"/>
                  <a:gd name="T14" fmla="*/ 40 w 1576"/>
                  <a:gd name="T15" fmla="*/ 134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4"/>
                    </a:moveTo>
                    <a:lnTo>
                      <a:pt x="1536" y="1344"/>
                    </a:lnTo>
                    <a:lnTo>
                      <a:pt x="788" y="47"/>
                    </a:lnTo>
                    <a:lnTo>
                      <a:pt x="40" y="13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47" name="Freeform 320"/>
              <p:cNvSpPr>
                <a:spLocks noEditPoints="1"/>
              </p:cNvSpPr>
              <p:nvPr/>
            </p:nvSpPr>
            <p:spPr bwMode="auto">
              <a:xfrm>
                <a:off x="9570361" y="-1655875"/>
                <a:ext cx="2503488" cy="2171700"/>
              </a:xfrm>
              <a:custGeom>
                <a:avLst/>
                <a:gdLst>
                  <a:gd name="T0" fmla="*/ 788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8 w 1577"/>
                  <a:gd name="T7" fmla="*/ 1368 h 1368"/>
                  <a:gd name="T8" fmla="*/ 41 w 1577"/>
                  <a:gd name="T9" fmla="*/ 24 h 1368"/>
                  <a:gd name="T10" fmla="*/ 788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8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8" y="1368"/>
                    </a:lnTo>
                    <a:close/>
                    <a:moveTo>
                      <a:pt x="41" y="24"/>
                    </a:moveTo>
                    <a:lnTo>
                      <a:pt x="788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48" name="Freeform 321"/>
              <p:cNvSpPr>
                <a:spLocks noEditPoints="1"/>
              </p:cNvSpPr>
              <p:nvPr/>
            </p:nvSpPr>
            <p:spPr bwMode="auto">
              <a:xfrm>
                <a:off x="10787973" y="-1673337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4 h 1368"/>
                  <a:gd name="T10" fmla="*/ 1536 w 1576"/>
                  <a:gd name="T11" fmla="*/ 1344 h 1368"/>
                  <a:gd name="T12" fmla="*/ 788 w 1576"/>
                  <a:gd name="T13" fmla="*/ 47 h 1368"/>
                  <a:gd name="T14" fmla="*/ 40 w 1576"/>
                  <a:gd name="T15" fmla="*/ 134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4"/>
                    </a:moveTo>
                    <a:lnTo>
                      <a:pt x="1536" y="1344"/>
                    </a:lnTo>
                    <a:lnTo>
                      <a:pt x="788" y="47"/>
                    </a:lnTo>
                    <a:lnTo>
                      <a:pt x="40" y="13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49" name="Freeform 322"/>
              <p:cNvSpPr>
                <a:spLocks noEditPoints="1"/>
              </p:cNvSpPr>
              <p:nvPr/>
            </p:nvSpPr>
            <p:spPr bwMode="auto">
              <a:xfrm>
                <a:off x="12008761" y="-1655875"/>
                <a:ext cx="2503488" cy="2171700"/>
              </a:xfrm>
              <a:custGeom>
                <a:avLst/>
                <a:gdLst>
                  <a:gd name="T0" fmla="*/ 789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9 w 1577"/>
                  <a:gd name="T7" fmla="*/ 1368 h 1368"/>
                  <a:gd name="T8" fmla="*/ 41 w 1577"/>
                  <a:gd name="T9" fmla="*/ 24 h 1368"/>
                  <a:gd name="T10" fmla="*/ 789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9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9" y="1368"/>
                    </a:lnTo>
                    <a:close/>
                    <a:moveTo>
                      <a:pt x="41" y="24"/>
                    </a:moveTo>
                    <a:lnTo>
                      <a:pt x="789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0" name="Freeform 323"/>
              <p:cNvSpPr>
                <a:spLocks noEditPoints="1"/>
              </p:cNvSpPr>
              <p:nvPr/>
            </p:nvSpPr>
            <p:spPr bwMode="auto">
              <a:xfrm>
                <a:off x="8349573" y="460263"/>
                <a:ext cx="2501900" cy="2168525"/>
              </a:xfrm>
              <a:custGeom>
                <a:avLst/>
                <a:gdLst>
                  <a:gd name="T0" fmla="*/ 788 w 1576"/>
                  <a:gd name="T1" fmla="*/ 1366 h 1366"/>
                  <a:gd name="T2" fmla="*/ 0 w 1576"/>
                  <a:gd name="T3" fmla="*/ 0 h 1366"/>
                  <a:gd name="T4" fmla="*/ 1576 w 1576"/>
                  <a:gd name="T5" fmla="*/ 0 h 1366"/>
                  <a:gd name="T6" fmla="*/ 788 w 1576"/>
                  <a:gd name="T7" fmla="*/ 1366 h 1366"/>
                  <a:gd name="T8" fmla="*/ 40 w 1576"/>
                  <a:gd name="T9" fmla="*/ 24 h 1366"/>
                  <a:gd name="T10" fmla="*/ 788 w 1576"/>
                  <a:gd name="T11" fmla="*/ 1318 h 1366"/>
                  <a:gd name="T12" fmla="*/ 1536 w 1576"/>
                  <a:gd name="T13" fmla="*/ 24 h 1366"/>
                  <a:gd name="T14" fmla="*/ 40 w 1576"/>
                  <a:gd name="T15" fmla="*/ 24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6">
                    <a:moveTo>
                      <a:pt x="788" y="1366"/>
                    </a:moveTo>
                    <a:lnTo>
                      <a:pt x="0" y="0"/>
                    </a:lnTo>
                    <a:lnTo>
                      <a:pt x="1576" y="0"/>
                    </a:lnTo>
                    <a:lnTo>
                      <a:pt x="788" y="1366"/>
                    </a:lnTo>
                    <a:close/>
                    <a:moveTo>
                      <a:pt x="40" y="24"/>
                    </a:moveTo>
                    <a:lnTo>
                      <a:pt x="788" y="1318"/>
                    </a:lnTo>
                    <a:lnTo>
                      <a:pt x="1536" y="24"/>
                    </a:lnTo>
                    <a:lnTo>
                      <a:pt x="40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1" name="Freeform 324"/>
              <p:cNvSpPr>
                <a:spLocks noEditPoints="1"/>
              </p:cNvSpPr>
              <p:nvPr/>
            </p:nvSpPr>
            <p:spPr bwMode="auto">
              <a:xfrm>
                <a:off x="9570361" y="441213"/>
                <a:ext cx="2503488" cy="2168525"/>
              </a:xfrm>
              <a:custGeom>
                <a:avLst/>
                <a:gdLst>
                  <a:gd name="T0" fmla="*/ 1577 w 1577"/>
                  <a:gd name="T1" fmla="*/ 1366 h 1366"/>
                  <a:gd name="T2" fmla="*/ 0 w 1577"/>
                  <a:gd name="T3" fmla="*/ 1366 h 1366"/>
                  <a:gd name="T4" fmla="*/ 788 w 1577"/>
                  <a:gd name="T5" fmla="*/ 0 h 1366"/>
                  <a:gd name="T6" fmla="*/ 1577 w 1577"/>
                  <a:gd name="T7" fmla="*/ 1366 h 1366"/>
                  <a:gd name="T8" fmla="*/ 41 w 1577"/>
                  <a:gd name="T9" fmla="*/ 1342 h 1366"/>
                  <a:gd name="T10" fmla="*/ 1536 w 1577"/>
                  <a:gd name="T11" fmla="*/ 1342 h 1366"/>
                  <a:gd name="T12" fmla="*/ 788 w 1577"/>
                  <a:gd name="T13" fmla="*/ 47 h 1366"/>
                  <a:gd name="T14" fmla="*/ 41 w 1577"/>
                  <a:gd name="T15" fmla="*/ 1342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6">
                    <a:moveTo>
                      <a:pt x="1577" y="1366"/>
                    </a:moveTo>
                    <a:lnTo>
                      <a:pt x="0" y="1366"/>
                    </a:lnTo>
                    <a:lnTo>
                      <a:pt x="788" y="0"/>
                    </a:lnTo>
                    <a:lnTo>
                      <a:pt x="1577" y="1366"/>
                    </a:lnTo>
                    <a:close/>
                    <a:moveTo>
                      <a:pt x="41" y="1342"/>
                    </a:moveTo>
                    <a:lnTo>
                      <a:pt x="1536" y="1342"/>
                    </a:lnTo>
                    <a:lnTo>
                      <a:pt x="788" y="47"/>
                    </a:lnTo>
                    <a:lnTo>
                      <a:pt x="41" y="13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2" name="Freeform 325"/>
              <p:cNvSpPr>
                <a:spLocks noEditPoints="1"/>
              </p:cNvSpPr>
              <p:nvPr/>
            </p:nvSpPr>
            <p:spPr bwMode="auto">
              <a:xfrm>
                <a:off x="10787973" y="460263"/>
                <a:ext cx="2501900" cy="2168525"/>
              </a:xfrm>
              <a:custGeom>
                <a:avLst/>
                <a:gdLst>
                  <a:gd name="T0" fmla="*/ 788 w 1576"/>
                  <a:gd name="T1" fmla="*/ 1366 h 1366"/>
                  <a:gd name="T2" fmla="*/ 0 w 1576"/>
                  <a:gd name="T3" fmla="*/ 0 h 1366"/>
                  <a:gd name="T4" fmla="*/ 1576 w 1576"/>
                  <a:gd name="T5" fmla="*/ 0 h 1366"/>
                  <a:gd name="T6" fmla="*/ 788 w 1576"/>
                  <a:gd name="T7" fmla="*/ 1366 h 1366"/>
                  <a:gd name="T8" fmla="*/ 40 w 1576"/>
                  <a:gd name="T9" fmla="*/ 24 h 1366"/>
                  <a:gd name="T10" fmla="*/ 788 w 1576"/>
                  <a:gd name="T11" fmla="*/ 1318 h 1366"/>
                  <a:gd name="T12" fmla="*/ 1536 w 1576"/>
                  <a:gd name="T13" fmla="*/ 24 h 1366"/>
                  <a:gd name="T14" fmla="*/ 40 w 1576"/>
                  <a:gd name="T15" fmla="*/ 24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6">
                    <a:moveTo>
                      <a:pt x="788" y="1366"/>
                    </a:moveTo>
                    <a:lnTo>
                      <a:pt x="0" y="0"/>
                    </a:lnTo>
                    <a:lnTo>
                      <a:pt x="1576" y="0"/>
                    </a:lnTo>
                    <a:lnTo>
                      <a:pt x="788" y="1366"/>
                    </a:lnTo>
                    <a:close/>
                    <a:moveTo>
                      <a:pt x="40" y="24"/>
                    </a:moveTo>
                    <a:lnTo>
                      <a:pt x="788" y="1318"/>
                    </a:lnTo>
                    <a:lnTo>
                      <a:pt x="1536" y="24"/>
                    </a:lnTo>
                    <a:lnTo>
                      <a:pt x="40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3" name="Freeform 326"/>
              <p:cNvSpPr>
                <a:spLocks noEditPoints="1"/>
              </p:cNvSpPr>
              <p:nvPr/>
            </p:nvSpPr>
            <p:spPr bwMode="auto">
              <a:xfrm>
                <a:off x="12008761" y="441213"/>
                <a:ext cx="2503488" cy="2168525"/>
              </a:xfrm>
              <a:custGeom>
                <a:avLst/>
                <a:gdLst>
                  <a:gd name="T0" fmla="*/ 1577 w 1577"/>
                  <a:gd name="T1" fmla="*/ 1366 h 1366"/>
                  <a:gd name="T2" fmla="*/ 0 w 1577"/>
                  <a:gd name="T3" fmla="*/ 1366 h 1366"/>
                  <a:gd name="T4" fmla="*/ 789 w 1577"/>
                  <a:gd name="T5" fmla="*/ 0 h 1366"/>
                  <a:gd name="T6" fmla="*/ 1577 w 1577"/>
                  <a:gd name="T7" fmla="*/ 1366 h 1366"/>
                  <a:gd name="T8" fmla="*/ 41 w 1577"/>
                  <a:gd name="T9" fmla="*/ 1342 h 1366"/>
                  <a:gd name="T10" fmla="*/ 1536 w 1577"/>
                  <a:gd name="T11" fmla="*/ 1342 h 1366"/>
                  <a:gd name="T12" fmla="*/ 789 w 1577"/>
                  <a:gd name="T13" fmla="*/ 47 h 1366"/>
                  <a:gd name="T14" fmla="*/ 41 w 1577"/>
                  <a:gd name="T15" fmla="*/ 1342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6">
                    <a:moveTo>
                      <a:pt x="1577" y="1366"/>
                    </a:moveTo>
                    <a:lnTo>
                      <a:pt x="0" y="1366"/>
                    </a:lnTo>
                    <a:lnTo>
                      <a:pt x="789" y="0"/>
                    </a:lnTo>
                    <a:lnTo>
                      <a:pt x="1577" y="1366"/>
                    </a:lnTo>
                    <a:close/>
                    <a:moveTo>
                      <a:pt x="41" y="1342"/>
                    </a:moveTo>
                    <a:lnTo>
                      <a:pt x="1536" y="1342"/>
                    </a:lnTo>
                    <a:lnTo>
                      <a:pt x="789" y="47"/>
                    </a:lnTo>
                    <a:lnTo>
                      <a:pt x="41" y="13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4" name="Freeform 327"/>
              <p:cNvSpPr>
                <a:spLocks noEditPoints="1"/>
              </p:cNvSpPr>
              <p:nvPr/>
            </p:nvSpPr>
            <p:spPr bwMode="auto">
              <a:xfrm>
                <a:off x="8349573" y="2552588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5 h 1368"/>
                  <a:gd name="T10" fmla="*/ 1536 w 1576"/>
                  <a:gd name="T11" fmla="*/ 1345 h 1368"/>
                  <a:gd name="T12" fmla="*/ 788 w 1576"/>
                  <a:gd name="T13" fmla="*/ 48 h 1368"/>
                  <a:gd name="T14" fmla="*/ 40 w 1576"/>
                  <a:gd name="T15" fmla="*/ 1345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5"/>
                    </a:moveTo>
                    <a:lnTo>
                      <a:pt x="1536" y="1345"/>
                    </a:lnTo>
                    <a:lnTo>
                      <a:pt x="788" y="48"/>
                    </a:lnTo>
                    <a:lnTo>
                      <a:pt x="40" y="13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5" name="Freeform 328"/>
              <p:cNvSpPr>
                <a:spLocks noEditPoints="1"/>
              </p:cNvSpPr>
              <p:nvPr/>
            </p:nvSpPr>
            <p:spPr bwMode="auto">
              <a:xfrm>
                <a:off x="9570361" y="2571638"/>
                <a:ext cx="2503488" cy="2171700"/>
              </a:xfrm>
              <a:custGeom>
                <a:avLst/>
                <a:gdLst>
                  <a:gd name="T0" fmla="*/ 788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8 w 1577"/>
                  <a:gd name="T7" fmla="*/ 1368 h 1368"/>
                  <a:gd name="T8" fmla="*/ 41 w 1577"/>
                  <a:gd name="T9" fmla="*/ 24 h 1368"/>
                  <a:gd name="T10" fmla="*/ 788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8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8" y="1368"/>
                    </a:lnTo>
                    <a:close/>
                    <a:moveTo>
                      <a:pt x="41" y="24"/>
                    </a:moveTo>
                    <a:lnTo>
                      <a:pt x="788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6" name="Freeform 329"/>
              <p:cNvSpPr>
                <a:spLocks noEditPoints="1"/>
              </p:cNvSpPr>
              <p:nvPr/>
            </p:nvSpPr>
            <p:spPr bwMode="auto">
              <a:xfrm>
                <a:off x="10787973" y="2552588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5 h 1368"/>
                  <a:gd name="T10" fmla="*/ 1536 w 1576"/>
                  <a:gd name="T11" fmla="*/ 1345 h 1368"/>
                  <a:gd name="T12" fmla="*/ 788 w 1576"/>
                  <a:gd name="T13" fmla="*/ 48 h 1368"/>
                  <a:gd name="T14" fmla="*/ 40 w 1576"/>
                  <a:gd name="T15" fmla="*/ 1345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5"/>
                    </a:moveTo>
                    <a:lnTo>
                      <a:pt x="1536" y="1345"/>
                    </a:lnTo>
                    <a:lnTo>
                      <a:pt x="788" y="48"/>
                    </a:lnTo>
                    <a:lnTo>
                      <a:pt x="40" y="13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57" name="Freeform 330"/>
              <p:cNvSpPr>
                <a:spLocks noEditPoints="1"/>
              </p:cNvSpPr>
              <p:nvPr/>
            </p:nvSpPr>
            <p:spPr bwMode="auto">
              <a:xfrm>
                <a:off x="12008761" y="2571638"/>
                <a:ext cx="2503488" cy="2171700"/>
              </a:xfrm>
              <a:custGeom>
                <a:avLst/>
                <a:gdLst>
                  <a:gd name="T0" fmla="*/ 789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9 w 1577"/>
                  <a:gd name="T7" fmla="*/ 1368 h 1368"/>
                  <a:gd name="T8" fmla="*/ 41 w 1577"/>
                  <a:gd name="T9" fmla="*/ 24 h 1368"/>
                  <a:gd name="T10" fmla="*/ 789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9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9" y="1368"/>
                    </a:lnTo>
                    <a:close/>
                    <a:moveTo>
                      <a:pt x="41" y="24"/>
                    </a:moveTo>
                    <a:lnTo>
                      <a:pt x="789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</p:grpSp>
        <p:grpSp>
          <p:nvGrpSpPr>
            <p:cNvPr id="115" name="Group 58"/>
            <p:cNvGrpSpPr/>
            <p:nvPr userDrawn="1"/>
          </p:nvGrpSpPr>
          <p:grpSpPr>
            <a:xfrm>
              <a:off x="2607344" y="-468621"/>
              <a:ext cx="2608160" cy="1961609"/>
              <a:chOff x="1925461" y="-469483"/>
              <a:chExt cx="5437137" cy="4089296"/>
            </a:xfrm>
            <a:solidFill>
              <a:schemeClr val="accent2">
                <a:lumMod val="60000"/>
                <a:lumOff val="40000"/>
                <a:alpha val="25000"/>
              </a:schemeClr>
            </a:solidFill>
          </p:grpSpPr>
          <p:sp>
            <p:nvSpPr>
              <p:cNvPr id="132" name="Freeform 61"/>
              <p:cNvSpPr>
                <a:spLocks/>
              </p:cNvSpPr>
              <p:nvPr/>
            </p:nvSpPr>
            <p:spPr bwMode="auto">
              <a:xfrm>
                <a:off x="1925461" y="2554358"/>
                <a:ext cx="921032" cy="1065455"/>
              </a:xfrm>
              <a:custGeom>
                <a:avLst/>
                <a:gdLst>
                  <a:gd name="T0" fmla="*/ 0 w 338"/>
                  <a:gd name="T1" fmla="*/ 197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7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7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33" name="Freeform 6"/>
              <p:cNvSpPr>
                <a:spLocks/>
              </p:cNvSpPr>
              <p:nvPr/>
            </p:nvSpPr>
            <p:spPr bwMode="auto">
              <a:xfrm>
                <a:off x="4588603" y="-469483"/>
                <a:ext cx="929208" cy="1062729"/>
              </a:xfrm>
              <a:custGeom>
                <a:avLst/>
                <a:gdLst>
                  <a:gd name="T0" fmla="*/ 0 w 341"/>
                  <a:gd name="T1" fmla="*/ 196 h 390"/>
                  <a:gd name="T2" fmla="*/ 341 w 341"/>
                  <a:gd name="T3" fmla="*/ 390 h 390"/>
                  <a:gd name="T4" fmla="*/ 338 w 341"/>
                  <a:gd name="T5" fmla="*/ 0 h 390"/>
                  <a:gd name="T6" fmla="*/ 0 w 341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1" h="390">
                    <a:moveTo>
                      <a:pt x="0" y="196"/>
                    </a:moveTo>
                    <a:lnTo>
                      <a:pt x="341" y="390"/>
                    </a:lnTo>
                    <a:lnTo>
                      <a:pt x="338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34" name="Freeform 42"/>
              <p:cNvSpPr>
                <a:spLocks/>
              </p:cNvSpPr>
              <p:nvPr/>
            </p:nvSpPr>
            <p:spPr bwMode="auto">
              <a:xfrm>
                <a:off x="5517809" y="64607"/>
                <a:ext cx="921032" cy="1065455"/>
              </a:xfrm>
              <a:custGeom>
                <a:avLst/>
                <a:gdLst>
                  <a:gd name="T0" fmla="*/ 0 w 338"/>
                  <a:gd name="T1" fmla="*/ 194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4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4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4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35" name="Freeform 43"/>
              <p:cNvSpPr>
                <a:spLocks/>
              </p:cNvSpPr>
              <p:nvPr/>
            </p:nvSpPr>
            <p:spPr bwMode="auto">
              <a:xfrm>
                <a:off x="6438840" y="-469483"/>
                <a:ext cx="923758" cy="1062729"/>
              </a:xfrm>
              <a:custGeom>
                <a:avLst/>
                <a:gdLst>
                  <a:gd name="T0" fmla="*/ 0 w 339"/>
                  <a:gd name="T1" fmla="*/ 196 h 390"/>
                  <a:gd name="T2" fmla="*/ 339 w 339"/>
                  <a:gd name="T3" fmla="*/ 390 h 390"/>
                  <a:gd name="T4" fmla="*/ 339 w 339"/>
                  <a:gd name="T5" fmla="*/ 0 h 390"/>
                  <a:gd name="T6" fmla="*/ 0 w 339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196"/>
                    </a:moveTo>
                    <a:lnTo>
                      <a:pt x="339" y="390"/>
                    </a:lnTo>
                    <a:lnTo>
                      <a:pt x="339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36" name="Freeform 63"/>
              <p:cNvSpPr>
                <a:spLocks/>
              </p:cNvSpPr>
              <p:nvPr/>
            </p:nvSpPr>
            <p:spPr bwMode="auto">
              <a:xfrm>
                <a:off x="4594053" y="593246"/>
                <a:ext cx="923758" cy="1070905"/>
              </a:xfrm>
              <a:custGeom>
                <a:avLst/>
                <a:gdLst>
                  <a:gd name="T0" fmla="*/ 0 w 339"/>
                  <a:gd name="T1" fmla="*/ 197 h 393"/>
                  <a:gd name="T2" fmla="*/ 339 w 339"/>
                  <a:gd name="T3" fmla="*/ 393 h 393"/>
                  <a:gd name="T4" fmla="*/ 339 w 339"/>
                  <a:gd name="T5" fmla="*/ 0 h 393"/>
                  <a:gd name="T6" fmla="*/ 0 w 339"/>
                  <a:gd name="T7" fmla="*/ 197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3">
                    <a:moveTo>
                      <a:pt x="0" y="197"/>
                    </a:moveTo>
                    <a:lnTo>
                      <a:pt x="339" y="393"/>
                    </a:lnTo>
                    <a:lnTo>
                      <a:pt x="339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37" name="Freeform 76"/>
              <p:cNvSpPr>
                <a:spLocks/>
              </p:cNvSpPr>
              <p:nvPr/>
            </p:nvSpPr>
            <p:spPr bwMode="auto">
              <a:xfrm>
                <a:off x="3646908" y="1658700"/>
                <a:ext cx="923758" cy="1062729"/>
              </a:xfrm>
              <a:custGeom>
                <a:avLst/>
                <a:gdLst>
                  <a:gd name="T0" fmla="*/ 0 w 339"/>
                  <a:gd name="T1" fmla="*/ 390 h 390"/>
                  <a:gd name="T2" fmla="*/ 0 w 339"/>
                  <a:gd name="T3" fmla="*/ 0 h 390"/>
                  <a:gd name="T4" fmla="*/ 339 w 339"/>
                  <a:gd name="T5" fmla="*/ 196 h 390"/>
                  <a:gd name="T6" fmla="*/ 0 w 339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390"/>
                    </a:moveTo>
                    <a:lnTo>
                      <a:pt x="0" y="0"/>
                    </a:lnTo>
                    <a:lnTo>
                      <a:pt x="339" y="196"/>
                    </a:lnTo>
                    <a:lnTo>
                      <a:pt x="0" y="390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138" name="Freeform 77"/>
              <p:cNvSpPr>
                <a:spLocks/>
              </p:cNvSpPr>
              <p:nvPr/>
            </p:nvSpPr>
            <p:spPr bwMode="auto">
              <a:xfrm>
                <a:off x="5548104" y="1683977"/>
                <a:ext cx="921032" cy="1065455"/>
              </a:xfrm>
              <a:custGeom>
                <a:avLst/>
                <a:gdLst>
                  <a:gd name="T0" fmla="*/ 0 w 338"/>
                  <a:gd name="T1" fmla="*/ 391 h 391"/>
                  <a:gd name="T2" fmla="*/ 0 w 338"/>
                  <a:gd name="T3" fmla="*/ 0 h 391"/>
                  <a:gd name="T4" fmla="*/ 338 w 338"/>
                  <a:gd name="T5" fmla="*/ 197 h 391"/>
                  <a:gd name="T6" fmla="*/ 0 w 338"/>
                  <a:gd name="T7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391"/>
                    </a:moveTo>
                    <a:lnTo>
                      <a:pt x="0" y="0"/>
                    </a:lnTo>
                    <a:lnTo>
                      <a:pt x="338" y="197"/>
                    </a:lnTo>
                    <a:lnTo>
                      <a:pt x="0" y="391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</p:grpSp>
      </p:grpSp>
      <p:grpSp>
        <p:nvGrpSpPr>
          <p:cNvPr id="116" name="Group 42"/>
          <p:cNvGrpSpPr/>
          <p:nvPr/>
        </p:nvGrpSpPr>
        <p:grpSpPr>
          <a:xfrm>
            <a:off x="1560131" y="2510550"/>
            <a:ext cx="3696591" cy="2780308"/>
            <a:chOff x="1925461" y="-469483"/>
            <a:chExt cx="5437137" cy="4089296"/>
          </a:xfrm>
          <a:solidFill>
            <a:schemeClr val="accent2">
              <a:lumMod val="60000"/>
              <a:lumOff val="40000"/>
              <a:alpha val="45000"/>
            </a:schemeClr>
          </a:solidFill>
        </p:grpSpPr>
        <p:sp>
          <p:nvSpPr>
            <p:cNvPr id="125" name="Freeform 61"/>
            <p:cNvSpPr>
              <a:spLocks/>
            </p:cNvSpPr>
            <p:nvPr/>
          </p:nvSpPr>
          <p:spPr bwMode="auto">
            <a:xfrm>
              <a:off x="1925461" y="2554358"/>
              <a:ext cx="921032" cy="1065455"/>
            </a:xfrm>
            <a:custGeom>
              <a:avLst/>
              <a:gdLst>
                <a:gd name="T0" fmla="*/ 0 w 338"/>
                <a:gd name="T1" fmla="*/ 197 h 391"/>
                <a:gd name="T2" fmla="*/ 338 w 338"/>
                <a:gd name="T3" fmla="*/ 391 h 391"/>
                <a:gd name="T4" fmla="*/ 338 w 338"/>
                <a:gd name="T5" fmla="*/ 0 h 391"/>
                <a:gd name="T6" fmla="*/ 0 w 338"/>
                <a:gd name="T7" fmla="*/ 197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8" h="391">
                  <a:moveTo>
                    <a:pt x="0" y="197"/>
                  </a:moveTo>
                  <a:lnTo>
                    <a:pt x="338" y="391"/>
                  </a:lnTo>
                  <a:lnTo>
                    <a:pt x="338" y="0"/>
                  </a:lnTo>
                  <a:lnTo>
                    <a:pt x="0" y="197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6" name="Freeform 6"/>
            <p:cNvSpPr>
              <a:spLocks/>
            </p:cNvSpPr>
            <p:nvPr/>
          </p:nvSpPr>
          <p:spPr bwMode="auto">
            <a:xfrm>
              <a:off x="4588603" y="-469483"/>
              <a:ext cx="929208" cy="1062729"/>
            </a:xfrm>
            <a:custGeom>
              <a:avLst/>
              <a:gdLst>
                <a:gd name="T0" fmla="*/ 0 w 341"/>
                <a:gd name="T1" fmla="*/ 196 h 390"/>
                <a:gd name="T2" fmla="*/ 341 w 341"/>
                <a:gd name="T3" fmla="*/ 390 h 390"/>
                <a:gd name="T4" fmla="*/ 338 w 341"/>
                <a:gd name="T5" fmla="*/ 0 h 390"/>
                <a:gd name="T6" fmla="*/ 0 w 341"/>
                <a:gd name="T7" fmla="*/ 196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1" h="390">
                  <a:moveTo>
                    <a:pt x="0" y="196"/>
                  </a:moveTo>
                  <a:lnTo>
                    <a:pt x="341" y="390"/>
                  </a:lnTo>
                  <a:lnTo>
                    <a:pt x="338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7" name="Freeform 42"/>
            <p:cNvSpPr>
              <a:spLocks/>
            </p:cNvSpPr>
            <p:nvPr/>
          </p:nvSpPr>
          <p:spPr bwMode="auto">
            <a:xfrm>
              <a:off x="5517809" y="64607"/>
              <a:ext cx="921032" cy="1065455"/>
            </a:xfrm>
            <a:custGeom>
              <a:avLst/>
              <a:gdLst>
                <a:gd name="T0" fmla="*/ 0 w 338"/>
                <a:gd name="T1" fmla="*/ 194 h 391"/>
                <a:gd name="T2" fmla="*/ 338 w 338"/>
                <a:gd name="T3" fmla="*/ 391 h 391"/>
                <a:gd name="T4" fmla="*/ 338 w 338"/>
                <a:gd name="T5" fmla="*/ 0 h 391"/>
                <a:gd name="T6" fmla="*/ 0 w 338"/>
                <a:gd name="T7" fmla="*/ 194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8" h="391">
                  <a:moveTo>
                    <a:pt x="0" y="194"/>
                  </a:moveTo>
                  <a:lnTo>
                    <a:pt x="338" y="391"/>
                  </a:lnTo>
                  <a:lnTo>
                    <a:pt x="338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8" name="Freeform 43"/>
            <p:cNvSpPr>
              <a:spLocks/>
            </p:cNvSpPr>
            <p:nvPr/>
          </p:nvSpPr>
          <p:spPr bwMode="auto">
            <a:xfrm>
              <a:off x="6438840" y="-469483"/>
              <a:ext cx="923758" cy="1062729"/>
            </a:xfrm>
            <a:custGeom>
              <a:avLst/>
              <a:gdLst>
                <a:gd name="T0" fmla="*/ 0 w 339"/>
                <a:gd name="T1" fmla="*/ 196 h 390"/>
                <a:gd name="T2" fmla="*/ 339 w 339"/>
                <a:gd name="T3" fmla="*/ 390 h 390"/>
                <a:gd name="T4" fmla="*/ 339 w 339"/>
                <a:gd name="T5" fmla="*/ 0 h 390"/>
                <a:gd name="T6" fmla="*/ 0 w 339"/>
                <a:gd name="T7" fmla="*/ 196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9" h="390">
                  <a:moveTo>
                    <a:pt x="0" y="196"/>
                  </a:moveTo>
                  <a:lnTo>
                    <a:pt x="339" y="390"/>
                  </a:lnTo>
                  <a:lnTo>
                    <a:pt x="339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9" name="Freeform 47"/>
            <p:cNvSpPr>
              <a:spLocks/>
            </p:cNvSpPr>
            <p:nvPr/>
          </p:nvSpPr>
          <p:spPr bwMode="auto">
            <a:xfrm>
              <a:off x="4594053" y="593246"/>
              <a:ext cx="923758" cy="1070905"/>
            </a:xfrm>
            <a:custGeom>
              <a:avLst/>
              <a:gdLst>
                <a:gd name="T0" fmla="*/ 0 w 339"/>
                <a:gd name="T1" fmla="*/ 197 h 393"/>
                <a:gd name="T2" fmla="*/ 339 w 339"/>
                <a:gd name="T3" fmla="*/ 393 h 393"/>
                <a:gd name="T4" fmla="*/ 339 w 339"/>
                <a:gd name="T5" fmla="*/ 0 h 393"/>
                <a:gd name="T6" fmla="*/ 0 w 339"/>
                <a:gd name="T7" fmla="*/ 19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9" h="393">
                  <a:moveTo>
                    <a:pt x="0" y="197"/>
                  </a:moveTo>
                  <a:lnTo>
                    <a:pt x="339" y="393"/>
                  </a:lnTo>
                  <a:lnTo>
                    <a:pt x="339" y="0"/>
                  </a:lnTo>
                  <a:lnTo>
                    <a:pt x="0" y="197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30" name="Freeform 76"/>
            <p:cNvSpPr>
              <a:spLocks/>
            </p:cNvSpPr>
            <p:nvPr/>
          </p:nvSpPr>
          <p:spPr bwMode="auto">
            <a:xfrm>
              <a:off x="3646908" y="1658700"/>
              <a:ext cx="923758" cy="1062729"/>
            </a:xfrm>
            <a:custGeom>
              <a:avLst/>
              <a:gdLst>
                <a:gd name="T0" fmla="*/ 0 w 339"/>
                <a:gd name="T1" fmla="*/ 390 h 390"/>
                <a:gd name="T2" fmla="*/ 0 w 339"/>
                <a:gd name="T3" fmla="*/ 0 h 390"/>
                <a:gd name="T4" fmla="*/ 339 w 339"/>
                <a:gd name="T5" fmla="*/ 196 h 390"/>
                <a:gd name="T6" fmla="*/ 0 w 339"/>
                <a:gd name="T7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9" h="390">
                  <a:moveTo>
                    <a:pt x="0" y="390"/>
                  </a:moveTo>
                  <a:lnTo>
                    <a:pt x="0" y="0"/>
                  </a:lnTo>
                  <a:lnTo>
                    <a:pt x="339" y="196"/>
                  </a:lnTo>
                  <a:lnTo>
                    <a:pt x="0" y="390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31" name="Freeform 77"/>
            <p:cNvSpPr>
              <a:spLocks/>
            </p:cNvSpPr>
            <p:nvPr/>
          </p:nvSpPr>
          <p:spPr bwMode="auto">
            <a:xfrm>
              <a:off x="5548104" y="1683977"/>
              <a:ext cx="921032" cy="1065455"/>
            </a:xfrm>
            <a:custGeom>
              <a:avLst/>
              <a:gdLst>
                <a:gd name="T0" fmla="*/ 0 w 338"/>
                <a:gd name="T1" fmla="*/ 391 h 391"/>
                <a:gd name="T2" fmla="*/ 0 w 338"/>
                <a:gd name="T3" fmla="*/ 0 h 391"/>
                <a:gd name="T4" fmla="*/ 338 w 338"/>
                <a:gd name="T5" fmla="*/ 197 h 391"/>
                <a:gd name="T6" fmla="*/ 0 w 338"/>
                <a:gd name="T7" fmla="*/ 391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8" h="391">
                  <a:moveTo>
                    <a:pt x="0" y="391"/>
                  </a:moveTo>
                  <a:lnTo>
                    <a:pt x="0" y="0"/>
                  </a:lnTo>
                  <a:lnTo>
                    <a:pt x="338" y="197"/>
                  </a:lnTo>
                  <a:lnTo>
                    <a:pt x="0" y="391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</p:grpSp>
      <p:grpSp>
        <p:nvGrpSpPr>
          <p:cNvPr id="117" name="Group 50"/>
          <p:cNvGrpSpPr/>
          <p:nvPr/>
        </p:nvGrpSpPr>
        <p:grpSpPr>
          <a:xfrm>
            <a:off x="4065969" y="1481669"/>
            <a:ext cx="3696591" cy="2780308"/>
            <a:chOff x="1925461" y="-469483"/>
            <a:chExt cx="5437137" cy="4089296"/>
          </a:xfrm>
          <a:solidFill>
            <a:schemeClr val="accent2">
              <a:alpha val="25000"/>
            </a:schemeClr>
          </a:solidFill>
        </p:grpSpPr>
        <p:sp>
          <p:nvSpPr>
            <p:cNvPr id="118" name="Freeform 61"/>
            <p:cNvSpPr>
              <a:spLocks/>
            </p:cNvSpPr>
            <p:nvPr/>
          </p:nvSpPr>
          <p:spPr bwMode="auto">
            <a:xfrm>
              <a:off x="1925461" y="2554358"/>
              <a:ext cx="921032" cy="1065455"/>
            </a:xfrm>
            <a:custGeom>
              <a:avLst/>
              <a:gdLst>
                <a:gd name="T0" fmla="*/ 0 w 338"/>
                <a:gd name="T1" fmla="*/ 197 h 391"/>
                <a:gd name="T2" fmla="*/ 338 w 338"/>
                <a:gd name="T3" fmla="*/ 391 h 391"/>
                <a:gd name="T4" fmla="*/ 338 w 338"/>
                <a:gd name="T5" fmla="*/ 0 h 391"/>
                <a:gd name="T6" fmla="*/ 0 w 338"/>
                <a:gd name="T7" fmla="*/ 197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8" h="391">
                  <a:moveTo>
                    <a:pt x="0" y="197"/>
                  </a:moveTo>
                  <a:lnTo>
                    <a:pt x="338" y="391"/>
                  </a:lnTo>
                  <a:lnTo>
                    <a:pt x="338" y="0"/>
                  </a:lnTo>
                  <a:lnTo>
                    <a:pt x="0" y="197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19" name="Freeform 6"/>
            <p:cNvSpPr>
              <a:spLocks/>
            </p:cNvSpPr>
            <p:nvPr/>
          </p:nvSpPr>
          <p:spPr bwMode="auto">
            <a:xfrm>
              <a:off x="4588603" y="-469483"/>
              <a:ext cx="929208" cy="1062729"/>
            </a:xfrm>
            <a:custGeom>
              <a:avLst/>
              <a:gdLst>
                <a:gd name="T0" fmla="*/ 0 w 341"/>
                <a:gd name="T1" fmla="*/ 196 h 390"/>
                <a:gd name="T2" fmla="*/ 341 w 341"/>
                <a:gd name="T3" fmla="*/ 390 h 390"/>
                <a:gd name="T4" fmla="*/ 338 w 341"/>
                <a:gd name="T5" fmla="*/ 0 h 390"/>
                <a:gd name="T6" fmla="*/ 0 w 341"/>
                <a:gd name="T7" fmla="*/ 196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1" h="390">
                  <a:moveTo>
                    <a:pt x="0" y="196"/>
                  </a:moveTo>
                  <a:lnTo>
                    <a:pt x="341" y="390"/>
                  </a:lnTo>
                  <a:lnTo>
                    <a:pt x="338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0" name="Freeform 42"/>
            <p:cNvSpPr>
              <a:spLocks/>
            </p:cNvSpPr>
            <p:nvPr/>
          </p:nvSpPr>
          <p:spPr bwMode="auto">
            <a:xfrm>
              <a:off x="5517809" y="64607"/>
              <a:ext cx="921032" cy="1065455"/>
            </a:xfrm>
            <a:custGeom>
              <a:avLst/>
              <a:gdLst>
                <a:gd name="T0" fmla="*/ 0 w 338"/>
                <a:gd name="T1" fmla="*/ 194 h 391"/>
                <a:gd name="T2" fmla="*/ 338 w 338"/>
                <a:gd name="T3" fmla="*/ 391 h 391"/>
                <a:gd name="T4" fmla="*/ 338 w 338"/>
                <a:gd name="T5" fmla="*/ 0 h 391"/>
                <a:gd name="T6" fmla="*/ 0 w 338"/>
                <a:gd name="T7" fmla="*/ 194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8" h="391">
                  <a:moveTo>
                    <a:pt x="0" y="194"/>
                  </a:moveTo>
                  <a:lnTo>
                    <a:pt x="338" y="391"/>
                  </a:lnTo>
                  <a:lnTo>
                    <a:pt x="338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1" name="Freeform 43"/>
            <p:cNvSpPr>
              <a:spLocks/>
            </p:cNvSpPr>
            <p:nvPr/>
          </p:nvSpPr>
          <p:spPr bwMode="auto">
            <a:xfrm>
              <a:off x="6438840" y="-469483"/>
              <a:ext cx="923758" cy="1062729"/>
            </a:xfrm>
            <a:custGeom>
              <a:avLst/>
              <a:gdLst>
                <a:gd name="T0" fmla="*/ 0 w 339"/>
                <a:gd name="T1" fmla="*/ 196 h 390"/>
                <a:gd name="T2" fmla="*/ 339 w 339"/>
                <a:gd name="T3" fmla="*/ 390 h 390"/>
                <a:gd name="T4" fmla="*/ 339 w 339"/>
                <a:gd name="T5" fmla="*/ 0 h 390"/>
                <a:gd name="T6" fmla="*/ 0 w 339"/>
                <a:gd name="T7" fmla="*/ 196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9" h="390">
                  <a:moveTo>
                    <a:pt x="0" y="196"/>
                  </a:moveTo>
                  <a:lnTo>
                    <a:pt x="339" y="390"/>
                  </a:lnTo>
                  <a:lnTo>
                    <a:pt x="339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2" name="Freeform 55"/>
            <p:cNvSpPr>
              <a:spLocks/>
            </p:cNvSpPr>
            <p:nvPr/>
          </p:nvSpPr>
          <p:spPr bwMode="auto">
            <a:xfrm>
              <a:off x="4594053" y="593246"/>
              <a:ext cx="923758" cy="1070905"/>
            </a:xfrm>
            <a:custGeom>
              <a:avLst/>
              <a:gdLst>
                <a:gd name="T0" fmla="*/ 0 w 339"/>
                <a:gd name="T1" fmla="*/ 197 h 393"/>
                <a:gd name="T2" fmla="*/ 339 w 339"/>
                <a:gd name="T3" fmla="*/ 393 h 393"/>
                <a:gd name="T4" fmla="*/ 339 w 339"/>
                <a:gd name="T5" fmla="*/ 0 h 393"/>
                <a:gd name="T6" fmla="*/ 0 w 339"/>
                <a:gd name="T7" fmla="*/ 19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9" h="393">
                  <a:moveTo>
                    <a:pt x="0" y="197"/>
                  </a:moveTo>
                  <a:lnTo>
                    <a:pt x="339" y="393"/>
                  </a:lnTo>
                  <a:lnTo>
                    <a:pt x="339" y="0"/>
                  </a:lnTo>
                  <a:lnTo>
                    <a:pt x="0" y="197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3" name="Freeform 76"/>
            <p:cNvSpPr>
              <a:spLocks/>
            </p:cNvSpPr>
            <p:nvPr/>
          </p:nvSpPr>
          <p:spPr bwMode="auto">
            <a:xfrm>
              <a:off x="3646908" y="1658700"/>
              <a:ext cx="923758" cy="1062729"/>
            </a:xfrm>
            <a:custGeom>
              <a:avLst/>
              <a:gdLst>
                <a:gd name="T0" fmla="*/ 0 w 339"/>
                <a:gd name="T1" fmla="*/ 390 h 390"/>
                <a:gd name="T2" fmla="*/ 0 w 339"/>
                <a:gd name="T3" fmla="*/ 0 h 390"/>
                <a:gd name="T4" fmla="*/ 339 w 339"/>
                <a:gd name="T5" fmla="*/ 196 h 390"/>
                <a:gd name="T6" fmla="*/ 0 w 339"/>
                <a:gd name="T7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9" h="390">
                  <a:moveTo>
                    <a:pt x="0" y="390"/>
                  </a:moveTo>
                  <a:lnTo>
                    <a:pt x="0" y="0"/>
                  </a:lnTo>
                  <a:lnTo>
                    <a:pt x="339" y="196"/>
                  </a:lnTo>
                  <a:lnTo>
                    <a:pt x="0" y="390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4" name="Freeform 77"/>
            <p:cNvSpPr>
              <a:spLocks/>
            </p:cNvSpPr>
            <p:nvPr/>
          </p:nvSpPr>
          <p:spPr bwMode="auto">
            <a:xfrm>
              <a:off x="5548104" y="1683977"/>
              <a:ext cx="921032" cy="1065455"/>
            </a:xfrm>
            <a:custGeom>
              <a:avLst/>
              <a:gdLst>
                <a:gd name="T0" fmla="*/ 0 w 338"/>
                <a:gd name="T1" fmla="*/ 391 h 391"/>
                <a:gd name="T2" fmla="*/ 0 w 338"/>
                <a:gd name="T3" fmla="*/ 0 h 391"/>
                <a:gd name="T4" fmla="*/ 338 w 338"/>
                <a:gd name="T5" fmla="*/ 197 h 391"/>
                <a:gd name="T6" fmla="*/ 0 w 338"/>
                <a:gd name="T7" fmla="*/ 391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8" h="391">
                  <a:moveTo>
                    <a:pt x="0" y="391"/>
                  </a:moveTo>
                  <a:lnTo>
                    <a:pt x="0" y="0"/>
                  </a:lnTo>
                  <a:lnTo>
                    <a:pt x="338" y="197"/>
                  </a:lnTo>
                  <a:lnTo>
                    <a:pt x="0" y="391"/>
                  </a:lnTo>
                  <a:close/>
                </a:path>
              </a:pathLst>
            </a:custGeom>
            <a:grpFill/>
            <a:ln w="15875" cap="flat">
              <a:solidFill>
                <a:schemeClr val="bg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</p:grpSp>
      <p:grpSp>
        <p:nvGrpSpPr>
          <p:cNvPr id="271" name="组合 270"/>
          <p:cNvGrpSpPr/>
          <p:nvPr userDrawn="1"/>
        </p:nvGrpSpPr>
        <p:grpSpPr>
          <a:xfrm>
            <a:off x="11431575" y="5114395"/>
            <a:ext cx="3619288" cy="1064058"/>
            <a:chOff x="0" y="3026106"/>
            <a:chExt cx="1581119" cy="710409"/>
          </a:xfrm>
        </p:grpSpPr>
        <p:sp>
          <p:nvSpPr>
            <p:cNvPr id="272" name="文本框 271"/>
            <p:cNvSpPr txBox="1"/>
            <p:nvPr/>
          </p:nvSpPr>
          <p:spPr>
            <a:xfrm>
              <a:off x="3662" y="3303495"/>
              <a:ext cx="1577457" cy="433020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endParaRPr lang="zh-CN" altLang="en-US" sz="16601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73" name="矩形 272"/>
            <p:cNvSpPr/>
            <p:nvPr/>
          </p:nvSpPr>
          <p:spPr>
            <a:xfrm>
              <a:off x="0" y="3026106"/>
              <a:ext cx="1251032" cy="218356"/>
            </a:xfrm>
            <a:prstGeom prst="rect">
              <a:avLst/>
            </a:prstGeom>
            <a:noFill/>
          </p:spPr>
          <p:txBody>
            <a:bodyPr wrap="none" numCol="1" rtlCol="0">
              <a:prstTxWarp prst="textPlain">
                <a:avLst/>
              </a:prstTxWarp>
              <a:spAutoFit/>
            </a:bodyPr>
            <a:lstStyle/>
            <a:p>
              <a:pPr lvl="0"/>
              <a:endParaRPr lang="en-US" altLang="zh-CN" sz="16601" b="1" noProof="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953085" y="6528318"/>
            <a:ext cx="4186808" cy="526514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8" indent="0">
              <a:buNone/>
              <a:defRPr/>
            </a:lvl2pPr>
            <a:lvl3pPr marL="914396" indent="0">
              <a:buNone/>
              <a:defRPr/>
            </a:lvl3pPr>
            <a:lvl4pPr marL="1371595" indent="0">
              <a:buNone/>
              <a:defRPr/>
            </a:lvl4pPr>
            <a:lvl5pPr marL="1828795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953085" y="7054834"/>
            <a:ext cx="4186808" cy="526514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8" indent="0">
              <a:buNone/>
              <a:defRPr/>
            </a:lvl2pPr>
            <a:lvl3pPr marL="914396" indent="0">
              <a:buNone/>
              <a:defRPr/>
            </a:lvl3pPr>
            <a:lvl4pPr marL="1371595" indent="0">
              <a:buNone/>
              <a:defRPr/>
            </a:lvl4pPr>
            <a:lvl5pPr marL="1828795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52345" y="4301505"/>
            <a:ext cx="15378696" cy="79202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99" indent="0" algn="ctr">
              <a:buNone/>
              <a:defRPr sz="2000"/>
            </a:lvl2pPr>
            <a:lvl3pPr marL="914397" indent="0" algn="ctr">
              <a:buNone/>
              <a:defRPr sz="1800"/>
            </a:lvl3pPr>
            <a:lvl4pPr marL="1371596" indent="0" algn="ctr">
              <a:buNone/>
              <a:defRPr sz="1600"/>
            </a:lvl4pPr>
            <a:lvl5pPr marL="1828795" indent="0" algn="ctr">
              <a:buNone/>
              <a:defRPr sz="1600"/>
            </a:lvl5pPr>
            <a:lvl6pPr marL="2285993" indent="0" algn="ctr">
              <a:buNone/>
              <a:defRPr sz="1600"/>
            </a:lvl6pPr>
            <a:lvl7pPr marL="2743191" indent="0" algn="ctr">
              <a:buNone/>
              <a:defRPr sz="1600"/>
            </a:lvl7pPr>
            <a:lvl8pPr marL="3200390" indent="0" algn="ctr">
              <a:buNone/>
              <a:defRPr sz="1600"/>
            </a:lvl8pPr>
            <a:lvl9pPr marL="365759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9497" y="1915624"/>
            <a:ext cx="15378696" cy="2205878"/>
          </a:xfrm>
        </p:spPr>
        <p:txBody>
          <a:bodyPr anchor="b">
            <a:normAutofit/>
          </a:bodyPr>
          <a:lstStyle>
            <a:lvl1pPr algn="l">
              <a:defRPr sz="88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274" name="文本框 273"/>
          <p:cNvSpPr txBox="1"/>
          <p:nvPr userDrawn="1"/>
        </p:nvSpPr>
        <p:spPr>
          <a:xfrm>
            <a:off x="11431577" y="6324292"/>
            <a:ext cx="5258287" cy="916521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9600" dirty="0">
                <a:solidFill>
                  <a:srgbClr val="EAECEF"/>
                </a:solidFill>
                <a:latin typeface="Impact" panose="020B0806030902050204" pitchFamily="34" charset="0"/>
              </a:rPr>
              <a:t>BOND MARKET</a:t>
            </a:r>
            <a:endParaRPr lang="zh-CN" altLang="en-US" sz="9600" dirty="0">
              <a:solidFill>
                <a:srgbClr val="EAECEF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9497" y="1593045"/>
            <a:ext cx="15378696" cy="782874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6896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7" y="2"/>
            <a:ext cx="15378696" cy="14580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9497" y="2581154"/>
            <a:ext cx="15466444" cy="679433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5B6E052-3943-4930-B023-9775FD793A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49497" y="1503885"/>
            <a:ext cx="15466444" cy="906774"/>
          </a:xfrm>
        </p:spPr>
        <p:txBody>
          <a:bodyPr anchor="b">
            <a:noAutofit/>
          </a:bodyPr>
          <a:lstStyle>
            <a:lvl1pPr marL="285763" indent="-285763">
              <a:buFont typeface="Arial" panose="020B0604020202020204" pitchFamily="34" charset="0"/>
              <a:buChar char="•"/>
              <a:defRPr sz="2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85" indent="-285763">
              <a:buFont typeface="Arial" panose="020B0604020202020204" pitchFamily="34" charset="0"/>
              <a:buChar char="•"/>
              <a:defRPr sz="1400" b="0"/>
            </a:lvl2pPr>
            <a:lvl3pPr marL="914443" indent="0">
              <a:buNone/>
              <a:defRPr sz="1800" b="1"/>
            </a:lvl3pPr>
            <a:lvl4pPr marL="1371665" indent="0">
              <a:buNone/>
              <a:defRPr sz="1600" b="1"/>
            </a:lvl4pPr>
            <a:lvl5pPr marL="1828886" indent="0">
              <a:buNone/>
              <a:defRPr sz="1600" b="1"/>
            </a:lvl5pPr>
            <a:lvl6pPr marL="2286107" indent="0">
              <a:buNone/>
              <a:defRPr sz="1600" b="1"/>
            </a:lvl6pPr>
            <a:lvl7pPr marL="2743328" indent="0">
              <a:buNone/>
              <a:defRPr sz="1600" b="1"/>
            </a:lvl7pPr>
            <a:lvl8pPr marL="3200550" indent="0">
              <a:buNone/>
              <a:defRPr sz="1600" b="1"/>
            </a:lvl8pPr>
            <a:lvl9pPr marL="3657771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4440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7" y="2"/>
            <a:ext cx="15466444" cy="14580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9497" y="2963119"/>
            <a:ext cx="15466444" cy="641237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5B6E052-3943-4930-B023-9775FD793A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49497" y="1608881"/>
            <a:ext cx="15466444" cy="1203766"/>
          </a:xfrm>
        </p:spPr>
        <p:txBody>
          <a:bodyPr anchor="b">
            <a:noAutofit/>
          </a:bodyPr>
          <a:lstStyle>
            <a:lvl1pPr marL="342900" marR="0" indent="-342900" algn="l" defTabSz="914397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85" indent="-285763">
              <a:buFont typeface="Arial" panose="020B0604020202020204" pitchFamily="34" charset="0"/>
              <a:buChar char="•"/>
              <a:defRPr sz="1400" b="0"/>
            </a:lvl2pPr>
            <a:lvl3pPr marL="914443" indent="0">
              <a:buNone/>
              <a:defRPr sz="1800" b="1"/>
            </a:lvl3pPr>
            <a:lvl4pPr marL="1371665" indent="0">
              <a:buNone/>
              <a:defRPr sz="1600" b="1"/>
            </a:lvl4pPr>
            <a:lvl5pPr marL="1828886" indent="0">
              <a:buNone/>
              <a:defRPr sz="1600" b="1"/>
            </a:lvl5pPr>
            <a:lvl6pPr marL="2286107" indent="0">
              <a:buNone/>
              <a:defRPr sz="1600" b="1"/>
            </a:lvl6pPr>
            <a:lvl7pPr marL="2743328" indent="0">
              <a:buNone/>
              <a:defRPr sz="1600" b="1"/>
            </a:lvl7pPr>
            <a:lvl8pPr marL="3200550" indent="0">
              <a:buNone/>
              <a:defRPr sz="1600" b="1"/>
            </a:lvl8pPr>
            <a:lvl9pPr marL="3657771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marL="285763" marR="0" lvl="0" indent="-285763" algn="l" defTabSz="914397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4263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5">
            <a:extLst>
              <a:ext uri="{FF2B5EF4-FFF2-40B4-BE49-F238E27FC236}">
                <a16:creationId xmlns:a16="http://schemas.microsoft.com/office/drawing/2014/main" id="{ED1F311C-D1FD-4E92-8BA5-CF12C8E3C83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" y="0"/>
            <a:ext cx="17279937" cy="158764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txBody>
          <a:bodyPr anchor="ctr"/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563191" y="3"/>
            <a:ext cx="14716747" cy="1489646"/>
          </a:xfrm>
          <a:solidFill>
            <a:schemeClr val="bg1"/>
          </a:solidFill>
        </p:spPr>
        <p:txBody>
          <a:bodyPr/>
          <a:lstStyle>
            <a:lvl1pPr>
              <a:defRPr b="1">
                <a:solidFill>
                  <a:schemeClr val="accent5"/>
                </a:solidFill>
                <a:effectLst/>
              </a:defRPr>
            </a:lvl1pPr>
          </a:lstStyle>
          <a:p>
            <a:r>
              <a:rPr lang="zh-CN" altLang="en-US" dirty="0"/>
              <a:t>  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25B1474D-C9AF-4043-9615-F37494C3C66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" y="9674543"/>
            <a:ext cx="17279937" cy="45719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txBody>
          <a:bodyPr anchor="ctr"/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DFF20E2-CFDC-4FDA-95D1-45C9C72B1174}"/>
              </a:ext>
            </a:extLst>
          </p:cNvPr>
          <p:cNvSpPr txBox="1">
            <a:spLocks/>
          </p:cNvSpPr>
          <p:nvPr userDrawn="1"/>
        </p:nvSpPr>
        <p:spPr>
          <a:xfrm>
            <a:off x="1220396" y="367252"/>
            <a:ext cx="1342795" cy="103595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3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案例</a:t>
            </a:r>
          </a:p>
        </p:txBody>
      </p:sp>
      <p:sp>
        <p:nvSpPr>
          <p:cNvPr id="6" name="KSO_Shape">
            <a:extLst>
              <a:ext uri="{FF2B5EF4-FFF2-40B4-BE49-F238E27FC236}">
                <a16:creationId xmlns:a16="http://schemas.microsoft.com/office/drawing/2014/main" id="{6AB9EAB4-4D31-40E6-BB6E-01D167ACF88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0223" y="184437"/>
            <a:ext cx="1059950" cy="1218766"/>
          </a:xfrm>
          <a:custGeom>
            <a:avLst/>
            <a:gdLst>
              <a:gd name="T0" fmla="*/ 238092 w 4627563"/>
              <a:gd name="T1" fmla="*/ 409385 h 5299074"/>
              <a:gd name="T2" fmla="*/ 232614 w 4627563"/>
              <a:gd name="T3" fmla="*/ 414382 h 5299074"/>
              <a:gd name="T4" fmla="*/ 228238 w 4627563"/>
              <a:gd name="T5" fmla="*/ 408372 h 5299074"/>
              <a:gd name="T6" fmla="*/ 258792 w 4627563"/>
              <a:gd name="T7" fmla="*/ 361234 h 5299074"/>
              <a:gd name="T8" fmla="*/ 266340 w 4627563"/>
              <a:gd name="T9" fmla="*/ 369169 h 5299074"/>
              <a:gd name="T10" fmla="*/ 259601 w 4627563"/>
              <a:gd name="T11" fmla="*/ 377881 h 5299074"/>
              <a:gd name="T12" fmla="*/ 250503 w 4627563"/>
              <a:gd name="T13" fmla="*/ 373626 h 5299074"/>
              <a:gd name="T14" fmla="*/ 251986 w 4627563"/>
              <a:gd name="T15" fmla="*/ 363631 h 5299074"/>
              <a:gd name="T16" fmla="*/ 280733 w 4627563"/>
              <a:gd name="T17" fmla="*/ 321761 h 5299074"/>
              <a:gd name="T18" fmla="*/ 287257 w 4627563"/>
              <a:gd name="T19" fmla="*/ 326927 h 5299074"/>
              <a:gd name="T20" fmla="*/ 287896 w 4627563"/>
              <a:gd name="T21" fmla="*/ 335537 h 5299074"/>
              <a:gd name="T22" fmla="*/ 282146 w 4627563"/>
              <a:gd name="T23" fmla="*/ 341582 h 5299074"/>
              <a:gd name="T24" fmla="*/ 273570 w 4627563"/>
              <a:gd name="T25" fmla="*/ 341345 h 5299074"/>
              <a:gd name="T26" fmla="*/ 268156 w 4627563"/>
              <a:gd name="T27" fmla="*/ 335031 h 5299074"/>
              <a:gd name="T28" fmla="*/ 269199 w 4627563"/>
              <a:gd name="T29" fmla="*/ 326522 h 5299074"/>
              <a:gd name="T30" fmla="*/ 275992 w 4627563"/>
              <a:gd name="T31" fmla="*/ 321659 h 5299074"/>
              <a:gd name="T32" fmla="*/ 232954 w 4627563"/>
              <a:gd name="T33" fmla="*/ 311607 h 5299074"/>
              <a:gd name="T34" fmla="*/ 240412 w 4627563"/>
              <a:gd name="T35" fmla="*/ 324879 h 5299074"/>
              <a:gd name="T36" fmla="*/ 235608 w 4627563"/>
              <a:gd name="T37" fmla="*/ 339573 h 5299074"/>
              <a:gd name="T38" fmla="*/ 221664 w 4627563"/>
              <a:gd name="T39" fmla="*/ 345769 h 5299074"/>
              <a:gd name="T40" fmla="*/ 207721 w 4627563"/>
              <a:gd name="T41" fmla="*/ 339573 h 5299074"/>
              <a:gd name="T42" fmla="*/ 202950 w 4627563"/>
              <a:gd name="T43" fmla="*/ 324879 h 5299074"/>
              <a:gd name="T44" fmla="*/ 210409 w 4627563"/>
              <a:gd name="T45" fmla="*/ 311607 h 5299074"/>
              <a:gd name="T46" fmla="*/ 186827 w 4627563"/>
              <a:gd name="T47" fmla="*/ 290628 h 5299074"/>
              <a:gd name="T48" fmla="*/ 193396 w 4627563"/>
              <a:gd name="T49" fmla="*/ 294793 h 5299074"/>
              <a:gd name="T50" fmla="*/ 194744 w 4627563"/>
              <a:gd name="T51" fmla="*/ 302586 h 5299074"/>
              <a:gd name="T52" fmla="*/ 189960 w 4627563"/>
              <a:gd name="T53" fmla="*/ 308666 h 5299074"/>
              <a:gd name="T54" fmla="*/ 182044 w 4627563"/>
              <a:gd name="T55" fmla="*/ 309237 h 5299074"/>
              <a:gd name="T56" fmla="*/ 176452 w 4627563"/>
              <a:gd name="T57" fmla="*/ 303963 h 5299074"/>
              <a:gd name="T58" fmla="*/ 176654 w 4627563"/>
              <a:gd name="T59" fmla="*/ 296002 h 5299074"/>
              <a:gd name="T60" fmla="*/ 182482 w 4627563"/>
              <a:gd name="T61" fmla="*/ 290964 h 5299074"/>
              <a:gd name="T62" fmla="*/ 250510 w 4627563"/>
              <a:gd name="T63" fmla="*/ 275499 h 5299074"/>
              <a:gd name="T64" fmla="*/ 257429 w 4627563"/>
              <a:gd name="T65" fmla="*/ 284369 h 5299074"/>
              <a:gd name="T66" fmla="*/ 255481 w 4627563"/>
              <a:gd name="T67" fmla="*/ 295802 h 5299074"/>
              <a:gd name="T68" fmla="*/ 245942 w 4627563"/>
              <a:gd name="T69" fmla="*/ 301873 h 5299074"/>
              <a:gd name="T70" fmla="*/ 234858 w 4627563"/>
              <a:gd name="T71" fmla="*/ 298803 h 5299074"/>
              <a:gd name="T72" fmla="*/ 229752 w 4627563"/>
              <a:gd name="T73" fmla="*/ 288652 h 5299074"/>
              <a:gd name="T74" fmla="*/ 233883 w 4627563"/>
              <a:gd name="T75" fmla="*/ 277927 h 5299074"/>
              <a:gd name="T76" fmla="*/ 113649 w 4627563"/>
              <a:gd name="T77" fmla="*/ 255275 h 5299074"/>
              <a:gd name="T78" fmla="*/ 34200 w 4627563"/>
              <a:gd name="T79" fmla="*/ 398933 h 5299074"/>
              <a:gd name="T80" fmla="*/ 42270 w 4627563"/>
              <a:gd name="T81" fmla="*/ 417212 h 5299074"/>
              <a:gd name="T82" fmla="*/ 339386 w 4627563"/>
              <a:gd name="T83" fmla="*/ 426773 h 5299074"/>
              <a:gd name="T84" fmla="*/ 354583 w 4627563"/>
              <a:gd name="T85" fmla="*/ 409745 h 5299074"/>
              <a:gd name="T86" fmla="*/ 358853 w 4627563"/>
              <a:gd name="T87" fmla="*/ 387311 h 5299074"/>
              <a:gd name="T88" fmla="*/ 277236 w 4627563"/>
              <a:gd name="T89" fmla="*/ 256577 h 5299074"/>
              <a:gd name="T90" fmla="*/ 245127 w 4627563"/>
              <a:gd name="T91" fmla="*/ 261788 h 5299074"/>
              <a:gd name="T92" fmla="*/ 143623 w 4627563"/>
              <a:gd name="T93" fmla="*/ 261551 h 5299074"/>
              <a:gd name="T94" fmla="*/ 114338 w 4627563"/>
              <a:gd name="T95" fmla="*/ 256374 h 5299074"/>
              <a:gd name="T96" fmla="*/ 253852 w 4627563"/>
              <a:gd name="T97" fmla="*/ 3950 h 5299074"/>
              <a:gd name="T98" fmla="*/ 263773 w 4627563"/>
              <a:gd name="T99" fmla="*/ 17657 h 5299074"/>
              <a:gd name="T100" fmla="*/ 263134 w 4627563"/>
              <a:gd name="T101" fmla="*/ 32276 h 5299074"/>
              <a:gd name="T102" fmla="*/ 390161 w 4627563"/>
              <a:gd name="T103" fmla="*/ 382517 h 5299074"/>
              <a:gd name="T104" fmla="*/ 391574 w 4627563"/>
              <a:gd name="T105" fmla="*/ 407737 h 5299074"/>
              <a:gd name="T106" fmla="*/ 383435 w 4627563"/>
              <a:gd name="T107" fmla="*/ 431032 h 5299074"/>
              <a:gd name="T108" fmla="*/ 360599 w 4627563"/>
              <a:gd name="T109" fmla="*/ 450850 h 5299074"/>
              <a:gd name="T110" fmla="*/ 9585 w 4627563"/>
              <a:gd name="T111" fmla="*/ 432383 h 5299074"/>
              <a:gd name="T112" fmla="*/ 706 w 4627563"/>
              <a:gd name="T113" fmla="*/ 409053 h 5299074"/>
              <a:gd name="T114" fmla="*/ 1749 w 4627563"/>
              <a:gd name="T115" fmla="*/ 383260 h 5299074"/>
              <a:gd name="T116" fmla="*/ 129247 w 4627563"/>
              <a:gd name="T117" fmla="*/ 33221 h 5299074"/>
              <a:gd name="T118" fmla="*/ 128137 w 4627563"/>
              <a:gd name="T119" fmla="*/ 18467 h 5299074"/>
              <a:gd name="T120" fmla="*/ 137554 w 4627563"/>
              <a:gd name="T121" fmla="*/ 4490 h 5299074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4627563" h="5299074">
                <a:moveTo>
                  <a:pt x="2751137" y="4752974"/>
                </a:moveTo>
                <a:lnTo>
                  <a:pt x="2757445" y="4753371"/>
                </a:lnTo>
                <a:lnTo>
                  <a:pt x="2762964" y="4754165"/>
                </a:lnTo>
                <a:lnTo>
                  <a:pt x="2768483" y="4755355"/>
                </a:lnTo>
                <a:lnTo>
                  <a:pt x="2774002" y="4757340"/>
                </a:lnTo>
                <a:lnTo>
                  <a:pt x="2779127" y="4760118"/>
                </a:lnTo>
                <a:lnTo>
                  <a:pt x="2783857" y="4762896"/>
                </a:lnTo>
                <a:lnTo>
                  <a:pt x="2788193" y="4766071"/>
                </a:lnTo>
                <a:lnTo>
                  <a:pt x="2792530" y="4770040"/>
                </a:lnTo>
                <a:lnTo>
                  <a:pt x="2796472" y="4774009"/>
                </a:lnTo>
                <a:lnTo>
                  <a:pt x="2800020" y="4778771"/>
                </a:lnTo>
                <a:lnTo>
                  <a:pt x="2802779" y="4783534"/>
                </a:lnTo>
                <a:lnTo>
                  <a:pt x="2805144" y="4788693"/>
                </a:lnTo>
                <a:lnTo>
                  <a:pt x="2807116" y="4793852"/>
                </a:lnTo>
                <a:lnTo>
                  <a:pt x="2808298" y="4799805"/>
                </a:lnTo>
                <a:lnTo>
                  <a:pt x="2809481" y="4805759"/>
                </a:lnTo>
                <a:lnTo>
                  <a:pt x="2809875" y="4811712"/>
                </a:lnTo>
                <a:lnTo>
                  <a:pt x="2809481" y="4817665"/>
                </a:lnTo>
                <a:lnTo>
                  <a:pt x="2808298" y="4823618"/>
                </a:lnTo>
                <a:lnTo>
                  <a:pt x="2807116" y="4829174"/>
                </a:lnTo>
                <a:lnTo>
                  <a:pt x="2805144" y="4834730"/>
                </a:lnTo>
                <a:lnTo>
                  <a:pt x="2802779" y="4839890"/>
                </a:lnTo>
                <a:lnTo>
                  <a:pt x="2800020" y="4844652"/>
                </a:lnTo>
                <a:lnTo>
                  <a:pt x="2796472" y="4849415"/>
                </a:lnTo>
                <a:lnTo>
                  <a:pt x="2792530" y="4853384"/>
                </a:lnTo>
                <a:lnTo>
                  <a:pt x="2788193" y="4857352"/>
                </a:lnTo>
                <a:lnTo>
                  <a:pt x="2783857" y="4860527"/>
                </a:lnTo>
                <a:lnTo>
                  <a:pt x="2779127" y="4863305"/>
                </a:lnTo>
                <a:lnTo>
                  <a:pt x="2774002" y="4866084"/>
                </a:lnTo>
                <a:lnTo>
                  <a:pt x="2768483" y="4868068"/>
                </a:lnTo>
                <a:lnTo>
                  <a:pt x="2762964" y="4869655"/>
                </a:lnTo>
                <a:lnTo>
                  <a:pt x="2757445" y="4870449"/>
                </a:lnTo>
                <a:lnTo>
                  <a:pt x="2751137" y="4870449"/>
                </a:lnTo>
                <a:lnTo>
                  <a:pt x="2745224" y="4870449"/>
                </a:lnTo>
                <a:lnTo>
                  <a:pt x="2739705" y="4869655"/>
                </a:lnTo>
                <a:lnTo>
                  <a:pt x="2733792" y="4868068"/>
                </a:lnTo>
                <a:lnTo>
                  <a:pt x="2728273" y="4866084"/>
                </a:lnTo>
                <a:lnTo>
                  <a:pt x="2723543" y="4863305"/>
                </a:lnTo>
                <a:lnTo>
                  <a:pt x="2718418" y="4860527"/>
                </a:lnTo>
                <a:lnTo>
                  <a:pt x="2714082" y="4857352"/>
                </a:lnTo>
                <a:lnTo>
                  <a:pt x="2709745" y="4853384"/>
                </a:lnTo>
                <a:lnTo>
                  <a:pt x="2706197" y="4849415"/>
                </a:lnTo>
                <a:lnTo>
                  <a:pt x="2702649" y="4844652"/>
                </a:lnTo>
                <a:lnTo>
                  <a:pt x="2699890" y="4839890"/>
                </a:lnTo>
                <a:lnTo>
                  <a:pt x="2697525" y="4834730"/>
                </a:lnTo>
                <a:lnTo>
                  <a:pt x="2695554" y="4829174"/>
                </a:lnTo>
                <a:lnTo>
                  <a:pt x="2693583" y="4823618"/>
                </a:lnTo>
                <a:lnTo>
                  <a:pt x="2692794" y="4817665"/>
                </a:lnTo>
                <a:lnTo>
                  <a:pt x="2692400" y="4811712"/>
                </a:lnTo>
                <a:lnTo>
                  <a:pt x="2692794" y="4805759"/>
                </a:lnTo>
                <a:lnTo>
                  <a:pt x="2693583" y="4799805"/>
                </a:lnTo>
                <a:lnTo>
                  <a:pt x="2695554" y="4793852"/>
                </a:lnTo>
                <a:lnTo>
                  <a:pt x="2697525" y="4788693"/>
                </a:lnTo>
                <a:lnTo>
                  <a:pt x="2699890" y="4783534"/>
                </a:lnTo>
                <a:lnTo>
                  <a:pt x="2702649" y="4778771"/>
                </a:lnTo>
                <a:lnTo>
                  <a:pt x="2706197" y="4774009"/>
                </a:lnTo>
                <a:lnTo>
                  <a:pt x="2709745" y="4770040"/>
                </a:lnTo>
                <a:lnTo>
                  <a:pt x="2714082" y="4766071"/>
                </a:lnTo>
                <a:lnTo>
                  <a:pt x="2718418" y="4762896"/>
                </a:lnTo>
                <a:lnTo>
                  <a:pt x="2723543" y="4760118"/>
                </a:lnTo>
                <a:lnTo>
                  <a:pt x="2728273" y="4757340"/>
                </a:lnTo>
                <a:lnTo>
                  <a:pt x="2733792" y="4755355"/>
                </a:lnTo>
                <a:lnTo>
                  <a:pt x="2739705" y="4754165"/>
                </a:lnTo>
                <a:lnTo>
                  <a:pt x="2745224" y="4753371"/>
                </a:lnTo>
                <a:lnTo>
                  <a:pt x="2751137" y="4752974"/>
                </a:lnTo>
                <a:close/>
                <a:moveTo>
                  <a:pt x="3043833" y="4244974"/>
                </a:moveTo>
                <a:lnTo>
                  <a:pt x="3049401" y="4245371"/>
                </a:lnTo>
                <a:lnTo>
                  <a:pt x="3054173" y="4245768"/>
                </a:lnTo>
                <a:lnTo>
                  <a:pt x="3059342" y="4246165"/>
                </a:lnTo>
                <a:lnTo>
                  <a:pt x="3063717" y="4246959"/>
                </a:lnTo>
                <a:lnTo>
                  <a:pt x="3073261" y="4249340"/>
                </a:lnTo>
                <a:lnTo>
                  <a:pt x="3082407" y="4252912"/>
                </a:lnTo>
                <a:lnTo>
                  <a:pt x="3091156" y="4256881"/>
                </a:lnTo>
                <a:lnTo>
                  <a:pt x="3099507" y="4262040"/>
                </a:lnTo>
                <a:lnTo>
                  <a:pt x="3107063" y="4267596"/>
                </a:lnTo>
                <a:lnTo>
                  <a:pt x="3114221" y="4273946"/>
                </a:lnTo>
                <a:lnTo>
                  <a:pt x="3120584" y="4281090"/>
                </a:lnTo>
                <a:lnTo>
                  <a:pt x="3126151" y="4289027"/>
                </a:lnTo>
                <a:lnTo>
                  <a:pt x="3131321" y="4296568"/>
                </a:lnTo>
                <a:lnTo>
                  <a:pt x="3135298" y="4305299"/>
                </a:lnTo>
                <a:lnTo>
                  <a:pt x="3138877" y="4314824"/>
                </a:lnTo>
                <a:lnTo>
                  <a:pt x="3141263" y="4324349"/>
                </a:lnTo>
                <a:lnTo>
                  <a:pt x="3142058" y="4329112"/>
                </a:lnTo>
                <a:lnTo>
                  <a:pt x="3142853" y="4334271"/>
                </a:lnTo>
                <a:lnTo>
                  <a:pt x="3143251" y="4339034"/>
                </a:lnTo>
                <a:lnTo>
                  <a:pt x="3143251" y="4344193"/>
                </a:lnTo>
                <a:lnTo>
                  <a:pt x="3143251" y="4348956"/>
                </a:lnTo>
                <a:lnTo>
                  <a:pt x="3142853" y="4354115"/>
                </a:lnTo>
                <a:lnTo>
                  <a:pt x="3142058" y="4359275"/>
                </a:lnTo>
                <a:lnTo>
                  <a:pt x="3141263" y="4364037"/>
                </a:lnTo>
                <a:lnTo>
                  <a:pt x="3138877" y="4373562"/>
                </a:lnTo>
                <a:lnTo>
                  <a:pt x="3135298" y="4382690"/>
                </a:lnTo>
                <a:lnTo>
                  <a:pt x="3131321" y="4391421"/>
                </a:lnTo>
                <a:lnTo>
                  <a:pt x="3126151" y="4399359"/>
                </a:lnTo>
                <a:lnTo>
                  <a:pt x="3120584" y="4407297"/>
                </a:lnTo>
                <a:lnTo>
                  <a:pt x="3114221" y="4414440"/>
                </a:lnTo>
                <a:lnTo>
                  <a:pt x="3107063" y="4420393"/>
                </a:lnTo>
                <a:lnTo>
                  <a:pt x="3099507" y="4426347"/>
                </a:lnTo>
                <a:lnTo>
                  <a:pt x="3091156" y="4431506"/>
                </a:lnTo>
                <a:lnTo>
                  <a:pt x="3082407" y="4435475"/>
                </a:lnTo>
                <a:lnTo>
                  <a:pt x="3073261" y="4438650"/>
                </a:lnTo>
                <a:lnTo>
                  <a:pt x="3063717" y="4441428"/>
                </a:lnTo>
                <a:lnTo>
                  <a:pt x="3059342" y="4442222"/>
                </a:lnTo>
                <a:lnTo>
                  <a:pt x="3054173" y="4442618"/>
                </a:lnTo>
                <a:lnTo>
                  <a:pt x="3049401" y="4443015"/>
                </a:lnTo>
                <a:lnTo>
                  <a:pt x="3043833" y="4443412"/>
                </a:lnTo>
                <a:lnTo>
                  <a:pt x="3038663" y="4443015"/>
                </a:lnTo>
                <a:lnTo>
                  <a:pt x="3033891" y="4442618"/>
                </a:lnTo>
                <a:lnTo>
                  <a:pt x="3028722" y="4442222"/>
                </a:lnTo>
                <a:lnTo>
                  <a:pt x="3023950" y="4441428"/>
                </a:lnTo>
                <a:lnTo>
                  <a:pt x="3014405" y="4438650"/>
                </a:lnTo>
                <a:lnTo>
                  <a:pt x="3005259" y="4435475"/>
                </a:lnTo>
                <a:lnTo>
                  <a:pt x="2996908" y="4431506"/>
                </a:lnTo>
                <a:lnTo>
                  <a:pt x="2988557" y="4426347"/>
                </a:lnTo>
                <a:lnTo>
                  <a:pt x="2981001" y="4420393"/>
                </a:lnTo>
                <a:lnTo>
                  <a:pt x="2973843" y="4414440"/>
                </a:lnTo>
                <a:lnTo>
                  <a:pt x="2967083" y="4407297"/>
                </a:lnTo>
                <a:lnTo>
                  <a:pt x="2961515" y="4399359"/>
                </a:lnTo>
                <a:lnTo>
                  <a:pt x="2956345" y="4391421"/>
                </a:lnTo>
                <a:lnTo>
                  <a:pt x="2952369" y="4382690"/>
                </a:lnTo>
                <a:lnTo>
                  <a:pt x="2948790" y="4373562"/>
                </a:lnTo>
                <a:lnTo>
                  <a:pt x="2946801" y="4364037"/>
                </a:lnTo>
                <a:lnTo>
                  <a:pt x="2945608" y="4359275"/>
                </a:lnTo>
                <a:lnTo>
                  <a:pt x="2945211" y="4354115"/>
                </a:lnTo>
                <a:lnTo>
                  <a:pt x="2944813" y="4348956"/>
                </a:lnTo>
                <a:lnTo>
                  <a:pt x="2944813" y="4344193"/>
                </a:lnTo>
                <a:lnTo>
                  <a:pt x="2944813" y="4339034"/>
                </a:lnTo>
                <a:lnTo>
                  <a:pt x="2945211" y="4334271"/>
                </a:lnTo>
                <a:lnTo>
                  <a:pt x="2945608" y="4329112"/>
                </a:lnTo>
                <a:lnTo>
                  <a:pt x="2946801" y="4324349"/>
                </a:lnTo>
                <a:lnTo>
                  <a:pt x="2948790" y="4314824"/>
                </a:lnTo>
                <a:lnTo>
                  <a:pt x="2952369" y="4305299"/>
                </a:lnTo>
                <a:lnTo>
                  <a:pt x="2956345" y="4296568"/>
                </a:lnTo>
                <a:lnTo>
                  <a:pt x="2961515" y="4289027"/>
                </a:lnTo>
                <a:lnTo>
                  <a:pt x="2967083" y="4281090"/>
                </a:lnTo>
                <a:lnTo>
                  <a:pt x="2973843" y="4273946"/>
                </a:lnTo>
                <a:lnTo>
                  <a:pt x="2981001" y="4267596"/>
                </a:lnTo>
                <a:lnTo>
                  <a:pt x="2988557" y="4262040"/>
                </a:lnTo>
                <a:lnTo>
                  <a:pt x="2996908" y="4256881"/>
                </a:lnTo>
                <a:lnTo>
                  <a:pt x="3005259" y="4252912"/>
                </a:lnTo>
                <a:lnTo>
                  <a:pt x="3014405" y="4249340"/>
                </a:lnTo>
                <a:lnTo>
                  <a:pt x="3023950" y="4246959"/>
                </a:lnTo>
                <a:lnTo>
                  <a:pt x="3028722" y="4246165"/>
                </a:lnTo>
                <a:lnTo>
                  <a:pt x="3033891" y="4245768"/>
                </a:lnTo>
                <a:lnTo>
                  <a:pt x="3038663" y="4245371"/>
                </a:lnTo>
                <a:lnTo>
                  <a:pt x="3043833" y="4244974"/>
                </a:lnTo>
                <a:close/>
                <a:moveTo>
                  <a:pt x="3275806" y="3778249"/>
                </a:moveTo>
                <a:lnTo>
                  <a:pt x="3282157" y="3778249"/>
                </a:lnTo>
                <a:lnTo>
                  <a:pt x="3288507" y="3778249"/>
                </a:lnTo>
                <a:lnTo>
                  <a:pt x="3294460" y="3779043"/>
                </a:lnTo>
                <a:lnTo>
                  <a:pt x="3300810" y="3779440"/>
                </a:lnTo>
                <a:lnTo>
                  <a:pt x="3306763" y="3780631"/>
                </a:lnTo>
                <a:lnTo>
                  <a:pt x="3313113" y="3781821"/>
                </a:lnTo>
                <a:lnTo>
                  <a:pt x="3318669" y="3783806"/>
                </a:lnTo>
                <a:lnTo>
                  <a:pt x="3324622" y="3785790"/>
                </a:lnTo>
                <a:lnTo>
                  <a:pt x="3329782" y="3787774"/>
                </a:lnTo>
                <a:lnTo>
                  <a:pt x="3335338" y="3790156"/>
                </a:lnTo>
                <a:lnTo>
                  <a:pt x="3340894" y="3793331"/>
                </a:lnTo>
                <a:lnTo>
                  <a:pt x="3345657" y="3796109"/>
                </a:lnTo>
                <a:lnTo>
                  <a:pt x="3350816" y="3799284"/>
                </a:lnTo>
                <a:lnTo>
                  <a:pt x="3355579" y="3802856"/>
                </a:lnTo>
                <a:lnTo>
                  <a:pt x="3360341" y="3806427"/>
                </a:lnTo>
                <a:lnTo>
                  <a:pt x="3364707" y="3810396"/>
                </a:lnTo>
                <a:lnTo>
                  <a:pt x="3369072" y="3814365"/>
                </a:lnTo>
                <a:lnTo>
                  <a:pt x="3373041" y="3818731"/>
                </a:lnTo>
                <a:lnTo>
                  <a:pt x="3377010" y="3823096"/>
                </a:lnTo>
                <a:lnTo>
                  <a:pt x="3380582" y="3827859"/>
                </a:lnTo>
                <a:lnTo>
                  <a:pt x="3384154" y="3832621"/>
                </a:lnTo>
                <a:lnTo>
                  <a:pt x="3387329" y="3837781"/>
                </a:lnTo>
                <a:lnTo>
                  <a:pt x="3390107" y="3842543"/>
                </a:lnTo>
                <a:lnTo>
                  <a:pt x="3393282" y="3848099"/>
                </a:lnTo>
                <a:lnTo>
                  <a:pt x="3395663" y="3853656"/>
                </a:lnTo>
                <a:lnTo>
                  <a:pt x="3397647" y="3858815"/>
                </a:lnTo>
                <a:lnTo>
                  <a:pt x="3399235" y="3864768"/>
                </a:lnTo>
                <a:lnTo>
                  <a:pt x="3401219" y="3870324"/>
                </a:lnTo>
                <a:lnTo>
                  <a:pt x="3402807" y="3876278"/>
                </a:lnTo>
                <a:lnTo>
                  <a:pt x="3403601" y="3882628"/>
                </a:lnTo>
                <a:lnTo>
                  <a:pt x="3404394" y="3888978"/>
                </a:lnTo>
                <a:lnTo>
                  <a:pt x="3404791" y="3894931"/>
                </a:lnTo>
                <a:lnTo>
                  <a:pt x="3405188" y="3901281"/>
                </a:lnTo>
                <a:lnTo>
                  <a:pt x="3404791" y="3907631"/>
                </a:lnTo>
                <a:lnTo>
                  <a:pt x="3404394" y="3913584"/>
                </a:lnTo>
                <a:lnTo>
                  <a:pt x="3403601" y="3919934"/>
                </a:lnTo>
                <a:lnTo>
                  <a:pt x="3402807" y="3926284"/>
                </a:lnTo>
                <a:lnTo>
                  <a:pt x="3401219" y="3931840"/>
                </a:lnTo>
                <a:lnTo>
                  <a:pt x="3399235" y="3937793"/>
                </a:lnTo>
                <a:lnTo>
                  <a:pt x="3397647" y="3943746"/>
                </a:lnTo>
                <a:lnTo>
                  <a:pt x="3395663" y="3948906"/>
                </a:lnTo>
                <a:lnTo>
                  <a:pt x="3393282" y="3954462"/>
                </a:lnTo>
                <a:lnTo>
                  <a:pt x="3390107" y="3960018"/>
                </a:lnTo>
                <a:lnTo>
                  <a:pt x="3387329" y="3964781"/>
                </a:lnTo>
                <a:lnTo>
                  <a:pt x="3384154" y="3969940"/>
                </a:lnTo>
                <a:lnTo>
                  <a:pt x="3380582" y="3974703"/>
                </a:lnTo>
                <a:lnTo>
                  <a:pt x="3377010" y="3979465"/>
                </a:lnTo>
                <a:lnTo>
                  <a:pt x="3373041" y="3983831"/>
                </a:lnTo>
                <a:lnTo>
                  <a:pt x="3369072" y="3988197"/>
                </a:lnTo>
                <a:lnTo>
                  <a:pt x="3364707" y="3992165"/>
                </a:lnTo>
                <a:lnTo>
                  <a:pt x="3360341" y="3996134"/>
                </a:lnTo>
                <a:lnTo>
                  <a:pt x="3355579" y="3999706"/>
                </a:lnTo>
                <a:lnTo>
                  <a:pt x="3350816" y="4002881"/>
                </a:lnTo>
                <a:lnTo>
                  <a:pt x="3345657" y="4006453"/>
                </a:lnTo>
                <a:lnTo>
                  <a:pt x="3340894" y="4009231"/>
                </a:lnTo>
                <a:lnTo>
                  <a:pt x="3335338" y="4012009"/>
                </a:lnTo>
                <a:lnTo>
                  <a:pt x="3329782" y="4014787"/>
                </a:lnTo>
                <a:lnTo>
                  <a:pt x="3324622" y="4016772"/>
                </a:lnTo>
                <a:lnTo>
                  <a:pt x="3318669" y="4018756"/>
                </a:lnTo>
                <a:lnTo>
                  <a:pt x="3313113" y="4020343"/>
                </a:lnTo>
                <a:lnTo>
                  <a:pt x="3306763" y="4021534"/>
                </a:lnTo>
                <a:lnTo>
                  <a:pt x="3300810" y="4023122"/>
                </a:lnTo>
                <a:lnTo>
                  <a:pt x="3294460" y="4023518"/>
                </a:lnTo>
                <a:lnTo>
                  <a:pt x="3288507" y="4024312"/>
                </a:lnTo>
                <a:lnTo>
                  <a:pt x="3282157" y="4024312"/>
                </a:lnTo>
                <a:lnTo>
                  <a:pt x="3275806" y="4024312"/>
                </a:lnTo>
                <a:lnTo>
                  <a:pt x="3269853" y="4023518"/>
                </a:lnTo>
                <a:lnTo>
                  <a:pt x="3263503" y="4023122"/>
                </a:lnTo>
                <a:lnTo>
                  <a:pt x="3257153" y="4021534"/>
                </a:lnTo>
                <a:lnTo>
                  <a:pt x="3251597" y="4020343"/>
                </a:lnTo>
                <a:lnTo>
                  <a:pt x="3245644" y="4018756"/>
                </a:lnTo>
                <a:lnTo>
                  <a:pt x="3239691" y="4016772"/>
                </a:lnTo>
                <a:lnTo>
                  <a:pt x="3234531" y="4014787"/>
                </a:lnTo>
                <a:lnTo>
                  <a:pt x="3228578" y="4012009"/>
                </a:lnTo>
                <a:lnTo>
                  <a:pt x="3223419" y="4009231"/>
                </a:lnTo>
                <a:lnTo>
                  <a:pt x="3218259" y="4006453"/>
                </a:lnTo>
                <a:lnTo>
                  <a:pt x="3213100" y="4002881"/>
                </a:lnTo>
                <a:lnTo>
                  <a:pt x="3208734" y="3999706"/>
                </a:lnTo>
                <a:lnTo>
                  <a:pt x="3203972" y="3996134"/>
                </a:lnTo>
                <a:lnTo>
                  <a:pt x="3199606" y="3992165"/>
                </a:lnTo>
                <a:lnTo>
                  <a:pt x="3195241" y="3988197"/>
                </a:lnTo>
                <a:lnTo>
                  <a:pt x="3191272" y="3983831"/>
                </a:lnTo>
                <a:lnTo>
                  <a:pt x="3186906" y="3979465"/>
                </a:lnTo>
                <a:lnTo>
                  <a:pt x="3183731" y="3974703"/>
                </a:lnTo>
                <a:lnTo>
                  <a:pt x="3180159" y="3969940"/>
                </a:lnTo>
                <a:lnTo>
                  <a:pt x="3176984" y="3964781"/>
                </a:lnTo>
                <a:lnTo>
                  <a:pt x="3174206" y="3960018"/>
                </a:lnTo>
                <a:lnTo>
                  <a:pt x="3171428" y="3954462"/>
                </a:lnTo>
                <a:lnTo>
                  <a:pt x="3168650" y="3948906"/>
                </a:lnTo>
                <a:lnTo>
                  <a:pt x="3166666" y="3943746"/>
                </a:lnTo>
                <a:lnTo>
                  <a:pt x="3164681" y="3937793"/>
                </a:lnTo>
                <a:lnTo>
                  <a:pt x="3163094" y="3931840"/>
                </a:lnTo>
                <a:lnTo>
                  <a:pt x="3161506" y="3926284"/>
                </a:lnTo>
                <a:lnTo>
                  <a:pt x="3160316" y="3919934"/>
                </a:lnTo>
                <a:lnTo>
                  <a:pt x="3159522" y="3913584"/>
                </a:lnTo>
                <a:lnTo>
                  <a:pt x="3159125" y="3907631"/>
                </a:lnTo>
                <a:lnTo>
                  <a:pt x="3159125" y="3901281"/>
                </a:lnTo>
                <a:lnTo>
                  <a:pt x="3159125" y="3894931"/>
                </a:lnTo>
                <a:lnTo>
                  <a:pt x="3159522" y="3888978"/>
                </a:lnTo>
                <a:lnTo>
                  <a:pt x="3160316" y="3882628"/>
                </a:lnTo>
                <a:lnTo>
                  <a:pt x="3161506" y="3876278"/>
                </a:lnTo>
                <a:lnTo>
                  <a:pt x="3163094" y="3870324"/>
                </a:lnTo>
                <a:lnTo>
                  <a:pt x="3164681" y="3864768"/>
                </a:lnTo>
                <a:lnTo>
                  <a:pt x="3166666" y="3858815"/>
                </a:lnTo>
                <a:lnTo>
                  <a:pt x="3168650" y="3853656"/>
                </a:lnTo>
                <a:lnTo>
                  <a:pt x="3171428" y="3848099"/>
                </a:lnTo>
                <a:lnTo>
                  <a:pt x="3174206" y="3842543"/>
                </a:lnTo>
                <a:lnTo>
                  <a:pt x="3176984" y="3837781"/>
                </a:lnTo>
                <a:lnTo>
                  <a:pt x="3180159" y="3832621"/>
                </a:lnTo>
                <a:lnTo>
                  <a:pt x="3183731" y="3827859"/>
                </a:lnTo>
                <a:lnTo>
                  <a:pt x="3186906" y="3823096"/>
                </a:lnTo>
                <a:lnTo>
                  <a:pt x="3191272" y="3818731"/>
                </a:lnTo>
                <a:lnTo>
                  <a:pt x="3195241" y="3814365"/>
                </a:lnTo>
                <a:lnTo>
                  <a:pt x="3199606" y="3810396"/>
                </a:lnTo>
                <a:lnTo>
                  <a:pt x="3203972" y="3806427"/>
                </a:lnTo>
                <a:lnTo>
                  <a:pt x="3208734" y="3802856"/>
                </a:lnTo>
                <a:lnTo>
                  <a:pt x="3213100" y="3799284"/>
                </a:lnTo>
                <a:lnTo>
                  <a:pt x="3218259" y="3796109"/>
                </a:lnTo>
                <a:lnTo>
                  <a:pt x="3223419" y="3793331"/>
                </a:lnTo>
                <a:lnTo>
                  <a:pt x="3228578" y="3790156"/>
                </a:lnTo>
                <a:lnTo>
                  <a:pt x="3234531" y="3787774"/>
                </a:lnTo>
                <a:lnTo>
                  <a:pt x="3239691" y="3785790"/>
                </a:lnTo>
                <a:lnTo>
                  <a:pt x="3245644" y="3783806"/>
                </a:lnTo>
                <a:lnTo>
                  <a:pt x="3251597" y="3781821"/>
                </a:lnTo>
                <a:lnTo>
                  <a:pt x="3257153" y="3780631"/>
                </a:lnTo>
                <a:lnTo>
                  <a:pt x="3263503" y="3779440"/>
                </a:lnTo>
                <a:lnTo>
                  <a:pt x="3269853" y="3779043"/>
                </a:lnTo>
                <a:lnTo>
                  <a:pt x="3275806" y="3778249"/>
                </a:lnTo>
                <a:close/>
                <a:moveTo>
                  <a:pt x="2616002" y="3617912"/>
                </a:moveTo>
                <a:lnTo>
                  <a:pt x="2627501" y="3618310"/>
                </a:lnTo>
                <a:lnTo>
                  <a:pt x="2638603" y="3619106"/>
                </a:lnTo>
                <a:lnTo>
                  <a:pt x="2650103" y="3620300"/>
                </a:lnTo>
                <a:lnTo>
                  <a:pt x="2660809" y="3622688"/>
                </a:lnTo>
                <a:lnTo>
                  <a:pt x="2671515" y="3625075"/>
                </a:lnTo>
                <a:lnTo>
                  <a:pt x="2682221" y="3627861"/>
                </a:lnTo>
                <a:lnTo>
                  <a:pt x="2692134" y="3631840"/>
                </a:lnTo>
                <a:lnTo>
                  <a:pt x="2702840" y="3635422"/>
                </a:lnTo>
                <a:lnTo>
                  <a:pt x="2712356" y="3640197"/>
                </a:lnTo>
                <a:lnTo>
                  <a:pt x="2722269" y="3644972"/>
                </a:lnTo>
                <a:lnTo>
                  <a:pt x="2731389" y="3650543"/>
                </a:lnTo>
                <a:lnTo>
                  <a:pt x="2740509" y="3656114"/>
                </a:lnTo>
                <a:lnTo>
                  <a:pt x="2749233" y="3662481"/>
                </a:lnTo>
                <a:lnTo>
                  <a:pt x="2757560" y="3669246"/>
                </a:lnTo>
                <a:lnTo>
                  <a:pt x="2765490" y="3676011"/>
                </a:lnTo>
                <a:lnTo>
                  <a:pt x="2773421" y="3683174"/>
                </a:lnTo>
                <a:lnTo>
                  <a:pt x="2780558" y="3691133"/>
                </a:lnTo>
                <a:lnTo>
                  <a:pt x="2787299" y="3699092"/>
                </a:lnTo>
                <a:lnTo>
                  <a:pt x="2794040" y="3707448"/>
                </a:lnTo>
                <a:lnTo>
                  <a:pt x="2800384" y="3716203"/>
                </a:lnTo>
                <a:lnTo>
                  <a:pt x="2805935" y="3725355"/>
                </a:lnTo>
                <a:lnTo>
                  <a:pt x="2811487" y="3734906"/>
                </a:lnTo>
                <a:lnTo>
                  <a:pt x="2816245" y="3744456"/>
                </a:lnTo>
                <a:lnTo>
                  <a:pt x="2821003" y="3754007"/>
                </a:lnTo>
                <a:lnTo>
                  <a:pt x="2824572" y="3764751"/>
                </a:lnTo>
                <a:lnTo>
                  <a:pt x="2828537" y="3775098"/>
                </a:lnTo>
                <a:lnTo>
                  <a:pt x="2831313" y="3785444"/>
                </a:lnTo>
                <a:lnTo>
                  <a:pt x="2833692" y="3796188"/>
                </a:lnTo>
                <a:lnTo>
                  <a:pt x="2835674" y="3806933"/>
                </a:lnTo>
                <a:lnTo>
                  <a:pt x="2837260" y="3818473"/>
                </a:lnTo>
                <a:lnTo>
                  <a:pt x="2838053" y="3829615"/>
                </a:lnTo>
                <a:lnTo>
                  <a:pt x="2838450" y="3841155"/>
                </a:lnTo>
                <a:lnTo>
                  <a:pt x="2838053" y="3852297"/>
                </a:lnTo>
                <a:lnTo>
                  <a:pt x="2837260" y="3864236"/>
                </a:lnTo>
                <a:lnTo>
                  <a:pt x="2835674" y="3874980"/>
                </a:lnTo>
                <a:lnTo>
                  <a:pt x="2833692" y="3886122"/>
                </a:lnTo>
                <a:lnTo>
                  <a:pt x="2831313" y="3896866"/>
                </a:lnTo>
                <a:lnTo>
                  <a:pt x="2828537" y="3907611"/>
                </a:lnTo>
                <a:lnTo>
                  <a:pt x="2824572" y="3917957"/>
                </a:lnTo>
                <a:lnTo>
                  <a:pt x="2821003" y="3927906"/>
                </a:lnTo>
                <a:lnTo>
                  <a:pt x="2816245" y="3937854"/>
                </a:lnTo>
                <a:lnTo>
                  <a:pt x="2811487" y="3947405"/>
                </a:lnTo>
                <a:lnTo>
                  <a:pt x="2805935" y="3956557"/>
                </a:lnTo>
                <a:lnTo>
                  <a:pt x="2800384" y="3965710"/>
                </a:lnTo>
                <a:lnTo>
                  <a:pt x="2794040" y="3974464"/>
                </a:lnTo>
                <a:lnTo>
                  <a:pt x="2787299" y="3982821"/>
                </a:lnTo>
                <a:lnTo>
                  <a:pt x="2780558" y="3991178"/>
                </a:lnTo>
                <a:lnTo>
                  <a:pt x="2773421" y="3998738"/>
                </a:lnTo>
                <a:lnTo>
                  <a:pt x="2765490" y="4006299"/>
                </a:lnTo>
                <a:lnTo>
                  <a:pt x="2757560" y="4013064"/>
                </a:lnTo>
                <a:lnTo>
                  <a:pt x="2749233" y="4019829"/>
                </a:lnTo>
                <a:lnTo>
                  <a:pt x="2740509" y="4026196"/>
                </a:lnTo>
                <a:lnTo>
                  <a:pt x="2731389" y="4032165"/>
                </a:lnTo>
                <a:lnTo>
                  <a:pt x="2722269" y="4037338"/>
                </a:lnTo>
                <a:lnTo>
                  <a:pt x="2712356" y="4042114"/>
                </a:lnTo>
                <a:lnTo>
                  <a:pt x="2702840" y="4046491"/>
                </a:lnTo>
                <a:lnTo>
                  <a:pt x="2692134" y="4050868"/>
                </a:lnTo>
                <a:lnTo>
                  <a:pt x="2682221" y="4054052"/>
                </a:lnTo>
                <a:lnTo>
                  <a:pt x="2671515" y="4056837"/>
                </a:lnTo>
                <a:lnTo>
                  <a:pt x="2660809" y="4059623"/>
                </a:lnTo>
                <a:lnTo>
                  <a:pt x="2650103" y="4061613"/>
                </a:lnTo>
                <a:lnTo>
                  <a:pt x="2638603" y="4062806"/>
                </a:lnTo>
                <a:lnTo>
                  <a:pt x="2627501" y="4063602"/>
                </a:lnTo>
                <a:lnTo>
                  <a:pt x="2616002" y="4064000"/>
                </a:lnTo>
                <a:lnTo>
                  <a:pt x="2604503" y="4063602"/>
                </a:lnTo>
                <a:lnTo>
                  <a:pt x="2593400" y="4062806"/>
                </a:lnTo>
                <a:lnTo>
                  <a:pt x="2582297" y="4061613"/>
                </a:lnTo>
                <a:lnTo>
                  <a:pt x="2571195" y="4059623"/>
                </a:lnTo>
                <a:lnTo>
                  <a:pt x="2560489" y="4056837"/>
                </a:lnTo>
                <a:lnTo>
                  <a:pt x="2549783" y="4054052"/>
                </a:lnTo>
                <a:lnTo>
                  <a:pt x="2539473" y="4050868"/>
                </a:lnTo>
                <a:lnTo>
                  <a:pt x="2529560" y="4046491"/>
                </a:lnTo>
                <a:lnTo>
                  <a:pt x="2519647" y="4042114"/>
                </a:lnTo>
                <a:lnTo>
                  <a:pt x="2510131" y="4037338"/>
                </a:lnTo>
                <a:lnTo>
                  <a:pt x="2501011" y="4032165"/>
                </a:lnTo>
                <a:lnTo>
                  <a:pt x="2491891" y="4026196"/>
                </a:lnTo>
                <a:lnTo>
                  <a:pt x="2483167" y="4019829"/>
                </a:lnTo>
                <a:lnTo>
                  <a:pt x="2474841" y="4013064"/>
                </a:lnTo>
                <a:lnTo>
                  <a:pt x="2466514" y="4006299"/>
                </a:lnTo>
                <a:lnTo>
                  <a:pt x="2458980" y="3998738"/>
                </a:lnTo>
                <a:lnTo>
                  <a:pt x="2451446" y="3991178"/>
                </a:lnTo>
                <a:lnTo>
                  <a:pt x="2444308" y="3982821"/>
                </a:lnTo>
                <a:lnTo>
                  <a:pt x="2437964" y="3974464"/>
                </a:lnTo>
                <a:lnTo>
                  <a:pt x="2431620" y="3965710"/>
                </a:lnTo>
                <a:lnTo>
                  <a:pt x="2425672" y="3956557"/>
                </a:lnTo>
                <a:lnTo>
                  <a:pt x="2420914" y="3947405"/>
                </a:lnTo>
                <a:lnTo>
                  <a:pt x="2415759" y="3937854"/>
                </a:lnTo>
                <a:lnTo>
                  <a:pt x="2411397" y="3927906"/>
                </a:lnTo>
                <a:lnTo>
                  <a:pt x="2407035" y="3917957"/>
                </a:lnTo>
                <a:lnTo>
                  <a:pt x="2403863" y="3907611"/>
                </a:lnTo>
                <a:lnTo>
                  <a:pt x="2400691" y="3896866"/>
                </a:lnTo>
                <a:lnTo>
                  <a:pt x="2398312" y="3886122"/>
                </a:lnTo>
                <a:lnTo>
                  <a:pt x="2396329" y="3874980"/>
                </a:lnTo>
                <a:lnTo>
                  <a:pt x="2395140" y="3864236"/>
                </a:lnTo>
                <a:lnTo>
                  <a:pt x="2394347" y="3852297"/>
                </a:lnTo>
                <a:lnTo>
                  <a:pt x="2393950" y="3841155"/>
                </a:lnTo>
                <a:lnTo>
                  <a:pt x="2394347" y="3829615"/>
                </a:lnTo>
                <a:lnTo>
                  <a:pt x="2395140" y="3818473"/>
                </a:lnTo>
                <a:lnTo>
                  <a:pt x="2396329" y="3806933"/>
                </a:lnTo>
                <a:lnTo>
                  <a:pt x="2398312" y="3796188"/>
                </a:lnTo>
                <a:lnTo>
                  <a:pt x="2400691" y="3785444"/>
                </a:lnTo>
                <a:lnTo>
                  <a:pt x="2403863" y="3775098"/>
                </a:lnTo>
                <a:lnTo>
                  <a:pt x="2407035" y="3764751"/>
                </a:lnTo>
                <a:lnTo>
                  <a:pt x="2411397" y="3754007"/>
                </a:lnTo>
                <a:lnTo>
                  <a:pt x="2415759" y="3744456"/>
                </a:lnTo>
                <a:lnTo>
                  <a:pt x="2420914" y="3734906"/>
                </a:lnTo>
                <a:lnTo>
                  <a:pt x="2425672" y="3725355"/>
                </a:lnTo>
                <a:lnTo>
                  <a:pt x="2431620" y="3716203"/>
                </a:lnTo>
                <a:lnTo>
                  <a:pt x="2437964" y="3707448"/>
                </a:lnTo>
                <a:lnTo>
                  <a:pt x="2444308" y="3699092"/>
                </a:lnTo>
                <a:lnTo>
                  <a:pt x="2451446" y="3691133"/>
                </a:lnTo>
                <a:lnTo>
                  <a:pt x="2458980" y="3683174"/>
                </a:lnTo>
                <a:lnTo>
                  <a:pt x="2466514" y="3676011"/>
                </a:lnTo>
                <a:lnTo>
                  <a:pt x="2474841" y="3669246"/>
                </a:lnTo>
                <a:lnTo>
                  <a:pt x="2483167" y="3662481"/>
                </a:lnTo>
                <a:lnTo>
                  <a:pt x="2491891" y="3656114"/>
                </a:lnTo>
                <a:lnTo>
                  <a:pt x="2501011" y="3650543"/>
                </a:lnTo>
                <a:lnTo>
                  <a:pt x="2510131" y="3644972"/>
                </a:lnTo>
                <a:lnTo>
                  <a:pt x="2519647" y="3640197"/>
                </a:lnTo>
                <a:lnTo>
                  <a:pt x="2529560" y="3635422"/>
                </a:lnTo>
                <a:lnTo>
                  <a:pt x="2539473" y="3631840"/>
                </a:lnTo>
                <a:lnTo>
                  <a:pt x="2549783" y="3627861"/>
                </a:lnTo>
                <a:lnTo>
                  <a:pt x="2560489" y="3625075"/>
                </a:lnTo>
                <a:lnTo>
                  <a:pt x="2571195" y="3622688"/>
                </a:lnTo>
                <a:lnTo>
                  <a:pt x="2582297" y="3620300"/>
                </a:lnTo>
                <a:lnTo>
                  <a:pt x="2593400" y="3619106"/>
                </a:lnTo>
                <a:lnTo>
                  <a:pt x="2604503" y="3618310"/>
                </a:lnTo>
                <a:lnTo>
                  <a:pt x="2616002" y="3617912"/>
                </a:lnTo>
                <a:close/>
                <a:moveTo>
                  <a:pt x="2187774" y="3414712"/>
                </a:moveTo>
                <a:lnTo>
                  <a:pt x="2193738" y="3415107"/>
                </a:lnTo>
                <a:lnTo>
                  <a:pt x="2199303" y="3415502"/>
                </a:lnTo>
                <a:lnTo>
                  <a:pt x="2204869" y="3415897"/>
                </a:lnTo>
                <a:lnTo>
                  <a:pt x="2210833" y="3417081"/>
                </a:lnTo>
                <a:lnTo>
                  <a:pt x="2216001" y="3418265"/>
                </a:lnTo>
                <a:lnTo>
                  <a:pt x="2221567" y="3419845"/>
                </a:lnTo>
                <a:lnTo>
                  <a:pt x="2227133" y="3421819"/>
                </a:lnTo>
                <a:lnTo>
                  <a:pt x="2231904" y="3423793"/>
                </a:lnTo>
                <a:lnTo>
                  <a:pt x="2237470" y="3425767"/>
                </a:lnTo>
                <a:lnTo>
                  <a:pt x="2241843" y="3428530"/>
                </a:lnTo>
                <a:lnTo>
                  <a:pt x="2247011" y="3431294"/>
                </a:lnTo>
                <a:lnTo>
                  <a:pt x="2251384" y="3434058"/>
                </a:lnTo>
                <a:lnTo>
                  <a:pt x="2256155" y="3437611"/>
                </a:lnTo>
                <a:lnTo>
                  <a:pt x="2260131" y="3440769"/>
                </a:lnTo>
                <a:lnTo>
                  <a:pt x="2264504" y="3443928"/>
                </a:lnTo>
                <a:lnTo>
                  <a:pt x="2268480" y="3448271"/>
                </a:lnTo>
                <a:lnTo>
                  <a:pt x="2272455" y="3451824"/>
                </a:lnTo>
                <a:lnTo>
                  <a:pt x="2275636" y="3456167"/>
                </a:lnTo>
                <a:lnTo>
                  <a:pt x="2278816" y="3460115"/>
                </a:lnTo>
                <a:lnTo>
                  <a:pt x="2282395" y="3464853"/>
                </a:lnTo>
                <a:lnTo>
                  <a:pt x="2285178" y="3469195"/>
                </a:lnTo>
                <a:lnTo>
                  <a:pt x="2288358" y="3474328"/>
                </a:lnTo>
                <a:lnTo>
                  <a:pt x="2290743" y="3479065"/>
                </a:lnTo>
                <a:lnTo>
                  <a:pt x="2292731" y="3484198"/>
                </a:lnTo>
                <a:lnTo>
                  <a:pt x="2294719" y="3488936"/>
                </a:lnTo>
                <a:lnTo>
                  <a:pt x="2296707" y="3494463"/>
                </a:lnTo>
                <a:lnTo>
                  <a:pt x="2298297" y="3499990"/>
                </a:lnTo>
                <a:lnTo>
                  <a:pt x="2299490" y="3505123"/>
                </a:lnTo>
                <a:lnTo>
                  <a:pt x="2300683" y="3511045"/>
                </a:lnTo>
                <a:lnTo>
                  <a:pt x="2301478" y="3516967"/>
                </a:lnTo>
                <a:lnTo>
                  <a:pt x="2301875" y="3522494"/>
                </a:lnTo>
                <a:lnTo>
                  <a:pt x="2301875" y="3528416"/>
                </a:lnTo>
                <a:lnTo>
                  <a:pt x="2301875" y="3534338"/>
                </a:lnTo>
                <a:lnTo>
                  <a:pt x="2301478" y="3539866"/>
                </a:lnTo>
                <a:lnTo>
                  <a:pt x="2300683" y="3545393"/>
                </a:lnTo>
                <a:lnTo>
                  <a:pt x="2299490" y="3550920"/>
                </a:lnTo>
                <a:lnTo>
                  <a:pt x="2298297" y="3556447"/>
                </a:lnTo>
                <a:lnTo>
                  <a:pt x="2296707" y="3561975"/>
                </a:lnTo>
                <a:lnTo>
                  <a:pt x="2294719" y="3567107"/>
                </a:lnTo>
                <a:lnTo>
                  <a:pt x="2292731" y="3572634"/>
                </a:lnTo>
                <a:lnTo>
                  <a:pt x="2290743" y="3577372"/>
                </a:lnTo>
                <a:lnTo>
                  <a:pt x="2288358" y="3582504"/>
                </a:lnTo>
                <a:lnTo>
                  <a:pt x="2285178" y="3587242"/>
                </a:lnTo>
                <a:lnTo>
                  <a:pt x="2282395" y="3591585"/>
                </a:lnTo>
                <a:lnTo>
                  <a:pt x="2278816" y="3596323"/>
                </a:lnTo>
                <a:lnTo>
                  <a:pt x="2275636" y="3600271"/>
                </a:lnTo>
                <a:lnTo>
                  <a:pt x="2272455" y="3604614"/>
                </a:lnTo>
                <a:lnTo>
                  <a:pt x="2268480" y="3608562"/>
                </a:lnTo>
                <a:lnTo>
                  <a:pt x="2264504" y="3612115"/>
                </a:lnTo>
                <a:lnTo>
                  <a:pt x="2260131" y="3615668"/>
                </a:lnTo>
                <a:lnTo>
                  <a:pt x="2256155" y="3619221"/>
                </a:lnTo>
                <a:lnTo>
                  <a:pt x="2251384" y="3622380"/>
                </a:lnTo>
                <a:lnTo>
                  <a:pt x="2247011" y="3625143"/>
                </a:lnTo>
                <a:lnTo>
                  <a:pt x="2241843" y="3627907"/>
                </a:lnTo>
                <a:lnTo>
                  <a:pt x="2237470" y="3630276"/>
                </a:lnTo>
                <a:lnTo>
                  <a:pt x="2231904" y="3633040"/>
                </a:lnTo>
                <a:lnTo>
                  <a:pt x="2227133" y="3634619"/>
                </a:lnTo>
                <a:lnTo>
                  <a:pt x="2221567" y="3636593"/>
                </a:lnTo>
                <a:lnTo>
                  <a:pt x="2216001" y="3637777"/>
                </a:lnTo>
                <a:lnTo>
                  <a:pt x="2210833" y="3639751"/>
                </a:lnTo>
                <a:lnTo>
                  <a:pt x="2204869" y="3640541"/>
                </a:lnTo>
                <a:lnTo>
                  <a:pt x="2199303" y="3641330"/>
                </a:lnTo>
                <a:lnTo>
                  <a:pt x="2193738" y="3641725"/>
                </a:lnTo>
                <a:lnTo>
                  <a:pt x="2187774" y="3641725"/>
                </a:lnTo>
                <a:lnTo>
                  <a:pt x="2181413" y="3641725"/>
                </a:lnTo>
                <a:lnTo>
                  <a:pt x="2175847" y="3641330"/>
                </a:lnTo>
                <a:lnTo>
                  <a:pt x="2170281" y="3640541"/>
                </a:lnTo>
                <a:lnTo>
                  <a:pt x="2164715" y="3639751"/>
                </a:lnTo>
                <a:lnTo>
                  <a:pt x="2159149" y="3637777"/>
                </a:lnTo>
                <a:lnTo>
                  <a:pt x="2153583" y="3636593"/>
                </a:lnTo>
                <a:lnTo>
                  <a:pt x="2148415" y="3634619"/>
                </a:lnTo>
                <a:lnTo>
                  <a:pt x="2143247" y="3633040"/>
                </a:lnTo>
                <a:lnTo>
                  <a:pt x="2138476" y="3630276"/>
                </a:lnTo>
                <a:lnTo>
                  <a:pt x="2133308" y="3627907"/>
                </a:lnTo>
                <a:lnTo>
                  <a:pt x="2128139" y="3625143"/>
                </a:lnTo>
                <a:lnTo>
                  <a:pt x="2123766" y="3622380"/>
                </a:lnTo>
                <a:lnTo>
                  <a:pt x="2118995" y="3619221"/>
                </a:lnTo>
                <a:lnTo>
                  <a:pt x="2115020" y="3615668"/>
                </a:lnTo>
                <a:lnTo>
                  <a:pt x="2110646" y="3612115"/>
                </a:lnTo>
                <a:lnTo>
                  <a:pt x="2106671" y="3608562"/>
                </a:lnTo>
                <a:lnTo>
                  <a:pt x="2103093" y="3604614"/>
                </a:lnTo>
                <a:lnTo>
                  <a:pt x="2099515" y="3600271"/>
                </a:lnTo>
                <a:lnTo>
                  <a:pt x="2096334" y="3596323"/>
                </a:lnTo>
                <a:lnTo>
                  <a:pt x="2092756" y="3591585"/>
                </a:lnTo>
                <a:lnTo>
                  <a:pt x="2089973" y="3587242"/>
                </a:lnTo>
                <a:lnTo>
                  <a:pt x="2087190" y="3582504"/>
                </a:lnTo>
                <a:lnTo>
                  <a:pt x="2084805" y="3577372"/>
                </a:lnTo>
                <a:lnTo>
                  <a:pt x="2082419" y="3572634"/>
                </a:lnTo>
                <a:lnTo>
                  <a:pt x="2080431" y="3567107"/>
                </a:lnTo>
                <a:lnTo>
                  <a:pt x="2078444" y="3561975"/>
                </a:lnTo>
                <a:lnTo>
                  <a:pt x="2077251" y="3556447"/>
                </a:lnTo>
                <a:lnTo>
                  <a:pt x="2076058" y="3550920"/>
                </a:lnTo>
                <a:lnTo>
                  <a:pt x="2074468" y="3545393"/>
                </a:lnTo>
                <a:lnTo>
                  <a:pt x="2073673" y="3539866"/>
                </a:lnTo>
                <a:lnTo>
                  <a:pt x="2073275" y="3534338"/>
                </a:lnTo>
                <a:lnTo>
                  <a:pt x="2073275" y="3528416"/>
                </a:lnTo>
                <a:lnTo>
                  <a:pt x="2073275" y="3522494"/>
                </a:lnTo>
                <a:lnTo>
                  <a:pt x="2073673" y="3516967"/>
                </a:lnTo>
                <a:lnTo>
                  <a:pt x="2074468" y="3511045"/>
                </a:lnTo>
                <a:lnTo>
                  <a:pt x="2076058" y="3505123"/>
                </a:lnTo>
                <a:lnTo>
                  <a:pt x="2077251" y="3499990"/>
                </a:lnTo>
                <a:lnTo>
                  <a:pt x="2078444" y="3494463"/>
                </a:lnTo>
                <a:lnTo>
                  <a:pt x="2080431" y="3488936"/>
                </a:lnTo>
                <a:lnTo>
                  <a:pt x="2082419" y="3484198"/>
                </a:lnTo>
                <a:lnTo>
                  <a:pt x="2084805" y="3479065"/>
                </a:lnTo>
                <a:lnTo>
                  <a:pt x="2087190" y="3474328"/>
                </a:lnTo>
                <a:lnTo>
                  <a:pt x="2089973" y="3469195"/>
                </a:lnTo>
                <a:lnTo>
                  <a:pt x="2092756" y="3464853"/>
                </a:lnTo>
                <a:lnTo>
                  <a:pt x="2096334" y="3460115"/>
                </a:lnTo>
                <a:lnTo>
                  <a:pt x="2099515" y="3456167"/>
                </a:lnTo>
                <a:lnTo>
                  <a:pt x="2103093" y="3451824"/>
                </a:lnTo>
                <a:lnTo>
                  <a:pt x="2106671" y="3448271"/>
                </a:lnTo>
                <a:lnTo>
                  <a:pt x="2110646" y="3443928"/>
                </a:lnTo>
                <a:lnTo>
                  <a:pt x="2115020" y="3440769"/>
                </a:lnTo>
                <a:lnTo>
                  <a:pt x="2118995" y="3437611"/>
                </a:lnTo>
                <a:lnTo>
                  <a:pt x="2123766" y="3434058"/>
                </a:lnTo>
                <a:lnTo>
                  <a:pt x="2128139" y="3431294"/>
                </a:lnTo>
                <a:lnTo>
                  <a:pt x="2133308" y="3428530"/>
                </a:lnTo>
                <a:lnTo>
                  <a:pt x="2138476" y="3425767"/>
                </a:lnTo>
                <a:lnTo>
                  <a:pt x="2143247" y="3423793"/>
                </a:lnTo>
                <a:lnTo>
                  <a:pt x="2148415" y="3421819"/>
                </a:lnTo>
                <a:lnTo>
                  <a:pt x="2153583" y="3419845"/>
                </a:lnTo>
                <a:lnTo>
                  <a:pt x="2159149" y="3418265"/>
                </a:lnTo>
                <a:lnTo>
                  <a:pt x="2164715" y="3417081"/>
                </a:lnTo>
                <a:lnTo>
                  <a:pt x="2170281" y="3415897"/>
                </a:lnTo>
                <a:lnTo>
                  <a:pt x="2175847" y="3415502"/>
                </a:lnTo>
                <a:lnTo>
                  <a:pt x="2181413" y="3415107"/>
                </a:lnTo>
                <a:lnTo>
                  <a:pt x="2187774" y="3414712"/>
                </a:lnTo>
                <a:close/>
                <a:moveTo>
                  <a:pt x="2877146" y="3217862"/>
                </a:moveTo>
                <a:lnTo>
                  <a:pt x="2885867" y="3218259"/>
                </a:lnTo>
                <a:lnTo>
                  <a:pt x="2894191" y="3219051"/>
                </a:lnTo>
                <a:lnTo>
                  <a:pt x="2902515" y="3219844"/>
                </a:lnTo>
                <a:lnTo>
                  <a:pt x="2910840" y="3221430"/>
                </a:lnTo>
                <a:lnTo>
                  <a:pt x="2918768" y="3223412"/>
                </a:lnTo>
                <a:lnTo>
                  <a:pt x="2926696" y="3225394"/>
                </a:lnTo>
                <a:lnTo>
                  <a:pt x="2934624" y="3228169"/>
                </a:lnTo>
                <a:lnTo>
                  <a:pt x="2942156" y="3230943"/>
                </a:lnTo>
                <a:lnTo>
                  <a:pt x="2949291" y="3234511"/>
                </a:lnTo>
                <a:lnTo>
                  <a:pt x="2956426" y="3238079"/>
                </a:lnTo>
                <a:lnTo>
                  <a:pt x="2963561" y="3242043"/>
                </a:lnTo>
                <a:lnTo>
                  <a:pt x="2970300" y="3246403"/>
                </a:lnTo>
                <a:lnTo>
                  <a:pt x="2976643" y="3251160"/>
                </a:lnTo>
                <a:lnTo>
                  <a:pt x="2982985" y="3255917"/>
                </a:lnTo>
                <a:lnTo>
                  <a:pt x="2988931" y="3261070"/>
                </a:lnTo>
                <a:lnTo>
                  <a:pt x="2994481" y="3266620"/>
                </a:lnTo>
                <a:lnTo>
                  <a:pt x="3000030" y="3272169"/>
                </a:lnTo>
                <a:lnTo>
                  <a:pt x="3005580" y="3278512"/>
                </a:lnTo>
                <a:lnTo>
                  <a:pt x="3010337" y="3284458"/>
                </a:lnTo>
                <a:lnTo>
                  <a:pt x="3015093" y="3291196"/>
                </a:lnTo>
                <a:lnTo>
                  <a:pt x="3019057" y="3297935"/>
                </a:lnTo>
                <a:lnTo>
                  <a:pt x="3023418" y="3305070"/>
                </a:lnTo>
                <a:lnTo>
                  <a:pt x="3026986" y="3312206"/>
                </a:lnTo>
                <a:lnTo>
                  <a:pt x="3030553" y="3319341"/>
                </a:lnTo>
                <a:lnTo>
                  <a:pt x="3033328" y="3326873"/>
                </a:lnTo>
                <a:lnTo>
                  <a:pt x="3035706" y="3334404"/>
                </a:lnTo>
                <a:lnTo>
                  <a:pt x="3038085" y="3342332"/>
                </a:lnTo>
                <a:lnTo>
                  <a:pt x="3040067" y="3350657"/>
                </a:lnTo>
                <a:lnTo>
                  <a:pt x="3041652" y="3358585"/>
                </a:lnTo>
                <a:lnTo>
                  <a:pt x="3042445" y="3366909"/>
                </a:lnTo>
                <a:lnTo>
                  <a:pt x="3043238" y="3375630"/>
                </a:lnTo>
                <a:lnTo>
                  <a:pt x="3043238" y="3383954"/>
                </a:lnTo>
                <a:lnTo>
                  <a:pt x="3043238" y="3392675"/>
                </a:lnTo>
                <a:lnTo>
                  <a:pt x="3042445" y="3401000"/>
                </a:lnTo>
                <a:lnTo>
                  <a:pt x="3041652" y="3408928"/>
                </a:lnTo>
                <a:lnTo>
                  <a:pt x="3040067" y="3417252"/>
                </a:lnTo>
                <a:lnTo>
                  <a:pt x="3038085" y="3425180"/>
                </a:lnTo>
                <a:lnTo>
                  <a:pt x="3035706" y="3433108"/>
                </a:lnTo>
                <a:lnTo>
                  <a:pt x="3033328" y="3441036"/>
                </a:lnTo>
                <a:lnTo>
                  <a:pt x="3030553" y="3448568"/>
                </a:lnTo>
                <a:lnTo>
                  <a:pt x="3026986" y="3456100"/>
                </a:lnTo>
                <a:lnTo>
                  <a:pt x="3023418" y="3463235"/>
                </a:lnTo>
                <a:lnTo>
                  <a:pt x="3019057" y="3469974"/>
                </a:lnTo>
                <a:lnTo>
                  <a:pt x="3015093" y="3476712"/>
                </a:lnTo>
                <a:lnTo>
                  <a:pt x="3010337" y="3483451"/>
                </a:lnTo>
                <a:lnTo>
                  <a:pt x="3005580" y="3489794"/>
                </a:lnTo>
                <a:lnTo>
                  <a:pt x="3000030" y="3495343"/>
                </a:lnTo>
                <a:lnTo>
                  <a:pt x="2994481" y="3501289"/>
                </a:lnTo>
                <a:lnTo>
                  <a:pt x="2988931" y="3506442"/>
                </a:lnTo>
                <a:lnTo>
                  <a:pt x="2982985" y="3511992"/>
                </a:lnTo>
                <a:lnTo>
                  <a:pt x="2976643" y="3517145"/>
                </a:lnTo>
                <a:lnTo>
                  <a:pt x="2970300" y="3521506"/>
                </a:lnTo>
                <a:lnTo>
                  <a:pt x="2963561" y="3525866"/>
                </a:lnTo>
                <a:lnTo>
                  <a:pt x="2956426" y="3529830"/>
                </a:lnTo>
                <a:lnTo>
                  <a:pt x="2949291" y="3533794"/>
                </a:lnTo>
                <a:lnTo>
                  <a:pt x="2942156" y="3536965"/>
                </a:lnTo>
                <a:lnTo>
                  <a:pt x="2934624" y="3539740"/>
                </a:lnTo>
                <a:lnTo>
                  <a:pt x="2926696" y="3542515"/>
                </a:lnTo>
                <a:lnTo>
                  <a:pt x="2918768" y="3544893"/>
                </a:lnTo>
                <a:lnTo>
                  <a:pt x="2910840" y="3546479"/>
                </a:lnTo>
                <a:lnTo>
                  <a:pt x="2902515" y="3548065"/>
                </a:lnTo>
                <a:lnTo>
                  <a:pt x="2894191" y="3548857"/>
                </a:lnTo>
                <a:lnTo>
                  <a:pt x="2885867" y="3549650"/>
                </a:lnTo>
                <a:lnTo>
                  <a:pt x="2877146" y="3549650"/>
                </a:lnTo>
                <a:lnTo>
                  <a:pt x="2868821" y="3549650"/>
                </a:lnTo>
                <a:lnTo>
                  <a:pt x="2860101" y="3548857"/>
                </a:lnTo>
                <a:lnTo>
                  <a:pt x="2851776" y="3548065"/>
                </a:lnTo>
                <a:lnTo>
                  <a:pt x="2843848" y="3546479"/>
                </a:lnTo>
                <a:lnTo>
                  <a:pt x="2835524" y="3544893"/>
                </a:lnTo>
                <a:lnTo>
                  <a:pt x="2827992" y="3542515"/>
                </a:lnTo>
                <a:lnTo>
                  <a:pt x="2820460" y="3539740"/>
                </a:lnTo>
                <a:lnTo>
                  <a:pt x="2812929" y="3536965"/>
                </a:lnTo>
                <a:lnTo>
                  <a:pt x="2805397" y="3533794"/>
                </a:lnTo>
                <a:lnTo>
                  <a:pt x="2798262" y="3529830"/>
                </a:lnTo>
                <a:lnTo>
                  <a:pt x="2791127" y="3525866"/>
                </a:lnTo>
                <a:lnTo>
                  <a:pt x="2784784" y="3521506"/>
                </a:lnTo>
                <a:lnTo>
                  <a:pt x="2778045" y="3517145"/>
                </a:lnTo>
                <a:lnTo>
                  <a:pt x="2771703" y="3511992"/>
                </a:lnTo>
                <a:lnTo>
                  <a:pt x="2766153" y="3506442"/>
                </a:lnTo>
                <a:lnTo>
                  <a:pt x="2760207" y="3501289"/>
                </a:lnTo>
                <a:lnTo>
                  <a:pt x="2754261" y="3495343"/>
                </a:lnTo>
                <a:lnTo>
                  <a:pt x="2749505" y="3489794"/>
                </a:lnTo>
                <a:lnTo>
                  <a:pt x="2744351" y="3483451"/>
                </a:lnTo>
                <a:lnTo>
                  <a:pt x="2739991" y="3476712"/>
                </a:lnTo>
                <a:lnTo>
                  <a:pt x="2735234" y="3469974"/>
                </a:lnTo>
                <a:lnTo>
                  <a:pt x="2731666" y="3463235"/>
                </a:lnTo>
                <a:lnTo>
                  <a:pt x="2727702" y="3456100"/>
                </a:lnTo>
                <a:lnTo>
                  <a:pt x="2724531" y="3448568"/>
                </a:lnTo>
                <a:lnTo>
                  <a:pt x="2721756" y="3441036"/>
                </a:lnTo>
                <a:lnTo>
                  <a:pt x="2718982" y="3433108"/>
                </a:lnTo>
                <a:lnTo>
                  <a:pt x="2716603" y="3425180"/>
                </a:lnTo>
                <a:lnTo>
                  <a:pt x="2715018" y="3417252"/>
                </a:lnTo>
                <a:lnTo>
                  <a:pt x="2713432" y="3408928"/>
                </a:lnTo>
                <a:lnTo>
                  <a:pt x="2712639" y="3401000"/>
                </a:lnTo>
                <a:lnTo>
                  <a:pt x="2711450" y="3392675"/>
                </a:lnTo>
                <a:lnTo>
                  <a:pt x="2711450" y="3383954"/>
                </a:lnTo>
                <a:lnTo>
                  <a:pt x="2711450" y="3375630"/>
                </a:lnTo>
                <a:lnTo>
                  <a:pt x="2712639" y="3366909"/>
                </a:lnTo>
                <a:lnTo>
                  <a:pt x="2713432" y="3358585"/>
                </a:lnTo>
                <a:lnTo>
                  <a:pt x="2715018" y="3350657"/>
                </a:lnTo>
                <a:lnTo>
                  <a:pt x="2716603" y="3342332"/>
                </a:lnTo>
                <a:lnTo>
                  <a:pt x="2718982" y="3334404"/>
                </a:lnTo>
                <a:lnTo>
                  <a:pt x="2721756" y="3326873"/>
                </a:lnTo>
                <a:lnTo>
                  <a:pt x="2724531" y="3319341"/>
                </a:lnTo>
                <a:lnTo>
                  <a:pt x="2727702" y="3312206"/>
                </a:lnTo>
                <a:lnTo>
                  <a:pt x="2731666" y="3305070"/>
                </a:lnTo>
                <a:lnTo>
                  <a:pt x="2735234" y="3297935"/>
                </a:lnTo>
                <a:lnTo>
                  <a:pt x="2739991" y="3291196"/>
                </a:lnTo>
                <a:lnTo>
                  <a:pt x="2744351" y="3284458"/>
                </a:lnTo>
                <a:lnTo>
                  <a:pt x="2749505" y="3278512"/>
                </a:lnTo>
                <a:lnTo>
                  <a:pt x="2754261" y="3272169"/>
                </a:lnTo>
                <a:lnTo>
                  <a:pt x="2760207" y="3266620"/>
                </a:lnTo>
                <a:lnTo>
                  <a:pt x="2766153" y="3261070"/>
                </a:lnTo>
                <a:lnTo>
                  <a:pt x="2771703" y="3255917"/>
                </a:lnTo>
                <a:lnTo>
                  <a:pt x="2778045" y="3251160"/>
                </a:lnTo>
                <a:lnTo>
                  <a:pt x="2784784" y="3246403"/>
                </a:lnTo>
                <a:lnTo>
                  <a:pt x="2791127" y="3242043"/>
                </a:lnTo>
                <a:lnTo>
                  <a:pt x="2798262" y="3238079"/>
                </a:lnTo>
                <a:lnTo>
                  <a:pt x="2805397" y="3234511"/>
                </a:lnTo>
                <a:lnTo>
                  <a:pt x="2812929" y="3230943"/>
                </a:lnTo>
                <a:lnTo>
                  <a:pt x="2820460" y="3228169"/>
                </a:lnTo>
                <a:lnTo>
                  <a:pt x="2827992" y="3225394"/>
                </a:lnTo>
                <a:lnTo>
                  <a:pt x="2835524" y="3223412"/>
                </a:lnTo>
                <a:lnTo>
                  <a:pt x="2843848" y="3221430"/>
                </a:lnTo>
                <a:lnTo>
                  <a:pt x="2851776" y="3219844"/>
                </a:lnTo>
                <a:lnTo>
                  <a:pt x="2860101" y="3219051"/>
                </a:lnTo>
                <a:lnTo>
                  <a:pt x="2868821" y="3218259"/>
                </a:lnTo>
                <a:lnTo>
                  <a:pt x="2877146" y="3217862"/>
                </a:lnTo>
                <a:close/>
                <a:moveTo>
                  <a:pt x="1341242" y="3000374"/>
                </a:moveTo>
                <a:lnTo>
                  <a:pt x="410762" y="4429560"/>
                </a:lnTo>
                <a:lnTo>
                  <a:pt x="409572" y="4434325"/>
                </a:lnTo>
                <a:lnTo>
                  <a:pt x="406794" y="4447826"/>
                </a:lnTo>
                <a:lnTo>
                  <a:pt x="404414" y="4458151"/>
                </a:lnTo>
                <a:lnTo>
                  <a:pt x="402430" y="4469667"/>
                </a:lnTo>
                <a:lnTo>
                  <a:pt x="400446" y="4483169"/>
                </a:lnTo>
                <a:lnTo>
                  <a:pt x="398859" y="4498259"/>
                </a:lnTo>
                <a:lnTo>
                  <a:pt x="396875" y="4514937"/>
                </a:lnTo>
                <a:lnTo>
                  <a:pt x="395287" y="4533204"/>
                </a:lnTo>
                <a:lnTo>
                  <a:pt x="394097" y="4552265"/>
                </a:lnTo>
                <a:lnTo>
                  <a:pt x="393700" y="4572915"/>
                </a:lnTo>
                <a:lnTo>
                  <a:pt x="394097" y="4594359"/>
                </a:lnTo>
                <a:lnTo>
                  <a:pt x="394891" y="4616597"/>
                </a:lnTo>
                <a:lnTo>
                  <a:pt x="397271" y="4640026"/>
                </a:lnTo>
                <a:lnTo>
                  <a:pt x="400049" y="4664249"/>
                </a:lnTo>
                <a:lnTo>
                  <a:pt x="401636" y="4676162"/>
                </a:lnTo>
                <a:lnTo>
                  <a:pt x="403620" y="4688870"/>
                </a:lnTo>
                <a:lnTo>
                  <a:pt x="406398" y="4701180"/>
                </a:lnTo>
                <a:lnTo>
                  <a:pt x="409175" y="4713490"/>
                </a:lnTo>
                <a:lnTo>
                  <a:pt x="412350" y="4726198"/>
                </a:lnTo>
                <a:lnTo>
                  <a:pt x="415921" y="4738905"/>
                </a:lnTo>
                <a:lnTo>
                  <a:pt x="419492" y="4752010"/>
                </a:lnTo>
                <a:lnTo>
                  <a:pt x="423857" y="4764320"/>
                </a:lnTo>
                <a:lnTo>
                  <a:pt x="428221" y="4777425"/>
                </a:lnTo>
                <a:lnTo>
                  <a:pt x="433380" y="4790132"/>
                </a:lnTo>
                <a:lnTo>
                  <a:pt x="438538" y="4802839"/>
                </a:lnTo>
                <a:lnTo>
                  <a:pt x="444887" y="4815944"/>
                </a:lnTo>
                <a:lnTo>
                  <a:pt x="451235" y="4828254"/>
                </a:lnTo>
                <a:lnTo>
                  <a:pt x="457584" y="4841359"/>
                </a:lnTo>
                <a:lnTo>
                  <a:pt x="464726" y="4853669"/>
                </a:lnTo>
                <a:lnTo>
                  <a:pt x="472662" y="4866773"/>
                </a:lnTo>
                <a:lnTo>
                  <a:pt x="480995" y="4879084"/>
                </a:lnTo>
                <a:lnTo>
                  <a:pt x="489724" y="4891394"/>
                </a:lnTo>
                <a:lnTo>
                  <a:pt x="498850" y="4903704"/>
                </a:lnTo>
                <a:lnTo>
                  <a:pt x="508770" y="4915618"/>
                </a:lnTo>
                <a:lnTo>
                  <a:pt x="519087" y="4927531"/>
                </a:lnTo>
                <a:lnTo>
                  <a:pt x="530197" y="4939444"/>
                </a:lnTo>
                <a:lnTo>
                  <a:pt x="541704" y="4950960"/>
                </a:lnTo>
                <a:lnTo>
                  <a:pt x="553608" y="4962476"/>
                </a:lnTo>
                <a:lnTo>
                  <a:pt x="566702" y="4973992"/>
                </a:lnTo>
                <a:lnTo>
                  <a:pt x="579796" y="4984714"/>
                </a:lnTo>
                <a:lnTo>
                  <a:pt x="594081" y="4995436"/>
                </a:lnTo>
                <a:lnTo>
                  <a:pt x="609159" y="5005761"/>
                </a:lnTo>
                <a:lnTo>
                  <a:pt x="624237" y="5016085"/>
                </a:lnTo>
                <a:lnTo>
                  <a:pt x="640109" y="5026410"/>
                </a:lnTo>
                <a:lnTo>
                  <a:pt x="657171" y="5035941"/>
                </a:lnTo>
                <a:lnTo>
                  <a:pt x="674630" y="5045074"/>
                </a:lnTo>
                <a:lnTo>
                  <a:pt x="3954917" y="5045074"/>
                </a:lnTo>
                <a:lnTo>
                  <a:pt x="3972376" y="5035941"/>
                </a:lnTo>
                <a:lnTo>
                  <a:pt x="3989041" y="5026410"/>
                </a:lnTo>
                <a:lnTo>
                  <a:pt x="4005310" y="5016085"/>
                </a:lnTo>
                <a:lnTo>
                  <a:pt x="4020785" y="5005761"/>
                </a:lnTo>
                <a:lnTo>
                  <a:pt x="4035069" y="4995436"/>
                </a:lnTo>
                <a:lnTo>
                  <a:pt x="4049354" y="4984714"/>
                </a:lnTo>
                <a:lnTo>
                  <a:pt x="4062448" y="4973992"/>
                </a:lnTo>
                <a:lnTo>
                  <a:pt x="4075543" y="4962476"/>
                </a:lnTo>
                <a:lnTo>
                  <a:pt x="4087446" y="4950960"/>
                </a:lnTo>
                <a:lnTo>
                  <a:pt x="4098953" y="4939444"/>
                </a:lnTo>
                <a:lnTo>
                  <a:pt x="4110063" y="4927531"/>
                </a:lnTo>
                <a:lnTo>
                  <a:pt x="4120777" y="4915618"/>
                </a:lnTo>
                <a:lnTo>
                  <a:pt x="4130300" y="4903704"/>
                </a:lnTo>
                <a:lnTo>
                  <a:pt x="4139823" y="4891394"/>
                </a:lnTo>
                <a:lnTo>
                  <a:pt x="4148552" y="4879084"/>
                </a:lnTo>
                <a:lnTo>
                  <a:pt x="4156488" y="4866773"/>
                </a:lnTo>
                <a:lnTo>
                  <a:pt x="4164424" y="4853669"/>
                </a:lnTo>
                <a:lnTo>
                  <a:pt x="4171566" y="4841359"/>
                </a:lnTo>
                <a:lnTo>
                  <a:pt x="4178312" y="4828254"/>
                </a:lnTo>
                <a:lnTo>
                  <a:pt x="4184661" y="4815944"/>
                </a:lnTo>
                <a:lnTo>
                  <a:pt x="4190613" y="4802839"/>
                </a:lnTo>
                <a:lnTo>
                  <a:pt x="4195771" y="4790132"/>
                </a:lnTo>
                <a:lnTo>
                  <a:pt x="4200929" y="4777425"/>
                </a:lnTo>
                <a:lnTo>
                  <a:pt x="4205294" y="4764320"/>
                </a:lnTo>
                <a:lnTo>
                  <a:pt x="4209659" y="4752010"/>
                </a:lnTo>
                <a:lnTo>
                  <a:pt x="4213627" y="4738905"/>
                </a:lnTo>
                <a:lnTo>
                  <a:pt x="4217197" y="4726198"/>
                </a:lnTo>
                <a:lnTo>
                  <a:pt x="4219975" y="4713490"/>
                </a:lnTo>
                <a:lnTo>
                  <a:pt x="4222753" y="4701180"/>
                </a:lnTo>
                <a:lnTo>
                  <a:pt x="4225530" y="4688870"/>
                </a:lnTo>
                <a:lnTo>
                  <a:pt x="4227514" y="4676162"/>
                </a:lnTo>
                <a:lnTo>
                  <a:pt x="4229498" y="4664249"/>
                </a:lnTo>
                <a:lnTo>
                  <a:pt x="4232673" y="4640026"/>
                </a:lnTo>
                <a:lnTo>
                  <a:pt x="4234259" y="4616597"/>
                </a:lnTo>
                <a:lnTo>
                  <a:pt x="4235450" y="4594359"/>
                </a:lnTo>
                <a:lnTo>
                  <a:pt x="4235450" y="4572915"/>
                </a:lnTo>
                <a:lnTo>
                  <a:pt x="4235053" y="4552265"/>
                </a:lnTo>
                <a:lnTo>
                  <a:pt x="4234259" y="4533204"/>
                </a:lnTo>
                <a:lnTo>
                  <a:pt x="4232673" y="4514937"/>
                </a:lnTo>
                <a:lnTo>
                  <a:pt x="4230689" y="4498259"/>
                </a:lnTo>
                <a:lnTo>
                  <a:pt x="4228705" y="4483169"/>
                </a:lnTo>
                <a:lnTo>
                  <a:pt x="4226721" y="4469667"/>
                </a:lnTo>
                <a:lnTo>
                  <a:pt x="4224737" y="4458151"/>
                </a:lnTo>
                <a:lnTo>
                  <a:pt x="4222356" y="4447826"/>
                </a:lnTo>
                <a:lnTo>
                  <a:pt x="4219578" y="4434325"/>
                </a:lnTo>
                <a:lnTo>
                  <a:pt x="4218388" y="4429560"/>
                </a:lnTo>
                <a:lnTo>
                  <a:pt x="3282826" y="3000490"/>
                </a:lnTo>
                <a:lnTo>
                  <a:pt x="3282951" y="3001367"/>
                </a:lnTo>
                <a:lnTo>
                  <a:pt x="3282554" y="3003754"/>
                </a:lnTo>
                <a:lnTo>
                  <a:pt x="3281761" y="3006140"/>
                </a:lnTo>
                <a:lnTo>
                  <a:pt x="3280173" y="3008526"/>
                </a:lnTo>
                <a:lnTo>
                  <a:pt x="3278189" y="3010913"/>
                </a:lnTo>
                <a:lnTo>
                  <a:pt x="3275015" y="3013299"/>
                </a:lnTo>
                <a:lnTo>
                  <a:pt x="3271841" y="3015685"/>
                </a:lnTo>
                <a:lnTo>
                  <a:pt x="3267476" y="3017674"/>
                </a:lnTo>
                <a:lnTo>
                  <a:pt x="3263111" y="3020458"/>
                </a:lnTo>
                <a:lnTo>
                  <a:pt x="3252398" y="3024832"/>
                </a:lnTo>
                <a:lnTo>
                  <a:pt x="3239304" y="3029605"/>
                </a:lnTo>
                <a:lnTo>
                  <a:pt x="3223829" y="3033582"/>
                </a:lnTo>
                <a:lnTo>
                  <a:pt x="3206370" y="3037957"/>
                </a:lnTo>
                <a:lnTo>
                  <a:pt x="3186927" y="3041934"/>
                </a:lnTo>
                <a:lnTo>
                  <a:pt x="3165897" y="3046309"/>
                </a:lnTo>
                <a:lnTo>
                  <a:pt x="3142486" y="3050286"/>
                </a:lnTo>
                <a:lnTo>
                  <a:pt x="3117091" y="3054263"/>
                </a:lnTo>
                <a:lnTo>
                  <a:pt x="3090109" y="3057843"/>
                </a:lnTo>
                <a:lnTo>
                  <a:pt x="3061143" y="3061024"/>
                </a:lnTo>
                <a:lnTo>
                  <a:pt x="3030987" y="3065001"/>
                </a:lnTo>
                <a:lnTo>
                  <a:pt x="2998847" y="3068183"/>
                </a:lnTo>
                <a:lnTo>
                  <a:pt x="2964722" y="3070967"/>
                </a:lnTo>
                <a:lnTo>
                  <a:pt x="2929804" y="3074149"/>
                </a:lnTo>
                <a:lnTo>
                  <a:pt x="2892903" y="3076933"/>
                </a:lnTo>
                <a:lnTo>
                  <a:pt x="2855207" y="3079319"/>
                </a:lnTo>
                <a:lnTo>
                  <a:pt x="2815528" y="3082103"/>
                </a:lnTo>
                <a:lnTo>
                  <a:pt x="2775055" y="3084489"/>
                </a:lnTo>
                <a:lnTo>
                  <a:pt x="2690141" y="3088069"/>
                </a:lnTo>
                <a:lnTo>
                  <a:pt x="2600862" y="3091648"/>
                </a:lnTo>
                <a:lnTo>
                  <a:pt x="2507615" y="3093637"/>
                </a:lnTo>
                <a:lnTo>
                  <a:pt x="2411195" y="3095227"/>
                </a:lnTo>
                <a:lnTo>
                  <a:pt x="2312393" y="3095625"/>
                </a:lnTo>
                <a:lnTo>
                  <a:pt x="2213195" y="3095227"/>
                </a:lnTo>
                <a:lnTo>
                  <a:pt x="2116774" y="3093637"/>
                </a:lnTo>
                <a:lnTo>
                  <a:pt x="2023924" y="3091648"/>
                </a:lnTo>
                <a:lnTo>
                  <a:pt x="1934645" y="3088069"/>
                </a:lnTo>
                <a:lnTo>
                  <a:pt x="1849731" y="3084489"/>
                </a:lnTo>
                <a:lnTo>
                  <a:pt x="1808862" y="3082103"/>
                </a:lnTo>
                <a:lnTo>
                  <a:pt x="1769579" y="3079319"/>
                </a:lnTo>
                <a:lnTo>
                  <a:pt x="1731884" y="3076933"/>
                </a:lnTo>
                <a:lnTo>
                  <a:pt x="1694982" y="3074149"/>
                </a:lnTo>
                <a:lnTo>
                  <a:pt x="1659667" y="3070967"/>
                </a:lnTo>
                <a:lnTo>
                  <a:pt x="1626336" y="3068183"/>
                </a:lnTo>
                <a:lnTo>
                  <a:pt x="1593799" y="3065001"/>
                </a:lnTo>
                <a:lnTo>
                  <a:pt x="1563643" y="3061024"/>
                </a:lnTo>
                <a:lnTo>
                  <a:pt x="1534677" y="3057843"/>
                </a:lnTo>
                <a:lnTo>
                  <a:pt x="1507298" y="3054263"/>
                </a:lnTo>
                <a:lnTo>
                  <a:pt x="1482300" y="3050286"/>
                </a:lnTo>
                <a:lnTo>
                  <a:pt x="1458889" y="3046309"/>
                </a:lnTo>
                <a:lnTo>
                  <a:pt x="1437462" y="3041934"/>
                </a:lnTo>
                <a:lnTo>
                  <a:pt x="1418019" y="3037957"/>
                </a:lnTo>
                <a:lnTo>
                  <a:pt x="1400561" y="3033582"/>
                </a:lnTo>
                <a:lnTo>
                  <a:pt x="1385086" y="3029605"/>
                </a:lnTo>
                <a:lnTo>
                  <a:pt x="1372388" y="3024832"/>
                </a:lnTo>
                <a:lnTo>
                  <a:pt x="1361675" y="3020458"/>
                </a:lnTo>
                <a:lnTo>
                  <a:pt x="1356913" y="3017674"/>
                </a:lnTo>
                <a:lnTo>
                  <a:pt x="1352945" y="3015685"/>
                </a:lnTo>
                <a:lnTo>
                  <a:pt x="1349374" y="3013299"/>
                </a:lnTo>
                <a:lnTo>
                  <a:pt x="1346597" y="3010913"/>
                </a:lnTo>
                <a:lnTo>
                  <a:pt x="1344613" y="3008526"/>
                </a:lnTo>
                <a:lnTo>
                  <a:pt x="1343025" y="3006140"/>
                </a:lnTo>
                <a:lnTo>
                  <a:pt x="1341835" y="3003754"/>
                </a:lnTo>
                <a:lnTo>
                  <a:pt x="1341438" y="3001367"/>
                </a:lnTo>
                <a:lnTo>
                  <a:pt x="1341580" y="3000374"/>
                </a:lnTo>
                <a:lnTo>
                  <a:pt x="1341242" y="3000374"/>
                </a:lnTo>
                <a:close/>
                <a:moveTo>
                  <a:pt x="1717823" y="0"/>
                </a:moveTo>
                <a:lnTo>
                  <a:pt x="2909343" y="0"/>
                </a:lnTo>
                <a:lnTo>
                  <a:pt x="2919266" y="3571"/>
                </a:lnTo>
                <a:lnTo>
                  <a:pt x="2927601" y="6745"/>
                </a:lnTo>
                <a:lnTo>
                  <a:pt x="2935937" y="11110"/>
                </a:lnTo>
                <a:lnTo>
                  <a:pt x="2946653" y="15872"/>
                </a:lnTo>
                <a:lnTo>
                  <a:pt x="2959354" y="22618"/>
                </a:lnTo>
                <a:lnTo>
                  <a:pt x="2972849" y="30951"/>
                </a:lnTo>
                <a:lnTo>
                  <a:pt x="2987931" y="40871"/>
                </a:lnTo>
                <a:lnTo>
                  <a:pt x="2995870" y="46427"/>
                </a:lnTo>
                <a:lnTo>
                  <a:pt x="3003808" y="52776"/>
                </a:lnTo>
                <a:lnTo>
                  <a:pt x="3011349" y="58728"/>
                </a:lnTo>
                <a:lnTo>
                  <a:pt x="3019684" y="65474"/>
                </a:lnTo>
                <a:lnTo>
                  <a:pt x="3027623" y="72616"/>
                </a:lnTo>
                <a:lnTo>
                  <a:pt x="3035957" y="80553"/>
                </a:lnTo>
                <a:lnTo>
                  <a:pt x="3043896" y="88489"/>
                </a:lnTo>
                <a:lnTo>
                  <a:pt x="3051834" y="97219"/>
                </a:lnTo>
                <a:lnTo>
                  <a:pt x="3059375" y="105949"/>
                </a:lnTo>
                <a:lnTo>
                  <a:pt x="3066917" y="115472"/>
                </a:lnTo>
                <a:lnTo>
                  <a:pt x="3074458" y="125393"/>
                </a:lnTo>
                <a:lnTo>
                  <a:pt x="3080808" y="135313"/>
                </a:lnTo>
                <a:lnTo>
                  <a:pt x="3087556" y="146027"/>
                </a:lnTo>
                <a:lnTo>
                  <a:pt x="3093509" y="157536"/>
                </a:lnTo>
                <a:lnTo>
                  <a:pt x="3099066" y="169439"/>
                </a:lnTo>
                <a:lnTo>
                  <a:pt x="3104226" y="181344"/>
                </a:lnTo>
                <a:lnTo>
                  <a:pt x="3108592" y="194439"/>
                </a:lnTo>
                <a:lnTo>
                  <a:pt x="3112958" y="207534"/>
                </a:lnTo>
                <a:lnTo>
                  <a:pt x="3115339" y="217058"/>
                </a:lnTo>
                <a:lnTo>
                  <a:pt x="3117324" y="226581"/>
                </a:lnTo>
                <a:lnTo>
                  <a:pt x="3119309" y="236502"/>
                </a:lnTo>
                <a:lnTo>
                  <a:pt x="3120499" y="246025"/>
                </a:lnTo>
                <a:lnTo>
                  <a:pt x="3121690" y="256342"/>
                </a:lnTo>
                <a:lnTo>
                  <a:pt x="3122087" y="266263"/>
                </a:lnTo>
                <a:lnTo>
                  <a:pt x="3122484" y="276184"/>
                </a:lnTo>
                <a:lnTo>
                  <a:pt x="3122484" y="286103"/>
                </a:lnTo>
                <a:lnTo>
                  <a:pt x="3121690" y="296024"/>
                </a:lnTo>
                <a:lnTo>
                  <a:pt x="3121293" y="306341"/>
                </a:lnTo>
                <a:lnTo>
                  <a:pt x="3120102" y="316659"/>
                </a:lnTo>
                <a:lnTo>
                  <a:pt x="3118515" y="326976"/>
                </a:lnTo>
                <a:lnTo>
                  <a:pt x="3116530" y="337690"/>
                </a:lnTo>
                <a:lnTo>
                  <a:pt x="3114149" y="348007"/>
                </a:lnTo>
                <a:lnTo>
                  <a:pt x="3111767" y="358325"/>
                </a:lnTo>
                <a:lnTo>
                  <a:pt x="3108592" y="369039"/>
                </a:lnTo>
                <a:lnTo>
                  <a:pt x="3105417" y="379356"/>
                </a:lnTo>
                <a:lnTo>
                  <a:pt x="3101845" y="390466"/>
                </a:lnTo>
                <a:lnTo>
                  <a:pt x="3097479" y="401180"/>
                </a:lnTo>
                <a:lnTo>
                  <a:pt x="3093509" y="411894"/>
                </a:lnTo>
                <a:lnTo>
                  <a:pt x="3088747" y="422609"/>
                </a:lnTo>
                <a:lnTo>
                  <a:pt x="3083587" y="434116"/>
                </a:lnTo>
                <a:lnTo>
                  <a:pt x="3078030" y="444830"/>
                </a:lnTo>
                <a:lnTo>
                  <a:pt x="3072076" y="455940"/>
                </a:lnTo>
                <a:lnTo>
                  <a:pt x="3066123" y="466655"/>
                </a:lnTo>
                <a:lnTo>
                  <a:pt x="3059772" y="477766"/>
                </a:lnTo>
                <a:lnTo>
                  <a:pt x="3052628" y="489274"/>
                </a:lnTo>
                <a:lnTo>
                  <a:pt x="3045483" y="500781"/>
                </a:lnTo>
                <a:lnTo>
                  <a:pt x="3037942" y="511891"/>
                </a:lnTo>
                <a:lnTo>
                  <a:pt x="3030401" y="523400"/>
                </a:lnTo>
                <a:lnTo>
                  <a:pt x="3022066" y="534908"/>
                </a:lnTo>
                <a:lnTo>
                  <a:pt x="3013334" y="546415"/>
                </a:lnTo>
                <a:lnTo>
                  <a:pt x="3013334" y="2104709"/>
                </a:lnTo>
                <a:lnTo>
                  <a:pt x="4604543" y="4495920"/>
                </a:lnTo>
                <a:lnTo>
                  <a:pt x="4606527" y="4504649"/>
                </a:lnTo>
                <a:lnTo>
                  <a:pt x="4608511" y="4511792"/>
                </a:lnTo>
                <a:lnTo>
                  <a:pt x="4612481" y="4530046"/>
                </a:lnTo>
                <a:lnTo>
                  <a:pt x="4614862" y="4542744"/>
                </a:lnTo>
                <a:lnTo>
                  <a:pt x="4617243" y="4558220"/>
                </a:lnTo>
                <a:lnTo>
                  <a:pt x="4619625" y="4575679"/>
                </a:lnTo>
                <a:lnTo>
                  <a:pt x="4622403" y="4595123"/>
                </a:lnTo>
                <a:lnTo>
                  <a:pt x="4624387" y="4616948"/>
                </a:lnTo>
                <a:lnTo>
                  <a:pt x="4625975" y="4639964"/>
                </a:lnTo>
                <a:lnTo>
                  <a:pt x="4627166" y="4664963"/>
                </a:lnTo>
                <a:lnTo>
                  <a:pt x="4627563" y="4691153"/>
                </a:lnTo>
                <a:lnTo>
                  <a:pt x="4627166" y="4718533"/>
                </a:lnTo>
                <a:lnTo>
                  <a:pt x="4626373" y="4733215"/>
                </a:lnTo>
                <a:lnTo>
                  <a:pt x="4625579" y="4747501"/>
                </a:lnTo>
                <a:lnTo>
                  <a:pt x="4624387" y="4762183"/>
                </a:lnTo>
                <a:lnTo>
                  <a:pt x="4623197" y="4777262"/>
                </a:lnTo>
                <a:lnTo>
                  <a:pt x="4621213" y="4792341"/>
                </a:lnTo>
                <a:lnTo>
                  <a:pt x="4618831" y="4807817"/>
                </a:lnTo>
                <a:lnTo>
                  <a:pt x="4616449" y="4823689"/>
                </a:lnTo>
                <a:lnTo>
                  <a:pt x="4614068" y="4839562"/>
                </a:lnTo>
                <a:lnTo>
                  <a:pt x="4610496" y="4855038"/>
                </a:lnTo>
                <a:lnTo>
                  <a:pt x="4606923" y="4870910"/>
                </a:lnTo>
                <a:lnTo>
                  <a:pt x="4602557" y="4887180"/>
                </a:lnTo>
                <a:lnTo>
                  <a:pt x="4598191" y="4903449"/>
                </a:lnTo>
                <a:lnTo>
                  <a:pt x="4593032" y="4919719"/>
                </a:lnTo>
                <a:lnTo>
                  <a:pt x="4587872" y="4935988"/>
                </a:lnTo>
                <a:lnTo>
                  <a:pt x="4581919" y="4952257"/>
                </a:lnTo>
                <a:lnTo>
                  <a:pt x="4575171" y="4968527"/>
                </a:lnTo>
                <a:lnTo>
                  <a:pt x="4568821" y="4985193"/>
                </a:lnTo>
                <a:lnTo>
                  <a:pt x="4560883" y="5001463"/>
                </a:lnTo>
                <a:lnTo>
                  <a:pt x="4552944" y="5017732"/>
                </a:lnTo>
                <a:lnTo>
                  <a:pt x="4544212" y="5033605"/>
                </a:lnTo>
                <a:lnTo>
                  <a:pt x="4535083" y="5049874"/>
                </a:lnTo>
                <a:lnTo>
                  <a:pt x="4525161" y="5066144"/>
                </a:lnTo>
                <a:lnTo>
                  <a:pt x="4514047" y="5082016"/>
                </a:lnTo>
                <a:lnTo>
                  <a:pt x="4503331" y="5097889"/>
                </a:lnTo>
                <a:lnTo>
                  <a:pt x="4491423" y="5112968"/>
                </a:lnTo>
                <a:lnTo>
                  <a:pt x="4478722" y="5128444"/>
                </a:lnTo>
                <a:lnTo>
                  <a:pt x="4465624" y="5143919"/>
                </a:lnTo>
                <a:lnTo>
                  <a:pt x="4451335" y="5158998"/>
                </a:lnTo>
                <a:lnTo>
                  <a:pt x="4437047" y="5173681"/>
                </a:lnTo>
                <a:lnTo>
                  <a:pt x="4421171" y="5188363"/>
                </a:lnTo>
                <a:lnTo>
                  <a:pt x="4404897" y="5202251"/>
                </a:lnTo>
                <a:lnTo>
                  <a:pt x="4387830" y="5216537"/>
                </a:lnTo>
                <a:lnTo>
                  <a:pt x="4369969" y="5230028"/>
                </a:lnTo>
                <a:lnTo>
                  <a:pt x="4351315" y="5243520"/>
                </a:lnTo>
                <a:lnTo>
                  <a:pt x="4331865" y="5256615"/>
                </a:lnTo>
                <a:lnTo>
                  <a:pt x="4311227" y="5268916"/>
                </a:lnTo>
                <a:lnTo>
                  <a:pt x="4290191" y="5281218"/>
                </a:lnTo>
                <a:lnTo>
                  <a:pt x="4267963" y="5293122"/>
                </a:lnTo>
                <a:lnTo>
                  <a:pt x="4255659" y="5299074"/>
                </a:lnTo>
                <a:lnTo>
                  <a:pt x="371507" y="5299074"/>
                </a:lnTo>
                <a:lnTo>
                  <a:pt x="359600" y="5293122"/>
                </a:lnTo>
                <a:lnTo>
                  <a:pt x="337373" y="5281218"/>
                </a:lnTo>
                <a:lnTo>
                  <a:pt x="315940" y="5268916"/>
                </a:lnTo>
                <a:lnTo>
                  <a:pt x="295301" y="5256615"/>
                </a:lnTo>
                <a:lnTo>
                  <a:pt x="275852" y="5243520"/>
                </a:lnTo>
                <a:lnTo>
                  <a:pt x="257197" y="5230028"/>
                </a:lnTo>
                <a:lnTo>
                  <a:pt x="239336" y="5216537"/>
                </a:lnTo>
                <a:lnTo>
                  <a:pt x="222269" y="5202251"/>
                </a:lnTo>
                <a:lnTo>
                  <a:pt x="205996" y="5188363"/>
                </a:lnTo>
                <a:lnTo>
                  <a:pt x="190517" y="5173681"/>
                </a:lnTo>
                <a:lnTo>
                  <a:pt x="175831" y="5158998"/>
                </a:lnTo>
                <a:lnTo>
                  <a:pt x="161939" y="5143919"/>
                </a:lnTo>
                <a:lnTo>
                  <a:pt x="148841" y="5128444"/>
                </a:lnTo>
                <a:lnTo>
                  <a:pt x="135743" y="5112968"/>
                </a:lnTo>
                <a:lnTo>
                  <a:pt x="124233" y="5097889"/>
                </a:lnTo>
                <a:lnTo>
                  <a:pt x="113119" y="5082016"/>
                </a:lnTo>
                <a:lnTo>
                  <a:pt x="102403" y="5066144"/>
                </a:lnTo>
                <a:lnTo>
                  <a:pt x="92480" y="5049874"/>
                </a:lnTo>
                <a:lnTo>
                  <a:pt x="82954" y="5033605"/>
                </a:lnTo>
                <a:lnTo>
                  <a:pt x="74222" y="5017732"/>
                </a:lnTo>
                <a:lnTo>
                  <a:pt x="66284" y="5001463"/>
                </a:lnTo>
                <a:lnTo>
                  <a:pt x="59140" y="4985193"/>
                </a:lnTo>
                <a:lnTo>
                  <a:pt x="51995" y="4968527"/>
                </a:lnTo>
                <a:lnTo>
                  <a:pt x="45248" y="4952257"/>
                </a:lnTo>
                <a:lnTo>
                  <a:pt x="39294" y="4935988"/>
                </a:lnTo>
                <a:lnTo>
                  <a:pt x="34134" y="4919719"/>
                </a:lnTo>
                <a:lnTo>
                  <a:pt x="28975" y="4903449"/>
                </a:lnTo>
                <a:lnTo>
                  <a:pt x="24609" y="4887180"/>
                </a:lnTo>
                <a:lnTo>
                  <a:pt x="20243" y="4870910"/>
                </a:lnTo>
                <a:lnTo>
                  <a:pt x="17067" y="4855038"/>
                </a:lnTo>
                <a:lnTo>
                  <a:pt x="13495" y="4839562"/>
                </a:lnTo>
                <a:lnTo>
                  <a:pt x="10717" y="4823689"/>
                </a:lnTo>
                <a:lnTo>
                  <a:pt x="8335" y="4807817"/>
                </a:lnTo>
                <a:lnTo>
                  <a:pt x="6351" y="4792341"/>
                </a:lnTo>
                <a:lnTo>
                  <a:pt x="4366" y="4777262"/>
                </a:lnTo>
                <a:lnTo>
                  <a:pt x="2779" y="4762183"/>
                </a:lnTo>
                <a:lnTo>
                  <a:pt x="1588" y="4747501"/>
                </a:lnTo>
                <a:lnTo>
                  <a:pt x="794" y="4733215"/>
                </a:lnTo>
                <a:lnTo>
                  <a:pt x="397" y="4718533"/>
                </a:lnTo>
                <a:lnTo>
                  <a:pt x="0" y="4691153"/>
                </a:lnTo>
                <a:lnTo>
                  <a:pt x="397" y="4664963"/>
                </a:lnTo>
                <a:lnTo>
                  <a:pt x="1191" y="4639964"/>
                </a:lnTo>
                <a:lnTo>
                  <a:pt x="2779" y="4616948"/>
                </a:lnTo>
                <a:lnTo>
                  <a:pt x="4763" y="4595123"/>
                </a:lnTo>
                <a:lnTo>
                  <a:pt x="7542" y="4575679"/>
                </a:lnTo>
                <a:lnTo>
                  <a:pt x="9923" y="4558220"/>
                </a:lnTo>
                <a:lnTo>
                  <a:pt x="12304" y="4542744"/>
                </a:lnTo>
                <a:lnTo>
                  <a:pt x="15083" y="4530046"/>
                </a:lnTo>
                <a:lnTo>
                  <a:pt x="19052" y="4511792"/>
                </a:lnTo>
                <a:lnTo>
                  <a:pt x="20640" y="4504649"/>
                </a:lnTo>
                <a:lnTo>
                  <a:pt x="23418" y="4495920"/>
                </a:lnTo>
                <a:lnTo>
                  <a:pt x="1614229" y="2104709"/>
                </a:lnTo>
                <a:lnTo>
                  <a:pt x="1614229" y="546415"/>
                </a:lnTo>
                <a:lnTo>
                  <a:pt x="1605497" y="534908"/>
                </a:lnTo>
                <a:lnTo>
                  <a:pt x="1597559" y="523400"/>
                </a:lnTo>
                <a:lnTo>
                  <a:pt x="1589621" y="511891"/>
                </a:lnTo>
                <a:lnTo>
                  <a:pt x="1582080" y="500781"/>
                </a:lnTo>
                <a:lnTo>
                  <a:pt x="1574539" y="489274"/>
                </a:lnTo>
                <a:lnTo>
                  <a:pt x="1567791" y="477766"/>
                </a:lnTo>
                <a:lnTo>
                  <a:pt x="1561044" y="466655"/>
                </a:lnTo>
                <a:lnTo>
                  <a:pt x="1555090" y="455940"/>
                </a:lnTo>
                <a:lnTo>
                  <a:pt x="1549136" y="444830"/>
                </a:lnTo>
                <a:lnTo>
                  <a:pt x="1543580" y="434116"/>
                </a:lnTo>
                <a:lnTo>
                  <a:pt x="1538817" y="422609"/>
                </a:lnTo>
                <a:lnTo>
                  <a:pt x="1534054" y="411894"/>
                </a:lnTo>
                <a:lnTo>
                  <a:pt x="1529688" y="401180"/>
                </a:lnTo>
                <a:lnTo>
                  <a:pt x="1525322" y="390466"/>
                </a:lnTo>
                <a:lnTo>
                  <a:pt x="1522147" y="379356"/>
                </a:lnTo>
                <a:lnTo>
                  <a:pt x="1518971" y="369039"/>
                </a:lnTo>
                <a:lnTo>
                  <a:pt x="1515796" y="358325"/>
                </a:lnTo>
                <a:lnTo>
                  <a:pt x="1513018" y="348007"/>
                </a:lnTo>
                <a:lnTo>
                  <a:pt x="1511033" y="337690"/>
                </a:lnTo>
                <a:lnTo>
                  <a:pt x="1509049" y="326976"/>
                </a:lnTo>
                <a:lnTo>
                  <a:pt x="1507461" y="316659"/>
                </a:lnTo>
                <a:lnTo>
                  <a:pt x="1506270" y="306341"/>
                </a:lnTo>
                <a:lnTo>
                  <a:pt x="1505476" y="296024"/>
                </a:lnTo>
                <a:lnTo>
                  <a:pt x="1505079" y="286103"/>
                </a:lnTo>
                <a:lnTo>
                  <a:pt x="1505079" y="276184"/>
                </a:lnTo>
                <a:lnTo>
                  <a:pt x="1505079" y="266263"/>
                </a:lnTo>
                <a:lnTo>
                  <a:pt x="1505873" y="256342"/>
                </a:lnTo>
                <a:lnTo>
                  <a:pt x="1506667" y="246025"/>
                </a:lnTo>
                <a:lnTo>
                  <a:pt x="1508255" y="236502"/>
                </a:lnTo>
                <a:lnTo>
                  <a:pt x="1510239" y="226581"/>
                </a:lnTo>
                <a:lnTo>
                  <a:pt x="1512224" y="217058"/>
                </a:lnTo>
                <a:lnTo>
                  <a:pt x="1514208" y="207534"/>
                </a:lnTo>
                <a:lnTo>
                  <a:pt x="1518574" y="194439"/>
                </a:lnTo>
                <a:lnTo>
                  <a:pt x="1522940" y="181344"/>
                </a:lnTo>
                <a:lnTo>
                  <a:pt x="1528497" y="169439"/>
                </a:lnTo>
                <a:lnTo>
                  <a:pt x="1533657" y="157536"/>
                </a:lnTo>
                <a:lnTo>
                  <a:pt x="1540007" y="146027"/>
                </a:lnTo>
                <a:lnTo>
                  <a:pt x="1546358" y="135313"/>
                </a:lnTo>
                <a:lnTo>
                  <a:pt x="1553502" y="125393"/>
                </a:lnTo>
                <a:lnTo>
                  <a:pt x="1560250" y="115472"/>
                </a:lnTo>
                <a:lnTo>
                  <a:pt x="1567791" y="105949"/>
                </a:lnTo>
                <a:lnTo>
                  <a:pt x="1575729" y="97219"/>
                </a:lnTo>
                <a:lnTo>
                  <a:pt x="1583271" y="88489"/>
                </a:lnTo>
                <a:lnTo>
                  <a:pt x="1591606" y="80553"/>
                </a:lnTo>
                <a:lnTo>
                  <a:pt x="1599544" y="72616"/>
                </a:lnTo>
                <a:lnTo>
                  <a:pt x="1607879" y="65474"/>
                </a:lnTo>
                <a:lnTo>
                  <a:pt x="1615817" y="58728"/>
                </a:lnTo>
                <a:lnTo>
                  <a:pt x="1623358" y="52776"/>
                </a:lnTo>
                <a:lnTo>
                  <a:pt x="1631693" y="46427"/>
                </a:lnTo>
                <a:lnTo>
                  <a:pt x="1639235" y="40871"/>
                </a:lnTo>
                <a:lnTo>
                  <a:pt x="1654317" y="30951"/>
                </a:lnTo>
                <a:lnTo>
                  <a:pt x="1668606" y="22618"/>
                </a:lnTo>
                <a:lnTo>
                  <a:pt x="1680910" y="15872"/>
                </a:lnTo>
                <a:lnTo>
                  <a:pt x="1691230" y="11110"/>
                </a:lnTo>
                <a:lnTo>
                  <a:pt x="1699565" y="6745"/>
                </a:lnTo>
                <a:lnTo>
                  <a:pt x="1708297" y="3571"/>
                </a:lnTo>
                <a:lnTo>
                  <a:pt x="171782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zh-CN" altLang="en-US" sz="2551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E4CF785-82D4-4C40-A2F5-244068527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99" y="1674088"/>
            <a:ext cx="16790340" cy="770143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071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7112512" y="2873990"/>
            <a:ext cx="9890698" cy="1623349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7112512" y="4592660"/>
            <a:ext cx="9890698" cy="1439505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9" name="Group 103"/>
          <p:cNvGrpSpPr/>
          <p:nvPr userDrawn="1"/>
        </p:nvGrpSpPr>
        <p:grpSpPr>
          <a:xfrm>
            <a:off x="-154544" y="0"/>
            <a:ext cx="8076058" cy="9798978"/>
            <a:chOff x="4843448" y="0"/>
            <a:chExt cx="5652356" cy="6858000"/>
          </a:xfrm>
        </p:grpSpPr>
        <p:sp>
          <p:nvSpPr>
            <p:cNvPr id="10" name="Freeform 27"/>
            <p:cNvSpPr>
              <a:spLocks/>
            </p:cNvSpPr>
            <p:nvPr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1" name="Freeform 28"/>
            <p:cNvSpPr>
              <a:spLocks/>
            </p:cNvSpPr>
            <p:nvPr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" name="Freeform 29"/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6" name="Freeform 30"/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7" name="Freeform 31"/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8" name="Freeform 32"/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9" name="Freeform 33"/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2" name="Freeform 36"/>
            <p:cNvSpPr>
              <a:spLocks/>
            </p:cNvSpPr>
            <p:nvPr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3" name="Freeform 37"/>
            <p:cNvSpPr>
              <a:spLocks/>
            </p:cNvSpPr>
            <p:nvPr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4" name="Freeform 38"/>
            <p:cNvSpPr>
              <a:spLocks/>
            </p:cNvSpPr>
            <p:nvPr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5" name="Freeform 39"/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6" name="Freeform 40"/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7" name="Freeform 41"/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8" name="Freeform 42"/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29" name="Freeform 43"/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0" name="Freeform 46"/>
            <p:cNvSpPr>
              <a:spLocks/>
            </p:cNvSpPr>
            <p:nvPr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1" name="Freeform 47"/>
            <p:cNvSpPr>
              <a:spLocks/>
            </p:cNvSpPr>
            <p:nvPr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2" name="Freeform 48"/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3" name="Freeform 49"/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4" name="Freeform 50"/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5" name="Freeform 51"/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6" name="Freeform 52"/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7" name="Freeform 56"/>
            <p:cNvSpPr>
              <a:spLocks/>
            </p:cNvSpPr>
            <p:nvPr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8" name="Freeform 57"/>
            <p:cNvSpPr>
              <a:spLocks/>
            </p:cNvSpPr>
            <p:nvPr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39" name="Freeform 58"/>
            <p:cNvSpPr>
              <a:spLocks/>
            </p:cNvSpPr>
            <p:nvPr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0" name="Freeform 59"/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1" name="Freeform 60"/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2" name="Freeform 61"/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3" name="Freeform 62"/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4" name="Freeform 65"/>
            <p:cNvSpPr>
              <a:spLocks/>
            </p:cNvSpPr>
            <p:nvPr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5" name="Freeform 66"/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6" name="Freeform 67"/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7" name="Freeform 68"/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8" name="Freeform 69"/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49" name="Freeform 70"/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0" name="Freeform 71"/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3" name="Freeform 74"/>
            <p:cNvSpPr>
              <a:spLocks/>
            </p:cNvSpPr>
            <p:nvPr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4" name="Freeform 75"/>
            <p:cNvSpPr>
              <a:spLocks/>
            </p:cNvSpPr>
            <p:nvPr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5" name="Freeform 76"/>
            <p:cNvSpPr>
              <a:spLocks/>
            </p:cNvSpPr>
            <p:nvPr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6" name="Freeform 77"/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7" name="Freeform 78"/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8" name="Freeform 79"/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59" name="Freeform 80"/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0" name="Freeform 84"/>
            <p:cNvSpPr>
              <a:spLocks/>
            </p:cNvSpPr>
            <p:nvPr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1" name="Freeform 85"/>
            <p:cNvSpPr>
              <a:spLocks/>
            </p:cNvSpPr>
            <p:nvPr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2" name="Freeform 86"/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3" name="Freeform 87"/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4" name="Freeform 88"/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5" name="Freeform 89"/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6" name="Freeform 90"/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67" name="Freeform 91"/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</p:grpSp>
      <p:cxnSp>
        <p:nvCxnSpPr>
          <p:cNvPr id="3" name="直接连接符 2"/>
          <p:cNvCxnSpPr>
            <a:cxnSpLocks/>
          </p:cNvCxnSpPr>
          <p:nvPr userDrawn="1"/>
        </p:nvCxnSpPr>
        <p:spPr>
          <a:xfrm>
            <a:off x="7112513" y="4497339"/>
            <a:ext cx="98906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3002" y="2254"/>
          <a:ext cx="2999" cy="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" y="2254"/>
                        <a:ext cx="2999" cy="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497" y="1594172"/>
            <a:ext cx="7690472" cy="7873919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783968" y="1594172"/>
            <a:ext cx="7631973" cy="7873919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0278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7" y="2"/>
            <a:ext cx="15466444" cy="1458038"/>
          </a:xfrm>
        </p:spPr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9497" y="1503885"/>
            <a:ext cx="15466444" cy="906774"/>
          </a:xfrm>
        </p:spPr>
        <p:txBody>
          <a:bodyPr anchor="b">
            <a:noAutofit/>
          </a:bodyPr>
          <a:lstStyle>
            <a:lvl1pPr marL="285763" indent="-285763">
              <a:buFont typeface="Arial" panose="020B0604020202020204" pitchFamily="34" charset="0"/>
              <a:buChar char="•"/>
              <a:defRPr sz="2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85" indent="-285763">
              <a:buFont typeface="Arial" panose="020B0604020202020204" pitchFamily="34" charset="0"/>
              <a:buChar char="•"/>
              <a:defRPr sz="1400" b="0"/>
            </a:lvl2pPr>
            <a:lvl3pPr marL="914443" indent="0">
              <a:buNone/>
              <a:defRPr sz="1800" b="1"/>
            </a:lvl3pPr>
            <a:lvl4pPr marL="1371665" indent="0">
              <a:buNone/>
              <a:defRPr sz="1600" b="1"/>
            </a:lvl4pPr>
            <a:lvl5pPr marL="1828886" indent="0">
              <a:buNone/>
              <a:defRPr sz="1600" b="1"/>
            </a:lvl5pPr>
            <a:lvl6pPr marL="2286107" indent="0">
              <a:buNone/>
              <a:defRPr sz="1600" b="1"/>
            </a:lvl6pPr>
            <a:lvl7pPr marL="2743328" indent="0">
              <a:buNone/>
              <a:defRPr sz="1600" b="1"/>
            </a:lvl7pPr>
            <a:lvl8pPr marL="3200550" indent="0">
              <a:buNone/>
              <a:defRPr sz="1600" b="1"/>
            </a:lvl8pPr>
            <a:lvl9pPr marL="3657771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9497" y="2524497"/>
            <a:ext cx="7690472" cy="6908869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777971" y="2524497"/>
            <a:ext cx="7637972" cy="6908869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2229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7" y="2"/>
            <a:ext cx="15466446" cy="1458038"/>
          </a:xfrm>
        </p:spPr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9497" y="1597305"/>
            <a:ext cx="7690472" cy="813353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22" indent="0">
              <a:buNone/>
              <a:defRPr sz="2000" b="1"/>
            </a:lvl2pPr>
            <a:lvl3pPr marL="914443" indent="0">
              <a:buNone/>
              <a:defRPr sz="1800" b="1"/>
            </a:lvl3pPr>
            <a:lvl4pPr marL="1371665" indent="0">
              <a:buNone/>
              <a:defRPr sz="1600" b="1"/>
            </a:lvl4pPr>
            <a:lvl5pPr marL="1828886" indent="0">
              <a:buNone/>
              <a:defRPr sz="1600" b="1"/>
            </a:lvl5pPr>
            <a:lvl6pPr marL="2286107" indent="0">
              <a:buNone/>
              <a:defRPr sz="1600" b="1"/>
            </a:lvl6pPr>
            <a:lvl7pPr marL="2743328" indent="0">
              <a:buNone/>
              <a:defRPr sz="1600" b="1"/>
            </a:lvl7pPr>
            <a:lvl8pPr marL="3200550" indent="0">
              <a:buNone/>
              <a:defRPr sz="1600" b="1"/>
            </a:lvl8pPr>
            <a:lvl9pPr marL="3657771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9497" y="2524498"/>
            <a:ext cx="7690472" cy="6955168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8777971" y="1597305"/>
            <a:ext cx="7637972" cy="813353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22" indent="0">
              <a:buNone/>
              <a:defRPr sz="2000" b="1"/>
            </a:lvl2pPr>
            <a:lvl3pPr marL="914443" indent="0">
              <a:buNone/>
              <a:defRPr sz="1800" b="1"/>
            </a:lvl3pPr>
            <a:lvl4pPr marL="1371665" indent="0">
              <a:buNone/>
              <a:defRPr sz="1600" b="1"/>
            </a:lvl4pPr>
            <a:lvl5pPr marL="1828886" indent="0">
              <a:buNone/>
              <a:defRPr sz="1600" b="1"/>
            </a:lvl5pPr>
            <a:lvl6pPr marL="2286107" indent="0">
              <a:buNone/>
              <a:defRPr sz="1600" b="1"/>
            </a:lvl6pPr>
            <a:lvl7pPr marL="2743328" indent="0">
              <a:buNone/>
              <a:defRPr sz="1600" b="1"/>
            </a:lvl7pPr>
            <a:lvl8pPr marL="3200550" indent="0">
              <a:buNone/>
              <a:defRPr sz="1600" b="1"/>
            </a:lvl8pPr>
            <a:lvl9pPr marL="3657771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777971" y="2524498"/>
            <a:ext cx="7637972" cy="6955168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608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3002" y="2254"/>
          <a:ext cx="2999" cy="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" y="2254"/>
                        <a:ext cx="2999" cy="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6" y="2"/>
            <a:ext cx="15466443" cy="1458038"/>
          </a:xfrm>
        </p:spPr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497" y="2398426"/>
            <a:ext cx="15466444" cy="3450592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9497" y="5923082"/>
            <a:ext cx="15466444" cy="3602880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sz="half" idx="13"/>
          </p:nvPr>
        </p:nvSpPr>
        <p:spPr>
          <a:xfrm>
            <a:off x="949497" y="1594168"/>
            <a:ext cx="15466444" cy="714430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9600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3002" y="2254"/>
          <a:ext cx="2999" cy="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3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" y="2254"/>
                        <a:ext cx="2999" cy="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7" y="2"/>
            <a:ext cx="15466444" cy="1458038"/>
          </a:xfrm>
        </p:spPr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497" y="2278402"/>
            <a:ext cx="15466444" cy="3069894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9497" y="6297434"/>
            <a:ext cx="15466444" cy="3205380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sz="half" idx="12"/>
          </p:nvPr>
        </p:nvSpPr>
        <p:spPr>
          <a:xfrm>
            <a:off x="949497" y="1575853"/>
            <a:ext cx="15466444" cy="702549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sz="half" idx="13"/>
          </p:nvPr>
        </p:nvSpPr>
        <p:spPr>
          <a:xfrm>
            <a:off x="949497" y="5570951"/>
            <a:ext cx="15466444" cy="691758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57523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7" y="2"/>
            <a:ext cx="15466444" cy="1458038"/>
          </a:xfrm>
        </p:spPr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9496" y="1620456"/>
            <a:ext cx="8626303" cy="7812911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715497" y="1620456"/>
            <a:ext cx="6700443" cy="3842795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A40475CB-32A8-449D-B508-CAF3FA8519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715499" y="5567423"/>
            <a:ext cx="6700443" cy="3865943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492297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3002" y="2254"/>
          <a:ext cx="2999" cy="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7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" y="2254"/>
                        <a:ext cx="2999" cy="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7" y="2"/>
            <a:ext cx="15631640" cy="1458038"/>
          </a:xfrm>
        </p:spPr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497" y="1621996"/>
            <a:ext cx="4954482" cy="7915543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6047" y="1621996"/>
            <a:ext cx="5156512" cy="7915543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0" name="内容占位符 3"/>
          <p:cNvSpPr>
            <a:spLocks noGrp="1"/>
          </p:cNvSpPr>
          <p:nvPr>
            <p:ph sz="half" idx="12"/>
          </p:nvPr>
        </p:nvSpPr>
        <p:spPr>
          <a:xfrm>
            <a:off x="11424625" y="1621996"/>
            <a:ext cx="5156512" cy="7915543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7998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3002" y="2254"/>
          <a:ext cx="2999" cy="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1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" y="2254"/>
                        <a:ext cx="2999" cy="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496" y="2"/>
            <a:ext cx="15631639" cy="1458038"/>
          </a:xfrm>
        </p:spPr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497" y="2434620"/>
            <a:ext cx="4954482" cy="6987172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6047" y="2434620"/>
            <a:ext cx="5156512" cy="6987172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0" name="内容占位符 3"/>
          <p:cNvSpPr>
            <a:spLocks noGrp="1"/>
          </p:cNvSpPr>
          <p:nvPr>
            <p:ph sz="half" idx="12"/>
          </p:nvPr>
        </p:nvSpPr>
        <p:spPr>
          <a:xfrm>
            <a:off x="11424625" y="2434620"/>
            <a:ext cx="5156512" cy="6987172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1" name="内容占位符 2"/>
          <p:cNvSpPr>
            <a:spLocks noGrp="1"/>
          </p:cNvSpPr>
          <p:nvPr>
            <p:ph sz="half" idx="13"/>
          </p:nvPr>
        </p:nvSpPr>
        <p:spPr>
          <a:xfrm>
            <a:off x="949497" y="1566149"/>
            <a:ext cx="15631640" cy="760362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2830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3002" y="2254"/>
          <a:ext cx="2999" cy="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" y="2254"/>
                        <a:ext cx="2999" cy="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497" y="1594172"/>
            <a:ext cx="7546474" cy="3737731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783968" y="1594172"/>
            <a:ext cx="7631973" cy="3737731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sz="half" idx="12"/>
          </p:nvPr>
        </p:nvSpPr>
        <p:spPr>
          <a:xfrm>
            <a:off x="949497" y="5464134"/>
            <a:ext cx="7546474" cy="3957658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内容占位符 3"/>
          <p:cNvSpPr>
            <a:spLocks noGrp="1"/>
          </p:cNvSpPr>
          <p:nvPr>
            <p:ph sz="half" idx="13"/>
          </p:nvPr>
        </p:nvSpPr>
        <p:spPr>
          <a:xfrm>
            <a:off x="8783968" y="5464134"/>
            <a:ext cx="7631973" cy="3957658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682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3002" y="2254"/>
          <a:ext cx="2999" cy="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8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" y="2254"/>
                        <a:ext cx="2999" cy="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497" y="2402207"/>
            <a:ext cx="7546474" cy="3502097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783968" y="2402207"/>
            <a:ext cx="7631973" cy="3502097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sz="half" idx="12"/>
          </p:nvPr>
        </p:nvSpPr>
        <p:spPr>
          <a:xfrm>
            <a:off x="949497" y="6035440"/>
            <a:ext cx="7546474" cy="3502097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内容占位符 3"/>
          <p:cNvSpPr>
            <a:spLocks noGrp="1"/>
          </p:cNvSpPr>
          <p:nvPr>
            <p:ph sz="half" idx="13"/>
          </p:nvPr>
        </p:nvSpPr>
        <p:spPr>
          <a:xfrm>
            <a:off x="8783968" y="6035440"/>
            <a:ext cx="7631973" cy="3502097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sz="half" idx="14"/>
          </p:nvPr>
        </p:nvSpPr>
        <p:spPr>
          <a:xfrm>
            <a:off x="949497" y="1602625"/>
            <a:ext cx="15466444" cy="603912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sz="1800"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98341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581748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-9642" y="3832527"/>
            <a:ext cx="17289581" cy="5915533"/>
            <a:chOff x="-6804" y="246308"/>
            <a:chExt cx="12198804" cy="4173624"/>
          </a:xfrm>
        </p:grpSpPr>
        <p:sp>
          <p:nvSpPr>
            <p:cNvPr id="9" name="Rectangle 27"/>
            <p:cNvSpPr/>
            <p:nvPr userDrawn="1"/>
          </p:nvSpPr>
          <p:spPr>
            <a:xfrm>
              <a:off x="-6804" y="655784"/>
              <a:ext cx="12198804" cy="37641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/>
            </a:p>
          </p:txBody>
        </p:sp>
        <p:grpSp>
          <p:nvGrpSpPr>
            <p:cNvPr id="10" name="Group 29"/>
            <p:cNvGrpSpPr/>
            <p:nvPr userDrawn="1"/>
          </p:nvGrpSpPr>
          <p:grpSpPr>
            <a:xfrm rot="1800000">
              <a:off x="8590927" y="873755"/>
              <a:ext cx="3117590" cy="3246084"/>
              <a:chOff x="8349573" y="-1673337"/>
              <a:chExt cx="6162676" cy="6416675"/>
            </a:xfrm>
            <a:solidFill>
              <a:schemeClr val="bg1">
                <a:alpha val="16000"/>
              </a:schemeClr>
            </a:solidFill>
          </p:grpSpPr>
          <p:sp>
            <p:nvSpPr>
              <p:cNvPr id="58" name="Freeform 319"/>
              <p:cNvSpPr>
                <a:spLocks noEditPoints="1"/>
              </p:cNvSpPr>
              <p:nvPr/>
            </p:nvSpPr>
            <p:spPr bwMode="auto">
              <a:xfrm>
                <a:off x="8349573" y="-1673337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4 h 1368"/>
                  <a:gd name="T10" fmla="*/ 1536 w 1576"/>
                  <a:gd name="T11" fmla="*/ 1344 h 1368"/>
                  <a:gd name="T12" fmla="*/ 788 w 1576"/>
                  <a:gd name="T13" fmla="*/ 47 h 1368"/>
                  <a:gd name="T14" fmla="*/ 40 w 1576"/>
                  <a:gd name="T15" fmla="*/ 134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4"/>
                    </a:moveTo>
                    <a:lnTo>
                      <a:pt x="1536" y="1344"/>
                    </a:lnTo>
                    <a:lnTo>
                      <a:pt x="788" y="47"/>
                    </a:lnTo>
                    <a:lnTo>
                      <a:pt x="40" y="134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59" name="Freeform 320"/>
              <p:cNvSpPr>
                <a:spLocks noEditPoints="1"/>
              </p:cNvSpPr>
              <p:nvPr/>
            </p:nvSpPr>
            <p:spPr bwMode="auto">
              <a:xfrm>
                <a:off x="9570361" y="-1655875"/>
                <a:ext cx="2503488" cy="2171700"/>
              </a:xfrm>
              <a:custGeom>
                <a:avLst/>
                <a:gdLst>
                  <a:gd name="T0" fmla="*/ 788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8 w 1577"/>
                  <a:gd name="T7" fmla="*/ 1368 h 1368"/>
                  <a:gd name="T8" fmla="*/ 41 w 1577"/>
                  <a:gd name="T9" fmla="*/ 24 h 1368"/>
                  <a:gd name="T10" fmla="*/ 788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8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8" y="1368"/>
                    </a:lnTo>
                    <a:close/>
                    <a:moveTo>
                      <a:pt x="41" y="24"/>
                    </a:moveTo>
                    <a:lnTo>
                      <a:pt x="788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0" name="Freeform 321"/>
              <p:cNvSpPr>
                <a:spLocks noEditPoints="1"/>
              </p:cNvSpPr>
              <p:nvPr/>
            </p:nvSpPr>
            <p:spPr bwMode="auto">
              <a:xfrm>
                <a:off x="10787973" y="-1673337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4 h 1368"/>
                  <a:gd name="T10" fmla="*/ 1536 w 1576"/>
                  <a:gd name="T11" fmla="*/ 1344 h 1368"/>
                  <a:gd name="T12" fmla="*/ 788 w 1576"/>
                  <a:gd name="T13" fmla="*/ 47 h 1368"/>
                  <a:gd name="T14" fmla="*/ 40 w 1576"/>
                  <a:gd name="T15" fmla="*/ 134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4"/>
                    </a:moveTo>
                    <a:lnTo>
                      <a:pt x="1536" y="1344"/>
                    </a:lnTo>
                    <a:lnTo>
                      <a:pt x="788" y="47"/>
                    </a:lnTo>
                    <a:lnTo>
                      <a:pt x="40" y="134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1" name="Freeform 322"/>
              <p:cNvSpPr>
                <a:spLocks noEditPoints="1"/>
              </p:cNvSpPr>
              <p:nvPr/>
            </p:nvSpPr>
            <p:spPr bwMode="auto">
              <a:xfrm>
                <a:off x="12008761" y="-1655875"/>
                <a:ext cx="2503488" cy="2171700"/>
              </a:xfrm>
              <a:custGeom>
                <a:avLst/>
                <a:gdLst>
                  <a:gd name="T0" fmla="*/ 789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9 w 1577"/>
                  <a:gd name="T7" fmla="*/ 1368 h 1368"/>
                  <a:gd name="T8" fmla="*/ 41 w 1577"/>
                  <a:gd name="T9" fmla="*/ 24 h 1368"/>
                  <a:gd name="T10" fmla="*/ 789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9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9" y="1368"/>
                    </a:lnTo>
                    <a:close/>
                    <a:moveTo>
                      <a:pt x="41" y="24"/>
                    </a:moveTo>
                    <a:lnTo>
                      <a:pt x="789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2" name="Freeform 323"/>
              <p:cNvSpPr>
                <a:spLocks noEditPoints="1"/>
              </p:cNvSpPr>
              <p:nvPr/>
            </p:nvSpPr>
            <p:spPr bwMode="auto">
              <a:xfrm>
                <a:off x="8349573" y="460263"/>
                <a:ext cx="2501900" cy="2168525"/>
              </a:xfrm>
              <a:custGeom>
                <a:avLst/>
                <a:gdLst>
                  <a:gd name="T0" fmla="*/ 788 w 1576"/>
                  <a:gd name="T1" fmla="*/ 1366 h 1366"/>
                  <a:gd name="T2" fmla="*/ 0 w 1576"/>
                  <a:gd name="T3" fmla="*/ 0 h 1366"/>
                  <a:gd name="T4" fmla="*/ 1576 w 1576"/>
                  <a:gd name="T5" fmla="*/ 0 h 1366"/>
                  <a:gd name="T6" fmla="*/ 788 w 1576"/>
                  <a:gd name="T7" fmla="*/ 1366 h 1366"/>
                  <a:gd name="T8" fmla="*/ 40 w 1576"/>
                  <a:gd name="T9" fmla="*/ 24 h 1366"/>
                  <a:gd name="T10" fmla="*/ 788 w 1576"/>
                  <a:gd name="T11" fmla="*/ 1318 h 1366"/>
                  <a:gd name="T12" fmla="*/ 1536 w 1576"/>
                  <a:gd name="T13" fmla="*/ 24 h 1366"/>
                  <a:gd name="T14" fmla="*/ 40 w 1576"/>
                  <a:gd name="T15" fmla="*/ 24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6">
                    <a:moveTo>
                      <a:pt x="788" y="1366"/>
                    </a:moveTo>
                    <a:lnTo>
                      <a:pt x="0" y="0"/>
                    </a:lnTo>
                    <a:lnTo>
                      <a:pt x="1576" y="0"/>
                    </a:lnTo>
                    <a:lnTo>
                      <a:pt x="788" y="1366"/>
                    </a:lnTo>
                    <a:close/>
                    <a:moveTo>
                      <a:pt x="40" y="24"/>
                    </a:moveTo>
                    <a:lnTo>
                      <a:pt x="788" y="1318"/>
                    </a:lnTo>
                    <a:lnTo>
                      <a:pt x="1536" y="24"/>
                    </a:lnTo>
                    <a:lnTo>
                      <a:pt x="40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3" name="Freeform 324"/>
              <p:cNvSpPr>
                <a:spLocks noEditPoints="1"/>
              </p:cNvSpPr>
              <p:nvPr/>
            </p:nvSpPr>
            <p:spPr bwMode="auto">
              <a:xfrm>
                <a:off x="9570361" y="441213"/>
                <a:ext cx="2503488" cy="2168525"/>
              </a:xfrm>
              <a:custGeom>
                <a:avLst/>
                <a:gdLst>
                  <a:gd name="T0" fmla="*/ 1577 w 1577"/>
                  <a:gd name="T1" fmla="*/ 1366 h 1366"/>
                  <a:gd name="T2" fmla="*/ 0 w 1577"/>
                  <a:gd name="T3" fmla="*/ 1366 h 1366"/>
                  <a:gd name="T4" fmla="*/ 788 w 1577"/>
                  <a:gd name="T5" fmla="*/ 0 h 1366"/>
                  <a:gd name="T6" fmla="*/ 1577 w 1577"/>
                  <a:gd name="T7" fmla="*/ 1366 h 1366"/>
                  <a:gd name="T8" fmla="*/ 41 w 1577"/>
                  <a:gd name="T9" fmla="*/ 1342 h 1366"/>
                  <a:gd name="T10" fmla="*/ 1536 w 1577"/>
                  <a:gd name="T11" fmla="*/ 1342 h 1366"/>
                  <a:gd name="T12" fmla="*/ 788 w 1577"/>
                  <a:gd name="T13" fmla="*/ 47 h 1366"/>
                  <a:gd name="T14" fmla="*/ 41 w 1577"/>
                  <a:gd name="T15" fmla="*/ 1342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6">
                    <a:moveTo>
                      <a:pt x="1577" y="1366"/>
                    </a:moveTo>
                    <a:lnTo>
                      <a:pt x="0" y="1366"/>
                    </a:lnTo>
                    <a:lnTo>
                      <a:pt x="788" y="0"/>
                    </a:lnTo>
                    <a:lnTo>
                      <a:pt x="1577" y="1366"/>
                    </a:lnTo>
                    <a:close/>
                    <a:moveTo>
                      <a:pt x="41" y="1342"/>
                    </a:moveTo>
                    <a:lnTo>
                      <a:pt x="1536" y="1342"/>
                    </a:lnTo>
                    <a:lnTo>
                      <a:pt x="788" y="47"/>
                    </a:lnTo>
                    <a:lnTo>
                      <a:pt x="41" y="1342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4" name="Freeform 325"/>
              <p:cNvSpPr>
                <a:spLocks noEditPoints="1"/>
              </p:cNvSpPr>
              <p:nvPr/>
            </p:nvSpPr>
            <p:spPr bwMode="auto">
              <a:xfrm>
                <a:off x="10787973" y="460263"/>
                <a:ext cx="2501900" cy="2168525"/>
              </a:xfrm>
              <a:custGeom>
                <a:avLst/>
                <a:gdLst>
                  <a:gd name="T0" fmla="*/ 788 w 1576"/>
                  <a:gd name="T1" fmla="*/ 1366 h 1366"/>
                  <a:gd name="T2" fmla="*/ 0 w 1576"/>
                  <a:gd name="T3" fmla="*/ 0 h 1366"/>
                  <a:gd name="T4" fmla="*/ 1576 w 1576"/>
                  <a:gd name="T5" fmla="*/ 0 h 1366"/>
                  <a:gd name="T6" fmla="*/ 788 w 1576"/>
                  <a:gd name="T7" fmla="*/ 1366 h 1366"/>
                  <a:gd name="T8" fmla="*/ 40 w 1576"/>
                  <a:gd name="T9" fmla="*/ 24 h 1366"/>
                  <a:gd name="T10" fmla="*/ 788 w 1576"/>
                  <a:gd name="T11" fmla="*/ 1318 h 1366"/>
                  <a:gd name="T12" fmla="*/ 1536 w 1576"/>
                  <a:gd name="T13" fmla="*/ 24 h 1366"/>
                  <a:gd name="T14" fmla="*/ 40 w 1576"/>
                  <a:gd name="T15" fmla="*/ 24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6">
                    <a:moveTo>
                      <a:pt x="788" y="1366"/>
                    </a:moveTo>
                    <a:lnTo>
                      <a:pt x="0" y="0"/>
                    </a:lnTo>
                    <a:lnTo>
                      <a:pt x="1576" y="0"/>
                    </a:lnTo>
                    <a:lnTo>
                      <a:pt x="788" y="1366"/>
                    </a:lnTo>
                    <a:close/>
                    <a:moveTo>
                      <a:pt x="40" y="24"/>
                    </a:moveTo>
                    <a:lnTo>
                      <a:pt x="788" y="1318"/>
                    </a:lnTo>
                    <a:lnTo>
                      <a:pt x="1536" y="24"/>
                    </a:lnTo>
                    <a:lnTo>
                      <a:pt x="40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5" name="Freeform 326"/>
              <p:cNvSpPr>
                <a:spLocks noEditPoints="1"/>
              </p:cNvSpPr>
              <p:nvPr/>
            </p:nvSpPr>
            <p:spPr bwMode="auto">
              <a:xfrm>
                <a:off x="12008761" y="441213"/>
                <a:ext cx="2503488" cy="2168525"/>
              </a:xfrm>
              <a:custGeom>
                <a:avLst/>
                <a:gdLst>
                  <a:gd name="T0" fmla="*/ 1577 w 1577"/>
                  <a:gd name="T1" fmla="*/ 1366 h 1366"/>
                  <a:gd name="T2" fmla="*/ 0 w 1577"/>
                  <a:gd name="T3" fmla="*/ 1366 h 1366"/>
                  <a:gd name="T4" fmla="*/ 789 w 1577"/>
                  <a:gd name="T5" fmla="*/ 0 h 1366"/>
                  <a:gd name="T6" fmla="*/ 1577 w 1577"/>
                  <a:gd name="T7" fmla="*/ 1366 h 1366"/>
                  <a:gd name="T8" fmla="*/ 41 w 1577"/>
                  <a:gd name="T9" fmla="*/ 1342 h 1366"/>
                  <a:gd name="T10" fmla="*/ 1536 w 1577"/>
                  <a:gd name="T11" fmla="*/ 1342 h 1366"/>
                  <a:gd name="T12" fmla="*/ 789 w 1577"/>
                  <a:gd name="T13" fmla="*/ 47 h 1366"/>
                  <a:gd name="T14" fmla="*/ 41 w 1577"/>
                  <a:gd name="T15" fmla="*/ 1342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6">
                    <a:moveTo>
                      <a:pt x="1577" y="1366"/>
                    </a:moveTo>
                    <a:lnTo>
                      <a:pt x="0" y="1366"/>
                    </a:lnTo>
                    <a:lnTo>
                      <a:pt x="789" y="0"/>
                    </a:lnTo>
                    <a:lnTo>
                      <a:pt x="1577" y="1366"/>
                    </a:lnTo>
                    <a:close/>
                    <a:moveTo>
                      <a:pt x="41" y="1342"/>
                    </a:moveTo>
                    <a:lnTo>
                      <a:pt x="1536" y="1342"/>
                    </a:lnTo>
                    <a:lnTo>
                      <a:pt x="789" y="47"/>
                    </a:lnTo>
                    <a:lnTo>
                      <a:pt x="41" y="1342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6" name="Freeform 327"/>
              <p:cNvSpPr>
                <a:spLocks noEditPoints="1"/>
              </p:cNvSpPr>
              <p:nvPr/>
            </p:nvSpPr>
            <p:spPr bwMode="auto">
              <a:xfrm>
                <a:off x="8349573" y="2552588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5 h 1368"/>
                  <a:gd name="T10" fmla="*/ 1536 w 1576"/>
                  <a:gd name="T11" fmla="*/ 1345 h 1368"/>
                  <a:gd name="T12" fmla="*/ 788 w 1576"/>
                  <a:gd name="T13" fmla="*/ 48 h 1368"/>
                  <a:gd name="T14" fmla="*/ 40 w 1576"/>
                  <a:gd name="T15" fmla="*/ 1345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5"/>
                    </a:moveTo>
                    <a:lnTo>
                      <a:pt x="1536" y="1345"/>
                    </a:lnTo>
                    <a:lnTo>
                      <a:pt x="788" y="48"/>
                    </a:lnTo>
                    <a:lnTo>
                      <a:pt x="40" y="1345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7" name="Freeform 328"/>
              <p:cNvSpPr>
                <a:spLocks noEditPoints="1"/>
              </p:cNvSpPr>
              <p:nvPr/>
            </p:nvSpPr>
            <p:spPr bwMode="auto">
              <a:xfrm>
                <a:off x="9570361" y="2571638"/>
                <a:ext cx="2503488" cy="2171700"/>
              </a:xfrm>
              <a:custGeom>
                <a:avLst/>
                <a:gdLst>
                  <a:gd name="T0" fmla="*/ 788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8 w 1577"/>
                  <a:gd name="T7" fmla="*/ 1368 h 1368"/>
                  <a:gd name="T8" fmla="*/ 41 w 1577"/>
                  <a:gd name="T9" fmla="*/ 24 h 1368"/>
                  <a:gd name="T10" fmla="*/ 788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8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8" y="1368"/>
                    </a:lnTo>
                    <a:close/>
                    <a:moveTo>
                      <a:pt x="41" y="24"/>
                    </a:moveTo>
                    <a:lnTo>
                      <a:pt x="788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8" name="Freeform 329"/>
              <p:cNvSpPr>
                <a:spLocks noEditPoints="1"/>
              </p:cNvSpPr>
              <p:nvPr/>
            </p:nvSpPr>
            <p:spPr bwMode="auto">
              <a:xfrm>
                <a:off x="10787973" y="2552588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5 h 1368"/>
                  <a:gd name="T10" fmla="*/ 1536 w 1576"/>
                  <a:gd name="T11" fmla="*/ 1345 h 1368"/>
                  <a:gd name="T12" fmla="*/ 788 w 1576"/>
                  <a:gd name="T13" fmla="*/ 48 h 1368"/>
                  <a:gd name="T14" fmla="*/ 40 w 1576"/>
                  <a:gd name="T15" fmla="*/ 1345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5"/>
                    </a:moveTo>
                    <a:lnTo>
                      <a:pt x="1536" y="1345"/>
                    </a:lnTo>
                    <a:lnTo>
                      <a:pt x="788" y="48"/>
                    </a:lnTo>
                    <a:lnTo>
                      <a:pt x="40" y="1345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69" name="Freeform 330"/>
              <p:cNvSpPr>
                <a:spLocks noEditPoints="1"/>
              </p:cNvSpPr>
              <p:nvPr/>
            </p:nvSpPr>
            <p:spPr bwMode="auto">
              <a:xfrm>
                <a:off x="12008761" y="2571638"/>
                <a:ext cx="2503488" cy="2171700"/>
              </a:xfrm>
              <a:custGeom>
                <a:avLst/>
                <a:gdLst>
                  <a:gd name="T0" fmla="*/ 789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9 w 1577"/>
                  <a:gd name="T7" fmla="*/ 1368 h 1368"/>
                  <a:gd name="T8" fmla="*/ 41 w 1577"/>
                  <a:gd name="T9" fmla="*/ 24 h 1368"/>
                  <a:gd name="T10" fmla="*/ 789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9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9" y="1368"/>
                    </a:lnTo>
                    <a:close/>
                    <a:moveTo>
                      <a:pt x="41" y="24"/>
                    </a:moveTo>
                    <a:lnTo>
                      <a:pt x="789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</p:grpSp>
        <p:grpSp>
          <p:nvGrpSpPr>
            <p:cNvPr id="11" name="组合 10"/>
            <p:cNvGrpSpPr/>
            <p:nvPr userDrawn="1"/>
          </p:nvGrpSpPr>
          <p:grpSpPr>
            <a:xfrm>
              <a:off x="584611" y="246308"/>
              <a:ext cx="2608160" cy="2142169"/>
              <a:chOff x="2607344" y="-649181"/>
              <a:chExt cx="2608160" cy="2142169"/>
            </a:xfrm>
          </p:grpSpPr>
          <p:grpSp>
            <p:nvGrpSpPr>
              <p:cNvPr id="34" name="Group 74"/>
              <p:cNvGrpSpPr/>
              <p:nvPr userDrawn="1"/>
            </p:nvGrpSpPr>
            <p:grpSpPr>
              <a:xfrm rot="1800000">
                <a:off x="3246128" y="-649181"/>
                <a:ext cx="1314075" cy="1368235"/>
                <a:chOff x="8349573" y="-1673337"/>
                <a:chExt cx="6162676" cy="6416675"/>
              </a:xfrm>
              <a:solidFill>
                <a:schemeClr val="bg1">
                  <a:alpha val="15000"/>
                </a:schemeClr>
              </a:solidFill>
            </p:grpSpPr>
            <p:sp>
              <p:nvSpPr>
                <p:cNvPr id="43" name="Freeform 319"/>
                <p:cNvSpPr>
                  <a:spLocks noEditPoints="1"/>
                </p:cNvSpPr>
                <p:nvPr/>
              </p:nvSpPr>
              <p:spPr bwMode="auto">
                <a:xfrm>
                  <a:off x="8349573" y="-1673337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4 h 1368"/>
                    <a:gd name="T10" fmla="*/ 1536 w 1576"/>
                    <a:gd name="T11" fmla="*/ 1344 h 1368"/>
                    <a:gd name="T12" fmla="*/ 788 w 1576"/>
                    <a:gd name="T13" fmla="*/ 47 h 1368"/>
                    <a:gd name="T14" fmla="*/ 40 w 1576"/>
                    <a:gd name="T15" fmla="*/ 134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4"/>
                      </a:moveTo>
                      <a:lnTo>
                        <a:pt x="1536" y="1344"/>
                      </a:lnTo>
                      <a:lnTo>
                        <a:pt x="788" y="47"/>
                      </a:lnTo>
                      <a:lnTo>
                        <a:pt x="40" y="13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44" name="Freeform 320"/>
                <p:cNvSpPr>
                  <a:spLocks noEditPoints="1"/>
                </p:cNvSpPr>
                <p:nvPr/>
              </p:nvSpPr>
              <p:spPr bwMode="auto">
                <a:xfrm>
                  <a:off x="9570361" y="-1655875"/>
                  <a:ext cx="2503488" cy="2171700"/>
                </a:xfrm>
                <a:custGeom>
                  <a:avLst/>
                  <a:gdLst>
                    <a:gd name="T0" fmla="*/ 788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8 w 1577"/>
                    <a:gd name="T7" fmla="*/ 1368 h 1368"/>
                    <a:gd name="T8" fmla="*/ 41 w 1577"/>
                    <a:gd name="T9" fmla="*/ 24 h 1368"/>
                    <a:gd name="T10" fmla="*/ 788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8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8" y="1368"/>
                      </a:lnTo>
                      <a:close/>
                      <a:moveTo>
                        <a:pt x="41" y="24"/>
                      </a:moveTo>
                      <a:lnTo>
                        <a:pt x="788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45" name="Freeform 321"/>
                <p:cNvSpPr>
                  <a:spLocks noEditPoints="1"/>
                </p:cNvSpPr>
                <p:nvPr/>
              </p:nvSpPr>
              <p:spPr bwMode="auto">
                <a:xfrm>
                  <a:off x="10787973" y="-1673337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4 h 1368"/>
                    <a:gd name="T10" fmla="*/ 1536 w 1576"/>
                    <a:gd name="T11" fmla="*/ 1344 h 1368"/>
                    <a:gd name="T12" fmla="*/ 788 w 1576"/>
                    <a:gd name="T13" fmla="*/ 47 h 1368"/>
                    <a:gd name="T14" fmla="*/ 40 w 1576"/>
                    <a:gd name="T15" fmla="*/ 134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4"/>
                      </a:moveTo>
                      <a:lnTo>
                        <a:pt x="1536" y="1344"/>
                      </a:lnTo>
                      <a:lnTo>
                        <a:pt x="788" y="47"/>
                      </a:lnTo>
                      <a:lnTo>
                        <a:pt x="40" y="13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49" name="Freeform 322"/>
                <p:cNvSpPr>
                  <a:spLocks noEditPoints="1"/>
                </p:cNvSpPr>
                <p:nvPr/>
              </p:nvSpPr>
              <p:spPr bwMode="auto">
                <a:xfrm>
                  <a:off x="12008761" y="-1655875"/>
                  <a:ext cx="2503488" cy="2171700"/>
                </a:xfrm>
                <a:custGeom>
                  <a:avLst/>
                  <a:gdLst>
                    <a:gd name="T0" fmla="*/ 789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9 w 1577"/>
                    <a:gd name="T7" fmla="*/ 1368 h 1368"/>
                    <a:gd name="T8" fmla="*/ 41 w 1577"/>
                    <a:gd name="T9" fmla="*/ 24 h 1368"/>
                    <a:gd name="T10" fmla="*/ 789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9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9" y="1368"/>
                      </a:lnTo>
                      <a:close/>
                      <a:moveTo>
                        <a:pt x="41" y="24"/>
                      </a:moveTo>
                      <a:lnTo>
                        <a:pt x="789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0" name="Freeform 323"/>
                <p:cNvSpPr>
                  <a:spLocks noEditPoints="1"/>
                </p:cNvSpPr>
                <p:nvPr/>
              </p:nvSpPr>
              <p:spPr bwMode="auto">
                <a:xfrm>
                  <a:off x="8349573" y="460263"/>
                  <a:ext cx="2501900" cy="2168525"/>
                </a:xfrm>
                <a:custGeom>
                  <a:avLst/>
                  <a:gdLst>
                    <a:gd name="T0" fmla="*/ 788 w 1576"/>
                    <a:gd name="T1" fmla="*/ 1366 h 1366"/>
                    <a:gd name="T2" fmla="*/ 0 w 1576"/>
                    <a:gd name="T3" fmla="*/ 0 h 1366"/>
                    <a:gd name="T4" fmla="*/ 1576 w 1576"/>
                    <a:gd name="T5" fmla="*/ 0 h 1366"/>
                    <a:gd name="T6" fmla="*/ 788 w 1576"/>
                    <a:gd name="T7" fmla="*/ 1366 h 1366"/>
                    <a:gd name="T8" fmla="*/ 40 w 1576"/>
                    <a:gd name="T9" fmla="*/ 24 h 1366"/>
                    <a:gd name="T10" fmla="*/ 788 w 1576"/>
                    <a:gd name="T11" fmla="*/ 1318 h 1366"/>
                    <a:gd name="T12" fmla="*/ 1536 w 1576"/>
                    <a:gd name="T13" fmla="*/ 24 h 1366"/>
                    <a:gd name="T14" fmla="*/ 40 w 1576"/>
                    <a:gd name="T15" fmla="*/ 24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6">
                      <a:moveTo>
                        <a:pt x="788" y="1366"/>
                      </a:moveTo>
                      <a:lnTo>
                        <a:pt x="0" y="0"/>
                      </a:lnTo>
                      <a:lnTo>
                        <a:pt x="1576" y="0"/>
                      </a:lnTo>
                      <a:lnTo>
                        <a:pt x="788" y="1366"/>
                      </a:lnTo>
                      <a:close/>
                      <a:moveTo>
                        <a:pt x="40" y="24"/>
                      </a:moveTo>
                      <a:lnTo>
                        <a:pt x="788" y="1318"/>
                      </a:lnTo>
                      <a:lnTo>
                        <a:pt x="1536" y="24"/>
                      </a:lnTo>
                      <a:lnTo>
                        <a:pt x="40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1" name="Freeform 324"/>
                <p:cNvSpPr>
                  <a:spLocks noEditPoints="1"/>
                </p:cNvSpPr>
                <p:nvPr/>
              </p:nvSpPr>
              <p:spPr bwMode="auto">
                <a:xfrm>
                  <a:off x="9570361" y="441213"/>
                  <a:ext cx="2503488" cy="2168525"/>
                </a:xfrm>
                <a:custGeom>
                  <a:avLst/>
                  <a:gdLst>
                    <a:gd name="T0" fmla="*/ 1577 w 1577"/>
                    <a:gd name="T1" fmla="*/ 1366 h 1366"/>
                    <a:gd name="T2" fmla="*/ 0 w 1577"/>
                    <a:gd name="T3" fmla="*/ 1366 h 1366"/>
                    <a:gd name="T4" fmla="*/ 788 w 1577"/>
                    <a:gd name="T5" fmla="*/ 0 h 1366"/>
                    <a:gd name="T6" fmla="*/ 1577 w 1577"/>
                    <a:gd name="T7" fmla="*/ 1366 h 1366"/>
                    <a:gd name="T8" fmla="*/ 41 w 1577"/>
                    <a:gd name="T9" fmla="*/ 1342 h 1366"/>
                    <a:gd name="T10" fmla="*/ 1536 w 1577"/>
                    <a:gd name="T11" fmla="*/ 1342 h 1366"/>
                    <a:gd name="T12" fmla="*/ 788 w 1577"/>
                    <a:gd name="T13" fmla="*/ 47 h 1366"/>
                    <a:gd name="T14" fmla="*/ 41 w 1577"/>
                    <a:gd name="T15" fmla="*/ 1342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6">
                      <a:moveTo>
                        <a:pt x="1577" y="1366"/>
                      </a:moveTo>
                      <a:lnTo>
                        <a:pt x="0" y="1366"/>
                      </a:lnTo>
                      <a:lnTo>
                        <a:pt x="788" y="0"/>
                      </a:lnTo>
                      <a:lnTo>
                        <a:pt x="1577" y="1366"/>
                      </a:lnTo>
                      <a:close/>
                      <a:moveTo>
                        <a:pt x="41" y="1342"/>
                      </a:moveTo>
                      <a:lnTo>
                        <a:pt x="1536" y="1342"/>
                      </a:lnTo>
                      <a:lnTo>
                        <a:pt x="788" y="47"/>
                      </a:lnTo>
                      <a:lnTo>
                        <a:pt x="41" y="13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2" name="Freeform 325"/>
                <p:cNvSpPr>
                  <a:spLocks noEditPoints="1"/>
                </p:cNvSpPr>
                <p:nvPr/>
              </p:nvSpPr>
              <p:spPr bwMode="auto">
                <a:xfrm>
                  <a:off x="10787973" y="460263"/>
                  <a:ext cx="2501900" cy="2168525"/>
                </a:xfrm>
                <a:custGeom>
                  <a:avLst/>
                  <a:gdLst>
                    <a:gd name="T0" fmla="*/ 788 w 1576"/>
                    <a:gd name="T1" fmla="*/ 1366 h 1366"/>
                    <a:gd name="T2" fmla="*/ 0 w 1576"/>
                    <a:gd name="T3" fmla="*/ 0 h 1366"/>
                    <a:gd name="T4" fmla="*/ 1576 w 1576"/>
                    <a:gd name="T5" fmla="*/ 0 h 1366"/>
                    <a:gd name="T6" fmla="*/ 788 w 1576"/>
                    <a:gd name="T7" fmla="*/ 1366 h 1366"/>
                    <a:gd name="T8" fmla="*/ 40 w 1576"/>
                    <a:gd name="T9" fmla="*/ 24 h 1366"/>
                    <a:gd name="T10" fmla="*/ 788 w 1576"/>
                    <a:gd name="T11" fmla="*/ 1318 h 1366"/>
                    <a:gd name="T12" fmla="*/ 1536 w 1576"/>
                    <a:gd name="T13" fmla="*/ 24 h 1366"/>
                    <a:gd name="T14" fmla="*/ 40 w 1576"/>
                    <a:gd name="T15" fmla="*/ 24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6">
                      <a:moveTo>
                        <a:pt x="788" y="1366"/>
                      </a:moveTo>
                      <a:lnTo>
                        <a:pt x="0" y="0"/>
                      </a:lnTo>
                      <a:lnTo>
                        <a:pt x="1576" y="0"/>
                      </a:lnTo>
                      <a:lnTo>
                        <a:pt x="788" y="1366"/>
                      </a:lnTo>
                      <a:close/>
                      <a:moveTo>
                        <a:pt x="40" y="24"/>
                      </a:moveTo>
                      <a:lnTo>
                        <a:pt x="788" y="1318"/>
                      </a:lnTo>
                      <a:lnTo>
                        <a:pt x="1536" y="24"/>
                      </a:lnTo>
                      <a:lnTo>
                        <a:pt x="40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3" name="Freeform 326"/>
                <p:cNvSpPr>
                  <a:spLocks noEditPoints="1"/>
                </p:cNvSpPr>
                <p:nvPr/>
              </p:nvSpPr>
              <p:spPr bwMode="auto">
                <a:xfrm>
                  <a:off x="12008761" y="441213"/>
                  <a:ext cx="2503488" cy="2168525"/>
                </a:xfrm>
                <a:custGeom>
                  <a:avLst/>
                  <a:gdLst>
                    <a:gd name="T0" fmla="*/ 1577 w 1577"/>
                    <a:gd name="T1" fmla="*/ 1366 h 1366"/>
                    <a:gd name="T2" fmla="*/ 0 w 1577"/>
                    <a:gd name="T3" fmla="*/ 1366 h 1366"/>
                    <a:gd name="T4" fmla="*/ 789 w 1577"/>
                    <a:gd name="T5" fmla="*/ 0 h 1366"/>
                    <a:gd name="T6" fmla="*/ 1577 w 1577"/>
                    <a:gd name="T7" fmla="*/ 1366 h 1366"/>
                    <a:gd name="T8" fmla="*/ 41 w 1577"/>
                    <a:gd name="T9" fmla="*/ 1342 h 1366"/>
                    <a:gd name="T10" fmla="*/ 1536 w 1577"/>
                    <a:gd name="T11" fmla="*/ 1342 h 1366"/>
                    <a:gd name="T12" fmla="*/ 789 w 1577"/>
                    <a:gd name="T13" fmla="*/ 47 h 1366"/>
                    <a:gd name="T14" fmla="*/ 41 w 1577"/>
                    <a:gd name="T15" fmla="*/ 1342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6">
                      <a:moveTo>
                        <a:pt x="1577" y="1366"/>
                      </a:moveTo>
                      <a:lnTo>
                        <a:pt x="0" y="1366"/>
                      </a:lnTo>
                      <a:lnTo>
                        <a:pt x="789" y="0"/>
                      </a:lnTo>
                      <a:lnTo>
                        <a:pt x="1577" y="1366"/>
                      </a:lnTo>
                      <a:close/>
                      <a:moveTo>
                        <a:pt x="41" y="1342"/>
                      </a:moveTo>
                      <a:lnTo>
                        <a:pt x="1536" y="1342"/>
                      </a:lnTo>
                      <a:lnTo>
                        <a:pt x="789" y="47"/>
                      </a:lnTo>
                      <a:lnTo>
                        <a:pt x="41" y="13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4" name="Freeform 327"/>
                <p:cNvSpPr>
                  <a:spLocks noEditPoints="1"/>
                </p:cNvSpPr>
                <p:nvPr/>
              </p:nvSpPr>
              <p:spPr bwMode="auto">
                <a:xfrm>
                  <a:off x="8349573" y="2552588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5 h 1368"/>
                    <a:gd name="T10" fmla="*/ 1536 w 1576"/>
                    <a:gd name="T11" fmla="*/ 1345 h 1368"/>
                    <a:gd name="T12" fmla="*/ 788 w 1576"/>
                    <a:gd name="T13" fmla="*/ 48 h 1368"/>
                    <a:gd name="T14" fmla="*/ 40 w 1576"/>
                    <a:gd name="T15" fmla="*/ 1345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5"/>
                      </a:moveTo>
                      <a:lnTo>
                        <a:pt x="1536" y="1345"/>
                      </a:lnTo>
                      <a:lnTo>
                        <a:pt x="788" y="48"/>
                      </a:lnTo>
                      <a:lnTo>
                        <a:pt x="40" y="134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5" name="Freeform 328"/>
                <p:cNvSpPr>
                  <a:spLocks noEditPoints="1"/>
                </p:cNvSpPr>
                <p:nvPr/>
              </p:nvSpPr>
              <p:spPr bwMode="auto">
                <a:xfrm>
                  <a:off x="9570361" y="2571638"/>
                  <a:ext cx="2503488" cy="2171700"/>
                </a:xfrm>
                <a:custGeom>
                  <a:avLst/>
                  <a:gdLst>
                    <a:gd name="T0" fmla="*/ 788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8 w 1577"/>
                    <a:gd name="T7" fmla="*/ 1368 h 1368"/>
                    <a:gd name="T8" fmla="*/ 41 w 1577"/>
                    <a:gd name="T9" fmla="*/ 24 h 1368"/>
                    <a:gd name="T10" fmla="*/ 788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8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8" y="1368"/>
                      </a:lnTo>
                      <a:close/>
                      <a:moveTo>
                        <a:pt x="41" y="24"/>
                      </a:moveTo>
                      <a:lnTo>
                        <a:pt x="788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6" name="Freeform 329"/>
                <p:cNvSpPr>
                  <a:spLocks noEditPoints="1"/>
                </p:cNvSpPr>
                <p:nvPr/>
              </p:nvSpPr>
              <p:spPr bwMode="auto">
                <a:xfrm>
                  <a:off x="10787973" y="2552588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5 h 1368"/>
                    <a:gd name="T10" fmla="*/ 1536 w 1576"/>
                    <a:gd name="T11" fmla="*/ 1345 h 1368"/>
                    <a:gd name="T12" fmla="*/ 788 w 1576"/>
                    <a:gd name="T13" fmla="*/ 48 h 1368"/>
                    <a:gd name="T14" fmla="*/ 40 w 1576"/>
                    <a:gd name="T15" fmla="*/ 1345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5"/>
                      </a:moveTo>
                      <a:lnTo>
                        <a:pt x="1536" y="1345"/>
                      </a:lnTo>
                      <a:lnTo>
                        <a:pt x="788" y="48"/>
                      </a:lnTo>
                      <a:lnTo>
                        <a:pt x="40" y="134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57" name="Freeform 330"/>
                <p:cNvSpPr>
                  <a:spLocks noEditPoints="1"/>
                </p:cNvSpPr>
                <p:nvPr/>
              </p:nvSpPr>
              <p:spPr bwMode="auto">
                <a:xfrm>
                  <a:off x="12008761" y="2571638"/>
                  <a:ext cx="2503488" cy="2171700"/>
                </a:xfrm>
                <a:custGeom>
                  <a:avLst/>
                  <a:gdLst>
                    <a:gd name="T0" fmla="*/ 789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9 w 1577"/>
                    <a:gd name="T7" fmla="*/ 1368 h 1368"/>
                    <a:gd name="T8" fmla="*/ 41 w 1577"/>
                    <a:gd name="T9" fmla="*/ 24 h 1368"/>
                    <a:gd name="T10" fmla="*/ 789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9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9" y="1368"/>
                      </a:lnTo>
                      <a:close/>
                      <a:moveTo>
                        <a:pt x="41" y="24"/>
                      </a:moveTo>
                      <a:lnTo>
                        <a:pt x="789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</p:grpSp>
          <p:grpSp>
            <p:nvGrpSpPr>
              <p:cNvPr id="35" name="Group 58"/>
              <p:cNvGrpSpPr/>
              <p:nvPr userDrawn="1"/>
            </p:nvGrpSpPr>
            <p:grpSpPr>
              <a:xfrm>
                <a:off x="2607344" y="-468621"/>
                <a:ext cx="2608160" cy="1961609"/>
                <a:chOff x="1925461" y="-469483"/>
                <a:chExt cx="5437137" cy="4089296"/>
              </a:xfrm>
              <a:solidFill>
                <a:schemeClr val="accent2">
                  <a:lumMod val="60000"/>
                  <a:lumOff val="40000"/>
                  <a:alpha val="25000"/>
                </a:schemeClr>
              </a:solidFill>
            </p:grpSpPr>
            <p:sp>
              <p:nvSpPr>
                <p:cNvPr id="36" name="Freeform 61"/>
                <p:cNvSpPr>
                  <a:spLocks/>
                </p:cNvSpPr>
                <p:nvPr/>
              </p:nvSpPr>
              <p:spPr bwMode="auto">
                <a:xfrm>
                  <a:off x="1925461" y="2554358"/>
                  <a:ext cx="921032" cy="1065455"/>
                </a:xfrm>
                <a:custGeom>
                  <a:avLst/>
                  <a:gdLst>
                    <a:gd name="T0" fmla="*/ 0 w 338"/>
                    <a:gd name="T1" fmla="*/ 197 h 391"/>
                    <a:gd name="T2" fmla="*/ 338 w 338"/>
                    <a:gd name="T3" fmla="*/ 391 h 391"/>
                    <a:gd name="T4" fmla="*/ 338 w 338"/>
                    <a:gd name="T5" fmla="*/ 0 h 391"/>
                    <a:gd name="T6" fmla="*/ 0 w 338"/>
                    <a:gd name="T7" fmla="*/ 197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8" h="391">
                      <a:moveTo>
                        <a:pt x="0" y="197"/>
                      </a:moveTo>
                      <a:lnTo>
                        <a:pt x="338" y="391"/>
                      </a:lnTo>
                      <a:lnTo>
                        <a:pt x="338" y="0"/>
                      </a:lnTo>
                      <a:lnTo>
                        <a:pt x="0" y="197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37" name="Freeform 6"/>
                <p:cNvSpPr>
                  <a:spLocks/>
                </p:cNvSpPr>
                <p:nvPr/>
              </p:nvSpPr>
              <p:spPr bwMode="auto">
                <a:xfrm>
                  <a:off x="4588603" y="-469483"/>
                  <a:ext cx="929208" cy="1062729"/>
                </a:xfrm>
                <a:custGeom>
                  <a:avLst/>
                  <a:gdLst>
                    <a:gd name="T0" fmla="*/ 0 w 341"/>
                    <a:gd name="T1" fmla="*/ 196 h 390"/>
                    <a:gd name="T2" fmla="*/ 341 w 341"/>
                    <a:gd name="T3" fmla="*/ 390 h 390"/>
                    <a:gd name="T4" fmla="*/ 338 w 341"/>
                    <a:gd name="T5" fmla="*/ 0 h 390"/>
                    <a:gd name="T6" fmla="*/ 0 w 341"/>
                    <a:gd name="T7" fmla="*/ 196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41" h="390">
                      <a:moveTo>
                        <a:pt x="0" y="196"/>
                      </a:moveTo>
                      <a:lnTo>
                        <a:pt x="341" y="390"/>
                      </a:lnTo>
                      <a:lnTo>
                        <a:pt x="338" y="0"/>
                      </a:lnTo>
                      <a:lnTo>
                        <a:pt x="0" y="196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38" name="Freeform 42"/>
                <p:cNvSpPr>
                  <a:spLocks/>
                </p:cNvSpPr>
                <p:nvPr/>
              </p:nvSpPr>
              <p:spPr bwMode="auto">
                <a:xfrm>
                  <a:off x="5517809" y="64607"/>
                  <a:ext cx="921032" cy="1065455"/>
                </a:xfrm>
                <a:custGeom>
                  <a:avLst/>
                  <a:gdLst>
                    <a:gd name="T0" fmla="*/ 0 w 338"/>
                    <a:gd name="T1" fmla="*/ 194 h 391"/>
                    <a:gd name="T2" fmla="*/ 338 w 338"/>
                    <a:gd name="T3" fmla="*/ 391 h 391"/>
                    <a:gd name="T4" fmla="*/ 338 w 338"/>
                    <a:gd name="T5" fmla="*/ 0 h 391"/>
                    <a:gd name="T6" fmla="*/ 0 w 338"/>
                    <a:gd name="T7" fmla="*/ 194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8" h="391">
                      <a:moveTo>
                        <a:pt x="0" y="194"/>
                      </a:moveTo>
                      <a:lnTo>
                        <a:pt x="338" y="391"/>
                      </a:lnTo>
                      <a:lnTo>
                        <a:pt x="338" y="0"/>
                      </a:lnTo>
                      <a:lnTo>
                        <a:pt x="0" y="194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39" name="Freeform 43"/>
                <p:cNvSpPr>
                  <a:spLocks/>
                </p:cNvSpPr>
                <p:nvPr/>
              </p:nvSpPr>
              <p:spPr bwMode="auto">
                <a:xfrm>
                  <a:off x="6438840" y="-469483"/>
                  <a:ext cx="923758" cy="1062729"/>
                </a:xfrm>
                <a:custGeom>
                  <a:avLst/>
                  <a:gdLst>
                    <a:gd name="T0" fmla="*/ 0 w 339"/>
                    <a:gd name="T1" fmla="*/ 196 h 390"/>
                    <a:gd name="T2" fmla="*/ 339 w 339"/>
                    <a:gd name="T3" fmla="*/ 390 h 390"/>
                    <a:gd name="T4" fmla="*/ 339 w 339"/>
                    <a:gd name="T5" fmla="*/ 0 h 390"/>
                    <a:gd name="T6" fmla="*/ 0 w 339"/>
                    <a:gd name="T7" fmla="*/ 196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9" h="390">
                      <a:moveTo>
                        <a:pt x="0" y="196"/>
                      </a:moveTo>
                      <a:lnTo>
                        <a:pt x="339" y="390"/>
                      </a:lnTo>
                      <a:lnTo>
                        <a:pt x="339" y="0"/>
                      </a:lnTo>
                      <a:lnTo>
                        <a:pt x="0" y="196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40" name="Freeform 63"/>
                <p:cNvSpPr>
                  <a:spLocks/>
                </p:cNvSpPr>
                <p:nvPr/>
              </p:nvSpPr>
              <p:spPr bwMode="auto">
                <a:xfrm>
                  <a:off x="4594053" y="593246"/>
                  <a:ext cx="923758" cy="1070905"/>
                </a:xfrm>
                <a:custGeom>
                  <a:avLst/>
                  <a:gdLst>
                    <a:gd name="T0" fmla="*/ 0 w 339"/>
                    <a:gd name="T1" fmla="*/ 197 h 393"/>
                    <a:gd name="T2" fmla="*/ 339 w 339"/>
                    <a:gd name="T3" fmla="*/ 393 h 393"/>
                    <a:gd name="T4" fmla="*/ 339 w 339"/>
                    <a:gd name="T5" fmla="*/ 0 h 393"/>
                    <a:gd name="T6" fmla="*/ 0 w 339"/>
                    <a:gd name="T7" fmla="*/ 197 h 3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9" h="393">
                      <a:moveTo>
                        <a:pt x="0" y="197"/>
                      </a:moveTo>
                      <a:lnTo>
                        <a:pt x="339" y="393"/>
                      </a:lnTo>
                      <a:lnTo>
                        <a:pt x="339" y="0"/>
                      </a:lnTo>
                      <a:lnTo>
                        <a:pt x="0" y="197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41" name="Freeform 76"/>
                <p:cNvSpPr>
                  <a:spLocks/>
                </p:cNvSpPr>
                <p:nvPr/>
              </p:nvSpPr>
              <p:spPr bwMode="auto">
                <a:xfrm>
                  <a:off x="3646908" y="1658700"/>
                  <a:ext cx="923758" cy="1062729"/>
                </a:xfrm>
                <a:custGeom>
                  <a:avLst/>
                  <a:gdLst>
                    <a:gd name="T0" fmla="*/ 0 w 339"/>
                    <a:gd name="T1" fmla="*/ 390 h 390"/>
                    <a:gd name="T2" fmla="*/ 0 w 339"/>
                    <a:gd name="T3" fmla="*/ 0 h 390"/>
                    <a:gd name="T4" fmla="*/ 339 w 339"/>
                    <a:gd name="T5" fmla="*/ 196 h 390"/>
                    <a:gd name="T6" fmla="*/ 0 w 339"/>
                    <a:gd name="T7" fmla="*/ 39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9" h="390">
                      <a:moveTo>
                        <a:pt x="0" y="390"/>
                      </a:moveTo>
                      <a:lnTo>
                        <a:pt x="0" y="0"/>
                      </a:lnTo>
                      <a:lnTo>
                        <a:pt x="339" y="196"/>
                      </a:lnTo>
                      <a:lnTo>
                        <a:pt x="0" y="390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  <p:sp>
              <p:nvSpPr>
                <p:cNvPr id="42" name="Freeform 77"/>
                <p:cNvSpPr>
                  <a:spLocks/>
                </p:cNvSpPr>
                <p:nvPr/>
              </p:nvSpPr>
              <p:spPr bwMode="auto">
                <a:xfrm>
                  <a:off x="5548104" y="1683977"/>
                  <a:ext cx="921032" cy="1065455"/>
                </a:xfrm>
                <a:custGeom>
                  <a:avLst/>
                  <a:gdLst>
                    <a:gd name="T0" fmla="*/ 0 w 338"/>
                    <a:gd name="T1" fmla="*/ 391 h 391"/>
                    <a:gd name="T2" fmla="*/ 0 w 338"/>
                    <a:gd name="T3" fmla="*/ 0 h 391"/>
                    <a:gd name="T4" fmla="*/ 338 w 338"/>
                    <a:gd name="T5" fmla="*/ 197 h 391"/>
                    <a:gd name="T6" fmla="*/ 0 w 338"/>
                    <a:gd name="T7" fmla="*/ 391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8" h="391">
                      <a:moveTo>
                        <a:pt x="0" y="391"/>
                      </a:moveTo>
                      <a:lnTo>
                        <a:pt x="0" y="0"/>
                      </a:lnTo>
                      <a:lnTo>
                        <a:pt x="338" y="197"/>
                      </a:lnTo>
                      <a:lnTo>
                        <a:pt x="0" y="391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350"/>
                </a:p>
              </p:txBody>
            </p:sp>
          </p:grpSp>
        </p:grpSp>
        <p:grpSp>
          <p:nvGrpSpPr>
            <p:cNvPr id="12" name="Group 42"/>
            <p:cNvGrpSpPr/>
            <p:nvPr/>
          </p:nvGrpSpPr>
          <p:grpSpPr>
            <a:xfrm>
              <a:off x="1100762" y="1771283"/>
              <a:ext cx="2608160" cy="1961609"/>
              <a:chOff x="1925461" y="-469483"/>
              <a:chExt cx="5437137" cy="4089296"/>
            </a:xfrm>
            <a:solidFill>
              <a:schemeClr val="accent2">
                <a:lumMod val="60000"/>
                <a:lumOff val="40000"/>
                <a:alpha val="45000"/>
              </a:schemeClr>
            </a:solidFill>
          </p:grpSpPr>
          <p:sp>
            <p:nvSpPr>
              <p:cNvPr id="27" name="Freeform 61"/>
              <p:cNvSpPr>
                <a:spLocks/>
              </p:cNvSpPr>
              <p:nvPr/>
            </p:nvSpPr>
            <p:spPr bwMode="auto">
              <a:xfrm>
                <a:off x="1925461" y="2554358"/>
                <a:ext cx="921032" cy="1065455"/>
              </a:xfrm>
              <a:custGeom>
                <a:avLst/>
                <a:gdLst>
                  <a:gd name="T0" fmla="*/ 0 w 338"/>
                  <a:gd name="T1" fmla="*/ 197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7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7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8" name="Freeform 6"/>
              <p:cNvSpPr>
                <a:spLocks/>
              </p:cNvSpPr>
              <p:nvPr/>
            </p:nvSpPr>
            <p:spPr bwMode="auto">
              <a:xfrm>
                <a:off x="4588603" y="-469483"/>
                <a:ext cx="929208" cy="1062729"/>
              </a:xfrm>
              <a:custGeom>
                <a:avLst/>
                <a:gdLst>
                  <a:gd name="T0" fmla="*/ 0 w 341"/>
                  <a:gd name="T1" fmla="*/ 196 h 390"/>
                  <a:gd name="T2" fmla="*/ 341 w 341"/>
                  <a:gd name="T3" fmla="*/ 390 h 390"/>
                  <a:gd name="T4" fmla="*/ 338 w 341"/>
                  <a:gd name="T5" fmla="*/ 0 h 390"/>
                  <a:gd name="T6" fmla="*/ 0 w 341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1" h="390">
                    <a:moveTo>
                      <a:pt x="0" y="196"/>
                    </a:moveTo>
                    <a:lnTo>
                      <a:pt x="341" y="390"/>
                    </a:lnTo>
                    <a:lnTo>
                      <a:pt x="338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9" name="Freeform 42"/>
              <p:cNvSpPr>
                <a:spLocks/>
              </p:cNvSpPr>
              <p:nvPr/>
            </p:nvSpPr>
            <p:spPr bwMode="auto">
              <a:xfrm>
                <a:off x="5517809" y="64607"/>
                <a:ext cx="921032" cy="1065455"/>
              </a:xfrm>
              <a:custGeom>
                <a:avLst/>
                <a:gdLst>
                  <a:gd name="T0" fmla="*/ 0 w 338"/>
                  <a:gd name="T1" fmla="*/ 194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4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4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4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30" name="Freeform 43"/>
              <p:cNvSpPr>
                <a:spLocks/>
              </p:cNvSpPr>
              <p:nvPr/>
            </p:nvSpPr>
            <p:spPr bwMode="auto">
              <a:xfrm>
                <a:off x="6438840" y="-469483"/>
                <a:ext cx="923758" cy="1062729"/>
              </a:xfrm>
              <a:custGeom>
                <a:avLst/>
                <a:gdLst>
                  <a:gd name="T0" fmla="*/ 0 w 339"/>
                  <a:gd name="T1" fmla="*/ 196 h 390"/>
                  <a:gd name="T2" fmla="*/ 339 w 339"/>
                  <a:gd name="T3" fmla="*/ 390 h 390"/>
                  <a:gd name="T4" fmla="*/ 339 w 339"/>
                  <a:gd name="T5" fmla="*/ 0 h 390"/>
                  <a:gd name="T6" fmla="*/ 0 w 339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196"/>
                    </a:moveTo>
                    <a:lnTo>
                      <a:pt x="339" y="390"/>
                    </a:lnTo>
                    <a:lnTo>
                      <a:pt x="339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31" name="Freeform 47"/>
              <p:cNvSpPr>
                <a:spLocks/>
              </p:cNvSpPr>
              <p:nvPr/>
            </p:nvSpPr>
            <p:spPr bwMode="auto">
              <a:xfrm>
                <a:off x="4594053" y="593246"/>
                <a:ext cx="923758" cy="1070905"/>
              </a:xfrm>
              <a:custGeom>
                <a:avLst/>
                <a:gdLst>
                  <a:gd name="T0" fmla="*/ 0 w 339"/>
                  <a:gd name="T1" fmla="*/ 197 h 393"/>
                  <a:gd name="T2" fmla="*/ 339 w 339"/>
                  <a:gd name="T3" fmla="*/ 393 h 393"/>
                  <a:gd name="T4" fmla="*/ 339 w 339"/>
                  <a:gd name="T5" fmla="*/ 0 h 393"/>
                  <a:gd name="T6" fmla="*/ 0 w 339"/>
                  <a:gd name="T7" fmla="*/ 197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3">
                    <a:moveTo>
                      <a:pt x="0" y="197"/>
                    </a:moveTo>
                    <a:lnTo>
                      <a:pt x="339" y="393"/>
                    </a:lnTo>
                    <a:lnTo>
                      <a:pt x="339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32" name="Freeform 76"/>
              <p:cNvSpPr>
                <a:spLocks/>
              </p:cNvSpPr>
              <p:nvPr/>
            </p:nvSpPr>
            <p:spPr bwMode="auto">
              <a:xfrm>
                <a:off x="3646908" y="1658700"/>
                <a:ext cx="923758" cy="1062729"/>
              </a:xfrm>
              <a:custGeom>
                <a:avLst/>
                <a:gdLst>
                  <a:gd name="T0" fmla="*/ 0 w 339"/>
                  <a:gd name="T1" fmla="*/ 390 h 390"/>
                  <a:gd name="T2" fmla="*/ 0 w 339"/>
                  <a:gd name="T3" fmla="*/ 0 h 390"/>
                  <a:gd name="T4" fmla="*/ 339 w 339"/>
                  <a:gd name="T5" fmla="*/ 196 h 390"/>
                  <a:gd name="T6" fmla="*/ 0 w 339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390"/>
                    </a:moveTo>
                    <a:lnTo>
                      <a:pt x="0" y="0"/>
                    </a:lnTo>
                    <a:lnTo>
                      <a:pt x="339" y="196"/>
                    </a:lnTo>
                    <a:lnTo>
                      <a:pt x="0" y="390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33" name="Freeform 77"/>
              <p:cNvSpPr>
                <a:spLocks/>
              </p:cNvSpPr>
              <p:nvPr/>
            </p:nvSpPr>
            <p:spPr bwMode="auto">
              <a:xfrm>
                <a:off x="5548104" y="1683977"/>
                <a:ext cx="921032" cy="1065455"/>
              </a:xfrm>
              <a:custGeom>
                <a:avLst/>
                <a:gdLst>
                  <a:gd name="T0" fmla="*/ 0 w 338"/>
                  <a:gd name="T1" fmla="*/ 391 h 391"/>
                  <a:gd name="T2" fmla="*/ 0 w 338"/>
                  <a:gd name="T3" fmla="*/ 0 h 391"/>
                  <a:gd name="T4" fmla="*/ 338 w 338"/>
                  <a:gd name="T5" fmla="*/ 197 h 391"/>
                  <a:gd name="T6" fmla="*/ 0 w 338"/>
                  <a:gd name="T7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391"/>
                    </a:moveTo>
                    <a:lnTo>
                      <a:pt x="0" y="0"/>
                    </a:lnTo>
                    <a:lnTo>
                      <a:pt x="338" y="197"/>
                    </a:lnTo>
                    <a:lnTo>
                      <a:pt x="0" y="391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</p:grpSp>
        <p:grpSp>
          <p:nvGrpSpPr>
            <p:cNvPr id="16" name="Group 50"/>
            <p:cNvGrpSpPr/>
            <p:nvPr/>
          </p:nvGrpSpPr>
          <p:grpSpPr>
            <a:xfrm>
              <a:off x="2868777" y="1045370"/>
              <a:ext cx="2608160" cy="1961609"/>
              <a:chOff x="1925461" y="-469483"/>
              <a:chExt cx="5437137" cy="4089296"/>
            </a:xfrm>
            <a:solidFill>
              <a:schemeClr val="accent2">
                <a:alpha val="25000"/>
              </a:schemeClr>
            </a:solidFill>
          </p:grpSpPr>
          <p:sp>
            <p:nvSpPr>
              <p:cNvPr id="20" name="Freeform 61"/>
              <p:cNvSpPr>
                <a:spLocks/>
              </p:cNvSpPr>
              <p:nvPr/>
            </p:nvSpPr>
            <p:spPr bwMode="auto">
              <a:xfrm>
                <a:off x="1925461" y="2554358"/>
                <a:ext cx="921032" cy="1065455"/>
              </a:xfrm>
              <a:custGeom>
                <a:avLst/>
                <a:gdLst>
                  <a:gd name="T0" fmla="*/ 0 w 338"/>
                  <a:gd name="T1" fmla="*/ 197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7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7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1" name="Freeform 6"/>
              <p:cNvSpPr>
                <a:spLocks/>
              </p:cNvSpPr>
              <p:nvPr/>
            </p:nvSpPr>
            <p:spPr bwMode="auto">
              <a:xfrm>
                <a:off x="4588603" y="-469483"/>
                <a:ext cx="929208" cy="1062729"/>
              </a:xfrm>
              <a:custGeom>
                <a:avLst/>
                <a:gdLst>
                  <a:gd name="T0" fmla="*/ 0 w 341"/>
                  <a:gd name="T1" fmla="*/ 196 h 390"/>
                  <a:gd name="T2" fmla="*/ 341 w 341"/>
                  <a:gd name="T3" fmla="*/ 390 h 390"/>
                  <a:gd name="T4" fmla="*/ 338 w 341"/>
                  <a:gd name="T5" fmla="*/ 0 h 390"/>
                  <a:gd name="T6" fmla="*/ 0 w 341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1" h="390">
                    <a:moveTo>
                      <a:pt x="0" y="196"/>
                    </a:moveTo>
                    <a:lnTo>
                      <a:pt x="341" y="390"/>
                    </a:lnTo>
                    <a:lnTo>
                      <a:pt x="338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2" name="Freeform 42"/>
              <p:cNvSpPr>
                <a:spLocks/>
              </p:cNvSpPr>
              <p:nvPr/>
            </p:nvSpPr>
            <p:spPr bwMode="auto">
              <a:xfrm>
                <a:off x="5517809" y="64607"/>
                <a:ext cx="921032" cy="1065455"/>
              </a:xfrm>
              <a:custGeom>
                <a:avLst/>
                <a:gdLst>
                  <a:gd name="T0" fmla="*/ 0 w 338"/>
                  <a:gd name="T1" fmla="*/ 194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4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4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4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3" name="Freeform 43"/>
              <p:cNvSpPr>
                <a:spLocks/>
              </p:cNvSpPr>
              <p:nvPr/>
            </p:nvSpPr>
            <p:spPr bwMode="auto">
              <a:xfrm>
                <a:off x="6438840" y="-469483"/>
                <a:ext cx="923758" cy="1062729"/>
              </a:xfrm>
              <a:custGeom>
                <a:avLst/>
                <a:gdLst>
                  <a:gd name="T0" fmla="*/ 0 w 339"/>
                  <a:gd name="T1" fmla="*/ 196 h 390"/>
                  <a:gd name="T2" fmla="*/ 339 w 339"/>
                  <a:gd name="T3" fmla="*/ 390 h 390"/>
                  <a:gd name="T4" fmla="*/ 339 w 339"/>
                  <a:gd name="T5" fmla="*/ 0 h 390"/>
                  <a:gd name="T6" fmla="*/ 0 w 339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196"/>
                    </a:moveTo>
                    <a:lnTo>
                      <a:pt x="339" y="390"/>
                    </a:lnTo>
                    <a:lnTo>
                      <a:pt x="339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4" name="Freeform 55"/>
              <p:cNvSpPr>
                <a:spLocks/>
              </p:cNvSpPr>
              <p:nvPr/>
            </p:nvSpPr>
            <p:spPr bwMode="auto">
              <a:xfrm>
                <a:off x="4594053" y="593246"/>
                <a:ext cx="923758" cy="1070905"/>
              </a:xfrm>
              <a:custGeom>
                <a:avLst/>
                <a:gdLst>
                  <a:gd name="T0" fmla="*/ 0 w 339"/>
                  <a:gd name="T1" fmla="*/ 197 h 393"/>
                  <a:gd name="T2" fmla="*/ 339 w 339"/>
                  <a:gd name="T3" fmla="*/ 393 h 393"/>
                  <a:gd name="T4" fmla="*/ 339 w 339"/>
                  <a:gd name="T5" fmla="*/ 0 h 393"/>
                  <a:gd name="T6" fmla="*/ 0 w 339"/>
                  <a:gd name="T7" fmla="*/ 197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3">
                    <a:moveTo>
                      <a:pt x="0" y="197"/>
                    </a:moveTo>
                    <a:lnTo>
                      <a:pt x="339" y="393"/>
                    </a:lnTo>
                    <a:lnTo>
                      <a:pt x="339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5" name="Freeform 76"/>
              <p:cNvSpPr>
                <a:spLocks/>
              </p:cNvSpPr>
              <p:nvPr/>
            </p:nvSpPr>
            <p:spPr bwMode="auto">
              <a:xfrm>
                <a:off x="3646908" y="1658700"/>
                <a:ext cx="923758" cy="1062729"/>
              </a:xfrm>
              <a:custGeom>
                <a:avLst/>
                <a:gdLst>
                  <a:gd name="T0" fmla="*/ 0 w 339"/>
                  <a:gd name="T1" fmla="*/ 390 h 390"/>
                  <a:gd name="T2" fmla="*/ 0 w 339"/>
                  <a:gd name="T3" fmla="*/ 0 h 390"/>
                  <a:gd name="T4" fmla="*/ 339 w 339"/>
                  <a:gd name="T5" fmla="*/ 196 h 390"/>
                  <a:gd name="T6" fmla="*/ 0 w 339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390"/>
                    </a:moveTo>
                    <a:lnTo>
                      <a:pt x="0" y="0"/>
                    </a:lnTo>
                    <a:lnTo>
                      <a:pt x="339" y="196"/>
                    </a:lnTo>
                    <a:lnTo>
                      <a:pt x="0" y="390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  <p:sp>
            <p:nvSpPr>
              <p:cNvPr id="26" name="Freeform 77"/>
              <p:cNvSpPr>
                <a:spLocks/>
              </p:cNvSpPr>
              <p:nvPr/>
            </p:nvSpPr>
            <p:spPr bwMode="auto">
              <a:xfrm>
                <a:off x="5548104" y="1683977"/>
                <a:ext cx="921032" cy="1065455"/>
              </a:xfrm>
              <a:custGeom>
                <a:avLst/>
                <a:gdLst>
                  <a:gd name="T0" fmla="*/ 0 w 338"/>
                  <a:gd name="T1" fmla="*/ 391 h 391"/>
                  <a:gd name="T2" fmla="*/ 0 w 338"/>
                  <a:gd name="T3" fmla="*/ 0 h 391"/>
                  <a:gd name="T4" fmla="*/ 338 w 338"/>
                  <a:gd name="T5" fmla="*/ 197 h 391"/>
                  <a:gd name="T6" fmla="*/ 0 w 338"/>
                  <a:gd name="T7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391"/>
                    </a:moveTo>
                    <a:lnTo>
                      <a:pt x="0" y="0"/>
                    </a:lnTo>
                    <a:lnTo>
                      <a:pt x="338" y="197"/>
                    </a:lnTo>
                    <a:lnTo>
                      <a:pt x="0" y="391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350"/>
              </a:p>
            </p:txBody>
          </p:sp>
        </p:grpSp>
      </p:grp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2485223" y="1971868"/>
            <a:ext cx="12426532" cy="166438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997" y="3019584"/>
            <a:ext cx="15551944" cy="2083556"/>
          </a:xfrm>
          <a:noFill/>
        </p:spPr>
        <p:txBody>
          <a:bodyPr>
            <a:normAutofit/>
          </a:bodyPr>
          <a:lstStyle>
            <a:lvl1pPr algn="ctr">
              <a:defRPr sz="8800" b="1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91992" y="5508149"/>
            <a:ext cx="12095957" cy="2484067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863997" y="5166316"/>
            <a:ext cx="1555194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96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-9643" y="3832527"/>
            <a:ext cx="17289581" cy="5915533"/>
            <a:chOff x="-6804" y="246308"/>
            <a:chExt cx="12198804" cy="4173624"/>
          </a:xfrm>
        </p:grpSpPr>
        <p:sp>
          <p:nvSpPr>
            <p:cNvPr id="9" name="Rectangle 27"/>
            <p:cNvSpPr/>
            <p:nvPr userDrawn="1"/>
          </p:nvSpPr>
          <p:spPr>
            <a:xfrm>
              <a:off x="-6804" y="655784"/>
              <a:ext cx="12198804" cy="37641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913"/>
            </a:p>
          </p:txBody>
        </p:sp>
        <p:grpSp>
          <p:nvGrpSpPr>
            <p:cNvPr id="10" name="Group 29"/>
            <p:cNvGrpSpPr/>
            <p:nvPr userDrawn="1"/>
          </p:nvGrpSpPr>
          <p:grpSpPr>
            <a:xfrm rot="1800000">
              <a:off x="8590927" y="873755"/>
              <a:ext cx="3117590" cy="3246084"/>
              <a:chOff x="8349573" y="-1673337"/>
              <a:chExt cx="6162676" cy="6416675"/>
            </a:xfrm>
            <a:solidFill>
              <a:schemeClr val="bg1">
                <a:alpha val="16000"/>
              </a:schemeClr>
            </a:solidFill>
          </p:grpSpPr>
          <p:sp>
            <p:nvSpPr>
              <p:cNvPr id="58" name="Freeform 319"/>
              <p:cNvSpPr>
                <a:spLocks noEditPoints="1"/>
              </p:cNvSpPr>
              <p:nvPr/>
            </p:nvSpPr>
            <p:spPr bwMode="auto">
              <a:xfrm>
                <a:off x="8349573" y="-1673337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4 h 1368"/>
                  <a:gd name="T10" fmla="*/ 1536 w 1576"/>
                  <a:gd name="T11" fmla="*/ 1344 h 1368"/>
                  <a:gd name="T12" fmla="*/ 788 w 1576"/>
                  <a:gd name="T13" fmla="*/ 47 h 1368"/>
                  <a:gd name="T14" fmla="*/ 40 w 1576"/>
                  <a:gd name="T15" fmla="*/ 134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4"/>
                    </a:moveTo>
                    <a:lnTo>
                      <a:pt x="1536" y="1344"/>
                    </a:lnTo>
                    <a:lnTo>
                      <a:pt x="788" y="47"/>
                    </a:lnTo>
                    <a:lnTo>
                      <a:pt x="40" y="134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59" name="Freeform 320"/>
              <p:cNvSpPr>
                <a:spLocks noEditPoints="1"/>
              </p:cNvSpPr>
              <p:nvPr/>
            </p:nvSpPr>
            <p:spPr bwMode="auto">
              <a:xfrm>
                <a:off x="9570361" y="-1655875"/>
                <a:ext cx="2503488" cy="2171700"/>
              </a:xfrm>
              <a:custGeom>
                <a:avLst/>
                <a:gdLst>
                  <a:gd name="T0" fmla="*/ 788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8 w 1577"/>
                  <a:gd name="T7" fmla="*/ 1368 h 1368"/>
                  <a:gd name="T8" fmla="*/ 41 w 1577"/>
                  <a:gd name="T9" fmla="*/ 24 h 1368"/>
                  <a:gd name="T10" fmla="*/ 788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8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8" y="1368"/>
                    </a:lnTo>
                    <a:close/>
                    <a:moveTo>
                      <a:pt x="41" y="24"/>
                    </a:moveTo>
                    <a:lnTo>
                      <a:pt x="788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0" name="Freeform 321"/>
              <p:cNvSpPr>
                <a:spLocks noEditPoints="1"/>
              </p:cNvSpPr>
              <p:nvPr/>
            </p:nvSpPr>
            <p:spPr bwMode="auto">
              <a:xfrm>
                <a:off x="10787973" y="-1673337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4 h 1368"/>
                  <a:gd name="T10" fmla="*/ 1536 w 1576"/>
                  <a:gd name="T11" fmla="*/ 1344 h 1368"/>
                  <a:gd name="T12" fmla="*/ 788 w 1576"/>
                  <a:gd name="T13" fmla="*/ 47 h 1368"/>
                  <a:gd name="T14" fmla="*/ 40 w 1576"/>
                  <a:gd name="T15" fmla="*/ 134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4"/>
                    </a:moveTo>
                    <a:lnTo>
                      <a:pt x="1536" y="1344"/>
                    </a:lnTo>
                    <a:lnTo>
                      <a:pt x="788" y="47"/>
                    </a:lnTo>
                    <a:lnTo>
                      <a:pt x="40" y="134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1" name="Freeform 322"/>
              <p:cNvSpPr>
                <a:spLocks noEditPoints="1"/>
              </p:cNvSpPr>
              <p:nvPr/>
            </p:nvSpPr>
            <p:spPr bwMode="auto">
              <a:xfrm>
                <a:off x="12008761" y="-1655875"/>
                <a:ext cx="2503488" cy="2171700"/>
              </a:xfrm>
              <a:custGeom>
                <a:avLst/>
                <a:gdLst>
                  <a:gd name="T0" fmla="*/ 789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9 w 1577"/>
                  <a:gd name="T7" fmla="*/ 1368 h 1368"/>
                  <a:gd name="T8" fmla="*/ 41 w 1577"/>
                  <a:gd name="T9" fmla="*/ 24 h 1368"/>
                  <a:gd name="T10" fmla="*/ 789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9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9" y="1368"/>
                    </a:lnTo>
                    <a:close/>
                    <a:moveTo>
                      <a:pt x="41" y="24"/>
                    </a:moveTo>
                    <a:lnTo>
                      <a:pt x="789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2" name="Freeform 323"/>
              <p:cNvSpPr>
                <a:spLocks noEditPoints="1"/>
              </p:cNvSpPr>
              <p:nvPr/>
            </p:nvSpPr>
            <p:spPr bwMode="auto">
              <a:xfrm>
                <a:off x="8349573" y="460263"/>
                <a:ext cx="2501900" cy="2168525"/>
              </a:xfrm>
              <a:custGeom>
                <a:avLst/>
                <a:gdLst>
                  <a:gd name="T0" fmla="*/ 788 w 1576"/>
                  <a:gd name="T1" fmla="*/ 1366 h 1366"/>
                  <a:gd name="T2" fmla="*/ 0 w 1576"/>
                  <a:gd name="T3" fmla="*/ 0 h 1366"/>
                  <a:gd name="T4" fmla="*/ 1576 w 1576"/>
                  <a:gd name="T5" fmla="*/ 0 h 1366"/>
                  <a:gd name="T6" fmla="*/ 788 w 1576"/>
                  <a:gd name="T7" fmla="*/ 1366 h 1366"/>
                  <a:gd name="T8" fmla="*/ 40 w 1576"/>
                  <a:gd name="T9" fmla="*/ 24 h 1366"/>
                  <a:gd name="T10" fmla="*/ 788 w 1576"/>
                  <a:gd name="T11" fmla="*/ 1318 h 1366"/>
                  <a:gd name="T12" fmla="*/ 1536 w 1576"/>
                  <a:gd name="T13" fmla="*/ 24 h 1366"/>
                  <a:gd name="T14" fmla="*/ 40 w 1576"/>
                  <a:gd name="T15" fmla="*/ 24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6">
                    <a:moveTo>
                      <a:pt x="788" y="1366"/>
                    </a:moveTo>
                    <a:lnTo>
                      <a:pt x="0" y="0"/>
                    </a:lnTo>
                    <a:lnTo>
                      <a:pt x="1576" y="0"/>
                    </a:lnTo>
                    <a:lnTo>
                      <a:pt x="788" y="1366"/>
                    </a:lnTo>
                    <a:close/>
                    <a:moveTo>
                      <a:pt x="40" y="24"/>
                    </a:moveTo>
                    <a:lnTo>
                      <a:pt x="788" y="1318"/>
                    </a:lnTo>
                    <a:lnTo>
                      <a:pt x="1536" y="24"/>
                    </a:lnTo>
                    <a:lnTo>
                      <a:pt x="40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3" name="Freeform 324"/>
              <p:cNvSpPr>
                <a:spLocks noEditPoints="1"/>
              </p:cNvSpPr>
              <p:nvPr/>
            </p:nvSpPr>
            <p:spPr bwMode="auto">
              <a:xfrm>
                <a:off x="9570361" y="441213"/>
                <a:ext cx="2503488" cy="2168525"/>
              </a:xfrm>
              <a:custGeom>
                <a:avLst/>
                <a:gdLst>
                  <a:gd name="T0" fmla="*/ 1577 w 1577"/>
                  <a:gd name="T1" fmla="*/ 1366 h 1366"/>
                  <a:gd name="T2" fmla="*/ 0 w 1577"/>
                  <a:gd name="T3" fmla="*/ 1366 h 1366"/>
                  <a:gd name="T4" fmla="*/ 788 w 1577"/>
                  <a:gd name="T5" fmla="*/ 0 h 1366"/>
                  <a:gd name="T6" fmla="*/ 1577 w 1577"/>
                  <a:gd name="T7" fmla="*/ 1366 h 1366"/>
                  <a:gd name="T8" fmla="*/ 41 w 1577"/>
                  <a:gd name="T9" fmla="*/ 1342 h 1366"/>
                  <a:gd name="T10" fmla="*/ 1536 w 1577"/>
                  <a:gd name="T11" fmla="*/ 1342 h 1366"/>
                  <a:gd name="T12" fmla="*/ 788 w 1577"/>
                  <a:gd name="T13" fmla="*/ 47 h 1366"/>
                  <a:gd name="T14" fmla="*/ 41 w 1577"/>
                  <a:gd name="T15" fmla="*/ 1342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6">
                    <a:moveTo>
                      <a:pt x="1577" y="1366"/>
                    </a:moveTo>
                    <a:lnTo>
                      <a:pt x="0" y="1366"/>
                    </a:lnTo>
                    <a:lnTo>
                      <a:pt x="788" y="0"/>
                    </a:lnTo>
                    <a:lnTo>
                      <a:pt x="1577" y="1366"/>
                    </a:lnTo>
                    <a:close/>
                    <a:moveTo>
                      <a:pt x="41" y="1342"/>
                    </a:moveTo>
                    <a:lnTo>
                      <a:pt x="1536" y="1342"/>
                    </a:lnTo>
                    <a:lnTo>
                      <a:pt x="788" y="47"/>
                    </a:lnTo>
                    <a:lnTo>
                      <a:pt x="41" y="1342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4" name="Freeform 325"/>
              <p:cNvSpPr>
                <a:spLocks noEditPoints="1"/>
              </p:cNvSpPr>
              <p:nvPr/>
            </p:nvSpPr>
            <p:spPr bwMode="auto">
              <a:xfrm>
                <a:off x="10787973" y="460263"/>
                <a:ext cx="2501900" cy="2168525"/>
              </a:xfrm>
              <a:custGeom>
                <a:avLst/>
                <a:gdLst>
                  <a:gd name="T0" fmla="*/ 788 w 1576"/>
                  <a:gd name="T1" fmla="*/ 1366 h 1366"/>
                  <a:gd name="T2" fmla="*/ 0 w 1576"/>
                  <a:gd name="T3" fmla="*/ 0 h 1366"/>
                  <a:gd name="T4" fmla="*/ 1576 w 1576"/>
                  <a:gd name="T5" fmla="*/ 0 h 1366"/>
                  <a:gd name="T6" fmla="*/ 788 w 1576"/>
                  <a:gd name="T7" fmla="*/ 1366 h 1366"/>
                  <a:gd name="T8" fmla="*/ 40 w 1576"/>
                  <a:gd name="T9" fmla="*/ 24 h 1366"/>
                  <a:gd name="T10" fmla="*/ 788 w 1576"/>
                  <a:gd name="T11" fmla="*/ 1318 h 1366"/>
                  <a:gd name="T12" fmla="*/ 1536 w 1576"/>
                  <a:gd name="T13" fmla="*/ 24 h 1366"/>
                  <a:gd name="T14" fmla="*/ 40 w 1576"/>
                  <a:gd name="T15" fmla="*/ 24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6">
                    <a:moveTo>
                      <a:pt x="788" y="1366"/>
                    </a:moveTo>
                    <a:lnTo>
                      <a:pt x="0" y="0"/>
                    </a:lnTo>
                    <a:lnTo>
                      <a:pt x="1576" y="0"/>
                    </a:lnTo>
                    <a:lnTo>
                      <a:pt x="788" y="1366"/>
                    </a:lnTo>
                    <a:close/>
                    <a:moveTo>
                      <a:pt x="40" y="24"/>
                    </a:moveTo>
                    <a:lnTo>
                      <a:pt x="788" y="1318"/>
                    </a:lnTo>
                    <a:lnTo>
                      <a:pt x="1536" y="24"/>
                    </a:lnTo>
                    <a:lnTo>
                      <a:pt x="40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5" name="Freeform 326"/>
              <p:cNvSpPr>
                <a:spLocks noEditPoints="1"/>
              </p:cNvSpPr>
              <p:nvPr/>
            </p:nvSpPr>
            <p:spPr bwMode="auto">
              <a:xfrm>
                <a:off x="12008761" y="441213"/>
                <a:ext cx="2503488" cy="2168525"/>
              </a:xfrm>
              <a:custGeom>
                <a:avLst/>
                <a:gdLst>
                  <a:gd name="T0" fmla="*/ 1577 w 1577"/>
                  <a:gd name="T1" fmla="*/ 1366 h 1366"/>
                  <a:gd name="T2" fmla="*/ 0 w 1577"/>
                  <a:gd name="T3" fmla="*/ 1366 h 1366"/>
                  <a:gd name="T4" fmla="*/ 789 w 1577"/>
                  <a:gd name="T5" fmla="*/ 0 h 1366"/>
                  <a:gd name="T6" fmla="*/ 1577 w 1577"/>
                  <a:gd name="T7" fmla="*/ 1366 h 1366"/>
                  <a:gd name="T8" fmla="*/ 41 w 1577"/>
                  <a:gd name="T9" fmla="*/ 1342 h 1366"/>
                  <a:gd name="T10" fmla="*/ 1536 w 1577"/>
                  <a:gd name="T11" fmla="*/ 1342 h 1366"/>
                  <a:gd name="T12" fmla="*/ 789 w 1577"/>
                  <a:gd name="T13" fmla="*/ 47 h 1366"/>
                  <a:gd name="T14" fmla="*/ 41 w 1577"/>
                  <a:gd name="T15" fmla="*/ 1342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6">
                    <a:moveTo>
                      <a:pt x="1577" y="1366"/>
                    </a:moveTo>
                    <a:lnTo>
                      <a:pt x="0" y="1366"/>
                    </a:lnTo>
                    <a:lnTo>
                      <a:pt x="789" y="0"/>
                    </a:lnTo>
                    <a:lnTo>
                      <a:pt x="1577" y="1366"/>
                    </a:lnTo>
                    <a:close/>
                    <a:moveTo>
                      <a:pt x="41" y="1342"/>
                    </a:moveTo>
                    <a:lnTo>
                      <a:pt x="1536" y="1342"/>
                    </a:lnTo>
                    <a:lnTo>
                      <a:pt x="789" y="47"/>
                    </a:lnTo>
                    <a:lnTo>
                      <a:pt x="41" y="1342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6" name="Freeform 327"/>
              <p:cNvSpPr>
                <a:spLocks noEditPoints="1"/>
              </p:cNvSpPr>
              <p:nvPr/>
            </p:nvSpPr>
            <p:spPr bwMode="auto">
              <a:xfrm>
                <a:off x="8349573" y="2552588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5 h 1368"/>
                  <a:gd name="T10" fmla="*/ 1536 w 1576"/>
                  <a:gd name="T11" fmla="*/ 1345 h 1368"/>
                  <a:gd name="T12" fmla="*/ 788 w 1576"/>
                  <a:gd name="T13" fmla="*/ 48 h 1368"/>
                  <a:gd name="T14" fmla="*/ 40 w 1576"/>
                  <a:gd name="T15" fmla="*/ 1345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5"/>
                    </a:moveTo>
                    <a:lnTo>
                      <a:pt x="1536" y="1345"/>
                    </a:lnTo>
                    <a:lnTo>
                      <a:pt x="788" y="48"/>
                    </a:lnTo>
                    <a:lnTo>
                      <a:pt x="40" y="1345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7" name="Freeform 328"/>
              <p:cNvSpPr>
                <a:spLocks noEditPoints="1"/>
              </p:cNvSpPr>
              <p:nvPr/>
            </p:nvSpPr>
            <p:spPr bwMode="auto">
              <a:xfrm>
                <a:off x="9570361" y="2571638"/>
                <a:ext cx="2503488" cy="2171700"/>
              </a:xfrm>
              <a:custGeom>
                <a:avLst/>
                <a:gdLst>
                  <a:gd name="T0" fmla="*/ 788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8 w 1577"/>
                  <a:gd name="T7" fmla="*/ 1368 h 1368"/>
                  <a:gd name="T8" fmla="*/ 41 w 1577"/>
                  <a:gd name="T9" fmla="*/ 24 h 1368"/>
                  <a:gd name="T10" fmla="*/ 788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8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8" y="1368"/>
                    </a:lnTo>
                    <a:close/>
                    <a:moveTo>
                      <a:pt x="41" y="24"/>
                    </a:moveTo>
                    <a:lnTo>
                      <a:pt x="788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8" name="Freeform 329"/>
              <p:cNvSpPr>
                <a:spLocks noEditPoints="1"/>
              </p:cNvSpPr>
              <p:nvPr/>
            </p:nvSpPr>
            <p:spPr bwMode="auto">
              <a:xfrm>
                <a:off x="10787973" y="2552588"/>
                <a:ext cx="2501900" cy="2171700"/>
              </a:xfrm>
              <a:custGeom>
                <a:avLst/>
                <a:gdLst>
                  <a:gd name="T0" fmla="*/ 1576 w 1576"/>
                  <a:gd name="T1" fmla="*/ 1368 h 1368"/>
                  <a:gd name="T2" fmla="*/ 0 w 1576"/>
                  <a:gd name="T3" fmla="*/ 1368 h 1368"/>
                  <a:gd name="T4" fmla="*/ 788 w 1576"/>
                  <a:gd name="T5" fmla="*/ 0 h 1368"/>
                  <a:gd name="T6" fmla="*/ 1576 w 1576"/>
                  <a:gd name="T7" fmla="*/ 1368 h 1368"/>
                  <a:gd name="T8" fmla="*/ 40 w 1576"/>
                  <a:gd name="T9" fmla="*/ 1345 h 1368"/>
                  <a:gd name="T10" fmla="*/ 1536 w 1576"/>
                  <a:gd name="T11" fmla="*/ 1345 h 1368"/>
                  <a:gd name="T12" fmla="*/ 788 w 1576"/>
                  <a:gd name="T13" fmla="*/ 48 h 1368"/>
                  <a:gd name="T14" fmla="*/ 40 w 1576"/>
                  <a:gd name="T15" fmla="*/ 1345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6" h="1368">
                    <a:moveTo>
                      <a:pt x="1576" y="1368"/>
                    </a:moveTo>
                    <a:lnTo>
                      <a:pt x="0" y="1368"/>
                    </a:lnTo>
                    <a:lnTo>
                      <a:pt x="788" y="0"/>
                    </a:lnTo>
                    <a:lnTo>
                      <a:pt x="1576" y="1368"/>
                    </a:lnTo>
                    <a:close/>
                    <a:moveTo>
                      <a:pt x="40" y="1345"/>
                    </a:moveTo>
                    <a:lnTo>
                      <a:pt x="1536" y="1345"/>
                    </a:lnTo>
                    <a:lnTo>
                      <a:pt x="788" y="48"/>
                    </a:lnTo>
                    <a:lnTo>
                      <a:pt x="40" y="1345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69" name="Freeform 330"/>
              <p:cNvSpPr>
                <a:spLocks noEditPoints="1"/>
              </p:cNvSpPr>
              <p:nvPr/>
            </p:nvSpPr>
            <p:spPr bwMode="auto">
              <a:xfrm>
                <a:off x="12008761" y="2571638"/>
                <a:ext cx="2503488" cy="2171700"/>
              </a:xfrm>
              <a:custGeom>
                <a:avLst/>
                <a:gdLst>
                  <a:gd name="T0" fmla="*/ 789 w 1577"/>
                  <a:gd name="T1" fmla="*/ 1368 h 1368"/>
                  <a:gd name="T2" fmla="*/ 0 w 1577"/>
                  <a:gd name="T3" fmla="*/ 0 h 1368"/>
                  <a:gd name="T4" fmla="*/ 1577 w 1577"/>
                  <a:gd name="T5" fmla="*/ 0 h 1368"/>
                  <a:gd name="T6" fmla="*/ 789 w 1577"/>
                  <a:gd name="T7" fmla="*/ 1368 h 1368"/>
                  <a:gd name="T8" fmla="*/ 41 w 1577"/>
                  <a:gd name="T9" fmla="*/ 24 h 1368"/>
                  <a:gd name="T10" fmla="*/ 789 w 1577"/>
                  <a:gd name="T11" fmla="*/ 1321 h 1368"/>
                  <a:gd name="T12" fmla="*/ 1536 w 1577"/>
                  <a:gd name="T13" fmla="*/ 24 h 1368"/>
                  <a:gd name="T14" fmla="*/ 41 w 1577"/>
                  <a:gd name="T15" fmla="*/ 24 h 1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77" h="1368">
                    <a:moveTo>
                      <a:pt x="789" y="1368"/>
                    </a:moveTo>
                    <a:lnTo>
                      <a:pt x="0" y="0"/>
                    </a:lnTo>
                    <a:lnTo>
                      <a:pt x="1577" y="0"/>
                    </a:lnTo>
                    <a:lnTo>
                      <a:pt x="789" y="1368"/>
                    </a:lnTo>
                    <a:close/>
                    <a:moveTo>
                      <a:pt x="41" y="24"/>
                    </a:moveTo>
                    <a:lnTo>
                      <a:pt x="789" y="1321"/>
                    </a:lnTo>
                    <a:lnTo>
                      <a:pt x="1536" y="24"/>
                    </a:lnTo>
                    <a:lnTo>
                      <a:pt x="41" y="24"/>
                    </a:lnTo>
                    <a:close/>
                  </a:path>
                </a:pathLst>
              </a:custGeom>
              <a:grpFill/>
              <a:ln w="0">
                <a:noFill/>
                <a:round/>
                <a:headEnd/>
                <a:tailEnd/>
              </a:ln>
              <a:ex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</p:grpSp>
        <p:grpSp>
          <p:nvGrpSpPr>
            <p:cNvPr id="11" name="组合 10"/>
            <p:cNvGrpSpPr/>
            <p:nvPr userDrawn="1"/>
          </p:nvGrpSpPr>
          <p:grpSpPr>
            <a:xfrm>
              <a:off x="584611" y="246308"/>
              <a:ext cx="2608160" cy="2142169"/>
              <a:chOff x="2607344" y="-649181"/>
              <a:chExt cx="2608160" cy="2142169"/>
            </a:xfrm>
          </p:grpSpPr>
          <p:grpSp>
            <p:nvGrpSpPr>
              <p:cNvPr id="34" name="Group 74"/>
              <p:cNvGrpSpPr/>
              <p:nvPr userDrawn="1"/>
            </p:nvGrpSpPr>
            <p:grpSpPr>
              <a:xfrm rot="1800000">
                <a:off x="3246128" y="-649181"/>
                <a:ext cx="1314075" cy="1368235"/>
                <a:chOff x="8349573" y="-1673337"/>
                <a:chExt cx="6162676" cy="6416675"/>
              </a:xfrm>
              <a:solidFill>
                <a:schemeClr val="bg1">
                  <a:alpha val="15000"/>
                </a:schemeClr>
              </a:solidFill>
            </p:grpSpPr>
            <p:sp>
              <p:nvSpPr>
                <p:cNvPr id="43" name="Freeform 319"/>
                <p:cNvSpPr>
                  <a:spLocks noEditPoints="1"/>
                </p:cNvSpPr>
                <p:nvPr/>
              </p:nvSpPr>
              <p:spPr bwMode="auto">
                <a:xfrm>
                  <a:off x="8349573" y="-1673337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4 h 1368"/>
                    <a:gd name="T10" fmla="*/ 1536 w 1576"/>
                    <a:gd name="T11" fmla="*/ 1344 h 1368"/>
                    <a:gd name="T12" fmla="*/ 788 w 1576"/>
                    <a:gd name="T13" fmla="*/ 47 h 1368"/>
                    <a:gd name="T14" fmla="*/ 40 w 1576"/>
                    <a:gd name="T15" fmla="*/ 134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4"/>
                      </a:moveTo>
                      <a:lnTo>
                        <a:pt x="1536" y="1344"/>
                      </a:lnTo>
                      <a:lnTo>
                        <a:pt x="788" y="47"/>
                      </a:lnTo>
                      <a:lnTo>
                        <a:pt x="40" y="13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44" name="Freeform 320"/>
                <p:cNvSpPr>
                  <a:spLocks noEditPoints="1"/>
                </p:cNvSpPr>
                <p:nvPr/>
              </p:nvSpPr>
              <p:spPr bwMode="auto">
                <a:xfrm>
                  <a:off x="9570361" y="-1655875"/>
                  <a:ext cx="2503488" cy="2171700"/>
                </a:xfrm>
                <a:custGeom>
                  <a:avLst/>
                  <a:gdLst>
                    <a:gd name="T0" fmla="*/ 788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8 w 1577"/>
                    <a:gd name="T7" fmla="*/ 1368 h 1368"/>
                    <a:gd name="T8" fmla="*/ 41 w 1577"/>
                    <a:gd name="T9" fmla="*/ 24 h 1368"/>
                    <a:gd name="T10" fmla="*/ 788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8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8" y="1368"/>
                      </a:lnTo>
                      <a:close/>
                      <a:moveTo>
                        <a:pt x="41" y="24"/>
                      </a:moveTo>
                      <a:lnTo>
                        <a:pt x="788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45" name="Freeform 321"/>
                <p:cNvSpPr>
                  <a:spLocks noEditPoints="1"/>
                </p:cNvSpPr>
                <p:nvPr/>
              </p:nvSpPr>
              <p:spPr bwMode="auto">
                <a:xfrm>
                  <a:off x="10787973" y="-1673337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4 h 1368"/>
                    <a:gd name="T10" fmla="*/ 1536 w 1576"/>
                    <a:gd name="T11" fmla="*/ 1344 h 1368"/>
                    <a:gd name="T12" fmla="*/ 788 w 1576"/>
                    <a:gd name="T13" fmla="*/ 47 h 1368"/>
                    <a:gd name="T14" fmla="*/ 40 w 1576"/>
                    <a:gd name="T15" fmla="*/ 134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4"/>
                      </a:moveTo>
                      <a:lnTo>
                        <a:pt x="1536" y="1344"/>
                      </a:lnTo>
                      <a:lnTo>
                        <a:pt x="788" y="47"/>
                      </a:lnTo>
                      <a:lnTo>
                        <a:pt x="40" y="13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49" name="Freeform 322"/>
                <p:cNvSpPr>
                  <a:spLocks noEditPoints="1"/>
                </p:cNvSpPr>
                <p:nvPr/>
              </p:nvSpPr>
              <p:spPr bwMode="auto">
                <a:xfrm>
                  <a:off x="12008761" y="-1655875"/>
                  <a:ext cx="2503488" cy="2171700"/>
                </a:xfrm>
                <a:custGeom>
                  <a:avLst/>
                  <a:gdLst>
                    <a:gd name="T0" fmla="*/ 789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9 w 1577"/>
                    <a:gd name="T7" fmla="*/ 1368 h 1368"/>
                    <a:gd name="T8" fmla="*/ 41 w 1577"/>
                    <a:gd name="T9" fmla="*/ 24 h 1368"/>
                    <a:gd name="T10" fmla="*/ 789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9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9" y="1368"/>
                      </a:lnTo>
                      <a:close/>
                      <a:moveTo>
                        <a:pt x="41" y="24"/>
                      </a:moveTo>
                      <a:lnTo>
                        <a:pt x="789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0" name="Freeform 323"/>
                <p:cNvSpPr>
                  <a:spLocks noEditPoints="1"/>
                </p:cNvSpPr>
                <p:nvPr/>
              </p:nvSpPr>
              <p:spPr bwMode="auto">
                <a:xfrm>
                  <a:off x="8349573" y="460263"/>
                  <a:ext cx="2501900" cy="2168525"/>
                </a:xfrm>
                <a:custGeom>
                  <a:avLst/>
                  <a:gdLst>
                    <a:gd name="T0" fmla="*/ 788 w 1576"/>
                    <a:gd name="T1" fmla="*/ 1366 h 1366"/>
                    <a:gd name="T2" fmla="*/ 0 w 1576"/>
                    <a:gd name="T3" fmla="*/ 0 h 1366"/>
                    <a:gd name="T4" fmla="*/ 1576 w 1576"/>
                    <a:gd name="T5" fmla="*/ 0 h 1366"/>
                    <a:gd name="T6" fmla="*/ 788 w 1576"/>
                    <a:gd name="T7" fmla="*/ 1366 h 1366"/>
                    <a:gd name="T8" fmla="*/ 40 w 1576"/>
                    <a:gd name="T9" fmla="*/ 24 h 1366"/>
                    <a:gd name="T10" fmla="*/ 788 w 1576"/>
                    <a:gd name="T11" fmla="*/ 1318 h 1366"/>
                    <a:gd name="T12" fmla="*/ 1536 w 1576"/>
                    <a:gd name="T13" fmla="*/ 24 h 1366"/>
                    <a:gd name="T14" fmla="*/ 40 w 1576"/>
                    <a:gd name="T15" fmla="*/ 24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6">
                      <a:moveTo>
                        <a:pt x="788" y="1366"/>
                      </a:moveTo>
                      <a:lnTo>
                        <a:pt x="0" y="0"/>
                      </a:lnTo>
                      <a:lnTo>
                        <a:pt x="1576" y="0"/>
                      </a:lnTo>
                      <a:lnTo>
                        <a:pt x="788" y="1366"/>
                      </a:lnTo>
                      <a:close/>
                      <a:moveTo>
                        <a:pt x="40" y="24"/>
                      </a:moveTo>
                      <a:lnTo>
                        <a:pt x="788" y="1318"/>
                      </a:lnTo>
                      <a:lnTo>
                        <a:pt x="1536" y="24"/>
                      </a:lnTo>
                      <a:lnTo>
                        <a:pt x="40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1" name="Freeform 324"/>
                <p:cNvSpPr>
                  <a:spLocks noEditPoints="1"/>
                </p:cNvSpPr>
                <p:nvPr/>
              </p:nvSpPr>
              <p:spPr bwMode="auto">
                <a:xfrm>
                  <a:off x="9570361" y="441213"/>
                  <a:ext cx="2503488" cy="2168525"/>
                </a:xfrm>
                <a:custGeom>
                  <a:avLst/>
                  <a:gdLst>
                    <a:gd name="T0" fmla="*/ 1577 w 1577"/>
                    <a:gd name="T1" fmla="*/ 1366 h 1366"/>
                    <a:gd name="T2" fmla="*/ 0 w 1577"/>
                    <a:gd name="T3" fmla="*/ 1366 h 1366"/>
                    <a:gd name="T4" fmla="*/ 788 w 1577"/>
                    <a:gd name="T5" fmla="*/ 0 h 1366"/>
                    <a:gd name="T6" fmla="*/ 1577 w 1577"/>
                    <a:gd name="T7" fmla="*/ 1366 h 1366"/>
                    <a:gd name="T8" fmla="*/ 41 w 1577"/>
                    <a:gd name="T9" fmla="*/ 1342 h 1366"/>
                    <a:gd name="T10" fmla="*/ 1536 w 1577"/>
                    <a:gd name="T11" fmla="*/ 1342 h 1366"/>
                    <a:gd name="T12" fmla="*/ 788 w 1577"/>
                    <a:gd name="T13" fmla="*/ 47 h 1366"/>
                    <a:gd name="T14" fmla="*/ 41 w 1577"/>
                    <a:gd name="T15" fmla="*/ 1342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6">
                      <a:moveTo>
                        <a:pt x="1577" y="1366"/>
                      </a:moveTo>
                      <a:lnTo>
                        <a:pt x="0" y="1366"/>
                      </a:lnTo>
                      <a:lnTo>
                        <a:pt x="788" y="0"/>
                      </a:lnTo>
                      <a:lnTo>
                        <a:pt x="1577" y="1366"/>
                      </a:lnTo>
                      <a:close/>
                      <a:moveTo>
                        <a:pt x="41" y="1342"/>
                      </a:moveTo>
                      <a:lnTo>
                        <a:pt x="1536" y="1342"/>
                      </a:lnTo>
                      <a:lnTo>
                        <a:pt x="788" y="47"/>
                      </a:lnTo>
                      <a:lnTo>
                        <a:pt x="41" y="13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2" name="Freeform 325"/>
                <p:cNvSpPr>
                  <a:spLocks noEditPoints="1"/>
                </p:cNvSpPr>
                <p:nvPr/>
              </p:nvSpPr>
              <p:spPr bwMode="auto">
                <a:xfrm>
                  <a:off x="10787973" y="460263"/>
                  <a:ext cx="2501900" cy="2168525"/>
                </a:xfrm>
                <a:custGeom>
                  <a:avLst/>
                  <a:gdLst>
                    <a:gd name="T0" fmla="*/ 788 w 1576"/>
                    <a:gd name="T1" fmla="*/ 1366 h 1366"/>
                    <a:gd name="T2" fmla="*/ 0 w 1576"/>
                    <a:gd name="T3" fmla="*/ 0 h 1366"/>
                    <a:gd name="T4" fmla="*/ 1576 w 1576"/>
                    <a:gd name="T5" fmla="*/ 0 h 1366"/>
                    <a:gd name="T6" fmla="*/ 788 w 1576"/>
                    <a:gd name="T7" fmla="*/ 1366 h 1366"/>
                    <a:gd name="T8" fmla="*/ 40 w 1576"/>
                    <a:gd name="T9" fmla="*/ 24 h 1366"/>
                    <a:gd name="T10" fmla="*/ 788 w 1576"/>
                    <a:gd name="T11" fmla="*/ 1318 h 1366"/>
                    <a:gd name="T12" fmla="*/ 1536 w 1576"/>
                    <a:gd name="T13" fmla="*/ 24 h 1366"/>
                    <a:gd name="T14" fmla="*/ 40 w 1576"/>
                    <a:gd name="T15" fmla="*/ 24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6">
                      <a:moveTo>
                        <a:pt x="788" y="1366"/>
                      </a:moveTo>
                      <a:lnTo>
                        <a:pt x="0" y="0"/>
                      </a:lnTo>
                      <a:lnTo>
                        <a:pt x="1576" y="0"/>
                      </a:lnTo>
                      <a:lnTo>
                        <a:pt x="788" y="1366"/>
                      </a:lnTo>
                      <a:close/>
                      <a:moveTo>
                        <a:pt x="40" y="24"/>
                      </a:moveTo>
                      <a:lnTo>
                        <a:pt x="788" y="1318"/>
                      </a:lnTo>
                      <a:lnTo>
                        <a:pt x="1536" y="24"/>
                      </a:lnTo>
                      <a:lnTo>
                        <a:pt x="40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3" name="Freeform 326"/>
                <p:cNvSpPr>
                  <a:spLocks noEditPoints="1"/>
                </p:cNvSpPr>
                <p:nvPr/>
              </p:nvSpPr>
              <p:spPr bwMode="auto">
                <a:xfrm>
                  <a:off x="12008761" y="441213"/>
                  <a:ext cx="2503488" cy="2168525"/>
                </a:xfrm>
                <a:custGeom>
                  <a:avLst/>
                  <a:gdLst>
                    <a:gd name="T0" fmla="*/ 1577 w 1577"/>
                    <a:gd name="T1" fmla="*/ 1366 h 1366"/>
                    <a:gd name="T2" fmla="*/ 0 w 1577"/>
                    <a:gd name="T3" fmla="*/ 1366 h 1366"/>
                    <a:gd name="T4" fmla="*/ 789 w 1577"/>
                    <a:gd name="T5" fmla="*/ 0 h 1366"/>
                    <a:gd name="T6" fmla="*/ 1577 w 1577"/>
                    <a:gd name="T7" fmla="*/ 1366 h 1366"/>
                    <a:gd name="T8" fmla="*/ 41 w 1577"/>
                    <a:gd name="T9" fmla="*/ 1342 h 1366"/>
                    <a:gd name="T10" fmla="*/ 1536 w 1577"/>
                    <a:gd name="T11" fmla="*/ 1342 h 1366"/>
                    <a:gd name="T12" fmla="*/ 789 w 1577"/>
                    <a:gd name="T13" fmla="*/ 47 h 1366"/>
                    <a:gd name="T14" fmla="*/ 41 w 1577"/>
                    <a:gd name="T15" fmla="*/ 1342 h 1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6">
                      <a:moveTo>
                        <a:pt x="1577" y="1366"/>
                      </a:moveTo>
                      <a:lnTo>
                        <a:pt x="0" y="1366"/>
                      </a:lnTo>
                      <a:lnTo>
                        <a:pt x="789" y="0"/>
                      </a:lnTo>
                      <a:lnTo>
                        <a:pt x="1577" y="1366"/>
                      </a:lnTo>
                      <a:close/>
                      <a:moveTo>
                        <a:pt x="41" y="1342"/>
                      </a:moveTo>
                      <a:lnTo>
                        <a:pt x="1536" y="1342"/>
                      </a:lnTo>
                      <a:lnTo>
                        <a:pt x="789" y="47"/>
                      </a:lnTo>
                      <a:lnTo>
                        <a:pt x="41" y="13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4" name="Freeform 327"/>
                <p:cNvSpPr>
                  <a:spLocks noEditPoints="1"/>
                </p:cNvSpPr>
                <p:nvPr/>
              </p:nvSpPr>
              <p:spPr bwMode="auto">
                <a:xfrm>
                  <a:off x="8349573" y="2552588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5 h 1368"/>
                    <a:gd name="T10" fmla="*/ 1536 w 1576"/>
                    <a:gd name="T11" fmla="*/ 1345 h 1368"/>
                    <a:gd name="T12" fmla="*/ 788 w 1576"/>
                    <a:gd name="T13" fmla="*/ 48 h 1368"/>
                    <a:gd name="T14" fmla="*/ 40 w 1576"/>
                    <a:gd name="T15" fmla="*/ 1345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5"/>
                      </a:moveTo>
                      <a:lnTo>
                        <a:pt x="1536" y="1345"/>
                      </a:lnTo>
                      <a:lnTo>
                        <a:pt x="788" y="48"/>
                      </a:lnTo>
                      <a:lnTo>
                        <a:pt x="40" y="134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5" name="Freeform 328"/>
                <p:cNvSpPr>
                  <a:spLocks noEditPoints="1"/>
                </p:cNvSpPr>
                <p:nvPr/>
              </p:nvSpPr>
              <p:spPr bwMode="auto">
                <a:xfrm>
                  <a:off x="9570361" y="2571638"/>
                  <a:ext cx="2503488" cy="2171700"/>
                </a:xfrm>
                <a:custGeom>
                  <a:avLst/>
                  <a:gdLst>
                    <a:gd name="T0" fmla="*/ 788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8 w 1577"/>
                    <a:gd name="T7" fmla="*/ 1368 h 1368"/>
                    <a:gd name="T8" fmla="*/ 41 w 1577"/>
                    <a:gd name="T9" fmla="*/ 24 h 1368"/>
                    <a:gd name="T10" fmla="*/ 788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8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8" y="1368"/>
                      </a:lnTo>
                      <a:close/>
                      <a:moveTo>
                        <a:pt x="41" y="24"/>
                      </a:moveTo>
                      <a:lnTo>
                        <a:pt x="788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6" name="Freeform 329"/>
                <p:cNvSpPr>
                  <a:spLocks noEditPoints="1"/>
                </p:cNvSpPr>
                <p:nvPr/>
              </p:nvSpPr>
              <p:spPr bwMode="auto">
                <a:xfrm>
                  <a:off x="10787973" y="2552588"/>
                  <a:ext cx="2501900" cy="2171700"/>
                </a:xfrm>
                <a:custGeom>
                  <a:avLst/>
                  <a:gdLst>
                    <a:gd name="T0" fmla="*/ 1576 w 1576"/>
                    <a:gd name="T1" fmla="*/ 1368 h 1368"/>
                    <a:gd name="T2" fmla="*/ 0 w 1576"/>
                    <a:gd name="T3" fmla="*/ 1368 h 1368"/>
                    <a:gd name="T4" fmla="*/ 788 w 1576"/>
                    <a:gd name="T5" fmla="*/ 0 h 1368"/>
                    <a:gd name="T6" fmla="*/ 1576 w 1576"/>
                    <a:gd name="T7" fmla="*/ 1368 h 1368"/>
                    <a:gd name="T8" fmla="*/ 40 w 1576"/>
                    <a:gd name="T9" fmla="*/ 1345 h 1368"/>
                    <a:gd name="T10" fmla="*/ 1536 w 1576"/>
                    <a:gd name="T11" fmla="*/ 1345 h 1368"/>
                    <a:gd name="T12" fmla="*/ 788 w 1576"/>
                    <a:gd name="T13" fmla="*/ 48 h 1368"/>
                    <a:gd name="T14" fmla="*/ 40 w 1576"/>
                    <a:gd name="T15" fmla="*/ 1345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6" h="1368">
                      <a:moveTo>
                        <a:pt x="1576" y="1368"/>
                      </a:moveTo>
                      <a:lnTo>
                        <a:pt x="0" y="1368"/>
                      </a:lnTo>
                      <a:lnTo>
                        <a:pt x="788" y="0"/>
                      </a:lnTo>
                      <a:lnTo>
                        <a:pt x="1576" y="1368"/>
                      </a:lnTo>
                      <a:close/>
                      <a:moveTo>
                        <a:pt x="40" y="1345"/>
                      </a:moveTo>
                      <a:lnTo>
                        <a:pt x="1536" y="1345"/>
                      </a:lnTo>
                      <a:lnTo>
                        <a:pt x="788" y="48"/>
                      </a:lnTo>
                      <a:lnTo>
                        <a:pt x="40" y="134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57" name="Freeform 330"/>
                <p:cNvSpPr>
                  <a:spLocks noEditPoints="1"/>
                </p:cNvSpPr>
                <p:nvPr/>
              </p:nvSpPr>
              <p:spPr bwMode="auto">
                <a:xfrm>
                  <a:off x="12008761" y="2571638"/>
                  <a:ext cx="2503488" cy="2171700"/>
                </a:xfrm>
                <a:custGeom>
                  <a:avLst/>
                  <a:gdLst>
                    <a:gd name="T0" fmla="*/ 789 w 1577"/>
                    <a:gd name="T1" fmla="*/ 1368 h 1368"/>
                    <a:gd name="T2" fmla="*/ 0 w 1577"/>
                    <a:gd name="T3" fmla="*/ 0 h 1368"/>
                    <a:gd name="T4" fmla="*/ 1577 w 1577"/>
                    <a:gd name="T5" fmla="*/ 0 h 1368"/>
                    <a:gd name="T6" fmla="*/ 789 w 1577"/>
                    <a:gd name="T7" fmla="*/ 1368 h 1368"/>
                    <a:gd name="T8" fmla="*/ 41 w 1577"/>
                    <a:gd name="T9" fmla="*/ 24 h 1368"/>
                    <a:gd name="T10" fmla="*/ 789 w 1577"/>
                    <a:gd name="T11" fmla="*/ 1321 h 1368"/>
                    <a:gd name="T12" fmla="*/ 1536 w 1577"/>
                    <a:gd name="T13" fmla="*/ 24 h 1368"/>
                    <a:gd name="T14" fmla="*/ 41 w 1577"/>
                    <a:gd name="T15" fmla="*/ 24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77" h="1368">
                      <a:moveTo>
                        <a:pt x="789" y="1368"/>
                      </a:moveTo>
                      <a:lnTo>
                        <a:pt x="0" y="0"/>
                      </a:lnTo>
                      <a:lnTo>
                        <a:pt x="1577" y="0"/>
                      </a:lnTo>
                      <a:lnTo>
                        <a:pt x="789" y="1368"/>
                      </a:lnTo>
                      <a:close/>
                      <a:moveTo>
                        <a:pt x="41" y="24"/>
                      </a:moveTo>
                      <a:lnTo>
                        <a:pt x="789" y="1321"/>
                      </a:lnTo>
                      <a:lnTo>
                        <a:pt x="1536" y="24"/>
                      </a:lnTo>
                      <a:lnTo>
                        <a:pt x="41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</p:grpSp>
          <p:grpSp>
            <p:nvGrpSpPr>
              <p:cNvPr id="35" name="Group 58"/>
              <p:cNvGrpSpPr/>
              <p:nvPr userDrawn="1"/>
            </p:nvGrpSpPr>
            <p:grpSpPr>
              <a:xfrm>
                <a:off x="2607344" y="-468621"/>
                <a:ext cx="2608160" cy="1961609"/>
                <a:chOff x="1925461" y="-469483"/>
                <a:chExt cx="5437137" cy="4089296"/>
              </a:xfrm>
              <a:solidFill>
                <a:schemeClr val="accent2">
                  <a:lumMod val="60000"/>
                  <a:lumOff val="40000"/>
                  <a:alpha val="25000"/>
                </a:schemeClr>
              </a:solidFill>
            </p:grpSpPr>
            <p:sp>
              <p:nvSpPr>
                <p:cNvPr id="36" name="Freeform 61"/>
                <p:cNvSpPr>
                  <a:spLocks/>
                </p:cNvSpPr>
                <p:nvPr/>
              </p:nvSpPr>
              <p:spPr bwMode="auto">
                <a:xfrm>
                  <a:off x="1925461" y="2554358"/>
                  <a:ext cx="921032" cy="1065455"/>
                </a:xfrm>
                <a:custGeom>
                  <a:avLst/>
                  <a:gdLst>
                    <a:gd name="T0" fmla="*/ 0 w 338"/>
                    <a:gd name="T1" fmla="*/ 197 h 391"/>
                    <a:gd name="T2" fmla="*/ 338 w 338"/>
                    <a:gd name="T3" fmla="*/ 391 h 391"/>
                    <a:gd name="T4" fmla="*/ 338 w 338"/>
                    <a:gd name="T5" fmla="*/ 0 h 391"/>
                    <a:gd name="T6" fmla="*/ 0 w 338"/>
                    <a:gd name="T7" fmla="*/ 197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8" h="391">
                      <a:moveTo>
                        <a:pt x="0" y="197"/>
                      </a:moveTo>
                      <a:lnTo>
                        <a:pt x="338" y="391"/>
                      </a:lnTo>
                      <a:lnTo>
                        <a:pt x="338" y="0"/>
                      </a:lnTo>
                      <a:lnTo>
                        <a:pt x="0" y="197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37" name="Freeform 6"/>
                <p:cNvSpPr>
                  <a:spLocks/>
                </p:cNvSpPr>
                <p:nvPr/>
              </p:nvSpPr>
              <p:spPr bwMode="auto">
                <a:xfrm>
                  <a:off x="4588603" y="-469483"/>
                  <a:ext cx="929208" cy="1062729"/>
                </a:xfrm>
                <a:custGeom>
                  <a:avLst/>
                  <a:gdLst>
                    <a:gd name="T0" fmla="*/ 0 w 341"/>
                    <a:gd name="T1" fmla="*/ 196 h 390"/>
                    <a:gd name="T2" fmla="*/ 341 w 341"/>
                    <a:gd name="T3" fmla="*/ 390 h 390"/>
                    <a:gd name="T4" fmla="*/ 338 w 341"/>
                    <a:gd name="T5" fmla="*/ 0 h 390"/>
                    <a:gd name="T6" fmla="*/ 0 w 341"/>
                    <a:gd name="T7" fmla="*/ 196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41" h="390">
                      <a:moveTo>
                        <a:pt x="0" y="196"/>
                      </a:moveTo>
                      <a:lnTo>
                        <a:pt x="341" y="390"/>
                      </a:lnTo>
                      <a:lnTo>
                        <a:pt x="338" y="0"/>
                      </a:lnTo>
                      <a:lnTo>
                        <a:pt x="0" y="196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38" name="Freeform 42"/>
                <p:cNvSpPr>
                  <a:spLocks/>
                </p:cNvSpPr>
                <p:nvPr/>
              </p:nvSpPr>
              <p:spPr bwMode="auto">
                <a:xfrm>
                  <a:off x="5517809" y="64607"/>
                  <a:ext cx="921032" cy="1065455"/>
                </a:xfrm>
                <a:custGeom>
                  <a:avLst/>
                  <a:gdLst>
                    <a:gd name="T0" fmla="*/ 0 w 338"/>
                    <a:gd name="T1" fmla="*/ 194 h 391"/>
                    <a:gd name="T2" fmla="*/ 338 w 338"/>
                    <a:gd name="T3" fmla="*/ 391 h 391"/>
                    <a:gd name="T4" fmla="*/ 338 w 338"/>
                    <a:gd name="T5" fmla="*/ 0 h 391"/>
                    <a:gd name="T6" fmla="*/ 0 w 338"/>
                    <a:gd name="T7" fmla="*/ 194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8" h="391">
                      <a:moveTo>
                        <a:pt x="0" y="194"/>
                      </a:moveTo>
                      <a:lnTo>
                        <a:pt x="338" y="391"/>
                      </a:lnTo>
                      <a:lnTo>
                        <a:pt x="338" y="0"/>
                      </a:lnTo>
                      <a:lnTo>
                        <a:pt x="0" y="194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39" name="Freeform 43"/>
                <p:cNvSpPr>
                  <a:spLocks/>
                </p:cNvSpPr>
                <p:nvPr/>
              </p:nvSpPr>
              <p:spPr bwMode="auto">
                <a:xfrm>
                  <a:off x="6438840" y="-469483"/>
                  <a:ext cx="923758" cy="1062729"/>
                </a:xfrm>
                <a:custGeom>
                  <a:avLst/>
                  <a:gdLst>
                    <a:gd name="T0" fmla="*/ 0 w 339"/>
                    <a:gd name="T1" fmla="*/ 196 h 390"/>
                    <a:gd name="T2" fmla="*/ 339 w 339"/>
                    <a:gd name="T3" fmla="*/ 390 h 390"/>
                    <a:gd name="T4" fmla="*/ 339 w 339"/>
                    <a:gd name="T5" fmla="*/ 0 h 390"/>
                    <a:gd name="T6" fmla="*/ 0 w 339"/>
                    <a:gd name="T7" fmla="*/ 196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9" h="390">
                      <a:moveTo>
                        <a:pt x="0" y="196"/>
                      </a:moveTo>
                      <a:lnTo>
                        <a:pt x="339" y="390"/>
                      </a:lnTo>
                      <a:lnTo>
                        <a:pt x="339" y="0"/>
                      </a:lnTo>
                      <a:lnTo>
                        <a:pt x="0" y="196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40" name="Freeform 63"/>
                <p:cNvSpPr>
                  <a:spLocks/>
                </p:cNvSpPr>
                <p:nvPr/>
              </p:nvSpPr>
              <p:spPr bwMode="auto">
                <a:xfrm>
                  <a:off x="4594053" y="593246"/>
                  <a:ext cx="923758" cy="1070905"/>
                </a:xfrm>
                <a:custGeom>
                  <a:avLst/>
                  <a:gdLst>
                    <a:gd name="T0" fmla="*/ 0 w 339"/>
                    <a:gd name="T1" fmla="*/ 197 h 393"/>
                    <a:gd name="T2" fmla="*/ 339 w 339"/>
                    <a:gd name="T3" fmla="*/ 393 h 393"/>
                    <a:gd name="T4" fmla="*/ 339 w 339"/>
                    <a:gd name="T5" fmla="*/ 0 h 393"/>
                    <a:gd name="T6" fmla="*/ 0 w 339"/>
                    <a:gd name="T7" fmla="*/ 197 h 3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9" h="393">
                      <a:moveTo>
                        <a:pt x="0" y="197"/>
                      </a:moveTo>
                      <a:lnTo>
                        <a:pt x="339" y="393"/>
                      </a:lnTo>
                      <a:lnTo>
                        <a:pt x="339" y="0"/>
                      </a:lnTo>
                      <a:lnTo>
                        <a:pt x="0" y="197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41" name="Freeform 76"/>
                <p:cNvSpPr>
                  <a:spLocks/>
                </p:cNvSpPr>
                <p:nvPr/>
              </p:nvSpPr>
              <p:spPr bwMode="auto">
                <a:xfrm>
                  <a:off x="3646908" y="1658700"/>
                  <a:ext cx="923758" cy="1062729"/>
                </a:xfrm>
                <a:custGeom>
                  <a:avLst/>
                  <a:gdLst>
                    <a:gd name="T0" fmla="*/ 0 w 339"/>
                    <a:gd name="T1" fmla="*/ 390 h 390"/>
                    <a:gd name="T2" fmla="*/ 0 w 339"/>
                    <a:gd name="T3" fmla="*/ 0 h 390"/>
                    <a:gd name="T4" fmla="*/ 339 w 339"/>
                    <a:gd name="T5" fmla="*/ 196 h 390"/>
                    <a:gd name="T6" fmla="*/ 0 w 339"/>
                    <a:gd name="T7" fmla="*/ 39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9" h="390">
                      <a:moveTo>
                        <a:pt x="0" y="390"/>
                      </a:moveTo>
                      <a:lnTo>
                        <a:pt x="0" y="0"/>
                      </a:lnTo>
                      <a:lnTo>
                        <a:pt x="339" y="196"/>
                      </a:lnTo>
                      <a:lnTo>
                        <a:pt x="0" y="390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  <p:sp>
              <p:nvSpPr>
                <p:cNvPr id="42" name="Freeform 77"/>
                <p:cNvSpPr>
                  <a:spLocks/>
                </p:cNvSpPr>
                <p:nvPr/>
              </p:nvSpPr>
              <p:spPr bwMode="auto">
                <a:xfrm>
                  <a:off x="5548104" y="1683977"/>
                  <a:ext cx="921032" cy="1065455"/>
                </a:xfrm>
                <a:custGeom>
                  <a:avLst/>
                  <a:gdLst>
                    <a:gd name="T0" fmla="*/ 0 w 338"/>
                    <a:gd name="T1" fmla="*/ 391 h 391"/>
                    <a:gd name="T2" fmla="*/ 0 w 338"/>
                    <a:gd name="T3" fmla="*/ 0 h 391"/>
                    <a:gd name="T4" fmla="*/ 338 w 338"/>
                    <a:gd name="T5" fmla="*/ 197 h 391"/>
                    <a:gd name="T6" fmla="*/ 0 w 338"/>
                    <a:gd name="T7" fmla="*/ 391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8" h="391">
                      <a:moveTo>
                        <a:pt x="0" y="391"/>
                      </a:moveTo>
                      <a:lnTo>
                        <a:pt x="0" y="0"/>
                      </a:lnTo>
                      <a:lnTo>
                        <a:pt x="338" y="197"/>
                      </a:lnTo>
                      <a:lnTo>
                        <a:pt x="0" y="391"/>
                      </a:lnTo>
                      <a:close/>
                    </a:path>
                  </a:pathLst>
                </a:custGeom>
                <a:grpFill/>
                <a:ln w="15875" cap="flat">
                  <a:solidFill>
                    <a:schemeClr val="bg1">
                      <a:alpha val="10000"/>
                    </a:schemeClr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1913"/>
                </a:p>
              </p:txBody>
            </p:sp>
          </p:grpSp>
        </p:grpSp>
        <p:grpSp>
          <p:nvGrpSpPr>
            <p:cNvPr id="12" name="Group 42"/>
            <p:cNvGrpSpPr/>
            <p:nvPr/>
          </p:nvGrpSpPr>
          <p:grpSpPr>
            <a:xfrm>
              <a:off x="1100762" y="1771283"/>
              <a:ext cx="2608160" cy="1961609"/>
              <a:chOff x="1925461" y="-469483"/>
              <a:chExt cx="5437137" cy="4089296"/>
            </a:xfrm>
            <a:solidFill>
              <a:schemeClr val="accent2">
                <a:lumMod val="60000"/>
                <a:lumOff val="40000"/>
                <a:alpha val="45000"/>
              </a:schemeClr>
            </a:solidFill>
          </p:grpSpPr>
          <p:sp>
            <p:nvSpPr>
              <p:cNvPr id="27" name="Freeform 61"/>
              <p:cNvSpPr>
                <a:spLocks/>
              </p:cNvSpPr>
              <p:nvPr/>
            </p:nvSpPr>
            <p:spPr bwMode="auto">
              <a:xfrm>
                <a:off x="1925461" y="2554358"/>
                <a:ext cx="921032" cy="1065455"/>
              </a:xfrm>
              <a:custGeom>
                <a:avLst/>
                <a:gdLst>
                  <a:gd name="T0" fmla="*/ 0 w 338"/>
                  <a:gd name="T1" fmla="*/ 197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7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7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8" name="Freeform 6"/>
              <p:cNvSpPr>
                <a:spLocks/>
              </p:cNvSpPr>
              <p:nvPr/>
            </p:nvSpPr>
            <p:spPr bwMode="auto">
              <a:xfrm>
                <a:off x="4588603" y="-469483"/>
                <a:ext cx="929208" cy="1062729"/>
              </a:xfrm>
              <a:custGeom>
                <a:avLst/>
                <a:gdLst>
                  <a:gd name="T0" fmla="*/ 0 w 341"/>
                  <a:gd name="T1" fmla="*/ 196 h 390"/>
                  <a:gd name="T2" fmla="*/ 341 w 341"/>
                  <a:gd name="T3" fmla="*/ 390 h 390"/>
                  <a:gd name="T4" fmla="*/ 338 w 341"/>
                  <a:gd name="T5" fmla="*/ 0 h 390"/>
                  <a:gd name="T6" fmla="*/ 0 w 341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1" h="390">
                    <a:moveTo>
                      <a:pt x="0" y="196"/>
                    </a:moveTo>
                    <a:lnTo>
                      <a:pt x="341" y="390"/>
                    </a:lnTo>
                    <a:lnTo>
                      <a:pt x="338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9" name="Freeform 42"/>
              <p:cNvSpPr>
                <a:spLocks/>
              </p:cNvSpPr>
              <p:nvPr/>
            </p:nvSpPr>
            <p:spPr bwMode="auto">
              <a:xfrm>
                <a:off x="5517809" y="64607"/>
                <a:ext cx="921032" cy="1065455"/>
              </a:xfrm>
              <a:custGeom>
                <a:avLst/>
                <a:gdLst>
                  <a:gd name="T0" fmla="*/ 0 w 338"/>
                  <a:gd name="T1" fmla="*/ 194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4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4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4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30" name="Freeform 43"/>
              <p:cNvSpPr>
                <a:spLocks/>
              </p:cNvSpPr>
              <p:nvPr/>
            </p:nvSpPr>
            <p:spPr bwMode="auto">
              <a:xfrm>
                <a:off x="6438840" y="-469483"/>
                <a:ext cx="923758" cy="1062729"/>
              </a:xfrm>
              <a:custGeom>
                <a:avLst/>
                <a:gdLst>
                  <a:gd name="T0" fmla="*/ 0 w 339"/>
                  <a:gd name="T1" fmla="*/ 196 h 390"/>
                  <a:gd name="T2" fmla="*/ 339 w 339"/>
                  <a:gd name="T3" fmla="*/ 390 h 390"/>
                  <a:gd name="T4" fmla="*/ 339 w 339"/>
                  <a:gd name="T5" fmla="*/ 0 h 390"/>
                  <a:gd name="T6" fmla="*/ 0 w 339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196"/>
                    </a:moveTo>
                    <a:lnTo>
                      <a:pt x="339" y="390"/>
                    </a:lnTo>
                    <a:lnTo>
                      <a:pt x="339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31" name="Freeform 47"/>
              <p:cNvSpPr>
                <a:spLocks/>
              </p:cNvSpPr>
              <p:nvPr/>
            </p:nvSpPr>
            <p:spPr bwMode="auto">
              <a:xfrm>
                <a:off x="4594053" y="593246"/>
                <a:ext cx="923758" cy="1070905"/>
              </a:xfrm>
              <a:custGeom>
                <a:avLst/>
                <a:gdLst>
                  <a:gd name="T0" fmla="*/ 0 w 339"/>
                  <a:gd name="T1" fmla="*/ 197 h 393"/>
                  <a:gd name="T2" fmla="*/ 339 w 339"/>
                  <a:gd name="T3" fmla="*/ 393 h 393"/>
                  <a:gd name="T4" fmla="*/ 339 w 339"/>
                  <a:gd name="T5" fmla="*/ 0 h 393"/>
                  <a:gd name="T6" fmla="*/ 0 w 339"/>
                  <a:gd name="T7" fmla="*/ 197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3">
                    <a:moveTo>
                      <a:pt x="0" y="197"/>
                    </a:moveTo>
                    <a:lnTo>
                      <a:pt x="339" y="393"/>
                    </a:lnTo>
                    <a:lnTo>
                      <a:pt x="339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32" name="Freeform 76"/>
              <p:cNvSpPr>
                <a:spLocks/>
              </p:cNvSpPr>
              <p:nvPr/>
            </p:nvSpPr>
            <p:spPr bwMode="auto">
              <a:xfrm>
                <a:off x="3646908" y="1658700"/>
                <a:ext cx="923758" cy="1062729"/>
              </a:xfrm>
              <a:custGeom>
                <a:avLst/>
                <a:gdLst>
                  <a:gd name="T0" fmla="*/ 0 w 339"/>
                  <a:gd name="T1" fmla="*/ 390 h 390"/>
                  <a:gd name="T2" fmla="*/ 0 w 339"/>
                  <a:gd name="T3" fmla="*/ 0 h 390"/>
                  <a:gd name="T4" fmla="*/ 339 w 339"/>
                  <a:gd name="T5" fmla="*/ 196 h 390"/>
                  <a:gd name="T6" fmla="*/ 0 w 339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390"/>
                    </a:moveTo>
                    <a:lnTo>
                      <a:pt x="0" y="0"/>
                    </a:lnTo>
                    <a:lnTo>
                      <a:pt x="339" y="196"/>
                    </a:lnTo>
                    <a:lnTo>
                      <a:pt x="0" y="390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33" name="Freeform 77"/>
              <p:cNvSpPr>
                <a:spLocks/>
              </p:cNvSpPr>
              <p:nvPr/>
            </p:nvSpPr>
            <p:spPr bwMode="auto">
              <a:xfrm>
                <a:off x="5548104" y="1683977"/>
                <a:ext cx="921032" cy="1065455"/>
              </a:xfrm>
              <a:custGeom>
                <a:avLst/>
                <a:gdLst>
                  <a:gd name="T0" fmla="*/ 0 w 338"/>
                  <a:gd name="T1" fmla="*/ 391 h 391"/>
                  <a:gd name="T2" fmla="*/ 0 w 338"/>
                  <a:gd name="T3" fmla="*/ 0 h 391"/>
                  <a:gd name="T4" fmla="*/ 338 w 338"/>
                  <a:gd name="T5" fmla="*/ 197 h 391"/>
                  <a:gd name="T6" fmla="*/ 0 w 338"/>
                  <a:gd name="T7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391"/>
                    </a:moveTo>
                    <a:lnTo>
                      <a:pt x="0" y="0"/>
                    </a:lnTo>
                    <a:lnTo>
                      <a:pt x="338" y="197"/>
                    </a:lnTo>
                    <a:lnTo>
                      <a:pt x="0" y="391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</p:grpSp>
        <p:grpSp>
          <p:nvGrpSpPr>
            <p:cNvPr id="16" name="Group 50"/>
            <p:cNvGrpSpPr/>
            <p:nvPr/>
          </p:nvGrpSpPr>
          <p:grpSpPr>
            <a:xfrm>
              <a:off x="2868777" y="1045370"/>
              <a:ext cx="2608160" cy="1961609"/>
              <a:chOff x="1925461" y="-469483"/>
              <a:chExt cx="5437137" cy="4089296"/>
            </a:xfrm>
            <a:solidFill>
              <a:schemeClr val="accent2">
                <a:alpha val="25000"/>
              </a:schemeClr>
            </a:solidFill>
          </p:grpSpPr>
          <p:sp>
            <p:nvSpPr>
              <p:cNvPr id="20" name="Freeform 61"/>
              <p:cNvSpPr>
                <a:spLocks/>
              </p:cNvSpPr>
              <p:nvPr/>
            </p:nvSpPr>
            <p:spPr bwMode="auto">
              <a:xfrm>
                <a:off x="1925461" y="2554358"/>
                <a:ext cx="921032" cy="1065455"/>
              </a:xfrm>
              <a:custGeom>
                <a:avLst/>
                <a:gdLst>
                  <a:gd name="T0" fmla="*/ 0 w 338"/>
                  <a:gd name="T1" fmla="*/ 197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7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7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1" name="Freeform 6"/>
              <p:cNvSpPr>
                <a:spLocks/>
              </p:cNvSpPr>
              <p:nvPr/>
            </p:nvSpPr>
            <p:spPr bwMode="auto">
              <a:xfrm>
                <a:off x="4588603" y="-469483"/>
                <a:ext cx="929208" cy="1062729"/>
              </a:xfrm>
              <a:custGeom>
                <a:avLst/>
                <a:gdLst>
                  <a:gd name="T0" fmla="*/ 0 w 341"/>
                  <a:gd name="T1" fmla="*/ 196 h 390"/>
                  <a:gd name="T2" fmla="*/ 341 w 341"/>
                  <a:gd name="T3" fmla="*/ 390 h 390"/>
                  <a:gd name="T4" fmla="*/ 338 w 341"/>
                  <a:gd name="T5" fmla="*/ 0 h 390"/>
                  <a:gd name="T6" fmla="*/ 0 w 341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1" h="390">
                    <a:moveTo>
                      <a:pt x="0" y="196"/>
                    </a:moveTo>
                    <a:lnTo>
                      <a:pt x="341" y="390"/>
                    </a:lnTo>
                    <a:lnTo>
                      <a:pt x="338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2" name="Freeform 42"/>
              <p:cNvSpPr>
                <a:spLocks/>
              </p:cNvSpPr>
              <p:nvPr/>
            </p:nvSpPr>
            <p:spPr bwMode="auto">
              <a:xfrm>
                <a:off x="5517809" y="64607"/>
                <a:ext cx="921032" cy="1065455"/>
              </a:xfrm>
              <a:custGeom>
                <a:avLst/>
                <a:gdLst>
                  <a:gd name="T0" fmla="*/ 0 w 338"/>
                  <a:gd name="T1" fmla="*/ 194 h 391"/>
                  <a:gd name="T2" fmla="*/ 338 w 338"/>
                  <a:gd name="T3" fmla="*/ 391 h 391"/>
                  <a:gd name="T4" fmla="*/ 338 w 338"/>
                  <a:gd name="T5" fmla="*/ 0 h 391"/>
                  <a:gd name="T6" fmla="*/ 0 w 338"/>
                  <a:gd name="T7" fmla="*/ 194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194"/>
                    </a:moveTo>
                    <a:lnTo>
                      <a:pt x="338" y="391"/>
                    </a:lnTo>
                    <a:lnTo>
                      <a:pt x="338" y="0"/>
                    </a:lnTo>
                    <a:lnTo>
                      <a:pt x="0" y="194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3" name="Freeform 43"/>
              <p:cNvSpPr>
                <a:spLocks/>
              </p:cNvSpPr>
              <p:nvPr/>
            </p:nvSpPr>
            <p:spPr bwMode="auto">
              <a:xfrm>
                <a:off x="6438840" y="-469483"/>
                <a:ext cx="923758" cy="1062729"/>
              </a:xfrm>
              <a:custGeom>
                <a:avLst/>
                <a:gdLst>
                  <a:gd name="T0" fmla="*/ 0 w 339"/>
                  <a:gd name="T1" fmla="*/ 196 h 390"/>
                  <a:gd name="T2" fmla="*/ 339 w 339"/>
                  <a:gd name="T3" fmla="*/ 390 h 390"/>
                  <a:gd name="T4" fmla="*/ 339 w 339"/>
                  <a:gd name="T5" fmla="*/ 0 h 390"/>
                  <a:gd name="T6" fmla="*/ 0 w 339"/>
                  <a:gd name="T7" fmla="*/ 196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196"/>
                    </a:moveTo>
                    <a:lnTo>
                      <a:pt x="339" y="390"/>
                    </a:lnTo>
                    <a:lnTo>
                      <a:pt x="339" y="0"/>
                    </a:lnTo>
                    <a:lnTo>
                      <a:pt x="0" y="196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4" name="Freeform 55"/>
              <p:cNvSpPr>
                <a:spLocks/>
              </p:cNvSpPr>
              <p:nvPr/>
            </p:nvSpPr>
            <p:spPr bwMode="auto">
              <a:xfrm>
                <a:off x="4594053" y="593246"/>
                <a:ext cx="923758" cy="1070905"/>
              </a:xfrm>
              <a:custGeom>
                <a:avLst/>
                <a:gdLst>
                  <a:gd name="T0" fmla="*/ 0 w 339"/>
                  <a:gd name="T1" fmla="*/ 197 h 393"/>
                  <a:gd name="T2" fmla="*/ 339 w 339"/>
                  <a:gd name="T3" fmla="*/ 393 h 393"/>
                  <a:gd name="T4" fmla="*/ 339 w 339"/>
                  <a:gd name="T5" fmla="*/ 0 h 393"/>
                  <a:gd name="T6" fmla="*/ 0 w 339"/>
                  <a:gd name="T7" fmla="*/ 197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3">
                    <a:moveTo>
                      <a:pt x="0" y="197"/>
                    </a:moveTo>
                    <a:lnTo>
                      <a:pt x="339" y="393"/>
                    </a:lnTo>
                    <a:lnTo>
                      <a:pt x="339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5" name="Freeform 76"/>
              <p:cNvSpPr>
                <a:spLocks/>
              </p:cNvSpPr>
              <p:nvPr/>
            </p:nvSpPr>
            <p:spPr bwMode="auto">
              <a:xfrm>
                <a:off x="3646908" y="1658700"/>
                <a:ext cx="923758" cy="1062729"/>
              </a:xfrm>
              <a:custGeom>
                <a:avLst/>
                <a:gdLst>
                  <a:gd name="T0" fmla="*/ 0 w 339"/>
                  <a:gd name="T1" fmla="*/ 390 h 390"/>
                  <a:gd name="T2" fmla="*/ 0 w 339"/>
                  <a:gd name="T3" fmla="*/ 0 h 390"/>
                  <a:gd name="T4" fmla="*/ 339 w 339"/>
                  <a:gd name="T5" fmla="*/ 196 h 390"/>
                  <a:gd name="T6" fmla="*/ 0 w 339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9" h="390">
                    <a:moveTo>
                      <a:pt x="0" y="390"/>
                    </a:moveTo>
                    <a:lnTo>
                      <a:pt x="0" y="0"/>
                    </a:lnTo>
                    <a:lnTo>
                      <a:pt x="339" y="196"/>
                    </a:lnTo>
                    <a:lnTo>
                      <a:pt x="0" y="390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  <p:sp>
            <p:nvSpPr>
              <p:cNvPr id="26" name="Freeform 77"/>
              <p:cNvSpPr>
                <a:spLocks/>
              </p:cNvSpPr>
              <p:nvPr/>
            </p:nvSpPr>
            <p:spPr bwMode="auto">
              <a:xfrm>
                <a:off x="5548104" y="1683977"/>
                <a:ext cx="921032" cy="1065455"/>
              </a:xfrm>
              <a:custGeom>
                <a:avLst/>
                <a:gdLst>
                  <a:gd name="T0" fmla="*/ 0 w 338"/>
                  <a:gd name="T1" fmla="*/ 391 h 391"/>
                  <a:gd name="T2" fmla="*/ 0 w 338"/>
                  <a:gd name="T3" fmla="*/ 0 h 391"/>
                  <a:gd name="T4" fmla="*/ 338 w 338"/>
                  <a:gd name="T5" fmla="*/ 197 h 391"/>
                  <a:gd name="T6" fmla="*/ 0 w 338"/>
                  <a:gd name="T7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391">
                    <a:moveTo>
                      <a:pt x="0" y="391"/>
                    </a:moveTo>
                    <a:lnTo>
                      <a:pt x="0" y="0"/>
                    </a:lnTo>
                    <a:lnTo>
                      <a:pt x="338" y="197"/>
                    </a:lnTo>
                    <a:lnTo>
                      <a:pt x="0" y="391"/>
                    </a:lnTo>
                    <a:close/>
                  </a:path>
                </a:pathLst>
              </a:custGeom>
              <a:grpFill/>
              <a:ln w="15875" cap="flat">
                <a:solidFill>
                  <a:schemeClr val="bg1">
                    <a:alpha val="10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913"/>
              </a:p>
            </p:txBody>
          </p:sp>
        </p:grpSp>
      </p:grp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2485222" y="1971867"/>
            <a:ext cx="5136925" cy="929483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4535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2485222" y="3301694"/>
            <a:ext cx="5136925" cy="440616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buNone/>
              <a:defRPr lang="zh-CN" altLang="en-US" sz="2551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lang="zh-CN" altLang="en-US" sz="2835" smtClean="0"/>
            </a:lvl2pPr>
            <a:lvl3pPr>
              <a:defRPr lang="zh-CN" altLang="en-US" sz="2551" smtClean="0"/>
            </a:lvl3pPr>
            <a:lvl4pPr>
              <a:defRPr lang="zh-CN" altLang="en-US" sz="2268" smtClean="0"/>
            </a:lvl4pPr>
            <a:lvl5pPr>
              <a:defRPr lang="zh-CN" altLang="en-US" sz="2268"/>
            </a:lvl5pPr>
          </a:lstStyle>
          <a:p>
            <a:pPr marL="323979" marR="0" lvl="0" indent="-323979" fontAlgn="auto">
              <a:spcAft>
                <a:spcPts val="0"/>
              </a:spcAft>
              <a:buClrTx/>
              <a:buSzTx/>
              <a:tabLst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2485222" y="3749062"/>
            <a:ext cx="5136925" cy="44061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2551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lang="zh-CN" altLang="en-US" sz="2835" smtClean="0"/>
            </a:lvl2pPr>
            <a:lvl3pPr>
              <a:defRPr lang="zh-CN" altLang="en-US" sz="2551" smtClean="0"/>
            </a:lvl3pPr>
            <a:lvl4pPr>
              <a:defRPr lang="zh-CN" altLang="en-US" sz="2268" smtClean="0"/>
            </a:lvl4pPr>
            <a:lvl5pPr>
              <a:defRPr lang="zh-CN" altLang="en-US" sz="2268"/>
            </a:lvl5pPr>
          </a:lstStyle>
          <a:p>
            <a:pPr marL="323979" marR="0" lvl="0" indent="-323979" fontAlgn="auto">
              <a:spcAft>
                <a:spcPts val="0"/>
              </a:spcAft>
              <a:buClrTx/>
              <a:buSzTx/>
              <a:tabLst/>
            </a:pPr>
            <a:r>
              <a:rPr lang="zh-CN" altLang="en-US"/>
              <a:t>时间日期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49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49497" y="2"/>
            <a:ext cx="15378696" cy="1458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9497" y="1593045"/>
            <a:ext cx="15378696" cy="711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949495" y="1468215"/>
            <a:ext cx="15378697" cy="95481"/>
            <a:chOff x="-1122704" y="0"/>
            <a:chExt cx="30704616" cy="6858000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2352002" y="0"/>
              <a:ext cx="27229910" cy="685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800" dirty="0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-1122704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78" r:id="rId3"/>
    <p:sldLayoutId id="2147483680" r:id="rId4"/>
    <p:sldLayoutId id="2147483677" r:id="rId5"/>
    <p:sldLayoutId id="2147483651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9" r:id="rId12"/>
    <p:sldLayoutId id="2147483673" r:id="rId13"/>
    <p:sldLayoutId id="2147483674" r:id="rId14"/>
    <p:sldLayoutId id="2147483675" r:id="rId15"/>
    <p:sldLayoutId id="2147483676" r:id="rId16"/>
    <p:sldLayoutId id="2147483654" r:id="rId17"/>
    <p:sldLayoutId id="2147483655" r:id="rId18"/>
    <p:sldLayoutId id="2147483661" r:id="rId19"/>
    <p:sldLayoutId id="2147483667" r:id="rId20"/>
    <p:sldLayoutId id="2147483681" r:id="rId21"/>
  </p:sldLayoutIdLst>
  <p:hf hdr="0" dt="0"/>
  <p:txStyles>
    <p:titleStyle>
      <a:lvl1pPr algn="l" defTabSz="914397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97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798" indent="-228600" algn="l" defTabSz="914397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2996" indent="-228600" algn="l" defTabSz="914397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195" indent="-228600" algn="l" defTabSz="914397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394" indent="-228600" algn="l" defTabSz="914397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592" indent="-228600" algn="l" defTabSz="9143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91" indent="-228600" algn="l" defTabSz="9143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90" indent="-228600" algn="l" defTabSz="9143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88" indent="-228600" algn="l" defTabSz="9143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9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7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6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5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93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91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90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90" algn="l" defTabSz="9143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598" userDrawn="1">
          <p15:clr>
            <a:srgbClr val="F26B43"/>
          </p15:clr>
        </p15:guide>
        <p15:guide id="2" pos="10285" userDrawn="1">
          <p15:clr>
            <a:srgbClr val="F26B43"/>
          </p15:clr>
        </p15:guide>
        <p15:guide id="3" orient="horz" pos="918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  <p15:guide id="5" orient="horz" pos="5572" userDrawn="1">
          <p15:clr>
            <a:srgbClr val="F26B43"/>
          </p15:clr>
        </p15:guide>
        <p15:guide id="6" orient="horz" pos="54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fld id="{587CC9B3-2D77-4EC3-85E5-9DB16EBA1371}" type="datetime1">
              <a:rPr lang="zh-CN" altLang="en-US" smtClean="0"/>
              <a:t>2018/05/22</a:t>
            </a:fld>
            <a:endParaRPr lang="zh-CN" altLang="en-US" dirty="0"/>
          </a:p>
        </p:txBody>
      </p:sp>
      <p:sp>
        <p:nvSpPr>
          <p:cNvPr id="13" name="副标题 12">
            <a:extLst>
              <a:ext uri="{FF2B5EF4-FFF2-40B4-BE49-F238E27FC236}">
                <a16:creationId xmlns:a16="http://schemas.microsoft.com/office/drawing/2014/main" id="{208BFBC1-B1A9-49BA-B86D-BBABED042F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债券交易投资的进阶课程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债券基础回顾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B0E1348-40F4-4712-A9F9-AE0DD8AE99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39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12712-8315-4F6A-AB51-6144AF60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 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844835-DF0A-47DC-BAEC-5D7263BB8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497" y="1593045"/>
            <a:ext cx="15378696" cy="7828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（一）收益率的概念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（二）债券的定价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（三）利率风险指标：久期和凸性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（四）利率风险指标：波动性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15952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4F6A8-77BD-4AB7-9ADB-33083F7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（一）收益率的概念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503C45-8BF0-4632-8A43-7F1081BC3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到期收益率、即期收益率和远期收益率的概念、区别和各自的适用场景</a:t>
            </a:r>
          </a:p>
        </p:txBody>
      </p:sp>
    </p:spTree>
    <p:extLst>
      <p:ext uri="{BB962C8B-B14F-4D97-AF65-F5344CB8AC3E}">
        <p14:creationId xmlns:p14="http://schemas.microsoft.com/office/powerpoint/2010/main" val="76566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315B271-16C2-44A8-937D-6AB5872F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到期收益率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C560ED5-5ECA-465C-93E6-59CBFD203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固定收益证券的定价公式基本形式如下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altLang="zh-CN" sz="28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zh-CN" altLang="en-US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对于不同要素的形式，公式上的具体分项将会有不同，例如：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浮动利率，每期的票息与当期约定的浮动利率有关，票面利率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基准利率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利差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分期还本，发行时约定，进入提前偿还期，每一期的现金流会包括约定比例的本金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票息调整，在约定的时间点，发行人可以调整债券的存续期和票面利率水平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提前赎回，则是在债券价格高于约定价时，发行人按约定价格赎回，则实际债券价格</a:t>
                </a:r>
                <a:r>
                  <a:rPr lang="en-US" altLang="zh-CN" dirty="0"/>
                  <a:t>=min{</a:t>
                </a:r>
                <a:r>
                  <a:rPr lang="zh-CN" altLang="en-US" dirty="0"/>
                  <a:t>公式价格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约定赎回价</a:t>
                </a:r>
                <a:r>
                  <a:rPr lang="en-US" altLang="zh-CN" dirty="0"/>
                  <a:t>}</a:t>
                </a:r>
              </a:p>
              <a:p>
                <a:pPr lvl="1"/>
                <a:r>
                  <a:rPr lang="zh-CN" altLang="en-US" dirty="0"/>
                  <a:t>提前回售，则是在债券价格低于约定价时，投资人可按约定价卖回给发行人，则债券实际价格</a:t>
                </a:r>
                <a:r>
                  <a:rPr lang="en-US" altLang="zh-CN" dirty="0"/>
                  <a:t>=max{</a:t>
                </a:r>
                <a:r>
                  <a:rPr lang="zh-CN" altLang="en-US" dirty="0"/>
                  <a:t>公式价格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约定回售价</a:t>
                </a:r>
                <a:r>
                  <a:rPr lang="en-US" altLang="zh-CN" dirty="0"/>
                  <a:t>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C560ED5-5ECA-465C-93E6-59CBFD203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76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14296-7695-4D07-B147-3B82B7F2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到期收益率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B6B262-022D-4C8B-8D4C-3A40C8DB97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到期收益率是最简单直观的，但假设条件较强：假定未来各期现金流收入的贴现率都相同，且持有至资产到期。</a:t>
                </a:r>
                <a:endParaRPr lang="en-US" altLang="zh-CN" dirty="0"/>
              </a:p>
              <a:p>
                <a:r>
                  <a:rPr lang="zh-CN" altLang="en-US" dirty="0"/>
                  <a:t>在假设成立的条件下，分析推理过程简单明了；但假设条件过于强烈，在现实极难建立直接对应，因此各种分析结论仅能作为参照。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𝐹𝑉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B6B262-022D-4C8B-8D4C-3A40C8DB9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 r="-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86513AC5-7109-48E6-92B2-D1067E3A2D51}"/>
              </a:ext>
            </a:extLst>
          </p:cNvPr>
          <p:cNvGrpSpPr/>
          <p:nvPr/>
        </p:nvGrpSpPr>
        <p:grpSpPr>
          <a:xfrm>
            <a:off x="6799882" y="4032065"/>
            <a:ext cx="9716749" cy="3928324"/>
            <a:chOff x="1609799" y="2777479"/>
            <a:chExt cx="9716749" cy="3928325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B5CAE73-3AC8-4643-A399-EBF8B02338C1}"/>
                </a:ext>
              </a:extLst>
            </p:cNvPr>
            <p:cNvGrpSpPr/>
            <p:nvPr/>
          </p:nvGrpSpPr>
          <p:grpSpPr>
            <a:xfrm>
              <a:off x="1710999" y="4256232"/>
              <a:ext cx="9181708" cy="235670"/>
              <a:chOff x="1819372" y="2535810"/>
              <a:chExt cx="9181708" cy="235670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29004FB2-F6D1-48D6-93E2-B577D5AAE7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5042" y="2653645"/>
                <a:ext cx="8710368" cy="0"/>
              </a:xfrm>
              <a:prstGeom prst="straightConnector1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A25D78E9-9874-48C2-B9CF-ABD1EECF7589}"/>
                  </a:ext>
                </a:extLst>
              </p:cNvPr>
              <p:cNvSpPr/>
              <p:nvPr/>
            </p:nvSpPr>
            <p:spPr>
              <a:xfrm>
                <a:off x="1819372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6AFE3EB8-C073-4915-B830-F2D0F30916B6}"/>
                  </a:ext>
                </a:extLst>
              </p:cNvPr>
              <p:cNvSpPr/>
              <p:nvPr/>
            </p:nvSpPr>
            <p:spPr>
              <a:xfrm>
                <a:off x="3310378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7670043D-80AB-4982-985A-7322E2753D5D}"/>
                  </a:ext>
                </a:extLst>
              </p:cNvPr>
              <p:cNvSpPr/>
              <p:nvPr/>
            </p:nvSpPr>
            <p:spPr>
              <a:xfrm>
                <a:off x="4801384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1219C9C-7198-4FA7-B84B-5F0DBCFC5337}"/>
                  </a:ext>
                </a:extLst>
              </p:cNvPr>
              <p:cNvSpPr/>
              <p:nvPr/>
            </p:nvSpPr>
            <p:spPr>
              <a:xfrm>
                <a:off x="6292390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6D20D9D5-07F9-4984-924C-45A94827543B}"/>
                  </a:ext>
                </a:extLst>
              </p:cNvPr>
              <p:cNvSpPr/>
              <p:nvPr/>
            </p:nvSpPr>
            <p:spPr>
              <a:xfrm>
                <a:off x="10765410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228421C-9EE4-444B-B04F-25AEF9F47AA7}"/>
                  </a:ext>
                </a:extLst>
              </p:cNvPr>
              <p:cNvSpPr/>
              <p:nvPr/>
            </p:nvSpPr>
            <p:spPr>
              <a:xfrm>
                <a:off x="9274402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46149781-8067-4398-BD5C-6492A5BE87B1}"/>
                  </a:ext>
                </a:extLst>
              </p:cNvPr>
              <p:cNvSpPr/>
              <p:nvPr/>
            </p:nvSpPr>
            <p:spPr>
              <a:xfrm>
                <a:off x="7783396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EEA3F4A-A9BE-4E76-9555-C390B9BE704F}"/>
                </a:ext>
              </a:extLst>
            </p:cNvPr>
            <p:cNvCxnSpPr>
              <a:stCxn id="7" idx="4"/>
            </p:cNvCxnSpPr>
            <p:nvPr/>
          </p:nvCxnSpPr>
          <p:spPr>
            <a:xfrm>
              <a:off x="3319840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108C1EF-3855-4008-B46B-5D66DAA5E73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4810846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D8CEDB10-D8F4-4E8F-8261-F029C24B2AA7}"/>
                </a:ext>
              </a:extLst>
            </p:cNvPr>
            <p:cNvCxnSpPr>
              <a:cxnSpLocks/>
              <a:stCxn id="9" idx="4"/>
            </p:cNvCxnSpPr>
            <p:nvPr/>
          </p:nvCxnSpPr>
          <p:spPr>
            <a:xfrm>
              <a:off x="6301852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8328DA6-3750-4FCB-AD6D-226BB30F8E33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>
              <a:off x="7792858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6EBCB69-FC3A-4E74-9142-E56A6C8AC672}"/>
                </a:ext>
              </a:extLst>
            </p:cNvPr>
            <p:cNvCxnSpPr>
              <a:cxnSpLocks/>
              <a:stCxn id="11" idx="4"/>
            </p:cNvCxnSpPr>
            <p:nvPr/>
          </p:nvCxnSpPr>
          <p:spPr>
            <a:xfrm>
              <a:off x="9283864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9AACFEF-C413-4374-A97F-CA5E5FA0EC4B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10774872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B3729054-7AA9-489C-8A91-9FECF9BF0EF9}"/>
                </a:ext>
              </a:extLst>
            </p:cNvPr>
            <p:cNvCxnSpPr>
              <a:cxnSpLocks/>
            </p:cNvCxnSpPr>
            <p:nvPr/>
          </p:nvCxnSpPr>
          <p:spPr>
            <a:xfrm>
              <a:off x="10781222" y="5563408"/>
              <a:ext cx="0" cy="657520"/>
            </a:xfrm>
            <a:prstGeom prst="straightConnector1">
              <a:avLst/>
            </a:prstGeom>
            <a:ln w="57150">
              <a:solidFill>
                <a:schemeClr val="accent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曲线 28">
              <a:extLst>
                <a:ext uri="{FF2B5EF4-FFF2-40B4-BE49-F238E27FC236}">
                  <a16:creationId xmlns:a16="http://schemas.microsoft.com/office/drawing/2014/main" id="{0E418B55-2B34-433B-8A3C-918E74513C61}"/>
                </a:ext>
              </a:extLst>
            </p:cNvPr>
            <p:cNvCxnSpPr>
              <a:stCxn id="7" idx="0"/>
              <a:endCxn id="6" idx="0"/>
            </p:cNvCxnSpPr>
            <p:nvPr/>
          </p:nvCxnSpPr>
          <p:spPr>
            <a:xfrm rot="16200000" flipV="1">
              <a:off x="2574337" y="3510729"/>
              <a:ext cx="12700" cy="1491006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符: 曲线 30">
              <a:extLst>
                <a:ext uri="{FF2B5EF4-FFF2-40B4-BE49-F238E27FC236}">
                  <a16:creationId xmlns:a16="http://schemas.microsoft.com/office/drawing/2014/main" id="{BF3AB2EA-4DC9-4DE5-8220-80B554CACFAF}"/>
                </a:ext>
              </a:extLst>
            </p:cNvPr>
            <p:cNvCxnSpPr>
              <a:cxnSpLocks/>
              <a:stCxn id="8" idx="0"/>
              <a:endCxn id="6" idx="0"/>
            </p:cNvCxnSpPr>
            <p:nvPr/>
          </p:nvCxnSpPr>
          <p:spPr>
            <a:xfrm rot="16200000" flipV="1">
              <a:off x="3319840" y="2765226"/>
              <a:ext cx="12700" cy="2982012"/>
            </a:xfrm>
            <a:prstGeom prst="curvedConnector3">
              <a:avLst>
                <a:gd name="adj1" fmla="val 3149835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曲线 32">
              <a:extLst>
                <a:ext uri="{FF2B5EF4-FFF2-40B4-BE49-F238E27FC236}">
                  <a16:creationId xmlns:a16="http://schemas.microsoft.com/office/drawing/2014/main" id="{C0236886-3A04-4FF1-830E-0B07FE4528DD}"/>
                </a:ext>
              </a:extLst>
            </p:cNvPr>
            <p:cNvCxnSpPr>
              <a:cxnSpLocks/>
              <a:stCxn id="9" idx="0"/>
              <a:endCxn id="6" idx="0"/>
            </p:cNvCxnSpPr>
            <p:nvPr/>
          </p:nvCxnSpPr>
          <p:spPr>
            <a:xfrm rot="16200000" flipV="1">
              <a:off x="4065343" y="2019723"/>
              <a:ext cx="12700" cy="4473018"/>
            </a:xfrm>
            <a:prstGeom prst="curvedConnector3">
              <a:avLst>
                <a:gd name="adj1" fmla="val 4893339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连接符: 曲线 38">
              <a:extLst>
                <a:ext uri="{FF2B5EF4-FFF2-40B4-BE49-F238E27FC236}">
                  <a16:creationId xmlns:a16="http://schemas.microsoft.com/office/drawing/2014/main" id="{8FBC3083-782D-4310-BE49-3A1AB2A7ECE1}"/>
                </a:ext>
              </a:extLst>
            </p:cNvPr>
            <p:cNvCxnSpPr>
              <a:cxnSpLocks/>
              <a:stCxn id="12" idx="0"/>
              <a:endCxn id="6" idx="0"/>
            </p:cNvCxnSpPr>
            <p:nvPr/>
          </p:nvCxnSpPr>
          <p:spPr>
            <a:xfrm rot="16200000" flipV="1">
              <a:off x="4810846" y="1274220"/>
              <a:ext cx="12700" cy="5964024"/>
            </a:xfrm>
            <a:prstGeom prst="curvedConnector3">
              <a:avLst>
                <a:gd name="adj1" fmla="val 7009071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曲线 45">
              <a:extLst>
                <a:ext uri="{FF2B5EF4-FFF2-40B4-BE49-F238E27FC236}">
                  <a16:creationId xmlns:a16="http://schemas.microsoft.com/office/drawing/2014/main" id="{9131BD95-AE85-4E81-8394-E8BE8B7D7399}"/>
                </a:ext>
              </a:extLst>
            </p:cNvPr>
            <p:cNvCxnSpPr>
              <a:stCxn id="11" idx="0"/>
              <a:endCxn id="6" idx="0"/>
            </p:cNvCxnSpPr>
            <p:nvPr/>
          </p:nvCxnSpPr>
          <p:spPr>
            <a:xfrm rot="16200000" flipV="1">
              <a:off x="5556349" y="528717"/>
              <a:ext cx="12700" cy="7455030"/>
            </a:xfrm>
            <a:prstGeom prst="curvedConnector3">
              <a:avLst>
                <a:gd name="adj1" fmla="val 9548724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连接符: 曲线 47">
              <a:extLst>
                <a:ext uri="{FF2B5EF4-FFF2-40B4-BE49-F238E27FC236}">
                  <a16:creationId xmlns:a16="http://schemas.microsoft.com/office/drawing/2014/main" id="{14407242-38B9-4487-81B0-3640D131E078}"/>
                </a:ext>
              </a:extLst>
            </p:cNvPr>
            <p:cNvCxnSpPr>
              <a:stCxn id="10" idx="0"/>
              <a:endCxn id="6" idx="0"/>
            </p:cNvCxnSpPr>
            <p:nvPr/>
          </p:nvCxnSpPr>
          <p:spPr>
            <a:xfrm rot="16200000" flipV="1">
              <a:off x="6301853" y="-216787"/>
              <a:ext cx="12700" cy="8946038"/>
            </a:xfrm>
            <a:prstGeom prst="curvedConnector3">
              <a:avLst>
                <a:gd name="adj1" fmla="val 12025709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6B09425-B58B-491D-B7AD-18DB7DBF192D}"/>
                </a:ext>
              </a:extLst>
            </p:cNvPr>
            <p:cNvSpPr txBox="1"/>
            <p:nvPr/>
          </p:nvSpPr>
          <p:spPr>
            <a:xfrm>
              <a:off x="3176697" y="5088279"/>
              <a:ext cx="420308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86D36A-6A51-479D-9FC2-B15BFAADAC22}"/>
                </a:ext>
              </a:extLst>
            </p:cNvPr>
            <p:cNvSpPr txBox="1"/>
            <p:nvPr/>
          </p:nvSpPr>
          <p:spPr>
            <a:xfrm>
              <a:off x="4646294" y="5088279"/>
              <a:ext cx="420308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6E85CD2-5C4A-4558-95C9-D773D6C5442F}"/>
                </a:ext>
              </a:extLst>
            </p:cNvPr>
            <p:cNvSpPr txBox="1"/>
            <p:nvPr/>
          </p:nvSpPr>
          <p:spPr>
            <a:xfrm>
              <a:off x="6122664" y="5088279"/>
              <a:ext cx="420308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B56B722-8259-4610-BFD2-0C8B2EC6994B}"/>
                </a:ext>
              </a:extLst>
            </p:cNvPr>
            <p:cNvSpPr txBox="1"/>
            <p:nvPr/>
          </p:nvSpPr>
          <p:spPr>
            <a:xfrm>
              <a:off x="7599034" y="5088279"/>
              <a:ext cx="420308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1559A3DB-5510-407A-B5AE-3029E6FAB2FE}"/>
                </a:ext>
              </a:extLst>
            </p:cNvPr>
            <p:cNvSpPr txBox="1"/>
            <p:nvPr/>
          </p:nvSpPr>
          <p:spPr>
            <a:xfrm>
              <a:off x="9108175" y="5088279"/>
              <a:ext cx="420308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2FDDFB7F-198A-4339-8E06-6BA6DE02D5BE}"/>
                </a:ext>
              </a:extLst>
            </p:cNvPr>
            <p:cNvSpPr txBox="1"/>
            <p:nvPr/>
          </p:nvSpPr>
          <p:spPr>
            <a:xfrm>
              <a:off x="10599180" y="5088279"/>
              <a:ext cx="420308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24C13FF-F14A-42AA-AF0C-CE9A5EDCE4F1}"/>
                </a:ext>
              </a:extLst>
            </p:cNvPr>
            <p:cNvSpPr txBox="1"/>
            <p:nvPr/>
          </p:nvSpPr>
          <p:spPr>
            <a:xfrm>
              <a:off x="10535060" y="6220928"/>
              <a:ext cx="603050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FV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C61F2B03-D721-4AAC-81B6-171612563127}"/>
                    </a:ext>
                  </a:extLst>
                </p:cNvPr>
                <p:cNvSpPr/>
                <p:nvPr/>
              </p:nvSpPr>
              <p:spPr>
                <a:xfrm>
                  <a:off x="2710286" y="3608459"/>
                  <a:ext cx="1102353" cy="6601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800" b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C61F2B03-D721-4AAC-81B6-1716125631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286" y="3608459"/>
                  <a:ext cx="1102353" cy="6601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70920700-8AE4-44BD-A208-526FEE37E498}"/>
                    </a:ext>
                  </a:extLst>
                </p:cNvPr>
                <p:cNvSpPr/>
                <p:nvPr/>
              </p:nvSpPr>
              <p:spPr>
                <a:xfrm>
                  <a:off x="4213068" y="3608459"/>
                  <a:ext cx="1102353" cy="6601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800" b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70920700-8AE4-44BD-A208-526FEE37E4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068" y="3608459"/>
                  <a:ext cx="1102353" cy="6601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D2267BBC-0F0E-47EE-B7FB-93462263B437}"/>
                    </a:ext>
                  </a:extLst>
                </p:cNvPr>
                <p:cNvSpPr/>
                <p:nvPr/>
              </p:nvSpPr>
              <p:spPr>
                <a:xfrm>
                  <a:off x="5715850" y="3608459"/>
                  <a:ext cx="1102353" cy="6601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800" b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D2267BBC-0F0E-47EE-B7FB-93462263B4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850" y="3608459"/>
                  <a:ext cx="1102353" cy="6601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7424447F-F944-459B-9CCA-C5EE96D1CBE2}"/>
                    </a:ext>
                  </a:extLst>
                </p:cNvPr>
                <p:cNvSpPr/>
                <p:nvPr/>
              </p:nvSpPr>
              <p:spPr>
                <a:xfrm>
                  <a:off x="7218632" y="3608459"/>
                  <a:ext cx="1102353" cy="6601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800" b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7424447F-F944-459B-9CCA-C5EE96D1CB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8632" y="3608459"/>
                  <a:ext cx="1102353" cy="6601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B7B818F9-E33B-4EC6-92E9-6E65CF4FCA51}"/>
                    </a:ext>
                  </a:extLst>
                </p:cNvPr>
                <p:cNvSpPr/>
                <p:nvPr/>
              </p:nvSpPr>
              <p:spPr>
                <a:xfrm>
                  <a:off x="8721414" y="3608459"/>
                  <a:ext cx="1102353" cy="6637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800" b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B7B818F9-E33B-4EC6-92E9-6E65CF4FCA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1414" y="3608459"/>
                  <a:ext cx="1102353" cy="6637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E6C40D79-6D94-40E6-BF48-AA5C1B4D6E38}"/>
                    </a:ext>
                  </a:extLst>
                </p:cNvPr>
                <p:cNvSpPr/>
                <p:nvPr/>
              </p:nvSpPr>
              <p:spPr>
                <a:xfrm>
                  <a:off x="10224195" y="3608459"/>
                  <a:ext cx="1102353" cy="6601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800" b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1800" b="1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800" b="1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E6C40D79-6D94-40E6-BF48-AA5C1B4D6E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4195" y="3608459"/>
                  <a:ext cx="1102353" cy="6601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A4CB4282-D227-48A0-BB4A-125F14365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6021" y="3073630"/>
              <a:ext cx="0" cy="929087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B4B8148F-F0E2-4249-B88C-C307378ADD7F}"/>
                </a:ext>
              </a:extLst>
            </p:cNvPr>
            <p:cNvSpPr txBox="1"/>
            <p:nvPr/>
          </p:nvSpPr>
          <p:spPr>
            <a:xfrm>
              <a:off x="1609799" y="2777479"/>
              <a:ext cx="801823" cy="484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PV?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252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B6973-989B-4C2E-9624-01D1C222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到期收益率的差异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A53BF9-C881-4B42-BF01-0EF22DD9D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不同时期的到期收益率，其实并不相同，即使是同一主体所发行的债券。</a:t>
            </a:r>
            <a:endParaRPr lang="en-US" altLang="zh-CN" dirty="0"/>
          </a:p>
          <a:p>
            <a:pPr lvl="1"/>
            <a:r>
              <a:rPr lang="en-US" altLang="zh-CN" dirty="0"/>
              <a:t>170210</a:t>
            </a:r>
            <a:r>
              <a:rPr lang="zh-CN" altLang="en-US" dirty="0"/>
              <a:t>和</a:t>
            </a:r>
            <a:r>
              <a:rPr lang="en-US" altLang="zh-CN" dirty="0"/>
              <a:t>170215</a:t>
            </a:r>
            <a:r>
              <a:rPr lang="zh-CN" altLang="en-US" dirty="0"/>
              <a:t>均为国开行发行的</a:t>
            </a:r>
            <a:r>
              <a:rPr lang="en-US" altLang="zh-CN" dirty="0"/>
              <a:t>10</a:t>
            </a:r>
            <a:r>
              <a:rPr lang="zh-CN" altLang="en-US" dirty="0"/>
              <a:t>年期国开债，发行时间相差不到</a:t>
            </a:r>
            <a:r>
              <a:rPr lang="en-US" altLang="zh-CN" dirty="0"/>
              <a:t>5</a:t>
            </a:r>
            <a:r>
              <a:rPr lang="zh-CN" altLang="en-US" dirty="0"/>
              <a:t>个月，利差相差在</a:t>
            </a:r>
            <a:r>
              <a:rPr lang="en-US" altLang="zh-CN" dirty="0"/>
              <a:t>5–14 </a:t>
            </a:r>
            <a:r>
              <a:rPr lang="en-US" altLang="zh-CN" dirty="0" err="1"/>
              <a:t>bp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CDCFE95F-38B1-4CD7-9D7E-98009C4273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7557981"/>
              </p:ext>
            </p:extLst>
          </p:nvPr>
        </p:nvGraphicFramePr>
        <p:xfrm>
          <a:off x="616450" y="3600186"/>
          <a:ext cx="7500134" cy="5646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BC9C7D60-0511-4AEA-8E4E-34C3780B91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586540"/>
              </p:ext>
            </p:extLst>
          </p:nvPr>
        </p:nvGraphicFramePr>
        <p:xfrm>
          <a:off x="8899758" y="3688422"/>
          <a:ext cx="7672458" cy="5558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970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14296-7695-4D07-B147-3B82B7F2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即期收益率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B6B262-022D-4C8B-8D4C-3A40C8DB97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即期收益率，符合时间价值的认知，将债券资产的各期现金流分解为单一现金流，并按照相应时点上的收益率贴现。由于时间复利、流动性等因素作用，期限越长的现金流所适用的收益率越高。</a:t>
                </a:r>
                <a:endParaRPr lang="en-US" altLang="zh-CN" dirty="0"/>
              </a:p>
              <a:p>
                <a:r>
                  <a:rPr lang="zh-CN" altLang="en-US" dirty="0"/>
                  <a:t>但表达繁琐，还要求市场存在可得的即期收益率，计算精度高等，因此，在普及和使用上缺乏便利性。但要精准的对收益率曲线进行定量研究，即期收益率则是最精确的语言。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𝐹𝑉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B6B262-022D-4C8B-8D4C-3A40C8DB9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 r="-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86513AC5-7109-48E6-92B2-D1067E3A2D51}"/>
              </a:ext>
            </a:extLst>
          </p:cNvPr>
          <p:cNvGrpSpPr/>
          <p:nvPr/>
        </p:nvGrpSpPr>
        <p:grpSpPr>
          <a:xfrm>
            <a:off x="5957728" y="4343495"/>
            <a:ext cx="10159443" cy="4233346"/>
            <a:chOff x="1609799" y="2777479"/>
            <a:chExt cx="9636824" cy="4015575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B5CAE73-3AC8-4643-A399-EBF8B02338C1}"/>
                </a:ext>
              </a:extLst>
            </p:cNvPr>
            <p:cNvGrpSpPr/>
            <p:nvPr/>
          </p:nvGrpSpPr>
          <p:grpSpPr>
            <a:xfrm>
              <a:off x="1710999" y="4256232"/>
              <a:ext cx="9181708" cy="235670"/>
              <a:chOff x="1819372" y="2535810"/>
              <a:chExt cx="9181708" cy="235670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29004FB2-F6D1-48D6-93E2-B577D5AAE7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5042" y="2653645"/>
                <a:ext cx="8710368" cy="0"/>
              </a:xfrm>
              <a:prstGeom prst="straightConnector1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A25D78E9-9874-48C2-B9CF-ABD1EECF7589}"/>
                  </a:ext>
                </a:extLst>
              </p:cNvPr>
              <p:cNvSpPr/>
              <p:nvPr/>
            </p:nvSpPr>
            <p:spPr>
              <a:xfrm>
                <a:off x="1819372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6AFE3EB8-C073-4915-B830-F2D0F30916B6}"/>
                  </a:ext>
                </a:extLst>
              </p:cNvPr>
              <p:cNvSpPr/>
              <p:nvPr/>
            </p:nvSpPr>
            <p:spPr>
              <a:xfrm>
                <a:off x="3310378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7670043D-80AB-4982-985A-7322E2753D5D}"/>
                  </a:ext>
                </a:extLst>
              </p:cNvPr>
              <p:cNvSpPr/>
              <p:nvPr/>
            </p:nvSpPr>
            <p:spPr>
              <a:xfrm>
                <a:off x="4801384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1219C9C-7198-4FA7-B84B-5F0DBCFC5337}"/>
                  </a:ext>
                </a:extLst>
              </p:cNvPr>
              <p:cNvSpPr/>
              <p:nvPr/>
            </p:nvSpPr>
            <p:spPr>
              <a:xfrm>
                <a:off x="6292390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6D20D9D5-07F9-4984-924C-45A94827543B}"/>
                  </a:ext>
                </a:extLst>
              </p:cNvPr>
              <p:cNvSpPr/>
              <p:nvPr/>
            </p:nvSpPr>
            <p:spPr>
              <a:xfrm>
                <a:off x="10765410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228421C-9EE4-444B-B04F-25AEF9F47AA7}"/>
                  </a:ext>
                </a:extLst>
              </p:cNvPr>
              <p:cNvSpPr/>
              <p:nvPr/>
            </p:nvSpPr>
            <p:spPr>
              <a:xfrm>
                <a:off x="9274402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46149781-8067-4398-BD5C-6492A5BE87B1}"/>
                  </a:ext>
                </a:extLst>
              </p:cNvPr>
              <p:cNvSpPr/>
              <p:nvPr/>
            </p:nvSpPr>
            <p:spPr>
              <a:xfrm>
                <a:off x="7783396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EEA3F4A-A9BE-4E76-9555-C390B9BE704F}"/>
                </a:ext>
              </a:extLst>
            </p:cNvPr>
            <p:cNvCxnSpPr>
              <a:stCxn id="7" idx="4"/>
            </p:cNvCxnSpPr>
            <p:nvPr/>
          </p:nvCxnSpPr>
          <p:spPr>
            <a:xfrm>
              <a:off x="3319840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108C1EF-3855-4008-B46B-5D66DAA5E73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4810846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D8CEDB10-D8F4-4E8F-8261-F029C24B2AA7}"/>
                </a:ext>
              </a:extLst>
            </p:cNvPr>
            <p:cNvCxnSpPr>
              <a:cxnSpLocks/>
              <a:stCxn id="9" idx="4"/>
            </p:cNvCxnSpPr>
            <p:nvPr/>
          </p:nvCxnSpPr>
          <p:spPr>
            <a:xfrm>
              <a:off x="6301852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8328DA6-3750-4FCB-AD6D-226BB30F8E33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>
              <a:off x="7792858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6EBCB69-FC3A-4E74-9142-E56A6C8AC672}"/>
                </a:ext>
              </a:extLst>
            </p:cNvPr>
            <p:cNvCxnSpPr>
              <a:cxnSpLocks/>
              <a:stCxn id="11" idx="4"/>
            </p:cNvCxnSpPr>
            <p:nvPr/>
          </p:nvCxnSpPr>
          <p:spPr>
            <a:xfrm>
              <a:off x="9283864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9AACFEF-C413-4374-A97F-CA5E5FA0EC4B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10774872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B3729054-7AA9-489C-8A91-9FECF9BF0EF9}"/>
                </a:ext>
              </a:extLst>
            </p:cNvPr>
            <p:cNvCxnSpPr>
              <a:cxnSpLocks/>
            </p:cNvCxnSpPr>
            <p:nvPr/>
          </p:nvCxnSpPr>
          <p:spPr>
            <a:xfrm>
              <a:off x="10781222" y="5563408"/>
              <a:ext cx="0" cy="657520"/>
            </a:xfrm>
            <a:prstGeom prst="straightConnector1">
              <a:avLst/>
            </a:prstGeom>
            <a:ln w="57150">
              <a:solidFill>
                <a:schemeClr val="accent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曲线 28">
              <a:extLst>
                <a:ext uri="{FF2B5EF4-FFF2-40B4-BE49-F238E27FC236}">
                  <a16:creationId xmlns:a16="http://schemas.microsoft.com/office/drawing/2014/main" id="{0E418B55-2B34-433B-8A3C-918E74513C61}"/>
                </a:ext>
              </a:extLst>
            </p:cNvPr>
            <p:cNvCxnSpPr>
              <a:cxnSpLocks/>
              <a:stCxn id="7" idx="0"/>
              <a:endCxn id="6" idx="0"/>
            </p:cNvCxnSpPr>
            <p:nvPr/>
          </p:nvCxnSpPr>
          <p:spPr>
            <a:xfrm rot="16200000" flipV="1">
              <a:off x="2574337" y="3510729"/>
              <a:ext cx="12700" cy="1491006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符: 曲线 30">
              <a:extLst>
                <a:ext uri="{FF2B5EF4-FFF2-40B4-BE49-F238E27FC236}">
                  <a16:creationId xmlns:a16="http://schemas.microsoft.com/office/drawing/2014/main" id="{BF3AB2EA-4DC9-4DE5-8220-80B554CACFAF}"/>
                </a:ext>
              </a:extLst>
            </p:cNvPr>
            <p:cNvCxnSpPr>
              <a:cxnSpLocks/>
              <a:stCxn id="8" idx="0"/>
              <a:endCxn id="6" idx="0"/>
            </p:cNvCxnSpPr>
            <p:nvPr/>
          </p:nvCxnSpPr>
          <p:spPr>
            <a:xfrm rot="16200000" flipV="1">
              <a:off x="3319840" y="2765226"/>
              <a:ext cx="12700" cy="2982012"/>
            </a:xfrm>
            <a:prstGeom prst="curvedConnector3">
              <a:avLst>
                <a:gd name="adj1" fmla="val 3149835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曲线 32">
              <a:extLst>
                <a:ext uri="{FF2B5EF4-FFF2-40B4-BE49-F238E27FC236}">
                  <a16:creationId xmlns:a16="http://schemas.microsoft.com/office/drawing/2014/main" id="{C0236886-3A04-4FF1-830E-0B07FE4528DD}"/>
                </a:ext>
              </a:extLst>
            </p:cNvPr>
            <p:cNvCxnSpPr>
              <a:cxnSpLocks/>
              <a:stCxn id="9" idx="0"/>
              <a:endCxn id="6" idx="0"/>
            </p:cNvCxnSpPr>
            <p:nvPr/>
          </p:nvCxnSpPr>
          <p:spPr>
            <a:xfrm rot="16200000" flipV="1">
              <a:off x="4065343" y="2019723"/>
              <a:ext cx="12700" cy="4473018"/>
            </a:xfrm>
            <a:prstGeom prst="curvedConnector3">
              <a:avLst>
                <a:gd name="adj1" fmla="val 4893339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连接符: 曲线 38">
              <a:extLst>
                <a:ext uri="{FF2B5EF4-FFF2-40B4-BE49-F238E27FC236}">
                  <a16:creationId xmlns:a16="http://schemas.microsoft.com/office/drawing/2014/main" id="{8FBC3083-782D-4310-BE49-3A1AB2A7ECE1}"/>
                </a:ext>
              </a:extLst>
            </p:cNvPr>
            <p:cNvCxnSpPr>
              <a:cxnSpLocks/>
              <a:stCxn id="12" idx="0"/>
              <a:endCxn id="6" idx="0"/>
            </p:cNvCxnSpPr>
            <p:nvPr/>
          </p:nvCxnSpPr>
          <p:spPr>
            <a:xfrm rot="16200000" flipV="1">
              <a:off x="4810846" y="1274220"/>
              <a:ext cx="12700" cy="5964024"/>
            </a:xfrm>
            <a:prstGeom prst="curvedConnector3">
              <a:avLst>
                <a:gd name="adj1" fmla="val 7009071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曲线 45">
              <a:extLst>
                <a:ext uri="{FF2B5EF4-FFF2-40B4-BE49-F238E27FC236}">
                  <a16:creationId xmlns:a16="http://schemas.microsoft.com/office/drawing/2014/main" id="{9131BD95-AE85-4E81-8394-E8BE8B7D7399}"/>
                </a:ext>
              </a:extLst>
            </p:cNvPr>
            <p:cNvCxnSpPr>
              <a:stCxn id="11" idx="0"/>
              <a:endCxn id="6" idx="0"/>
            </p:cNvCxnSpPr>
            <p:nvPr/>
          </p:nvCxnSpPr>
          <p:spPr>
            <a:xfrm rot="16200000" flipV="1">
              <a:off x="5556349" y="528717"/>
              <a:ext cx="12700" cy="7455030"/>
            </a:xfrm>
            <a:prstGeom prst="curvedConnector3">
              <a:avLst>
                <a:gd name="adj1" fmla="val 9548724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连接符: 曲线 47">
              <a:extLst>
                <a:ext uri="{FF2B5EF4-FFF2-40B4-BE49-F238E27FC236}">
                  <a16:creationId xmlns:a16="http://schemas.microsoft.com/office/drawing/2014/main" id="{14407242-38B9-4487-81B0-3640D131E078}"/>
                </a:ext>
              </a:extLst>
            </p:cNvPr>
            <p:cNvCxnSpPr>
              <a:stCxn id="10" idx="0"/>
              <a:endCxn id="6" idx="0"/>
            </p:cNvCxnSpPr>
            <p:nvPr/>
          </p:nvCxnSpPr>
          <p:spPr>
            <a:xfrm rot="16200000" flipV="1">
              <a:off x="6301853" y="-216787"/>
              <a:ext cx="12700" cy="8946038"/>
            </a:xfrm>
            <a:prstGeom prst="curvedConnector3">
              <a:avLst>
                <a:gd name="adj1" fmla="val 12025709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6B09425-B58B-491D-B7AD-18DB7DBF192D}"/>
                </a:ext>
              </a:extLst>
            </p:cNvPr>
            <p:cNvSpPr txBox="1"/>
            <p:nvPr/>
          </p:nvSpPr>
          <p:spPr>
            <a:xfrm>
              <a:off x="3176697" y="5088279"/>
              <a:ext cx="495939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86D36A-6A51-479D-9FC2-B15BFAADAC22}"/>
                </a:ext>
              </a:extLst>
            </p:cNvPr>
            <p:cNvSpPr txBox="1"/>
            <p:nvPr/>
          </p:nvSpPr>
          <p:spPr>
            <a:xfrm>
              <a:off x="4646294" y="5088279"/>
              <a:ext cx="495939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6E85CD2-5C4A-4558-95C9-D773D6C5442F}"/>
                </a:ext>
              </a:extLst>
            </p:cNvPr>
            <p:cNvSpPr txBox="1"/>
            <p:nvPr/>
          </p:nvSpPr>
          <p:spPr>
            <a:xfrm>
              <a:off x="6122664" y="5088279"/>
              <a:ext cx="495939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B56B722-8259-4610-BFD2-0C8B2EC6994B}"/>
                </a:ext>
              </a:extLst>
            </p:cNvPr>
            <p:cNvSpPr txBox="1"/>
            <p:nvPr/>
          </p:nvSpPr>
          <p:spPr>
            <a:xfrm>
              <a:off x="7599035" y="5088279"/>
              <a:ext cx="495939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1559A3DB-5510-407A-B5AE-3029E6FAB2FE}"/>
                </a:ext>
              </a:extLst>
            </p:cNvPr>
            <p:cNvSpPr txBox="1"/>
            <p:nvPr/>
          </p:nvSpPr>
          <p:spPr>
            <a:xfrm>
              <a:off x="9108175" y="5088279"/>
              <a:ext cx="495939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2FDDFB7F-198A-4339-8E06-6BA6DE02D5BE}"/>
                </a:ext>
              </a:extLst>
            </p:cNvPr>
            <p:cNvSpPr txBox="1"/>
            <p:nvPr/>
          </p:nvSpPr>
          <p:spPr>
            <a:xfrm>
              <a:off x="10599180" y="5088279"/>
              <a:ext cx="495939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24C13FF-F14A-42AA-AF0C-CE9A5EDCE4F1}"/>
                </a:ext>
              </a:extLst>
            </p:cNvPr>
            <p:cNvSpPr txBox="1"/>
            <p:nvPr/>
          </p:nvSpPr>
          <p:spPr>
            <a:xfrm>
              <a:off x="10535059" y="6220928"/>
              <a:ext cx="711564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FV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C61F2B03-D721-4AAC-81B6-171612563127}"/>
                    </a:ext>
                  </a:extLst>
                </p:cNvPr>
                <p:cNvSpPr/>
                <p:nvPr/>
              </p:nvSpPr>
              <p:spPr>
                <a:xfrm>
                  <a:off x="2889747" y="3851360"/>
                  <a:ext cx="379979" cy="47210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C61F2B03-D721-4AAC-81B6-1716125631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9747" y="3851360"/>
                  <a:ext cx="379979" cy="4721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70920700-8AE4-44BD-A208-526FEE37E498}"/>
                    </a:ext>
                  </a:extLst>
                </p:cNvPr>
                <p:cNvSpPr/>
                <p:nvPr/>
              </p:nvSpPr>
              <p:spPr>
                <a:xfrm>
                  <a:off x="4177767" y="3777077"/>
                  <a:ext cx="552834" cy="4721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70920700-8AE4-44BD-A208-526FEE37E4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7767" y="3777077"/>
                  <a:ext cx="552834" cy="4721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D2267BBC-0F0E-47EE-B7FB-93462263B437}"/>
                    </a:ext>
                  </a:extLst>
                </p:cNvPr>
                <p:cNvSpPr/>
                <p:nvPr/>
              </p:nvSpPr>
              <p:spPr>
                <a:xfrm>
                  <a:off x="5585984" y="3657032"/>
                  <a:ext cx="552834" cy="4721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D2267BBC-0F0E-47EE-B7FB-93462263B4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5984" y="3657032"/>
                  <a:ext cx="552834" cy="4721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7424447F-F944-459B-9CCA-C5EE96D1CBE2}"/>
                    </a:ext>
                  </a:extLst>
                </p:cNvPr>
                <p:cNvSpPr/>
                <p:nvPr/>
              </p:nvSpPr>
              <p:spPr>
                <a:xfrm>
                  <a:off x="7021523" y="3535670"/>
                  <a:ext cx="539896" cy="4721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7424447F-F944-459B-9CCA-C5EE96D1CB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523" y="3535670"/>
                  <a:ext cx="539896" cy="4721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B7B818F9-E33B-4EC6-92E9-6E65CF4FCA51}"/>
                    </a:ext>
                  </a:extLst>
                </p:cNvPr>
                <p:cNvSpPr/>
                <p:nvPr/>
              </p:nvSpPr>
              <p:spPr>
                <a:xfrm>
                  <a:off x="8376256" y="3368857"/>
                  <a:ext cx="430994" cy="47210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B7B818F9-E33B-4EC6-92E9-6E65CF4FCA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6256" y="3368857"/>
                  <a:ext cx="430994" cy="4721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E6C40D79-6D94-40E6-BF48-AA5C1B4D6E38}"/>
                    </a:ext>
                  </a:extLst>
                </p:cNvPr>
                <p:cNvSpPr/>
                <p:nvPr/>
              </p:nvSpPr>
              <p:spPr>
                <a:xfrm>
                  <a:off x="10046323" y="3335615"/>
                  <a:ext cx="552834" cy="4721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E6C40D79-6D94-40E6-BF48-AA5C1B4D6E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323" y="3335615"/>
                  <a:ext cx="552834" cy="47210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A4CB4282-D227-48A0-BB4A-125F14365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6021" y="3073630"/>
              <a:ext cx="0" cy="929087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B4B8148F-F0E2-4249-B88C-C307378ADD7F}"/>
                </a:ext>
              </a:extLst>
            </p:cNvPr>
            <p:cNvSpPr txBox="1"/>
            <p:nvPr/>
          </p:nvSpPr>
          <p:spPr>
            <a:xfrm>
              <a:off x="1609799" y="2777479"/>
              <a:ext cx="946105" cy="572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PV?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3048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51">
            <a:extLst>
              <a:ext uri="{FF2B5EF4-FFF2-40B4-BE49-F238E27FC236}">
                <a16:creationId xmlns:a16="http://schemas.microsoft.com/office/drawing/2014/main" id="{4CF72848-1CFF-46CF-BD82-BD2A6FAC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即期收益率</a:t>
            </a:r>
          </a:p>
        </p:txBody>
      </p:sp>
      <p:graphicFrame>
        <p:nvGraphicFramePr>
          <p:cNvPr id="37" name="内容占位符 36">
            <a:extLst>
              <a:ext uri="{FF2B5EF4-FFF2-40B4-BE49-F238E27FC236}">
                <a16:creationId xmlns:a16="http://schemas.microsoft.com/office/drawing/2014/main" id="{90A1118A-91A0-432E-907E-1B7811BC0939}"/>
              </a:ext>
            </a:extLst>
          </p:cNvPr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949325" y="2398713"/>
          <a:ext cx="15466445" cy="2348452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2577741">
                  <a:extLst>
                    <a:ext uri="{9D8B030D-6E8A-4147-A177-3AD203B41FA5}">
                      <a16:colId xmlns:a16="http://schemas.microsoft.com/office/drawing/2014/main" val="2506388197"/>
                    </a:ext>
                  </a:extLst>
                </a:gridCol>
                <a:gridCol w="1988071">
                  <a:extLst>
                    <a:ext uri="{9D8B030D-6E8A-4147-A177-3AD203B41FA5}">
                      <a16:colId xmlns:a16="http://schemas.microsoft.com/office/drawing/2014/main" val="1580204283"/>
                    </a:ext>
                  </a:extLst>
                </a:gridCol>
                <a:gridCol w="2267918">
                  <a:extLst>
                    <a:ext uri="{9D8B030D-6E8A-4147-A177-3AD203B41FA5}">
                      <a16:colId xmlns:a16="http://schemas.microsoft.com/office/drawing/2014/main" val="4156926628"/>
                    </a:ext>
                  </a:extLst>
                </a:gridCol>
                <a:gridCol w="2487393">
                  <a:extLst>
                    <a:ext uri="{9D8B030D-6E8A-4147-A177-3AD203B41FA5}">
                      <a16:colId xmlns:a16="http://schemas.microsoft.com/office/drawing/2014/main" val="2340347633"/>
                    </a:ext>
                  </a:extLst>
                </a:gridCol>
                <a:gridCol w="3567581">
                  <a:extLst>
                    <a:ext uri="{9D8B030D-6E8A-4147-A177-3AD203B41FA5}">
                      <a16:colId xmlns:a16="http://schemas.microsoft.com/office/drawing/2014/main" val="3777059858"/>
                    </a:ext>
                  </a:extLst>
                </a:gridCol>
                <a:gridCol w="2577741">
                  <a:extLst>
                    <a:ext uri="{9D8B030D-6E8A-4147-A177-3AD203B41FA5}">
                      <a16:colId xmlns:a16="http://schemas.microsoft.com/office/drawing/2014/main" val="1781627873"/>
                    </a:ext>
                  </a:extLst>
                </a:gridCol>
              </a:tblGrid>
              <a:tr h="92986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债券代码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时点</a:t>
                      </a:r>
                      <a:r>
                        <a:rPr lang="en-US" sz="2000" u="none" strike="noStrike" dirty="0">
                          <a:effectLst/>
                        </a:rPr>
                        <a:t>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现金流</a:t>
                      </a:r>
                      <a:r>
                        <a:rPr lang="en-US" sz="2000" u="none" strike="noStrike" dirty="0">
                          <a:effectLst/>
                        </a:rPr>
                        <a:t>C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即期收益率</a:t>
                      </a:r>
                      <a:br>
                        <a:rPr lang="zh-CN" altLang="en-US" sz="2000" u="none" strike="noStrike" dirty="0">
                          <a:effectLst/>
                        </a:rPr>
                      </a:br>
                      <a:r>
                        <a:rPr lang="en-US" sz="2000" u="none" strike="noStrike" dirty="0">
                          <a:effectLst/>
                        </a:rPr>
                        <a:t>r</a:t>
                      </a:r>
                      <a:r>
                        <a:rPr lang="en-US" sz="2000" u="none" strike="noStrike" baseline="-25000" dirty="0">
                          <a:effectLst/>
                        </a:rPr>
                        <a:t>i</a:t>
                      </a:r>
                      <a:endParaRPr lang="en-US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贴现率</a:t>
                      </a:r>
                      <a:br>
                        <a:rPr lang="zh-CN" altLang="en-US" sz="2000" u="none" strike="noStrike" dirty="0">
                          <a:effectLst/>
                        </a:rPr>
                      </a:br>
                      <a:r>
                        <a:rPr lang="en-US" sz="2000" u="none" strike="noStrike" dirty="0">
                          <a:effectLst/>
                        </a:rPr>
                        <a:t>df=1/(1+r</a:t>
                      </a:r>
                      <a:r>
                        <a:rPr lang="en-US" sz="2000" u="none" strike="noStrike" baseline="-25000" dirty="0">
                          <a:effectLst/>
                        </a:rPr>
                        <a:t>i</a:t>
                      </a:r>
                      <a:r>
                        <a:rPr lang="en-US" sz="2000" u="none" strike="noStrike" dirty="0">
                          <a:effectLst/>
                        </a:rPr>
                        <a:t>)^t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贴现现金流</a:t>
                      </a:r>
                      <a:endParaRPr lang="en-US" altLang="zh-CN" sz="20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（元）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0913964"/>
                  </a:ext>
                </a:extLst>
              </a:tr>
              <a:tr h="4728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170215.IB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3.96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0" marR="6720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0.96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4.15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6992985"/>
                  </a:ext>
                </a:extLst>
              </a:tr>
              <a:tr h="4728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2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4.46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0" marR="6720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0.92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3.96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2547630"/>
                  </a:ext>
                </a:extLst>
              </a:tr>
              <a:tr h="47286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合计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8.48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0" marR="6720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8.11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8288926"/>
                  </a:ext>
                </a:extLst>
              </a:tr>
            </a:tbl>
          </a:graphicData>
        </a:graphic>
      </p:graphicFrame>
      <p:graphicFrame>
        <p:nvGraphicFramePr>
          <p:cNvPr id="26" name="内容占位符 25">
            <a:extLst>
              <a:ext uri="{FF2B5EF4-FFF2-40B4-BE49-F238E27FC236}">
                <a16:creationId xmlns:a16="http://schemas.microsoft.com/office/drawing/2014/main" id="{8B1BECA5-FADC-4E6E-AE6F-937B1717AC65}"/>
              </a:ext>
            </a:extLst>
          </p:cNvPr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949325" y="5922963"/>
          <a:ext cx="15467639" cy="2348452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2577940">
                  <a:extLst>
                    <a:ext uri="{9D8B030D-6E8A-4147-A177-3AD203B41FA5}">
                      <a16:colId xmlns:a16="http://schemas.microsoft.com/office/drawing/2014/main" val="2506388197"/>
                    </a:ext>
                  </a:extLst>
                </a:gridCol>
                <a:gridCol w="1988225">
                  <a:extLst>
                    <a:ext uri="{9D8B030D-6E8A-4147-A177-3AD203B41FA5}">
                      <a16:colId xmlns:a16="http://schemas.microsoft.com/office/drawing/2014/main" val="1580204283"/>
                    </a:ext>
                  </a:extLst>
                </a:gridCol>
                <a:gridCol w="2268093">
                  <a:extLst>
                    <a:ext uri="{9D8B030D-6E8A-4147-A177-3AD203B41FA5}">
                      <a16:colId xmlns:a16="http://schemas.microsoft.com/office/drawing/2014/main" val="4156926628"/>
                    </a:ext>
                  </a:extLst>
                </a:gridCol>
                <a:gridCol w="2487585">
                  <a:extLst>
                    <a:ext uri="{9D8B030D-6E8A-4147-A177-3AD203B41FA5}">
                      <a16:colId xmlns:a16="http://schemas.microsoft.com/office/drawing/2014/main" val="2340347633"/>
                    </a:ext>
                  </a:extLst>
                </a:gridCol>
                <a:gridCol w="3567856">
                  <a:extLst>
                    <a:ext uri="{9D8B030D-6E8A-4147-A177-3AD203B41FA5}">
                      <a16:colId xmlns:a16="http://schemas.microsoft.com/office/drawing/2014/main" val="3777059858"/>
                    </a:ext>
                  </a:extLst>
                </a:gridCol>
                <a:gridCol w="2577940">
                  <a:extLst>
                    <a:ext uri="{9D8B030D-6E8A-4147-A177-3AD203B41FA5}">
                      <a16:colId xmlns:a16="http://schemas.microsoft.com/office/drawing/2014/main" val="1781627873"/>
                    </a:ext>
                  </a:extLst>
                </a:gridCol>
              </a:tblGrid>
              <a:tr h="92986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债券代码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时点</a:t>
                      </a:r>
                      <a:r>
                        <a:rPr lang="en-US" sz="2000" u="none" strike="noStrike" dirty="0">
                          <a:effectLst/>
                        </a:rPr>
                        <a:t>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现金流</a:t>
                      </a:r>
                      <a:r>
                        <a:rPr lang="en-US" sz="2000" u="none" strike="noStrike" dirty="0">
                          <a:effectLst/>
                        </a:rPr>
                        <a:t>C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到期收益率</a:t>
                      </a:r>
                      <a:br>
                        <a:rPr lang="zh-CN" altLang="en-US" sz="2000" u="none" strike="noStrike" dirty="0">
                          <a:effectLst/>
                        </a:rPr>
                      </a:br>
                      <a:r>
                        <a:rPr lang="en-US" altLang="zh-CN" sz="2000" u="none" strike="noStrike" dirty="0" err="1">
                          <a:effectLst/>
                        </a:rPr>
                        <a:t>ytm</a:t>
                      </a:r>
                      <a:endParaRPr lang="en-US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贴现率</a:t>
                      </a:r>
                      <a:br>
                        <a:rPr lang="zh-CN" altLang="en-US" sz="2000" u="none" strike="noStrike" dirty="0">
                          <a:effectLst/>
                        </a:rPr>
                      </a:br>
                      <a:r>
                        <a:rPr lang="en-US" sz="2000" u="none" strike="noStrike" dirty="0">
                          <a:effectLst/>
                        </a:rPr>
                        <a:t>df=1/(1+</a:t>
                      </a:r>
                      <a:r>
                        <a:rPr lang="en-US" altLang="zh-CN" sz="2000" u="none" strike="noStrike" dirty="0">
                          <a:effectLst/>
                        </a:rPr>
                        <a:t>ytm</a:t>
                      </a:r>
                      <a:r>
                        <a:rPr lang="en-US" sz="2000" u="none" strike="noStrike" dirty="0">
                          <a:effectLst/>
                        </a:rPr>
                        <a:t>)^t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贴现现金流</a:t>
                      </a:r>
                      <a:endParaRPr lang="en-US" altLang="zh-CN" sz="20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（元）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extLst>
                  <a:ext uri="{0D108BD9-81ED-4DB2-BD59-A6C34878D82A}">
                    <a16:rowId xmlns:a16="http://schemas.microsoft.com/office/drawing/2014/main" val="2230913964"/>
                  </a:ext>
                </a:extLst>
              </a:tr>
              <a:tr h="4728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170215.IB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5.04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54" marR="12254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0.95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4.13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extLst>
                  <a:ext uri="{0D108BD9-81ED-4DB2-BD59-A6C34878D82A}">
                    <a16:rowId xmlns:a16="http://schemas.microsoft.com/office/drawing/2014/main" val="2536992985"/>
                  </a:ext>
                </a:extLst>
              </a:tr>
              <a:tr h="4728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2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5.04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54" marR="12254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0.91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3.93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extLst>
                  <a:ext uri="{0D108BD9-81ED-4DB2-BD59-A6C34878D82A}">
                    <a16:rowId xmlns:a16="http://schemas.microsoft.com/office/drawing/2014/main" val="2532547630"/>
                  </a:ext>
                </a:extLst>
              </a:tr>
              <a:tr h="47286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合计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8.48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254" marR="12254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8.16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369" marR="17369" marT="9525" marB="0" anchor="ctr"/>
                </a:tc>
                <a:extLst>
                  <a:ext uri="{0D108BD9-81ED-4DB2-BD59-A6C34878D82A}">
                    <a16:rowId xmlns:a16="http://schemas.microsoft.com/office/drawing/2014/main" val="1090515844"/>
                  </a:ext>
                </a:extLst>
              </a:tr>
            </a:tbl>
          </a:graphicData>
        </a:graphic>
      </p:graphicFrame>
      <p:sp>
        <p:nvSpPr>
          <p:cNvPr id="23" name="内容占位符 22">
            <a:extLst>
              <a:ext uri="{FF2B5EF4-FFF2-40B4-BE49-F238E27FC236}">
                <a16:creationId xmlns:a16="http://schemas.microsoft.com/office/drawing/2014/main" id="{2FB5FD94-9236-4915-A62D-517D62A9693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170215</a:t>
            </a:r>
            <a:r>
              <a:rPr lang="zh-CN" altLang="en-US" dirty="0"/>
              <a:t>为例，票息为</a:t>
            </a:r>
            <a:r>
              <a:rPr lang="en-US" altLang="zh-CN" dirty="0"/>
              <a:t>4.24</a:t>
            </a:r>
            <a:r>
              <a:rPr lang="zh-CN" altLang="en-US" dirty="0"/>
              <a:t>元，当前全价为</a:t>
            </a:r>
            <a:r>
              <a:rPr lang="en-US" altLang="zh-CN" dirty="0"/>
              <a:t>95.88</a:t>
            </a:r>
            <a:r>
              <a:rPr lang="zh-CN" altLang="en-US" dirty="0"/>
              <a:t>元，采取不同收益率进行贴现。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E706AB-A3E9-41AC-B912-1CA6720F0051}"/>
              </a:ext>
            </a:extLst>
          </p:cNvPr>
          <p:cNvSpPr/>
          <p:nvPr/>
        </p:nvSpPr>
        <p:spPr>
          <a:xfrm>
            <a:off x="949325" y="8639125"/>
            <a:ext cx="4884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到期收益率的偏误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=8.16-8.11=0.05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E07D34B-8BA6-44EC-9067-5CFA4E65E38D}"/>
              </a:ext>
            </a:extLst>
          </p:cNvPr>
          <p:cNvSpPr/>
          <p:nvPr/>
        </p:nvSpPr>
        <p:spPr>
          <a:xfrm>
            <a:off x="15570200" y="4254500"/>
            <a:ext cx="1092200" cy="71443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8926CB4-B1EF-4B4C-8B82-1DC3BBE45710}"/>
              </a:ext>
            </a:extLst>
          </p:cNvPr>
          <p:cNvSpPr/>
          <p:nvPr/>
        </p:nvSpPr>
        <p:spPr>
          <a:xfrm>
            <a:off x="15570200" y="7740840"/>
            <a:ext cx="1092200" cy="71443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88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14296-7695-4D07-B147-3B82B7F2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远期收益率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B6B262-022D-4C8B-8D4C-3A40C8DB9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将收益率所代表时间含义，从当下</a:t>
            </a:r>
            <a:r>
              <a:rPr lang="en-US" altLang="zh-CN"/>
              <a:t>/</a:t>
            </a:r>
            <a:r>
              <a:rPr lang="zh-CN" altLang="en-US"/>
              <a:t>今天放宽至未来某一时点，至于未来时点的收益率计算规则，既可以使用到期收益率、也可以使用即期收益率的规则。</a:t>
            </a:r>
            <a:endParaRPr lang="en-US" altLang="zh-CN"/>
          </a:p>
          <a:p>
            <a:r>
              <a:rPr lang="zh-CN" altLang="en-US"/>
              <a:t>衍生品合约中会频繁涉及到未来多个时点的现金流收付计算，只有使用远期的即期收益率才能得到精确数额。在实践中，远期收益率更多的是指代远期的即期收益率。</a:t>
            </a:r>
            <a:endParaRPr lang="en-US" altLang="zh-CN"/>
          </a:p>
          <a:p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8ABD4FA-F712-4BEB-8B26-47B311148D44}"/>
              </a:ext>
            </a:extLst>
          </p:cNvPr>
          <p:cNvGrpSpPr/>
          <p:nvPr/>
        </p:nvGrpSpPr>
        <p:grpSpPr>
          <a:xfrm>
            <a:off x="5934546" y="4275382"/>
            <a:ext cx="10281585" cy="3851836"/>
            <a:chOff x="1573535" y="2552598"/>
            <a:chExt cx="9686593" cy="425131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49E31F0-1B9E-42AA-B306-139834391C5C}"/>
                </a:ext>
              </a:extLst>
            </p:cNvPr>
            <p:cNvGrpSpPr/>
            <p:nvPr/>
          </p:nvGrpSpPr>
          <p:grpSpPr>
            <a:xfrm>
              <a:off x="1710999" y="4256232"/>
              <a:ext cx="9181708" cy="235670"/>
              <a:chOff x="1819372" y="2535810"/>
              <a:chExt cx="9181708" cy="235670"/>
            </a:xfrm>
          </p:grpSpPr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5988A30F-3C43-4426-BEE0-78246529F3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5042" y="2653645"/>
                <a:ext cx="8710368" cy="0"/>
              </a:xfrm>
              <a:prstGeom prst="straightConnector1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4A4AAEB-FB29-40B4-AED8-CA362039AB34}"/>
                  </a:ext>
                </a:extLst>
              </p:cNvPr>
              <p:cNvSpPr/>
              <p:nvPr/>
            </p:nvSpPr>
            <p:spPr>
              <a:xfrm>
                <a:off x="1819372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44B9DEB-076B-4ED5-BE68-1FB57CB87BE8}"/>
                  </a:ext>
                </a:extLst>
              </p:cNvPr>
              <p:cNvSpPr/>
              <p:nvPr/>
            </p:nvSpPr>
            <p:spPr>
              <a:xfrm>
                <a:off x="3310378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6478DD40-DFF5-428C-BB02-B7553689333E}"/>
                  </a:ext>
                </a:extLst>
              </p:cNvPr>
              <p:cNvSpPr/>
              <p:nvPr/>
            </p:nvSpPr>
            <p:spPr>
              <a:xfrm>
                <a:off x="4801384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65CD1567-38A9-4E2C-B319-B3E4DFA160D3}"/>
                  </a:ext>
                </a:extLst>
              </p:cNvPr>
              <p:cNvSpPr/>
              <p:nvPr/>
            </p:nvSpPr>
            <p:spPr>
              <a:xfrm>
                <a:off x="6292390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A8F62E97-A831-48CA-9310-2E194C6EB741}"/>
                  </a:ext>
                </a:extLst>
              </p:cNvPr>
              <p:cNvSpPr/>
              <p:nvPr/>
            </p:nvSpPr>
            <p:spPr>
              <a:xfrm>
                <a:off x="10765410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3353CE82-C461-40D7-B305-6B25FFBB7998}"/>
                  </a:ext>
                </a:extLst>
              </p:cNvPr>
              <p:cNvSpPr/>
              <p:nvPr/>
            </p:nvSpPr>
            <p:spPr>
              <a:xfrm>
                <a:off x="9274402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642F321B-2D7B-48EC-9EB7-82611D67DC0F}"/>
                  </a:ext>
                </a:extLst>
              </p:cNvPr>
              <p:cNvSpPr/>
              <p:nvPr/>
            </p:nvSpPr>
            <p:spPr>
              <a:xfrm>
                <a:off x="7783396" y="2535810"/>
                <a:ext cx="235670" cy="23567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2EC836BD-053B-4308-BF23-304B20B51596}"/>
                </a:ext>
              </a:extLst>
            </p:cNvPr>
            <p:cNvCxnSpPr>
              <a:stCxn id="36" idx="4"/>
            </p:cNvCxnSpPr>
            <p:nvPr/>
          </p:nvCxnSpPr>
          <p:spPr>
            <a:xfrm>
              <a:off x="3319840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E69141AC-3148-449D-9E6D-25A5ACA5B222}"/>
                </a:ext>
              </a:extLst>
            </p:cNvPr>
            <p:cNvCxnSpPr>
              <a:cxnSpLocks/>
              <a:stCxn id="37" idx="4"/>
            </p:cNvCxnSpPr>
            <p:nvPr/>
          </p:nvCxnSpPr>
          <p:spPr>
            <a:xfrm>
              <a:off x="4810846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0CAF1D6-3C36-4D60-A933-8C76E89AE3EB}"/>
                </a:ext>
              </a:extLst>
            </p:cNvPr>
            <p:cNvCxnSpPr>
              <a:cxnSpLocks/>
              <a:stCxn id="38" idx="4"/>
            </p:cNvCxnSpPr>
            <p:nvPr/>
          </p:nvCxnSpPr>
          <p:spPr>
            <a:xfrm>
              <a:off x="6301852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77D2F091-7324-4248-83E2-761C8322BA63}"/>
                </a:ext>
              </a:extLst>
            </p:cNvPr>
            <p:cNvCxnSpPr>
              <a:cxnSpLocks/>
              <a:stCxn id="41" idx="4"/>
            </p:cNvCxnSpPr>
            <p:nvPr/>
          </p:nvCxnSpPr>
          <p:spPr>
            <a:xfrm>
              <a:off x="7792858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A913F2C6-2686-4DB6-91A2-2979064AED2D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9283864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87FCD8F9-8884-4D66-8D97-96A44489B027}"/>
                </a:ext>
              </a:extLst>
            </p:cNvPr>
            <p:cNvCxnSpPr>
              <a:cxnSpLocks/>
              <a:stCxn id="39" idx="4"/>
            </p:cNvCxnSpPr>
            <p:nvPr/>
          </p:nvCxnSpPr>
          <p:spPr>
            <a:xfrm>
              <a:off x="10774872" y="4491902"/>
              <a:ext cx="0" cy="65752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F1F65D2-40BB-4866-9CB6-5D297BA7AED3}"/>
                </a:ext>
              </a:extLst>
            </p:cNvPr>
            <p:cNvCxnSpPr>
              <a:cxnSpLocks/>
            </p:cNvCxnSpPr>
            <p:nvPr/>
          </p:nvCxnSpPr>
          <p:spPr>
            <a:xfrm>
              <a:off x="10781222" y="5563408"/>
              <a:ext cx="0" cy="657520"/>
            </a:xfrm>
            <a:prstGeom prst="straightConnector1">
              <a:avLst/>
            </a:prstGeom>
            <a:ln w="57150">
              <a:solidFill>
                <a:schemeClr val="accent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495AF5B1-F0E2-47BF-915E-A01E0681D4F2}"/>
                </a:ext>
              </a:extLst>
            </p:cNvPr>
            <p:cNvCxnSpPr>
              <a:cxnSpLocks/>
              <a:stCxn id="36" idx="0"/>
              <a:endCxn id="35" idx="0"/>
            </p:cNvCxnSpPr>
            <p:nvPr/>
          </p:nvCxnSpPr>
          <p:spPr>
            <a:xfrm rot="16200000" flipV="1">
              <a:off x="2574337" y="3510729"/>
              <a:ext cx="12700" cy="1491006"/>
            </a:xfrm>
            <a:prstGeom prst="curvedConnector3">
              <a:avLst>
                <a:gd name="adj1" fmla="val 3666669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886652F0-2EDE-46CF-AF4B-F26528603235}"/>
                </a:ext>
              </a:extLst>
            </p:cNvPr>
            <p:cNvCxnSpPr>
              <a:cxnSpLocks/>
              <a:stCxn id="37" idx="0"/>
              <a:endCxn id="36" idx="0"/>
            </p:cNvCxnSpPr>
            <p:nvPr/>
          </p:nvCxnSpPr>
          <p:spPr>
            <a:xfrm rot="16200000" flipV="1">
              <a:off x="4065343" y="3510729"/>
              <a:ext cx="12700" cy="1491006"/>
            </a:xfrm>
            <a:prstGeom prst="curvedConnector3">
              <a:avLst>
                <a:gd name="adj1" fmla="val 1533331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曲线 14">
              <a:extLst>
                <a:ext uri="{FF2B5EF4-FFF2-40B4-BE49-F238E27FC236}">
                  <a16:creationId xmlns:a16="http://schemas.microsoft.com/office/drawing/2014/main" id="{6361CA1A-90F7-49C0-9316-63ECE2C0EC5A}"/>
                </a:ext>
              </a:extLst>
            </p:cNvPr>
            <p:cNvCxnSpPr>
              <a:cxnSpLocks/>
              <a:stCxn id="38" idx="0"/>
              <a:endCxn id="36" idx="0"/>
            </p:cNvCxnSpPr>
            <p:nvPr/>
          </p:nvCxnSpPr>
          <p:spPr>
            <a:xfrm rot="16200000" flipV="1">
              <a:off x="4810846" y="2765226"/>
              <a:ext cx="12700" cy="2982012"/>
            </a:xfrm>
            <a:prstGeom prst="curvedConnector3">
              <a:avLst>
                <a:gd name="adj1" fmla="val 4133331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符: 曲线 15">
              <a:extLst>
                <a:ext uri="{FF2B5EF4-FFF2-40B4-BE49-F238E27FC236}">
                  <a16:creationId xmlns:a16="http://schemas.microsoft.com/office/drawing/2014/main" id="{A5008D50-477E-4BDE-962B-5DFA028C856C}"/>
                </a:ext>
              </a:extLst>
            </p:cNvPr>
            <p:cNvCxnSpPr>
              <a:cxnSpLocks/>
              <a:stCxn id="41" idx="0"/>
              <a:endCxn id="36" idx="0"/>
            </p:cNvCxnSpPr>
            <p:nvPr/>
          </p:nvCxnSpPr>
          <p:spPr>
            <a:xfrm rot="16200000" flipV="1">
              <a:off x="5556349" y="2019723"/>
              <a:ext cx="12700" cy="4473018"/>
            </a:xfrm>
            <a:prstGeom prst="curvedConnector3">
              <a:avLst>
                <a:gd name="adj1" fmla="val 6066669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曲线 16">
              <a:extLst>
                <a:ext uri="{FF2B5EF4-FFF2-40B4-BE49-F238E27FC236}">
                  <a16:creationId xmlns:a16="http://schemas.microsoft.com/office/drawing/2014/main" id="{04A6AAE9-A6DC-4180-8620-9CC678A831FD}"/>
                </a:ext>
              </a:extLst>
            </p:cNvPr>
            <p:cNvCxnSpPr>
              <a:cxnSpLocks/>
              <a:stCxn id="40" idx="0"/>
              <a:endCxn id="36" idx="0"/>
            </p:cNvCxnSpPr>
            <p:nvPr/>
          </p:nvCxnSpPr>
          <p:spPr>
            <a:xfrm rot="16200000" flipV="1">
              <a:off x="6301852" y="1274220"/>
              <a:ext cx="12700" cy="5964024"/>
            </a:xfrm>
            <a:prstGeom prst="curvedConnector3">
              <a:avLst>
                <a:gd name="adj1" fmla="val 8666669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曲线 17">
              <a:extLst>
                <a:ext uri="{FF2B5EF4-FFF2-40B4-BE49-F238E27FC236}">
                  <a16:creationId xmlns:a16="http://schemas.microsoft.com/office/drawing/2014/main" id="{052328AF-9B3A-4F54-965F-424622504F32}"/>
                </a:ext>
              </a:extLst>
            </p:cNvPr>
            <p:cNvCxnSpPr>
              <a:cxnSpLocks/>
              <a:stCxn id="39" idx="0"/>
              <a:endCxn id="36" idx="0"/>
            </p:cNvCxnSpPr>
            <p:nvPr/>
          </p:nvCxnSpPr>
          <p:spPr>
            <a:xfrm rot="16200000" flipV="1">
              <a:off x="7047356" y="528716"/>
              <a:ext cx="12700" cy="7455032"/>
            </a:xfrm>
            <a:prstGeom prst="curvedConnector3">
              <a:avLst>
                <a:gd name="adj1" fmla="val 11400000"/>
              </a:avLst>
            </a:prstGeom>
            <a:ln w="127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5BFE860-B9E8-47A8-A873-7F3A16F1CD13}"/>
                </a:ext>
              </a:extLst>
            </p:cNvPr>
            <p:cNvSpPr txBox="1"/>
            <p:nvPr/>
          </p:nvSpPr>
          <p:spPr>
            <a:xfrm>
              <a:off x="3176698" y="5088279"/>
              <a:ext cx="505351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A693945-0F4C-4B05-9712-FE72D4B0B5D9}"/>
                </a:ext>
              </a:extLst>
            </p:cNvPr>
            <p:cNvSpPr txBox="1"/>
            <p:nvPr/>
          </p:nvSpPr>
          <p:spPr>
            <a:xfrm>
              <a:off x="4646292" y="5088279"/>
              <a:ext cx="505351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7F84EFA-E9E4-4467-9658-2457CCA78CA1}"/>
                </a:ext>
              </a:extLst>
            </p:cNvPr>
            <p:cNvSpPr txBox="1"/>
            <p:nvPr/>
          </p:nvSpPr>
          <p:spPr>
            <a:xfrm>
              <a:off x="6122665" y="5088279"/>
              <a:ext cx="505351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94555BB-89C6-4368-A893-2189120EC149}"/>
                </a:ext>
              </a:extLst>
            </p:cNvPr>
            <p:cNvSpPr txBox="1"/>
            <p:nvPr/>
          </p:nvSpPr>
          <p:spPr>
            <a:xfrm>
              <a:off x="7599034" y="5088279"/>
              <a:ext cx="505351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811DB15-AEB8-4BF0-A5DC-5E9C54138297}"/>
                </a:ext>
              </a:extLst>
            </p:cNvPr>
            <p:cNvSpPr txBox="1"/>
            <p:nvPr/>
          </p:nvSpPr>
          <p:spPr>
            <a:xfrm>
              <a:off x="9108175" y="5088279"/>
              <a:ext cx="505351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50AB3E1-0E54-450D-84E9-499550C595EA}"/>
                </a:ext>
              </a:extLst>
            </p:cNvPr>
            <p:cNvSpPr txBox="1"/>
            <p:nvPr/>
          </p:nvSpPr>
          <p:spPr>
            <a:xfrm>
              <a:off x="10599179" y="5088279"/>
              <a:ext cx="505351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0D6711F-7EDE-4F8A-85E0-BDE0B9ADCC43}"/>
                </a:ext>
              </a:extLst>
            </p:cNvPr>
            <p:cNvSpPr txBox="1"/>
            <p:nvPr/>
          </p:nvSpPr>
          <p:spPr>
            <a:xfrm>
              <a:off x="10535060" y="6220927"/>
              <a:ext cx="725068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FV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EC584288-C953-4054-BE66-D58AF340225F}"/>
                    </a:ext>
                  </a:extLst>
                </p:cNvPr>
                <p:cNvSpPr/>
                <p:nvPr/>
              </p:nvSpPr>
              <p:spPr>
                <a:xfrm>
                  <a:off x="2456901" y="3384946"/>
                  <a:ext cx="379979" cy="48106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EC584288-C953-4054-BE66-D58AF34022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6901" y="3384946"/>
                  <a:ext cx="379979" cy="48106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2BCBA14F-1A0E-4B3C-8D95-3ADE16F9EB56}"/>
                    </a:ext>
                  </a:extLst>
                </p:cNvPr>
                <p:cNvSpPr/>
                <p:nvPr/>
              </p:nvSpPr>
              <p:spPr>
                <a:xfrm>
                  <a:off x="4177768" y="3777077"/>
                  <a:ext cx="742259" cy="4971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2BCBA14F-1A0E-4B3C-8D95-3ADE16F9EB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7768" y="3777077"/>
                  <a:ext cx="742259" cy="497179"/>
                </a:xfrm>
                <a:prstGeom prst="rect">
                  <a:avLst/>
                </a:prstGeom>
                <a:blipFill>
                  <a:blip r:embed="rId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5AC579CB-88FC-4D8A-8035-488C3BD55C22}"/>
                    </a:ext>
                  </a:extLst>
                </p:cNvPr>
                <p:cNvSpPr/>
                <p:nvPr/>
              </p:nvSpPr>
              <p:spPr>
                <a:xfrm>
                  <a:off x="5585985" y="3657032"/>
                  <a:ext cx="742259" cy="4971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5AC579CB-88FC-4D8A-8035-488C3BD55C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5985" y="3657032"/>
                  <a:ext cx="742259" cy="497179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5C24BEE7-1F72-43A7-A81F-072955336297}"/>
                    </a:ext>
                  </a:extLst>
                </p:cNvPr>
                <p:cNvSpPr/>
                <p:nvPr/>
              </p:nvSpPr>
              <p:spPr>
                <a:xfrm>
                  <a:off x="7021524" y="3535670"/>
                  <a:ext cx="742259" cy="4971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5C24BEE7-1F72-43A7-A81F-0729553362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524" y="3535670"/>
                  <a:ext cx="742259" cy="497179"/>
                </a:xfrm>
                <a:prstGeom prst="rect">
                  <a:avLst/>
                </a:prstGeom>
                <a:blipFill>
                  <a:blip r:embed="rId5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A7341970-3024-46E6-9853-2D33A954EDC1}"/>
                    </a:ext>
                  </a:extLst>
                </p:cNvPr>
                <p:cNvSpPr/>
                <p:nvPr/>
              </p:nvSpPr>
              <p:spPr>
                <a:xfrm>
                  <a:off x="8376257" y="3368857"/>
                  <a:ext cx="430994" cy="49717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A7341970-3024-46E6-9853-2D33A954ED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6257" y="3368857"/>
                  <a:ext cx="430994" cy="497179"/>
                </a:xfrm>
                <a:prstGeom prst="rect">
                  <a:avLst/>
                </a:prstGeom>
                <a:blipFill>
                  <a:blip r:embed="rId6"/>
                  <a:stretch>
                    <a:fillRect l="-6667" r="-9333"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E3FAE31-FADC-46D5-BAA0-289A431605C6}"/>
                    </a:ext>
                  </a:extLst>
                </p:cNvPr>
                <p:cNvSpPr/>
                <p:nvPr/>
              </p:nvSpPr>
              <p:spPr>
                <a:xfrm>
                  <a:off x="10046322" y="3335615"/>
                  <a:ext cx="742259" cy="4971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E3FAE31-FADC-46D5-BAA0-289A431605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322" y="3335615"/>
                  <a:ext cx="742259" cy="497179"/>
                </a:xfrm>
                <a:prstGeom prst="rect">
                  <a:avLst/>
                </a:prstGeom>
                <a:blipFill>
                  <a:blip r:embed="rId7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2B727386-3912-4FBE-A8E2-82C2A949C1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6021" y="3073630"/>
              <a:ext cx="0" cy="929087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11E0B3E-7518-4FDB-B76A-AEC3056D252D}"/>
                </a:ext>
              </a:extLst>
            </p:cNvPr>
            <p:cNvSpPr txBox="1"/>
            <p:nvPr/>
          </p:nvSpPr>
          <p:spPr>
            <a:xfrm>
              <a:off x="1573535" y="2552598"/>
              <a:ext cx="746269" cy="582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PV</a:t>
              </a:r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3B7CCB7C-B836-4B2E-93AF-79AB09C0F538}"/>
                  </a:ext>
                </a:extLst>
              </p:cNvPr>
              <p:cNvSpPr/>
              <p:nvPr/>
            </p:nvSpPr>
            <p:spPr>
              <a:xfrm>
                <a:off x="1228962" y="6240429"/>
                <a:ext cx="5030361" cy="19446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altLang="zh-CN" sz="28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endParaRPr lang="en-US" altLang="zh-CN" sz="28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altLang="zh-CN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3B7CCB7C-B836-4B2E-93AF-79AB09C0F5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962" y="6240429"/>
                <a:ext cx="5030361" cy="19446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80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B6973-989B-4C2E-9624-01D1C222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远期收益率计算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A53BF9-C881-4B42-BF01-0EF22DD9D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远期的即期收益率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远期的到期收益率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CF6CF6C-E3EC-4F8D-B92D-C8519B4A51A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599" y="2396550"/>
          <a:ext cx="16732741" cy="2950806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1413056">
                  <a:extLst>
                    <a:ext uri="{9D8B030D-6E8A-4147-A177-3AD203B41FA5}">
                      <a16:colId xmlns:a16="http://schemas.microsoft.com/office/drawing/2014/main" val="2622021062"/>
                    </a:ext>
                  </a:extLst>
                </a:gridCol>
                <a:gridCol w="1097746">
                  <a:extLst>
                    <a:ext uri="{9D8B030D-6E8A-4147-A177-3AD203B41FA5}">
                      <a16:colId xmlns:a16="http://schemas.microsoft.com/office/drawing/2014/main" val="3890612135"/>
                    </a:ext>
                  </a:extLst>
                </a:gridCol>
                <a:gridCol w="1315266">
                  <a:extLst>
                    <a:ext uri="{9D8B030D-6E8A-4147-A177-3AD203B41FA5}">
                      <a16:colId xmlns:a16="http://schemas.microsoft.com/office/drawing/2014/main" val="826614182"/>
                    </a:ext>
                  </a:extLst>
                </a:gridCol>
                <a:gridCol w="1721059">
                  <a:extLst>
                    <a:ext uri="{9D8B030D-6E8A-4147-A177-3AD203B41FA5}">
                      <a16:colId xmlns:a16="http://schemas.microsoft.com/office/drawing/2014/main" val="1672249918"/>
                    </a:ext>
                  </a:extLst>
                </a:gridCol>
                <a:gridCol w="2128611">
                  <a:extLst>
                    <a:ext uri="{9D8B030D-6E8A-4147-A177-3AD203B41FA5}">
                      <a16:colId xmlns:a16="http://schemas.microsoft.com/office/drawing/2014/main" val="2551362884"/>
                    </a:ext>
                  </a:extLst>
                </a:gridCol>
                <a:gridCol w="1748540">
                  <a:extLst>
                    <a:ext uri="{9D8B030D-6E8A-4147-A177-3AD203B41FA5}">
                      <a16:colId xmlns:a16="http://schemas.microsoft.com/office/drawing/2014/main" val="1110188045"/>
                    </a:ext>
                  </a:extLst>
                </a:gridCol>
                <a:gridCol w="2743335">
                  <a:extLst>
                    <a:ext uri="{9D8B030D-6E8A-4147-A177-3AD203B41FA5}">
                      <a16:colId xmlns:a16="http://schemas.microsoft.com/office/drawing/2014/main" val="3298154555"/>
                    </a:ext>
                  </a:extLst>
                </a:gridCol>
                <a:gridCol w="2743335">
                  <a:extLst>
                    <a:ext uri="{9D8B030D-6E8A-4147-A177-3AD203B41FA5}">
                      <a16:colId xmlns:a16="http://schemas.microsoft.com/office/drawing/2014/main" val="1923661502"/>
                    </a:ext>
                  </a:extLst>
                </a:gridCol>
                <a:gridCol w="1821793">
                  <a:extLst>
                    <a:ext uri="{9D8B030D-6E8A-4147-A177-3AD203B41FA5}">
                      <a16:colId xmlns:a16="http://schemas.microsoft.com/office/drawing/2014/main" val="3141928113"/>
                    </a:ext>
                  </a:extLst>
                </a:gridCol>
              </a:tblGrid>
              <a:tr h="4552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债券代码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u="none" strike="noStrike" dirty="0">
                          <a:effectLst/>
                        </a:rPr>
                        <a:t>时点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t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现金流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C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u="none" strike="noStrike" dirty="0">
                          <a:effectLst/>
                        </a:rPr>
                        <a:t>即期收益率</a:t>
                      </a:r>
                      <a:br>
                        <a:rPr lang="zh-CN" altLang="en-US" sz="2000" b="1" u="none" strike="noStrike" dirty="0">
                          <a:effectLst/>
                        </a:rPr>
                      </a:br>
                      <a:r>
                        <a:rPr lang="en-US" altLang="zh-CN" sz="2000" b="1" u="none" strike="noStrike" dirty="0">
                          <a:effectLst/>
                        </a:rPr>
                        <a:t>ri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贴现值当前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贴现至第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期末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675471"/>
                  </a:ext>
                </a:extLst>
              </a:tr>
              <a:tr h="7549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贴现率</a:t>
                      </a:r>
                      <a:b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df=1/(1+r</a:t>
                      </a:r>
                      <a:r>
                        <a:rPr lang="en-US" altLang="zh-CN" sz="2000" b="1" u="none" strike="noStrike" baseline="-25000" dirty="0">
                          <a:solidFill>
                            <a:schemeClr val="bg1"/>
                          </a:solidFill>
                          <a:effectLst/>
                        </a:rPr>
                        <a:t>i</a:t>
                      </a: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)^t</a:t>
                      </a:r>
                      <a:endParaRPr lang="en-US" altLang="zh-CN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贴现现金流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远期的即期收益率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贴现率</a:t>
                      </a:r>
                      <a:b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df=1/(1+r</a:t>
                      </a:r>
                      <a:r>
                        <a:rPr lang="en-US" altLang="zh-CN" sz="2000" b="1" u="none" strike="noStrike" baseline="-25000" dirty="0">
                          <a:solidFill>
                            <a:schemeClr val="bg1"/>
                          </a:solidFill>
                          <a:effectLst/>
                        </a:rPr>
                        <a:t>i</a:t>
                      </a: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)^</a:t>
                      </a: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t-1</a:t>
                      </a: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贴现现金流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296036"/>
                  </a:ext>
                </a:extLst>
              </a:tr>
              <a:tr h="43513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170215.IB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3.96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0" marR="6720" marT="67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0.96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4.15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-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-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-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9730383"/>
                  </a:ext>
                </a:extLst>
              </a:tr>
              <a:tr h="4351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2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4.46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0" marR="6720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0.92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3.96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5.01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dirty="0"/>
                        <a:t>0.95</a:t>
                      </a:r>
                      <a:endParaRPr lang="zh-CN" altLang="en-US" sz="2000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3.93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3749934"/>
                  </a:ext>
                </a:extLst>
              </a:tr>
              <a:tr h="4351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4.70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0.87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3.77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5.11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dirty="0"/>
                        <a:t>0.91</a:t>
                      </a:r>
                      <a:endParaRPr lang="zh-CN" altLang="en-US" sz="2000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3.73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68628"/>
                  </a:ext>
                </a:extLst>
              </a:tr>
              <a:tr h="4351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合计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11.88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7.66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167371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6885EB9-B821-4F95-964E-71177281C8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599" y="6388816"/>
          <a:ext cx="16732740" cy="2933640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1413057">
                  <a:extLst>
                    <a:ext uri="{9D8B030D-6E8A-4147-A177-3AD203B41FA5}">
                      <a16:colId xmlns:a16="http://schemas.microsoft.com/office/drawing/2014/main" val="2622021062"/>
                    </a:ext>
                  </a:extLst>
                </a:gridCol>
                <a:gridCol w="1097746">
                  <a:extLst>
                    <a:ext uri="{9D8B030D-6E8A-4147-A177-3AD203B41FA5}">
                      <a16:colId xmlns:a16="http://schemas.microsoft.com/office/drawing/2014/main" val="3890612135"/>
                    </a:ext>
                  </a:extLst>
                </a:gridCol>
                <a:gridCol w="1315266">
                  <a:extLst>
                    <a:ext uri="{9D8B030D-6E8A-4147-A177-3AD203B41FA5}">
                      <a16:colId xmlns:a16="http://schemas.microsoft.com/office/drawing/2014/main" val="826614182"/>
                    </a:ext>
                  </a:extLst>
                </a:gridCol>
                <a:gridCol w="1721059">
                  <a:extLst>
                    <a:ext uri="{9D8B030D-6E8A-4147-A177-3AD203B41FA5}">
                      <a16:colId xmlns:a16="http://schemas.microsoft.com/office/drawing/2014/main" val="1672249918"/>
                    </a:ext>
                  </a:extLst>
                </a:gridCol>
                <a:gridCol w="2128610">
                  <a:extLst>
                    <a:ext uri="{9D8B030D-6E8A-4147-A177-3AD203B41FA5}">
                      <a16:colId xmlns:a16="http://schemas.microsoft.com/office/drawing/2014/main" val="2551362884"/>
                    </a:ext>
                  </a:extLst>
                </a:gridCol>
                <a:gridCol w="1748541">
                  <a:extLst>
                    <a:ext uri="{9D8B030D-6E8A-4147-A177-3AD203B41FA5}">
                      <a16:colId xmlns:a16="http://schemas.microsoft.com/office/drawing/2014/main" val="1110188045"/>
                    </a:ext>
                  </a:extLst>
                </a:gridCol>
                <a:gridCol w="2743334">
                  <a:extLst>
                    <a:ext uri="{9D8B030D-6E8A-4147-A177-3AD203B41FA5}">
                      <a16:colId xmlns:a16="http://schemas.microsoft.com/office/drawing/2014/main" val="3298154555"/>
                    </a:ext>
                  </a:extLst>
                </a:gridCol>
                <a:gridCol w="2743334">
                  <a:extLst>
                    <a:ext uri="{9D8B030D-6E8A-4147-A177-3AD203B41FA5}">
                      <a16:colId xmlns:a16="http://schemas.microsoft.com/office/drawing/2014/main" val="1923661502"/>
                    </a:ext>
                  </a:extLst>
                </a:gridCol>
                <a:gridCol w="1821793">
                  <a:extLst>
                    <a:ext uri="{9D8B030D-6E8A-4147-A177-3AD203B41FA5}">
                      <a16:colId xmlns:a16="http://schemas.microsoft.com/office/drawing/2014/main" val="3141928113"/>
                    </a:ext>
                  </a:extLst>
                </a:gridCol>
              </a:tblGrid>
              <a:tr h="4552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债券代码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u="none" strike="noStrike" dirty="0">
                          <a:effectLst/>
                        </a:rPr>
                        <a:t>时点</a:t>
                      </a:r>
                      <a:r>
                        <a:rPr lang="en-US" altLang="zh-CN" sz="2000" u="none" strike="noStrike" dirty="0">
                          <a:effectLst/>
                        </a:rPr>
                        <a:t>t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现金流</a:t>
                      </a:r>
                      <a:r>
                        <a:rPr lang="en-US" altLang="zh-CN" sz="2000" u="none" strike="noStrike" dirty="0">
                          <a:effectLst/>
                        </a:rPr>
                        <a:t>C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u="none" strike="noStrike" dirty="0">
                          <a:effectLst/>
                        </a:rPr>
                        <a:t>即期收益率</a:t>
                      </a:r>
                      <a:br>
                        <a:rPr lang="zh-CN" altLang="en-US" sz="2000" u="none" strike="noStrike" dirty="0">
                          <a:effectLst/>
                        </a:rPr>
                      </a:br>
                      <a:r>
                        <a:rPr lang="en-US" altLang="zh-CN" sz="2000" u="none" strike="noStrike" dirty="0">
                          <a:effectLst/>
                        </a:rPr>
                        <a:t>ri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贴现值当前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254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贴现至第</a:t>
                      </a:r>
                      <a:r>
                        <a:rPr lang="en-US" altLang="zh-CN" sz="2000" u="none" strike="noStrike" dirty="0">
                          <a:effectLst/>
                        </a:rPr>
                        <a:t>1</a:t>
                      </a:r>
                      <a:r>
                        <a:rPr lang="zh-CN" altLang="en-US" sz="2000" u="none" strike="noStrike" dirty="0">
                          <a:effectLst/>
                        </a:rPr>
                        <a:t>期末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254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675471"/>
                  </a:ext>
                </a:extLst>
              </a:tr>
              <a:tr h="7378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贴现率</a:t>
                      </a:r>
                      <a:b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df=1/(1+r</a:t>
                      </a:r>
                      <a:r>
                        <a:rPr lang="en-US" altLang="zh-CN" sz="2000" b="1" u="none" strike="noStrike" baseline="-25000" dirty="0">
                          <a:solidFill>
                            <a:schemeClr val="bg1"/>
                          </a:solidFill>
                          <a:effectLst/>
                        </a:rPr>
                        <a:t>i</a:t>
                      </a: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)^t</a:t>
                      </a:r>
                      <a:endParaRPr lang="en-US" altLang="zh-CN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25400" cmpd="sng"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贴现现金流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远期的到期收益率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贴现率</a:t>
                      </a:r>
                      <a:b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df=1/(1+ytm)^</a:t>
                      </a: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t-1</a:t>
                      </a: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贴现现金流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296036"/>
                  </a:ext>
                </a:extLst>
              </a:tr>
              <a:tr h="43513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170215.IB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3.96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0" marR="6720" marT="67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0.96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4.15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-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-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-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9730383"/>
                  </a:ext>
                </a:extLst>
              </a:tr>
              <a:tr h="4351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2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4.46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0" marR="6720" marT="67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0.92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3.96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5.18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0.95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3.92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3749934"/>
                  </a:ext>
                </a:extLst>
              </a:tr>
              <a:tr h="4351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</a:rPr>
                        <a:t>3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4.24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4.70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0.87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3.77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5.18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0.90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3.73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68628"/>
                  </a:ext>
                </a:extLst>
              </a:tr>
              <a:tr h="4351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合计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11.88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</a:rPr>
                        <a:t>7.65</a:t>
                      </a:r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1673710"/>
                  </a:ext>
                </a:extLst>
              </a:tr>
            </a:tbl>
          </a:graphicData>
        </a:graphic>
      </p:graphicFrame>
      <p:sp>
        <p:nvSpPr>
          <p:cNvPr id="6" name="椭圆 5">
            <a:extLst>
              <a:ext uri="{FF2B5EF4-FFF2-40B4-BE49-F238E27FC236}">
                <a16:creationId xmlns:a16="http://schemas.microsoft.com/office/drawing/2014/main" id="{39745838-E5E2-4E98-B3C5-66D0AE511503}"/>
              </a:ext>
            </a:extLst>
          </p:cNvPr>
          <p:cNvSpPr/>
          <p:nvPr/>
        </p:nvSpPr>
        <p:spPr>
          <a:xfrm>
            <a:off x="16187738" y="4830762"/>
            <a:ext cx="1092200" cy="71443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068C82C-A15E-4C68-A130-D91B39D30095}"/>
              </a:ext>
            </a:extLst>
          </p:cNvPr>
          <p:cNvSpPr/>
          <p:nvPr/>
        </p:nvSpPr>
        <p:spPr>
          <a:xfrm>
            <a:off x="16187738" y="8845527"/>
            <a:ext cx="1092200" cy="71443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689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1F2B5-38F9-40F7-A802-E6A65A95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持有期收益率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DABAC-38C9-4027-BE51-05C387496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若投资者不想持有资产至到期，只是想持有一段时间，则使用到期收益率、即期收益率进行测算实际收益，都会出现一定误差，这个误差会随着持有时长而迅速加大。</a:t>
            </a:r>
            <a:endParaRPr lang="en-US" altLang="zh-CN"/>
          </a:p>
          <a:p>
            <a:r>
              <a:rPr lang="zh-CN" altLang="en-US"/>
              <a:t>持有期收益率：考虑持有期间各项可得收益，以及实收现金流的再投资收益。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5B0E59A-F0F6-49BE-B4A8-86FEC432541F}"/>
              </a:ext>
            </a:extLst>
          </p:cNvPr>
          <p:cNvGrpSpPr/>
          <p:nvPr/>
        </p:nvGrpSpPr>
        <p:grpSpPr>
          <a:xfrm>
            <a:off x="4279901" y="4280870"/>
            <a:ext cx="10972800" cy="5040930"/>
            <a:chOff x="6212116" y="4280870"/>
            <a:chExt cx="9762779" cy="4368430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587B9005-7583-4A89-89EE-1B498B965689}"/>
                </a:ext>
              </a:extLst>
            </p:cNvPr>
            <p:cNvGrpSpPr/>
            <p:nvPr/>
          </p:nvGrpSpPr>
          <p:grpSpPr>
            <a:xfrm>
              <a:off x="6212116" y="4687166"/>
              <a:ext cx="9762779" cy="3962134"/>
              <a:chOff x="3322706" y="2593096"/>
              <a:chExt cx="7921968" cy="3215058"/>
            </a:xfrm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1BBBAD07-F364-4593-B8E6-0B48B67AEE96}"/>
                  </a:ext>
                </a:extLst>
              </p:cNvPr>
              <p:cNvSpPr/>
              <p:nvPr/>
            </p:nvSpPr>
            <p:spPr>
              <a:xfrm>
                <a:off x="5283794" y="2636519"/>
                <a:ext cx="3808801" cy="121696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未来收益部分</a:t>
                </a:r>
              </a:p>
            </p:txBody>
          </p: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B65A5D59-B3E0-46D9-A003-FC62AEBEE864}"/>
                  </a:ext>
                </a:extLst>
              </p:cNvPr>
              <p:cNvGrpSpPr/>
              <p:nvPr/>
            </p:nvGrpSpPr>
            <p:grpSpPr>
              <a:xfrm>
                <a:off x="3437038" y="3799471"/>
                <a:ext cx="7636564" cy="196010"/>
                <a:chOff x="1819372" y="2535810"/>
                <a:chExt cx="9181708" cy="235670"/>
              </a:xfrm>
            </p:grpSpPr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85921786-ABD7-431D-873D-4E7E235BB9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55042" y="2653645"/>
                  <a:ext cx="8710368" cy="0"/>
                </a:xfrm>
                <a:prstGeom prst="straightConnector1">
                  <a:avLst/>
                </a:prstGeom>
                <a:ln w="57150">
                  <a:solidFill>
                    <a:schemeClr val="bg2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E57E6304-20BD-4E1E-A5BB-F2FDBA9A95BE}"/>
                    </a:ext>
                  </a:extLst>
                </p:cNvPr>
                <p:cNvSpPr/>
                <p:nvPr/>
              </p:nvSpPr>
              <p:spPr>
                <a:xfrm>
                  <a:off x="1819372" y="2535810"/>
                  <a:ext cx="235670" cy="23567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00F8FDF8-DADB-4FD9-9DBD-4F7013EA173C}"/>
                    </a:ext>
                  </a:extLst>
                </p:cNvPr>
                <p:cNvSpPr/>
                <p:nvPr/>
              </p:nvSpPr>
              <p:spPr>
                <a:xfrm>
                  <a:off x="3310378" y="2535810"/>
                  <a:ext cx="235670" cy="23567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0A7B9142-5912-4559-8875-BEC9F0AA2CEB}"/>
                    </a:ext>
                  </a:extLst>
                </p:cNvPr>
                <p:cNvSpPr/>
                <p:nvPr/>
              </p:nvSpPr>
              <p:spPr>
                <a:xfrm>
                  <a:off x="4801384" y="2535810"/>
                  <a:ext cx="235670" cy="23567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6C0AAF65-6F5A-4284-B7B5-E86552E5B24E}"/>
                    </a:ext>
                  </a:extLst>
                </p:cNvPr>
                <p:cNvSpPr/>
                <p:nvPr/>
              </p:nvSpPr>
              <p:spPr>
                <a:xfrm>
                  <a:off x="6292390" y="2535810"/>
                  <a:ext cx="235670" cy="23567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6B6291A7-9506-4CF1-AD79-88F08AF8ADA7}"/>
                    </a:ext>
                  </a:extLst>
                </p:cNvPr>
                <p:cNvSpPr/>
                <p:nvPr/>
              </p:nvSpPr>
              <p:spPr>
                <a:xfrm>
                  <a:off x="10765410" y="2535810"/>
                  <a:ext cx="235670" cy="23567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EBBD641-D452-405D-BF1D-C671735F4565}"/>
                    </a:ext>
                  </a:extLst>
                </p:cNvPr>
                <p:cNvSpPr/>
                <p:nvPr/>
              </p:nvSpPr>
              <p:spPr>
                <a:xfrm>
                  <a:off x="9274402" y="2535810"/>
                  <a:ext cx="235670" cy="23567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1E3B2775-6153-46F2-87EE-0B24C4E993D2}"/>
                    </a:ext>
                  </a:extLst>
                </p:cNvPr>
                <p:cNvSpPr/>
                <p:nvPr/>
              </p:nvSpPr>
              <p:spPr>
                <a:xfrm>
                  <a:off x="7783396" y="2535810"/>
                  <a:ext cx="235670" cy="23567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6A0E9156-6000-481B-8F45-1B99BB7ADA2C}"/>
                  </a:ext>
                </a:extLst>
              </p:cNvPr>
              <p:cNvCxnSpPr>
                <a:cxnSpLocks/>
                <a:stCxn id="36" idx="4"/>
              </p:cNvCxnSpPr>
              <p:nvPr/>
            </p:nvCxnSpPr>
            <p:spPr>
              <a:xfrm>
                <a:off x="4775135" y="3995481"/>
                <a:ext cx="0" cy="546869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D25FCBA8-0C26-48CB-8FCD-050264F09C94}"/>
                  </a:ext>
                </a:extLst>
              </p:cNvPr>
              <p:cNvCxnSpPr>
                <a:cxnSpLocks/>
                <a:stCxn id="37" idx="4"/>
              </p:cNvCxnSpPr>
              <p:nvPr/>
            </p:nvCxnSpPr>
            <p:spPr>
              <a:xfrm>
                <a:off x="6015227" y="3995481"/>
                <a:ext cx="0" cy="546869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DA22CDB9-B77D-4B73-95F1-184D30FF147C}"/>
                  </a:ext>
                </a:extLst>
              </p:cNvPr>
              <p:cNvCxnSpPr>
                <a:cxnSpLocks/>
                <a:stCxn id="38" idx="4"/>
              </p:cNvCxnSpPr>
              <p:nvPr/>
            </p:nvCxnSpPr>
            <p:spPr>
              <a:xfrm>
                <a:off x="7255319" y="3995481"/>
                <a:ext cx="0" cy="546869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FD1180F9-1B60-4F6F-8BB8-7AEF7CFF474C}"/>
                  </a:ext>
                </a:extLst>
              </p:cNvPr>
              <p:cNvCxnSpPr>
                <a:cxnSpLocks/>
                <a:stCxn id="41" idx="4"/>
              </p:cNvCxnSpPr>
              <p:nvPr/>
            </p:nvCxnSpPr>
            <p:spPr>
              <a:xfrm>
                <a:off x="8495411" y="3995481"/>
                <a:ext cx="0" cy="546869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95FEB612-8F1E-4C82-8B67-0BB95C0893F2}"/>
                  </a:ext>
                </a:extLst>
              </p:cNvPr>
              <p:cNvCxnSpPr>
                <a:cxnSpLocks/>
                <a:stCxn id="40" idx="4"/>
              </p:cNvCxnSpPr>
              <p:nvPr/>
            </p:nvCxnSpPr>
            <p:spPr>
              <a:xfrm>
                <a:off x="9735503" y="3995481"/>
                <a:ext cx="0" cy="546869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E00BAB76-9523-4F06-9FF7-BD22D80D28E9}"/>
                  </a:ext>
                </a:extLst>
              </p:cNvPr>
              <p:cNvCxnSpPr>
                <a:cxnSpLocks/>
                <a:stCxn id="39" idx="4"/>
              </p:cNvCxnSpPr>
              <p:nvPr/>
            </p:nvCxnSpPr>
            <p:spPr>
              <a:xfrm>
                <a:off x="10975597" y="3995481"/>
                <a:ext cx="0" cy="546869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D58B1D89-8504-4922-BB08-339C94DE6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80878" y="4886669"/>
                <a:ext cx="0" cy="546869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连接符: 曲线 13">
                <a:extLst>
                  <a:ext uri="{FF2B5EF4-FFF2-40B4-BE49-F238E27FC236}">
                    <a16:creationId xmlns:a16="http://schemas.microsoft.com/office/drawing/2014/main" id="{BB5F2D36-6195-45C7-A7FF-DCDE1FFF2D63}"/>
                  </a:ext>
                </a:extLst>
              </p:cNvPr>
              <p:cNvCxnSpPr>
                <a:cxnSpLocks/>
                <a:stCxn id="37" idx="0"/>
                <a:endCxn id="46" idx="0"/>
              </p:cNvCxnSpPr>
              <p:nvPr/>
            </p:nvCxnSpPr>
            <p:spPr>
              <a:xfrm rot="16200000" flipH="1" flipV="1">
                <a:off x="5660266" y="3482756"/>
                <a:ext cx="38247" cy="671675"/>
              </a:xfrm>
              <a:prstGeom prst="curvedConnector3">
                <a:avLst>
                  <a:gd name="adj1" fmla="val -278924"/>
                </a:avLst>
              </a:prstGeom>
              <a:ln w="12700">
                <a:solidFill>
                  <a:schemeClr val="bg2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连接符: 曲线 14">
                <a:extLst>
                  <a:ext uri="{FF2B5EF4-FFF2-40B4-BE49-F238E27FC236}">
                    <a16:creationId xmlns:a16="http://schemas.microsoft.com/office/drawing/2014/main" id="{BB304924-8C3E-4E10-B94B-45D6BFC9AB7B}"/>
                  </a:ext>
                </a:extLst>
              </p:cNvPr>
              <p:cNvCxnSpPr>
                <a:cxnSpLocks/>
                <a:stCxn id="38" idx="0"/>
                <a:endCxn id="46" idx="0"/>
              </p:cNvCxnSpPr>
              <p:nvPr/>
            </p:nvCxnSpPr>
            <p:spPr>
              <a:xfrm rot="16200000" flipH="1" flipV="1">
                <a:off x="6280312" y="2862710"/>
                <a:ext cx="38247" cy="1911767"/>
              </a:xfrm>
              <a:prstGeom prst="curvedConnector3">
                <a:avLst>
                  <a:gd name="adj1" fmla="val -996157"/>
                </a:avLst>
              </a:prstGeom>
              <a:ln w="12700">
                <a:solidFill>
                  <a:schemeClr val="bg2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连接符: 曲线 15">
                <a:extLst>
                  <a:ext uri="{FF2B5EF4-FFF2-40B4-BE49-F238E27FC236}">
                    <a16:creationId xmlns:a16="http://schemas.microsoft.com/office/drawing/2014/main" id="{8A27FA81-A4CD-4FA9-81F0-CB6863E0BF9B}"/>
                  </a:ext>
                </a:extLst>
              </p:cNvPr>
              <p:cNvCxnSpPr>
                <a:cxnSpLocks/>
                <a:stCxn id="41" idx="0"/>
                <a:endCxn id="46" idx="0"/>
              </p:cNvCxnSpPr>
              <p:nvPr/>
            </p:nvCxnSpPr>
            <p:spPr>
              <a:xfrm rot="16200000" flipH="1" flipV="1">
                <a:off x="6900358" y="2242664"/>
                <a:ext cx="38247" cy="3151859"/>
              </a:xfrm>
              <a:prstGeom prst="curvedConnector3">
                <a:avLst>
                  <a:gd name="adj1" fmla="val -1872774"/>
                </a:avLst>
              </a:prstGeom>
              <a:ln w="12700">
                <a:solidFill>
                  <a:schemeClr val="bg2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8C68360-480A-4BF5-BB9A-50D5C0197D67}"/>
                  </a:ext>
                </a:extLst>
              </p:cNvPr>
              <p:cNvSpPr txBox="1"/>
              <p:nvPr/>
            </p:nvSpPr>
            <p:spPr>
              <a:xfrm>
                <a:off x="4656081" y="4491497"/>
                <a:ext cx="330651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C</a:t>
                </a:r>
                <a:endParaRPr lang="zh-CN" altLang="en-US" sz="2400" dirty="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AED0F31-E40C-412F-B380-EC66EAD770DA}"/>
                  </a:ext>
                </a:extLst>
              </p:cNvPr>
              <p:cNvSpPr txBox="1"/>
              <p:nvPr/>
            </p:nvSpPr>
            <p:spPr>
              <a:xfrm>
                <a:off x="5878366" y="4491497"/>
                <a:ext cx="330651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C</a:t>
                </a:r>
                <a:endParaRPr lang="zh-CN" altLang="en-US" sz="2400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EC0B86F-778B-4CDF-A434-CA4E60CF1A91}"/>
                  </a:ext>
                </a:extLst>
              </p:cNvPr>
              <p:cNvSpPr txBox="1"/>
              <p:nvPr/>
            </p:nvSpPr>
            <p:spPr>
              <a:xfrm>
                <a:off x="7106286" y="4491497"/>
                <a:ext cx="330651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C</a:t>
                </a:r>
                <a:endParaRPr lang="zh-CN" altLang="en-US" sz="24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8106711-68F6-4C0A-BA49-2061EE8E1553}"/>
                  </a:ext>
                </a:extLst>
              </p:cNvPr>
              <p:cNvSpPr txBox="1"/>
              <p:nvPr/>
            </p:nvSpPr>
            <p:spPr>
              <a:xfrm>
                <a:off x="8334205" y="4491497"/>
                <a:ext cx="330651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C</a:t>
                </a:r>
                <a:endParaRPr lang="zh-CN" altLang="en-US" sz="2400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5B36579-0304-48C7-8DBE-47545008603F}"/>
                  </a:ext>
                </a:extLst>
              </p:cNvPr>
              <p:cNvSpPr txBox="1"/>
              <p:nvPr/>
            </p:nvSpPr>
            <p:spPr>
              <a:xfrm>
                <a:off x="9589380" y="4491497"/>
                <a:ext cx="330651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C</a:t>
                </a:r>
                <a:endParaRPr lang="zh-CN" altLang="en-US" sz="2400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99DE18F-EFAD-4963-81EA-6E157C78C151}"/>
                  </a:ext>
                </a:extLst>
              </p:cNvPr>
              <p:cNvSpPr txBox="1"/>
              <p:nvPr/>
            </p:nvSpPr>
            <p:spPr>
              <a:xfrm>
                <a:off x="10829471" y="4491497"/>
                <a:ext cx="330651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C</a:t>
                </a:r>
                <a:endParaRPr lang="zh-CN" altLang="en-US" sz="2400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46C1D1A-DB4B-4FAC-AB7F-C9B6B4AE68FC}"/>
                  </a:ext>
                </a:extLst>
              </p:cNvPr>
              <p:cNvSpPr txBox="1"/>
              <p:nvPr/>
            </p:nvSpPr>
            <p:spPr>
              <a:xfrm>
                <a:off x="10776143" y="5433538"/>
                <a:ext cx="468531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FV</a:t>
                </a:r>
                <a:endParaRPr lang="zh-CN" altLang="en-US" sz="2400" dirty="0"/>
              </a:p>
            </p:txBody>
          </p: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B08836A7-2A0E-4D78-9BD5-30F532DADB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35043" y="2979033"/>
                <a:ext cx="0" cy="772736"/>
              </a:xfrm>
              <a:prstGeom prst="straightConnector1">
                <a:avLst/>
              </a:prstGeom>
              <a:ln w="57150">
                <a:solidFill>
                  <a:schemeClr val="accent1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076DEF9-5712-4900-8470-CDDB3F810887}"/>
                  </a:ext>
                </a:extLst>
              </p:cNvPr>
              <p:cNvSpPr txBox="1"/>
              <p:nvPr/>
            </p:nvSpPr>
            <p:spPr>
              <a:xfrm>
                <a:off x="3322706" y="2593096"/>
                <a:ext cx="482839" cy="374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PV</a:t>
                </a:r>
                <a:endParaRPr lang="zh-CN" altLang="en-US" sz="2400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1D454275-B6EC-45AA-919B-E4720E990636}"/>
                  </a:ext>
                </a:extLst>
              </p:cNvPr>
              <p:cNvSpPr/>
              <p:nvPr/>
            </p:nvSpPr>
            <p:spPr>
              <a:xfrm>
                <a:off x="5283794" y="3837718"/>
                <a:ext cx="119516" cy="11951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56" name="连接符: 曲线 55">
                <a:extLst>
                  <a:ext uri="{FF2B5EF4-FFF2-40B4-BE49-F238E27FC236}">
                    <a16:creationId xmlns:a16="http://schemas.microsoft.com/office/drawing/2014/main" id="{D5885E50-F7DE-48E1-B6A2-86C13B8588EE}"/>
                  </a:ext>
                </a:extLst>
              </p:cNvPr>
              <p:cNvCxnSpPr>
                <a:cxnSpLocks/>
                <a:stCxn id="58" idx="0"/>
                <a:endCxn id="46" idx="0"/>
              </p:cNvCxnSpPr>
              <p:nvPr/>
            </p:nvCxnSpPr>
            <p:spPr>
              <a:xfrm rot="16200000" flipH="1" flipV="1">
                <a:off x="7186362" y="1979140"/>
                <a:ext cx="15767" cy="3701388"/>
              </a:xfrm>
              <a:prstGeom prst="curvedConnector3">
                <a:avLst>
                  <a:gd name="adj1" fmla="val -6427741"/>
                </a:avLst>
              </a:prstGeom>
              <a:ln w="12700">
                <a:solidFill>
                  <a:schemeClr val="bg2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A71BA917-647D-404A-A487-9616C715A1A1}"/>
                  </a:ext>
                </a:extLst>
              </p:cNvPr>
              <p:cNvSpPr/>
              <p:nvPr/>
            </p:nvSpPr>
            <p:spPr>
              <a:xfrm>
                <a:off x="8985182" y="3821951"/>
                <a:ext cx="119516" cy="11951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78" name="连接符: 曲线 77">
                <a:extLst>
                  <a:ext uri="{FF2B5EF4-FFF2-40B4-BE49-F238E27FC236}">
                    <a16:creationId xmlns:a16="http://schemas.microsoft.com/office/drawing/2014/main" id="{69BA50E2-5919-4D05-A4B1-7E16E8DB7E30}"/>
                  </a:ext>
                </a:extLst>
              </p:cNvPr>
              <p:cNvCxnSpPr>
                <a:cxnSpLocks/>
                <a:stCxn id="37" idx="4"/>
                <a:endCxn id="58" idx="4"/>
              </p:cNvCxnSpPr>
              <p:nvPr/>
            </p:nvCxnSpPr>
            <p:spPr>
              <a:xfrm rot="5400000" flipH="1" flipV="1">
                <a:off x="7503076" y="2453617"/>
                <a:ext cx="54014" cy="3029713"/>
              </a:xfrm>
              <a:prstGeom prst="curvedConnector3">
                <a:avLst>
                  <a:gd name="adj1" fmla="val -2087907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连接符: 曲线 81">
                <a:extLst>
                  <a:ext uri="{FF2B5EF4-FFF2-40B4-BE49-F238E27FC236}">
                    <a16:creationId xmlns:a16="http://schemas.microsoft.com/office/drawing/2014/main" id="{F5671FF1-0EBD-4408-9BD7-7420AFB057A2}"/>
                  </a:ext>
                </a:extLst>
              </p:cNvPr>
              <p:cNvCxnSpPr>
                <a:cxnSpLocks/>
                <a:stCxn id="38" idx="4"/>
                <a:endCxn id="58" idx="4"/>
              </p:cNvCxnSpPr>
              <p:nvPr/>
            </p:nvCxnSpPr>
            <p:spPr>
              <a:xfrm rot="5400000" flipH="1" flipV="1">
                <a:off x="8123122" y="3073663"/>
                <a:ext cx="54014" cy="1789621"/>
              </a:xfrm>
              <a:prstGeom prst="curvedConnector3">
                <a:avLst>
                  <a:gd name="adj1" fmla="val -1227352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连接符: 曲线 88">
                <a:extLst>
                  <a:ext uri="{FF2B5EF4-FFF2-40B4-BE49-F238E27FC236}">
                    <a16:creationId xmlns:a16="http://schemas.microsoft.com/office/drawing/2014/main" id="{6F23CD32-CA9D-4E5E-A6C8-86A1E1F96CDF}"/>
                  </a:ext>
                </a:extLst>
              </p:cNvPr>
              <p:cNvCxnSpPr>
                <a:cxnSpLocks/>
                <a:stCxn id="41" idx="4"/>
                <a:endCxn id="58" idx="4"/>
              </p:cNvCxnSpPr>
              <p:nvPr/>
            </p:nvCxnSpPr>
            <p:spPr>
              <a:xfrm rot="5400000" flipH="1" flipV="1">
                <a:off x="8743168" y="3693709"/>
                <a:ext cx="54014" cy="549529"/>
              </a:xfrm>
              <a:prstGeom prst="curvedConnector3">
                <a:avLst>
                  <a:gd name="adj1" fmla="val -380901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0488BFF8-0847-4630-A6DA-4EE6C424A839}"/>
                  </a:ext>
                </a:extLst>
              </p:cNvPr>
              <p:cNvSpPr/>
              <p:nvPr/>
            </p:nvSpPr>
            <p:spPr>
              <a:xfrm>
                <a:off x="5281711" y="3913240"/>
                <a:ext cx="3808801" cy="129647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zh-CN" altLang="en-US" sz="2400" b="1" dirty="0">
                    <a:solidFill>
                      <a:schemeClr val="accent2"/>
                    </a:solidFill>
                  </a:rPr>
                  <a:t>再投资部分</a:t>
                </a: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F12331C3-D783-45AA-9DC1-7A6445BF6EFE}"/>
                </a:ext>
              </a:extLst>
            </p:cNvPr>
            <p:cNvGrpSpPr/>
            <p:nvPr/>
          </p:nvGrpSpPr>
          <p:grpSpPr>
            <a:xfrm>
              <a:off x="8610981" y="4280870"/>
              <a:ext cx="4726677" cy="360473"/>
              <a:chOff x="8813992" y="2997581"/>
              <a:chExt cx="1010652" cy="254383"/>
            </a:xfrm>
          </p:grpSpPr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B035C8BE-4114-41E1-8119-F9A0BC7BC101}"/>
                  </a:ext>
                </a:extLst>
              </p:cNvPr>
              <p:cNvCxnSpPr/>
              <p:nvPr/>
            </p:nvCxnSpPr>
            <p:spPr>
              <a:xfrm>
                <a:off x="8813992" y="2997581"/>
                <a:ext cx="0" cy="247507"/>
              </a:xfrm>
              <a:prstGeom prst="line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BEEE54ED-EF43-43AF-A61F-B81019131307}"/>
                  </a:ext>
                </a:extLst>
              </p:cNvPr>
              <p:cNvCxnSpPr/>
              <p:nvPr/>
            </p:nvCxnSpPr>
            <p:spPr>
              <a:xfrm>
                <a:off x="9824644" y="3004457"/>
                <a:ext cx="0" cy="247507"/>
              </a:xfrm>
              <a:prstGeom prst="line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62AAAF46-A951-40F4-9B06-5351E82CC525}"/>
                  </a:ext>
                </a:extLst>
              </p:cNvPr>
              <p:cNvGrpSpPr/>
              <p:nvPr/>
            </p:nvGrpSpPr>
            <p:grpSpPr>
              <a:xfrm>
                <a:off x="8813992" y="3121335"/>
                <a:ext cx="1010652" cy="0"/>
                <a:chOff x="8813992" y="3121335"/>
                <a:chExt cx="1010652" cy="0"/>
              </a:xfrm>
            </p:grpSpPr>
            <p:cxnSp>
              <p:nvCxnSpPr>
                <p:cNvPr id="106" name="直接箭头连接符 105">
                  <a:extLst>
                    <a:ext uri="{FF2B5EF4-FFF2-40B4-BE49-F238E27FC236}">
                      <a16:creationId xmlns:a16="http://schemas.microsoft.com/office/drawing/2014/main" id="{CC6023A1-3777-4510-B340-29ECC1792B08}"/>
                    </a:ext>
                  </a:extLst>
                </p:cNvPr>
                <p:cNvCxnSpPr/>
                <p:nvPr/>
              </p:nvCxnSpPr>
              <p:spPr>
                <a:xfrm>
                  <a:off x="9254003" y="3121335"/>
                  <a:ext cx="570641" cy="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箭头连接符 106">
                  <a:extLst>
                    <a:ext uri="{FF2B5EF4-FFF2-40B4-BE49-F238E27FC236}">
                      <a16:creationId xmlns:a16="http://schemas.microsoft.com/office/drawing/2014/main" id="{BCF8605B-8B39-41C9-A59F-838B53239C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813992" y="3121335"/>
                  <a:ext cx="440011" cy="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EB73E01-512D-459E-ACCB-2D96E419BF17}"/>
              </a:ext>
            </a:extLst>
          </p:cNvPr>
          <p:cNvSpPr txBox="1"/>
          <p:nvPr/>
        </p:nvSpPr>
        <p:spPr>
          <a:xfrm>
            <a:off x="7905034" y="4030789"/>
            <a:ext cx="2726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持有期间</a:t>
            </a:r>
          </a:p>
        </p:txBody>
      </p:sp>
    </p:spTree>
    <p:extLst>
      <p:ext uri="{BB962C8B-B14F-4D97-AF65-F5344CB8AC3E}">
        <p14:creationId xmlns:p14="http://schemas.microsoft.com/office/powerpoint/2010/main" val="716408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B6973-989B-4C2E-9624-01D1C222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持有期收益率计算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F6D91B5-ADE3-4A00-925D-6CCD85EBE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170215.IB</a:t>
            </a:r>
            <a:r>
              <a:rPr lang="zh-CN" altLang="en-US" dirty="0"/>
              <a:t>为例，在付息日购买</a:t>
            </a:r>
            <a:r>
              <a:rPr lang="en-US" altLang="zh-CN" dirty="0"/>
              <a:t>50000</a:t>
            </a:r>
            <a:r>
              <a:rPr lang="zh-CN" altLang="en-US" dirty="0"/>
              <a:t>张债券并持有</a:t>
            </a:r>
            <a:r>
              <a:rPr lang="en-US" altLang="zh-CN" dirty="0"/>
              <a:t>1.5</a:t>
            </a:r>
            <a:r>
              <a:rPr lang="zh-CN" altLang="en-US" dirty="0"/>
              <a:t>年，期初（时间点为</a:t>
            </a:r>
            <a:r>
              <a:rPr lang="en-US" altLang="zh-CN" dirty="0"/>
              <a:t>0</a:t>
            </a:r>
            <a:r>
              <a:rPr lang="zh-CN" altLang="en-US" dirty="0"/>
              <a:t>）收益率为</a:t>
            </a:r>
            <a:r>
              <a:rPr lang="en-US" altLang="zh-CN" dirty="0"/>
              <a:t>5.04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1.5</a:t>
            </a:r>
            <a:r>
              <a:rPr lang="zh-CN" altLang="en-US" dirty="0"/>
              <a:t>年后，卖出收益率上升</a:t>
            </a:r>
            <a:r>
              <a:rPr lang="en-US" altLang="zh-CN" dirty="0"/>
              <a:t>90bp</a:t>
            </a:r>
            <a:r>
              <a:rPr lang="zh-CN" altLang="en-US" dirty="0"/>
              <a:t>（每半年上升</a:t>
            </a:r>
            <a:r>
              <a:rPr lang="en-US" altLang="zh-CN" dirty="0"/>
              <a:t>30bp</a:t>
            </a:r>
            <a:r>
              <a:rPr lang="zh-CN" altLang="en-US" dirty="0"/>
              <a:t>）</a:t>
            </a:r>
            <a:endParaRPr lang="en-US" altLang="zh-CN" b="1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E99510A-B692-4708-9D33-1BFD0EBB0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712727"/>
              </p:ext>
            </p:extLst>
          </p:nvPr>
        </p:nvGraphicFramePr>
        <p:xfrm>
          <a:off x="492840" y="3061699"/>
          <a:ext cx="16423560" cy="4263437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1371415">
                  <a:extLst>
                    <a:ext uri="{9D8B030D-6E8A-4147-A177-3AD203B41FA5}">
                      <a16:colId xmlns:a16="http://schemas.microsoft.com/office/drawing/2014/main" val="1187566978"/>
                    </a:ext>
                  </a:extLst>
                </a:gridCol>
                <a:gridCol w="1258355">
                  <a:extLst>
                    <a:ext uri="{9D8B030D-6E8A-4147-A177-3AD203B41FA5}">
                      <a16:colId xmlns:a16="http://schemas.microsoft.com/office/drawing/2014/main" val="518753759"/>
                    </a:ext>
                  </a:extLst>
                </a:gridCol>
                <a:gridCol w="1221195">
                  <a:extLst>
                    <a:ext uri="{9D8B030D-6E8A-4147-A177-3AD203B41FA5}">
                      <a16:colId xmlns:a16="http://schemas.microsoft.com/office/drawing/2014/main" val="707150140"/>
                    </a:ext>
                  </a:extLst>
                </a:gridCol>
                <a:gridCol w="2300840">
                  <a:extLst>
                    <a:ext uri="{9D8B030D-6E8A-4147-A177-3AD203B41FA5}">
                      <a16:colId xmlns:a16="http://schemas.microsoft.com/office/drawing/2014/main" val="3625977944"/>
                    </a:ext>
                  </a:extLst>
                </a:gridCol>
                <a:gridCol w="2228610">
                  <a:extLst>
                    <a:ext uri="{9D8B030D-6E8A-4147-A177-3AD203B41FA5}">
                      <a16:colId xmlns:a16="http://schemas.microsoft.com/office/drawing/2014/main" val="3698821541"/>
                    </a:ext>
                  </a:extLst>
                </a:gridCol>
                <a:gridCol w="2255072">
                  <a:extLst>
                    <a:ext uri="{9D8B030D-6E8A-4147-A177-3AD203B41FA5}">
                      <a16:colId xmlns:a16="http://schemas.microsoft.com/office/drawing/2014/main" val="515923926"/>
                    </a:ext>
                  </a:extLst>
                </a:gridCol>
                <a:gridCol w="2153349">
                  <a:extLst>
                    <a:ext uri="{9D8B030D-6E8A-4147-A177-3AD203B41FA5}">
                      <a16:colId xmlns:a16="http://schemas.microsoft.com/office/drawing/2014/main" val="2960195865"/>
                    </a:ext>
                  </a:extLst>
                </a:gridCol>
                <a:gridCol w="1754164">
                  <a:extLst>
                    <a:ext uri="{9D8B030D-6E8A-4147-A177-3AD203B41FA5}">
                      <a16:colId xmlns:a16="http://schemas.microsoft.com/office/drawing/2014/main" val="2778556708"/>
                    </a:ext>
                  </a:extLst>
                </a:gridCol>
                <a:gridCol w="1880560">
                  <a:extLst>
                    <a:ext uri="{9D8B030D-6E8A-4147-A177-3AD203B41FA5}">
                      <a16:colId xmlns:a16="http://schemas.microsoft.com/office/drawing/2014/main" val="3901588254"/>
                    </a:ext>
                  </a:extLst>
                </a:gridCol>
              </a:tblGrid>
              <a:tr h="687226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债券持有期价格变动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损益计算</a:t>
                      </a:r>
                      <a:endParaRPr lang="zh-CN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054669"/>
                  </a:ext>
                </a:extLst>
              </a:tr>
              <a:tr h="8665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时间点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（年）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到期收益率（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全价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（元）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全价金额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（元）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资本利得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（元）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应计利息差额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（元）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已付票息收入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（元）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再投资时长（年）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再投资损益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（元）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5619836"/>
                  </a:ext>
                </a:extLst>
              </a:tr>
              <a:tr h="5290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95.89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4,794,600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-</a:t>
                      </a:r>
                      <a:endPara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-</a:t>
                      </a:r>
                      <a:endPara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7548734"/>
                  </a:ext>
                </a:extLst>
              </a:tr>
              <a:tr h="545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ea"/>
                          <a:ea typeface="+mn-ea"/>
                        </a:rPr>
                        <a:t>96.22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4,811,100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-88,590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105,130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2160048"/>
                  </a:ext>
                </a:extLst>
              </a:tr>
              <a:tr h="545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5.64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ea"/>
                          <a:ea typeface="+mn-ea"/>
                        </a:rPr>
                        <a:t>92.54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4,626,950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-167,640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212,500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5,900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2665344"/>
                  </a:ext>
                </a:extLst>
              </a:tr>
              <a:tr h="545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ea"/>
                          <a:ea typeface="+mn-ea"/>
                        </a:rPr>
                        <a:t>93.32</a:t>
                      </a:r>
                      <a:endParaRPr lang="zh-CN" altLang="en-US" sz="2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4,665,915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-233,815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105,130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2048530"/>
                  </a:ext>
                </a:extLst>
              </a:tr>
              <a:tr h="545154">
                <a:tc>
                  <a:txBody>
                    <a:bodyPr/>
                    <a:lstStyle/>
                    <a:p>
                      <a:pPr algn="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-233,815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105,130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212,500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5,900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04313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9534AD6-44A4-4FBA-989E-D7C56716744D}"/>
                  </a:ext>
                </a:extLst>
              </p:cNvPr>
              <p:cNvSpPr txBox="1"/>
              <p:nvPr/>
            </p:nvSpPr>
            <p:spPr>
              <a:xfrm>
                <a:off x="714788" y="7812157"/>
                <a:ext cx="16201611" cy="1224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持有期损益</m:t>
                    </m:r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期末全价金额</m:t>
                    </m:r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利息收入</m:t>
                    </m:r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再投资损益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期初全价金额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665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915+105,130+212,500+5,900−4,794,600=89,715</m:t>
                    </m:r>
                  </m:oMath>
                </a14:m>
                <a:endPara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持有期</m:t>
                    </m:r>
                    <m:r>
                      <a:rPr lang="zh-CN" altLang="en-US" sz="200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收益率</m:t>
                    </m:r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持有期</m:t>
                        </m:r>
                        <m:r>
                          <a:rPr lang="zh-CN" altLang="en-US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损益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期初</m:t>
                        </m:r>
                        <m:r>
                          <a:rPr lang="zh-CN" altLang="en-US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全价</m:t>
                        </m:r>
                        <m:r>
                          <a:rPr lang="zh-CN" alt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金额</m:t>
                        </m:r>
                      </m:den>
                    </m:f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365</m:t>
                        </m:r>
                      </m:num>
                      <m:den>
                        <m:r>
                          <a:rPr lang="zh-CN" altLang="en-US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持有期</m:t>
                        </m:r>
                        <m:r>
                          <a:rPr lang="zh-CN" alt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天数</m:t>
                        </m:r>
                      </m:den>
                    </m:f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×100%=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89,715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4,794,600</m:t>
                        </m:r>
                      </m:den>
                    </m:f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365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548</m:t>
                        </m:r>
                      </m:den>
                    </m:f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1.25%</m:t>
                    </m:r>
                  </m:oMath>
                </a14:m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9534AD6-44A4-4FBA-989E-D7C567167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88" y="7812157"/>
                <a:ext cx="16201611" cy="1224566"/>
              </a:xfrm>
              <a:prstGeom prst="rect">
                <a:avLst/>
              </a:prstGeom>
              <a:blipFill>
                <a:blip r:embed="rId3"/>
                <a:stretch>
                  <a:fillRect l="-903" t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040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6C5556A-9EDC-4B40-AD08-2C01DBF6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即期收益率和到期收益率的比较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CAD5D828-1933-4B71-8639-DD5B903233C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949325" y="1592262"/>
          <a:ext cx="15378697" cy="747553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26008">
                  <a:extLst>
                    <a:ext uri="{9D8B030D-6E8A-4147-A177-3AD203B41FA5}">
                      <a16:colId xmlns:a16="http://schemas.microsoft.com/office/drawing/2014/main" val="1540118454"/>
                    </a:ext>
                  </a:extLst>
                </a:gridCol>
                <a:gridCol w="4276819">
                  <a:extLst>
                    <a:ext uri="{9D8B030D-6E8A-4147-A177-3AD203B41FA5}">
                      <a16:colId xmlns:a16="http://schemas.microsoft.com/office/drawing/2014/main" val="2913214607"/>
                    </a:ext>
                  </a:extLst>
                </a:gridCol>
                <a:gridCol w="4637935">
                  <a:extLst>
                    <a:ext uri="{9D8B030D-6E8A-4147-A177-3AD203B41FA5}">
                      <a16:colId xmlns:a16="http://schemas.microsoft.com/office/drawing/2014/main" val="829516299"/>
                    </a:ext>
                  </a:extLst>
                </a:gridCol>
                <a:gridCol w="4637935">
                  <a:extLst>
                    <a:ext uri="{9D8B030D-6E8A-4147-A177-3AD203B41FA5}">
                      <a16:colId xmlns:a16="http://schemas.microsoft.com/office/drawing/2014/main" val="3060334170"/>
                    </a:ext>
                  </a:extLst>
                </a:gridCol>
              </a:tblGrid>
              <a:tr h="659698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到期收益率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即期收益率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持有期收益率</a:t>
                      </a:r>
                    </a:p>
                  </a:txBody>
                  <a:tcPr marL="129595" marR="129595" anchor="ctr"/>
                </a:tc>
                <a:extLst>
                  <a:ext uri="{0D108BD9-81ED-4DB2-BD59-A6C34878D82A}">
                    <a16:rowId xmlns:a16="http://schemas.microsoft.com/office/drawing/2014/main" val="813257906"/>
                  </a:ext>
                </a:extLst>
              </a:tr>
              <a:tr h="6596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时间起点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当日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当日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建仓日</a:t>
                      </a:r>
                    </a:p>
                  </a:txBody>
                  <a:tcPr marL="129595" marR="129595" anchor="ctr"/>
                </a:tc>
                <a:extLst>
                  <a:ext uri="{0D108BD9-81ED-4DB2-BD59-A6C34878D82A}">
                    <a16:rowId xmlns:a16="http://schemas.microsoft.com/office/drawing/2014/main" val="814415233"/>
                  </a:ext>
                </a:extLst>
              </a:tr>
              <a:tr h="6596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时间终点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资产到期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现金流到期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平仓日</a:t>
                      </a:r>
                    </a:p>
                  </a:txBody>
                  <a:tcPr marL="129595" marR="129595" anchor="ctr"/>
                </a:tc>
                <a:extLst>
                  <a:ext uri="{0D108BD9-81ED-4DB2-BD59-A6C34878D82A}">
                    <a16:rowId xmlns:a16="http://schemas.microsoft.com/office/drawing/2014/main" val="3519042432"/>
                  </a:ext>
                </a:extLst>
              </a:tr>
              <a:tr h="11544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假设条件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各期贴现率相同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资产持有到期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不同时点的贴现率不同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现金流持有到期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考虑再投资收益</a:t>
                      </a:r>
                    </a:p>
                  </a:txBody>
                  <a:tcPr marL="129595" marR="129595" anchor="ctr"/>
                </a:tc>
                <a:extLst>
                  <a:ext uri="{0D108BD9-81ED-4DB2-BD59-A6C34878D82A}">
                    <a16:rowId xmlns:a16="http://schemas.microsoft.com/office/drawing/2014/main" val="2923758536"/>
                  </a:ext>
                </a:extLst>
              </a:tr>
              <a:tr h="6596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表达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一个数值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一串数值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一个数值</a:t>
                      </a:r>
                    </a:p>
                  </a:txBody>
                  <a:tcPr marL="129595" marR="129595" anchor="ctr"/>
                </a:tc>
                <a:extLst>
                  <a:ext uri="{0D108BD9-81ED-4DB2-BD59-A6C34878D82A}">
                    <a16:rowId xmlns:a16="http://schemas.microsoft.com/office/drawing/2014/main" val="3722165340"/>
                  </a:ext>
                </a:extLst>
              </a:tr>
              <a:tr h="1649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优势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交流简便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方法论成熟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普及度最高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接近市场实际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精确计量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与金融建模契合度高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接近交易操作的实际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考虑再投资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反映综合投资能力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</a:txBody>
                  <a:tcPr marL="129595" marR="129595" anchor="ctr"/>
                </a:tc>
                <a:extLst>
                  <a:ext uri="{0D108BD9-81ED-4DB2-BD59-A6C34878D82A}">
                    <a16:rowId xmlns:a16="http://schemas.microsoft.com/office/drawing/2014/main" val="3361547376"/>
                  </a:ext>
                </a:extLst>
              </a:tr>
              <a:tr h="20330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劣势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与实际相差较大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不体现时间价值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对期限结构反映不充分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不考虑再投资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计算繁琐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市场有效性决定结果准确度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不考虑再投资</a:t>
                      </a:r>
                    </a:p>
                  </a:txBody>
                  <a:tcPr marL="129595" marR="129595"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随市场行情变化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与持有时长、付息频率相关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再投资的机会成本</a:t>
                      </a:r>
                    </a:p>
                  </a:txBody>
                  <a:tcPr marL="129595" marR="129595" anchor="ctr"/>
                </a:tc>
                <a:extLst>
                  <a:ext uri="{0D108BD9-81ED-4DB2-BD59-A6C34878D82A}">
                    <a16:rowId xmlns:a16="http://schemas.microsoft.com/office/drawing/2014/main" val="286248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610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BADF66-4453-4C37-AF16-38AB641F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收益率曲线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2C655E5-2A37-4A17-AF1A-004369649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在某一时点，不同期限的即期利率水平与对应期限的二维关系，被称为利率期限结构。</a:t>
            </a:r>
          </a:p>
          <a:p>
            <a:r>
              <a:rPr lang="zh-CN" altLang="en-US" dirty="0"/>
              <a:t>收益率曲线显示了一组资质相同，但期限不同的债券或其他金融工具到期收益率的图线。</a:t>
            </a:r>
            <a:endParaRPr lang="en-US" altLang="zh-CN" dirty="0"/>
          </a:p>
          <a:p>
            <a:r>
              <a:rPr lang="zh-CN" altLang="en-US" dirty="0"/>
              <a:t>精确的分析都是基于即期收益率曲线的；若要求不高，可用到期收益率曲线替代，但应注意存在误差。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689D221-B528-4D86-8670-6483586C5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3812224-B63C-4602-BDF4-4BF3DECCC3F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77288" y="3061406"/>
            <a:ext cx="7639050" cy="5880276"/>
          </a:xfrm>
        </p:spPr>
      </p:pic>
    </p:spTree>
    <p:extLst>
      <p:ext uri="{BB962C8B-B14F-4D97-AF65-F5344CB8AC3E}">
        <p14:creationId xmlns:p14="http://schemas.microsoft.com/office/powerpoint/2010/main" val="3340722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DC9EAFF2-5C1A-47BA-AED9-AEDCDB46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收益率曲线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期限结构的解释：预期理论</a:t>
                </a:r>
                <a:endParaRPr lang="en-US" altLang="zh-CN" b="1" dirty="0"/>
              </a:p>
              <a:p>
                <a:pPr lvl="1"/>
                <a:r>
                  <a:rPr lang="zh-CN" altLang="en-US" dirty="0"/>
                  <a:t>期限结构取决于市场对未来利率的预期；在投资期限给定的条件下，投资者对投资对象的期限偏好无差异。</a:t>
                </a:r>
                <a:endParaRPr lang="en-US" altLang="zh-CN" dirty="0"/>
              </a:p>
              <a:p>
                <a:pPr marL="45719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zh-CN" altLang="en-US" sz="280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=[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][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marL="457198" lvl="1" indent="0">
                  <a:buNone/>
                </a:pP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marL="45719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zh-CN" altLang="en-US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  <m:d>
                            <m:dPr>
                              <m:ctrlPr>
                                <a:rPr lang="zh-CN" alt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32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zh-CN" altLang="en-US" sz="32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3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102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2"/>
          <p:cNvSpPr>
            <a:spLocks noChangeArrowheads="1"/>
          </p:cNvSpPr>
          <p:nvPr/>
        </p:nvSpPr>
        <p:spPr bwMode="auto">
          <a:xfrm>
            <a:off x="2159994" y="-324234"/>
            <a:ext cx="184731" cy="64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616"/>
          </a:p>
        </p:txBody>
      </p:sp>
      <p:grpSp>
        <p:nvGrpSpPr>
          <p:cNvPr id="7" name="Group 1"/>
          <p:cNvGrpSpPr>
            <a:grpSpLocks noChangeAspect="1"/>
          </p:cNvGrpSpPr>
          <p:nvPr/>
        </p:nvGrpSpPr>
        <p:grpSpPr bwMode="auto">
          <a:xfrm>
            <a:off x="3320242" y="5240589"/>
            <a:ext cx="11328462" cy="4435878"/>
            <a:chOff x="2980" y="2800"/>
            <a:chExt cx="6575" cy="2870"/>
          </a:xfrm>
        </p:grpSpPr>
        <p:sp>
          <p:nvSpPr>
            <p:cNvPr id="8" name="Text Box 38"/>
            <p:cNvSpPr txBox="1">
              <a:spLocks noChangeArrowheads="1"/>
            </p:cNvSpPr>
            <p:nvPr/>
          </p:nvSpPr>
          <p:spPr bwMode="auto">
            <a:xfrm>
              <a:off x="5016" y="2800"/>
              <a:ext cx="469" cy="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Calibri" panose="020F0502020204030204" pitchFamily="34" charset="0"/>
                </a:rPr>
                <a:t>S</a:t>
              </a:r>
              <a:endPara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" name="Text Box 37"/>
            <p:cNvSpPr txBox="1">
              <a:spLocks noChangeArrowheads="1"/>
            </p:cNvSpPr>
            <p:nvPr/>
          </p:nvSpPr>
          <p:spPr bwMode="auto">
            <a:xfrm>
              <a:off x="8929" y="4159"/>
              <a:ext cx="626" cy="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Calibri" panose="020F0502020204030204" pitchFamily="34" charset="0"/>
                </a:rPr>
                <a:t>D</a:t>
              </a:r>
              <a:r>
                <a:rPr lang="en-US" altLang="zh-CN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′</a:t>
              </a:r>
            </a:p>
          </p:txBody>
        </p:sp>
        <p:sp>
          <p:nvSpPr>
            <p:cNvPr id="10" name="Text Box 36"/>
            <p:cNvSpPr txBox="1">
              <a:spLocks noChangeArrowheads="1"/>
            </p:cNvSpPr>
            <p:nvPr/>
          </p:nvSpPr>
          <p:spPr bwMode="auto">
            <a:xfrm>
              <a:off x="8459" y="2800"/>
              <a:ext cx="626" cy="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Calibri" panose="020F0502020204030204" pitchFamily="34" charset="0"/>
                </a:rPr>
                <a:t>S</a:t>
              </a:r>
              <a:r>
                <a:rPr lang="en-US" altLang="zh-CN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′</a:t>
              </a:r>
            </a:p>
          </p:txBody>
        </p:sp>
        <p:grpSp>
          <p:nvGrpSpPr>
            <p:cNvPr id="13" name="Group 6"/>
            <p:cNvGrpSpPr>
              <a:grpSpLocks/>
            </p:cNvGrpSpPr>
            <p:nvPr/>
          </p:nvGrpSpPr>
          <p:grpSpPr bwMode="auto">
            <a:xfrm>
              <a:off x="2980" y="2936"/>
              <a:ext cx="6260" cy="2175"/>
              <a:chOff x="2980" y="2936"/>
              <a:chExt cx="6260" cy="2175"/>
            </a:xfrm>
          </p:grpSpPr>
          <p:sp>
            <p:nvSpPr>
              <p:cNvPr id="18" name="Line 33"/>
              <p:cNvSpPr>
                <a:spLocks noChangeShapeType="1"/>
              </p:cNvSpPr>
              <p:nvPr/>
            </p:nvSpPr>
            <p:spPr bwMode="auto">
              <a:xfrm flipV="1">
                <a:off x="3294" y="3208"/>
                <a:ext cx="1722" cy="149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9" name="Line 32"/>
              <p:cNvSpPr>
                <a:spLocks noChangeShapeType="1"/>
              </p:cNvSpPr>
              <p:nvPr/>
            </p:nvSpPr>
            <p:spPr bwMode="auto">
              <a:xfrm flipV="1">
                <a:off x="6893" y="3208"/>
                <a:ext cx="1724" cy="14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0" name="Line 31"/>
              <p:cNvSpPr>
                <a:spLocks noChangeShapeType="1"/>
              </p:cNvSpPr>
              <p:nvPr/>
            </p:nvSpPr>
            <p:spPr bwMode="auto">
              <a:xfrm flipV="1">
                <a:off x="3920" y="3343"/>
                <a:ext cx="1722" cy="14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" name="Line 30"/>
              <p:cNvSpPr>
                <a:spLocks noChangeShapeType="1"/>
              </p:cNvSpPr>
              <p:nvPr/>
            </p:nvSpPr>
            <p:spPr bwMode="auto">
              <a:xfrm flipV="1">
                <a:off x="7050" y="3343"/>
                <a:ext cx="1720" cy="14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2" name="Line 29"/>
              <p:cNvSpPr>
                <a:spLocks noChangeShapeType="1"/>
              </p:cNvSpPr>
              <p:nvPr/>
            </p:nvSpPr>
            <p:spPr bwMode="auto">
              <a:xfrm>
                <a:off x="3294" y="3479"/>
                <a:ext cx="1722" cy="12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" name="Line 28"/>
              <p:cNvSpPr>
                <a:spLocks noChangeShapeType="1"/>
              </p:cNvSpPr>
              <p:nvPr/>
            </p:nvSpPr>
            <p:spPr bwMode="auto">
              <a:xfrm>
                <a:off x="3607" y="3208"/>
                <a:ext cx="1722" cy="122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6893" y="3479"/>
                <a:ext cx="1722" cy="12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5" name="Line 26"/>
              <p:cNvSpPr>
                <a:spLocks noChangeShapeType="1"/>
              </p:cNvSpPr>
              <p:nvPr/>
            </p:nvSpPr>
            <p:spPr bwMode="auto">
              <a:xfrm>
                <a:off x="7206" y="3208"/>
                <a:ext cx="1722" cy="12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6" name="Text Box 25"/>
              <p:cNvSpPr txBox="1">
                <a:spLocks noChangeArrowheads="1"/>
              </p:cNvSpPr>
              <p:nvPr/>
            </p:nvSpPr>
            <p:spPr bwMode="auto">
              <a:xfrm>
                <a:off x="5329" y="4295"/>
                <a:ext cx="468" cy="40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anose="020F0502020204030204" pitchFamily="34" charset="0"/>
                  </a:rPr>
                  <a:t>D</a:t>
                </a:r>
                <a:endPara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7" name="Text Box 24"/>
              <p:cNvSpPr txBox="1">
                <a:spLocks noChangeArrowheads="1"/>
              </p:cNvSpPr>
              <p:nvPr/>
            </p:nvSpPr>
            <p:spPr bwMode="auto">
              <a:xfrm>
                <a:off x="8615" y="4430"/>
                <a:ext cx="469" cy="4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anose="020F0502020204030204" pitchFamily="34" charset="0"/>
                  </a:rPr>
                  <a:t>D</a:t>
                </a:r>
                <a:endParaRPr lang="en-US" altLang="zh-CN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8771" y="3208"/>
                <a:ext cx="469" cy="40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anose="020F0502020204030204" pitchFamily="34" charset="0"/>
                  </a:rPr>
                  <a:t>S</a:t>
                </a:r>
                <a:endParaRPr lang="en-US" altLang="zh-CN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" name="Text Box 22"/>
              <p:cNvSpPr txBox="1">
                <a:spLocks noChangeArrowheads="1"/>
              </p:cNvSpPr>
              <p:nvPr/>
            </p:nvSpPr>
            <p:spPr bwMode="auto">
              <a:xfrm>
                <a:off x="5172" y="3208"/>
                <a:ext cx="625" cy="40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anose="020F0502020204030204" pitchFamily="34" charset="0"/>
                  </a:rPr>
                  <a:t>S</a:t>
                </a:r>
                <a:r>
                  <a:rPr lang="en-US" altLang="zh-CN"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′</a:t>
                </a:r>
              </a:p>
            </p:txBody>
          </p:sp>
          <p:sp>
            <p:nvSpPr>
              <p:cNvPr id="30" name="Text Box 21"/>
              <p:cNvSpPr txBox="1">
                <a:spLocks noChangeArrowheads="1"/>
              </p:cNvSpPr>
              <p:nvPr/>
            </p:nvSpPr>
            <p:spPr bwMode="auto">
              <a:xfrm>
                <a:off x="5016" y="4566"/>
                <a:ext cx="625" cy="4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anose="020F0502020204030204" pitchFamily="34" charset="0"/>
                  </a:rPr>
                  <a:t>D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′</a:t>
                </a:r>
              </a:p>
            </p:txBody>
          </p:sp>
          <p:sp>
            <p:nvSpPr>
              <p:cNvPr id="31" name="Line 20"/>
              <p:cNvSpPr>
                <a:spLocks noChangeShapeType="1"/>
              </p:cNvSpPr>
              <p:nvPr/>
            </p:nvSpPr>
            <p:spPr bwMode="auto">
              <a:xfrm>
                <a:off x="4389" y="3751"/>
                <a:ext cx="0" cy="12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2" name="Line 19"/>
              <p:cNvSpPr>
                <a:spLocks noChangeShapeType="1"/>
              </p:cNvSpPr>
              <p:nvPr/>
            </p:nvSpPr>
            <p:spPr bwMode="auto">
              <a:xfrm>
                <a:off x="4546" y="4295"/>
                <a:ext cx="1" cy="6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3" name="Line 18"/>
              <p:cNvSpPr>
                <a:spLocks noChangeShapeType="1"/>
              </p:cNvSpPr>
              <p:nvPr/>
            </p:nvSpPr>
            <p:spPr bwMode="auto">
              <a:xfrm>
                <a:off x="2980" y="3721"/>
                <a:ext cx="1409" cy="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 flipH="1">
                <a:off x="2980" y="4295"/>
                <a:ext cx="15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6" name="Line 15"/>
              <p:cNvSpPr>
                <a:spLocks noChangeShapeType="1"/>
              </p:cNvSpPr>
              <p:nvPr/>
            </p:nvSpPr>
            <p:spPr bwMode="auto">
              <a:xfrm>
                <a:off x="6424" y="3751"/>
                <a:ext cx="140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7" name="Line 14"/>
              <p:cNvSpPr>
                <a:spLocks noChangeShapeType="1"/>
              </p:cNvSpPr>
              <p:nvPr/>
            </p:nvSpPr>
            <p:spPr bwMode="auto">
              <a:xfrm>
                <a:off x="6424" y="4159"/>
                <a:ext cx="140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8" name="Line 13"/>
              <p:cNvSpPr>
                <a:spLocks noChangeShapeType="1"/>
              </p:cNvSpPr>
              <p:nvPr/>
            </p:nvSpPr>
            <p:spPr bwMode="auto">
              <a:xfrm>
                <a:off x="6424" y="2936"/>
                <a:ext cx="1" cy="2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9" name="Line 12"/>
              <p:cNvSpPr>
                <a:spLocks noChangeShapeType="1"/>
              </p:cNvSpPr>
              <p:nvPr/>
            </p:nvSpPr>
            <p:spPr bwMode="auto">
              <a:xfrm>
                <a:off x="6424" y="5110"/>
                <a:ext cx="266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0" name="Line 11"/>
              <p:cNvSpPr>
                <a:spLocks noChangeShapeType="1"/>
              </p:cNvSpPr>
              <p:nvPr/>
            </p:nvSpPr>
            <p:spPr bwMode="auto">
              <a:xfrm>
                <a:off x="2981" y="4974"/>
                <a:ext cx="2660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1" name="Line 10"/>
              <p:cNvSpPr>
                <a:spLocks noChangeShapeType="1"/>
              </p:cNvSpPr>
              <p:nvPr/>
            </p:nvSpPr>
            <p:spPr bwMode="auto">
              <a:xfrm>
                <a:off x="7832" y="4159"/>
                <a:ext cx="0" cy="95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3" name="Line 8"/>
              <p:cNvSpPr>
                <a:spLocks noChangeShapeType="1"/>
              </p:cNvSpPr>
              <p:nvPr/>
            </p:nvSpPr>
            <p:spPr bwMode="auto">
              <a:xfrm flipV="1">
                <a:off x="2981" y="2936"/>
                <a:ext cx="0" cy="20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4" name="Line 7"/>
              <p:cNvSpPr>
                <a:spLocks noChangeShapeType="1"/>
              </p:cNvSpPr>
              <p:nvPr/>
            </p:nvSpPr>
            <p:spPr bwMode="auto">
              <a:xfrm flipV="1">
                <a:off x="7990" y="3751"/>
                <a:ext cx="0" cy="13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4" name="Group 3"/>
            <p:cNvGrpSpPr>
              <a:grpSpLocks/>
            </p:cNvGrpSpPr>
            <p:nvPr/>
          </p:nvGrpSpPr>
          <p:grpSpPr bwMode="auto">
            <a:xfrm>
              <a:off x="3439" y="5126"/>
              <a:ext cx="5496" cy="544"/>
              <a:chOff x="3439" y="5126"/>
              <a:chExt cx="5496" cy="544"/>
            </a:xfrm>
          </p:grpSpPr>
          <p:sp>
            <p:nvSpPr>
              <p:cNvPr id="16" name="Text Box 5"/>
              <p:cNvSpPr txBox="1">
                <a:spLocks noChangeArrowheads="1"/>
              </p:cNvSpPr>
              <p:nvPr/>
            </p:nvSpPr>
            <p:spPr bwMode="auto">
              <a:xfrm>
                <a:off x="3439" y="5126"/>
                <a:ext cx="2013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anose="020F0502020204030204" pitchFamily="34" charset="0"/>
                  </a:rPr>
                  <a:t>1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年期借贷市场</a:t>
                </a:r>
              </a:p>
            </p:txBody>
          </p:sp>
          <p:sp>
            <p:nvSpPr>
              <p:cNvPr id="17" name="Text Box 4"/>
              <p:cNvSpPr txBox="1">
                <a:spLocks noChangeArrowheads="1"/>
              </p:cNvSpPr>
              <p:nvPr/>
            </p:nvSpPr>
            <p:spPr bwMode="auto">
              <a:xfrm>
                <a:off x="6894" y="5188"/>
                <a:ext cx="2041" cy="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anose="020F0502020204030204" pitchFamily="34" charset="0"/>
                  </a:rPr>
                  <a:t>2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年期借贷市场</a:t>
                </a:r>
              </a:p>
            </p:txBody>
          </p:sp>
        </p:grpSp>
      </p:grpSp>
      <p:sp>
        <p:nvSpPr>
          <p:cNvPr id="3" name="右箭头 2"/>
          <p:cNvSpPr/>
          <p:nvPr/>
        </p:nvSpPr>
        <p:spPr>
          <a:xfrm rot="4046407">
            <a:off x="5625328" y="7008919"/>
            <a:ext cx="517355" cy="386875"/>
          </a:xfrm>
          <a:prstGeom prst="rightArrow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16">
              <a:solidFill>
                <a:schemeClr val="tx2"/>
              </a:solidFill>
            </a:endParaRPr>
          </a:p>
        </p:txBody>
      </p:sp>
      <p:sp>
        <p:nvSpPr>
          <p:cNvPr id="46" name="右箭头 45"/>
          <p:cNvSpPr/>
          <p:nvPr/>
        </p:nvSpPr>
        <p:spPr>
          <a:xfrm rot="18472133">
            <a:off x="11387558" y="6765173"/>
            <a:ext cx="517355" cy="386875"/>
          </a:xfrm>
          <a:prstGeom prst="rightArrow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16">
              <a:solidFill>
                <a:schemeClr val="tx2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8614F1-8610-4273-A87C-4E156C48147A}"/>
              </a:ext>
            </a:extLst>
          </p:cNvPr>
          <p:cNvSpPr/>
          <p:nvPr/>
        </p:nvSpPr>
        <p:spPr>
          <a:xfrm>
            <a:off x="9833275" y="2896976"/>
            <a:ext cx="1023807" cy="85782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rtlCol="0" anchor="ctr"/>
          <a:lstStyle/>
          <a:p>
            <a:pPr algn="ctr"/>
            <a:endParaRPr lang="zh-CN" altLang="en-US" sz="3616" b="1">
              <a:noFill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692C11-DB3B-48F9-9951-6A6002EB50B6}"/>
              </a:ext>
            </a:extLst>
          </p:cNvPr>
          <p:cNvSpPr/>
          <p:nvPr/>
        </p:nvSpPr>
        <p:spPr>
          <a:xfrm>
            <a:off x="11062111" y="3202612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这个期望值就是远期利率的概念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BA9EB42-32C4-473D-8E25-2FEA7064A12E}"/>
              </a:ext>
            </a:extLst>
          </p:cNvPr>
          <p:cNvSpPr/>
          <p:nvPr/>
        </p:nvSpPr>
        <p:spPr>
          <a:xfrm>
            <a:off x="8173820" y="4159944"/>
            <a:ext cx="2424205" cy="85782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rtlCol="0" anchor="ctr"/>
          <a:lstStyle/>
          <a:p>
            <a:pPr algn="ctr"/>
            <a:endParaRPr lang="zh-CN" altLang="en-US" sz="3616" b="1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822481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330E80A-7932-40C8-A8F5-74274C8D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收益率曲线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期限结构的解释：流动性偏好理论</a:t>
                </a:r>
                <a:endParaRPr lang="en-US" altLang="zh-CN" b="1" dirty="0"/>
              </a:p>
              <a:p>
                <a:pPr lvl="1"/>
                <a:r>
                  <a:rPr lang="zh-CN" altLang="en-US" dirty="0"/>
                  <a:t>债券期限越长，流动性越差，投资者需要补偿越多。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=[1+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][1+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nor/>
                        </m:rPr>
                        <a:rPr lang="zh-CN" altLang="en-US" sz="2800"/>
                        <m:t>P</m:t>
                      </m:r>
                      <m:r>
                        <m:rPr>
                          <m:nor/>
                        </m:rPr>
                        <a:rPr lang="en-US" altLang="zh-CN" sz="2800"/>
                        <m:t> 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zh-CN" altLang="en-US" sz="36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3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3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  <m:d>
                            <m:dPr>
                              <m:ctrlPr>
                                <a:rPr lang="zh-CN" alt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zh-CN" altLang="en-US" sz="36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36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6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3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zh-CN" altLang="en-US" dirty="0"/>
                  <a:t>解释为什么期限结构数时候呈现正常形状，但无法解释倒置、水平、驼峰等形态。</a:t>
                </a:r>
              </a:p>
            </p:txBody>
          </p:sp>
        </mc:Choice>
        <mc:Fallback xmlns="">
          <p:sp>
            <p:nvSpPr>
              <p:cNvPr id="102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2"/>
          <p:cNvSpPr>
            <a:spLocks noChangeArrowheads="1"/>
          </p:cNvSpPr>
          <p:nvPr/>
        </p:nvSpPr>
        <p:spPr bwMode="auto">
          <a:xfrm>
            <a:off x="2159994" y="-324234"/>
            <a:ext cx="184731" cy="64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616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26D24C-24E3-4D91-878A-82102D780BF0}"/>
              </a:ext>
            </a:extLst>
          </p:cNvPr>
          <p:cNvSpPr/>
          <p:nvPr/>
        </p:nvSpPr>
        <p:spPr>
          <a:xfrm>
            <a:off x="10790597" y="2674825"/>
            <a:ext cx="543243" cy="98589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rtlCol="0" anchor="ctr"/>
          <a:lstStyle/>
          <a:p>
            <a:pPr algn="ctr"/>
            <a:endParaRPr lang="zh-CN" altLang="en-US" sz="3616" b="1">
              <a:noFill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D662BE-88A6-44A5-8579-1EE79B780C3A}"/>
              </a:ext>
            </a:extLst>
          </p:cNvPr>
          <p:cNvSpPr/>
          <p:nvPr/>
        </p:nvSpPr>
        <p:spPr>
          <a:xfrm>
            <a:off x="11510176" y="3060559"/>
            <a:ext cx="42927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溢价的来源不仅包括流动性，还可以包括波动性、对手信用风险、交易成本等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6958BD-A0E9-49B3-A221-B24453A9AE7C}"/>
              </a:ext>
            </a:extLst>
          </p:cNvPr>
          <p:cNvSpPr/>
          <p:nvPr/>
        </p:nvSpPr>
        <p:spPr>
          <a:xfrm>
            <a:off x="5750121" y="4499026"/>
            <a:ext cx="184731" cy="648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3616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A2E0F4-2982-40D3-85E0-587B79381A13}"/>
              </a:ext>
            </a:extLst>
          </p:cNvPr>
          <p:cNvSpPr/>
          <p:nvPr/>
        </p:nvSpPr>
        <p:spPr>
          <a:xfrm>
            <a:off x="7963360" y="4880082"/>
            <a:ext cx="3457916" cy="8483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rtlCol="0" anchor="ctr"/>
          <a:lstStyle/>
          <a:p>
            <a:pPr algn="ctr"/>
            <a:endParaRPr lang="zh-CN" altLang="en-US" sz="3616" b="1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67316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FF6F345-CF3C-46F8-95D7-6BC270E13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收益率曲线</a:t>
            </a:r>
          </a:p>
        </p:txBody>
      </p:sp>
      <p:sp>
        <p:nvSpPr>
          <p:cNvPr id="102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期限结构的解释：市场分割理论</a:t>
            </a:r>
            <a:endParaRPr lang="en-US" altLang="zh-CN" b="1" dirty="0"/>
          </a:p>
          <a:p>
            <a:pPr lvl="1"/>
            <a:r>
              <a:rPr lang="zh-CN" altLang="en-US" dirty="0"/>
              <a:t>市场处于分割状态，市场由具有不同投资期限偏好的投资群体组成，每类投资者固定偏好于某类期限的债券投资。</a:t>
            </a:r>
            <a:endParaRPr lang="en-US" altLang="zh-CN" dirty="0"/>
          </a:p>
          <a:p>
            <a:pPr lvl="1"/>
            <a:r>
              <a:rPr lang="zh-CN" altLang="en-US" dirty="0"/>
              <a:t>应该分段来理解期限结构的形态。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029" name="Rectangle 2"/>
          <p:cNvSpPr>
            <a:spLocks noChangeArrowheads="1"/>
          </p:cNvSpPr>
          <p:nvPr/>
        </p:nvSpPr>
        <p:spPr bwMode="auto">
          <a:xfrm>
            <a:off x="2159994" y="-324234"/>
            <a:ext cx="184731" cy="64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616"/>
          </a:p>
        </p:txBody>
      </p:sp>
      <p:sp>
        <p:nvSpPr>
          <p:cNvPr id="8" name="Text Box 322"/>
          <p:cNvSpPr txBox="1">
            <a:spLocks noChangeArrowheads="1"/>
          </p:cNvSpPr>
          <p:nvPr/>
        </p:nvSpPr>
        <p:spPr bwMode="auto">
          <a:xfrm>
            <a:off x="3230884" y="5260200"/>
            <a:ext cx="930604" cy="1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68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</a:rPr>
              <a:t>利率</a:t>
            </a:r>
            <a:endParaRPr lang="zh-CN" altLang="zh-CN" sz="2268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Line 324"/>
          <p:cNvSpPr>
            <a:spLocks noChangeShapeType="1"/>
          </p:cNvSpPr>
          <p:nvPr/>
        </p:nvSpPr>
        <p:spPr bwMode="auto">
          <a:xfrm>
            <a:off x="4161488" y="8176491"/>
            <a:ext cx="651247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Line 326"/>
          <p:cNvSpPr>
            <a:spLocks noChangeShapeType="1"/>
          </p:cNvSpPr>
          <p:nvPr/>
        </p:nvSpPr>
        <p:spPr bwMode="auto">
          <a:xfrm flipV="1">
            <a:off x="4161487" y="5261092"/>
            <a:ext cx="0" cy="291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Freeform 328"/>
          <p:cNvSpPr>
            <a:spLocks/>
          </p:cNvSpPr>
          <p:nvPr/>
        </p:nvSpPr>
        <p:spPr bwMode="auto">
          <a:xfrm>
            <a:off x="4161487" y="5459985"/>
            <a:ext cx="6926466" cy="1623231"/>
          </a:xfrm>
          <a:custGeom>
            <a:avLst/>
            <a:gdLst>
              <a:gd name="T0" fmla="*/ 0 w 2520"/>
              <a:gd name="T1" fmla="*/ 1092 h 1092"/>
              <a:gd name="T2" fmla="*/ 720 w 2520"/>
              <a:gd name="T3" fmla="*/ 468 h 1092"/>
              <a:gd name="T4" fmla="*/ 2517 w 2520"/>
              <a:gd name="T5" fmla="*/ 0 h 1092"/>
              <a:gd name="T6" fmla="*/ 0 60000 65536"/>
              <a:gd name="T7" fmla="*/ 0 60000 65536"/>
              <a:gd name="T8" fmla="*/ 0 60000 65536"/>
              <a:gd name="T9" fmla="*/ 0 w 2520"/>
              <a:gd name="T10" fmla="*/ 0 h 1092"/>
              <a:gd name="T11" fmla="*/ 2520 w 2520"/>
              <a:gd name="T12" fmla="*/ 1092 h 10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20" h="1092">
                <a:moveTo>
                  <a:pt x="0" y="1092"/>
                </a:moveTo>
                <a:cubicBezTo>
                  <a:pt x="150" y="871"/>
                  <a:pt x="300" y="650"/>
                  <a:pt x="720" y="468"/>
                </a:cubicBezTo>
                <a:cubicBezTo>
                  <a:pt x="1140" y="286"/>
                  <a:pt x="2220" y="78"/>
                  <a:pt x="2520" y="0"/>
                </a:cubicBez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Line 330"/>
          <p:cNvSpPr>
            <a:spLocks noChangeShapeType="1"/>
          </p:cNvSpPr>
          <p:nvPr/>
        </p:nvSpPr>
        <p:spPr bwMode="auto">
          <a:xfrm>
            <a:off x="4540590" y="6256674"/>
            <a:ext cx="699245" cy="909894"/>
          </a:xfrm>
          <a:prstGeom prst="line">
            <a:avLst/>
          </a:prstGeom>
          <a:noFill/>
          <a:ln w="38100">
            <a:solidFill>
              <a:srgbClr val="C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Line 331"/>
          <p:cNvSpPr>
            <a:spLocks noChangeShapeType="1"/>
          </p:cNvSpPr>
          <p:nvPr/>
        </p:nvSpPr>
        <p:spPr bwMode="auto">
          <a:xfrm flipH="1">
            <a:off x="4540590" y="6074460"/>
            <a:ext cx="465303" cy="1274319"/>
          </a:xfrm>
          <a:prstGeom prst="line">
            <a:avLst/>
          </a:prstGeom>
          <a:noFill/>
          <a:ln w="38100">
            <a:solidFill>
              <a:srgbClr val="C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Line 332"/>
          <p:cNvSpPr>
            <a:spLocks noChangeShapeType="1"/>
          </p:cNvSpPr>
          <p:nvPr/>
        </p:nvSpPr>
        <p:spPr bwMode="auto">
          <a:xfrm>
            <a:off x="9549469" y="5262259"/>
            <a:ext cx="1394614" cy="728850"/>
          </a:xfrm>
          <a:prstGeom prst="line">
            <a:avLst/>
          </a:prstGeom>
          <a:noFill/>
          <a:ln w="38100">
            <a:solidFill>
              <a:srgbClr val="456FC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Line 333"/>
          <p:cNvSpPr>
            <a:spLocks noChangeShapeType="1"/>
          </p:cNvSpPr>
          <p:nvPr/>
        </p:nvSpPr>
        <p:spPr bwMode="auto">
          <a:xfrm flipH="1">
            <a:off x="10013480" y="5080048"/>
            <a:ext cx="232651" cy="1093275"/>
          </a:xfrm>
          <a:prstGeom prst="line">
            <a:avLst/>
          </a:prstGeom>
          <a:noFill/>
          <a:ln w="38100">
            <a:solidFill>
              <a:srgbClr val="456FC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Box 339"/>
          <p:cNvSpPr txBox="1">
            <a:spLocks noChangeArrowheads="1"/>
          </p:cNvSpPr>
          <p:nvPr/>
        </p:nvSpPr>
        <p:spPr bwMode="auto">
          <a:xfrm>
            <a:off x="9981333" y="8293692"/>
            <a:ext cx="2221817" cy="54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68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</a:rPr>
              <a:t>剩余期限</a:t>
            </a:r>
            <a:endParaRPr lang="zh-CN" altLang="zh-CN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Line 330">
            <a:extLst>
              <a:ext uri="{FF2B5EF4-FFF2-40B4-BE49-F238E27FC236}">
                <a16:creationId xmlns:a16="http://schemas.microsoft.com/office/drawing/2014/main" id="{8DAB305F-5FC2-4067-87AF-591560884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1997" y="5525000"/>
            <a:ext cx="699245" cy="909894"/>
          </a:xfrm>
          <a:prstGeom prst="line">
            <a:avLst/>
          </a:prstGeom>
          <a:noFill/>
          <a:ln w="38100">
            <a:solidFill>
              <a:srgbClr val="92D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Line 331">
            <a:extLst>
              <a:ext uri="{FF2B5EF4-FFF2-40B4-BE49-F238E27FC236}">
                <a16:creationId xmlns:a16="http://schemas.microsoft.com/office/drawing/2014/main" id="{E8E93B7D-8775-4B48-AA4F-4C1210BB41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1997" y="5342786"/>
            <a:ext cx="465303" cy="1274319"/>
          </a:xfrm>
          <a:prstGeom prst="line">
            <a:avLst/>
          </a:prstGeom>
          <a:noFill/>
          <a:ln w="38100">
            <a:solidFill>
              <a:srgbClr val="92D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268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E25510F-E0DC-4201-9AE1-152ED830C790}"/>
              </a:ext>
            </a:extLst>
          </p:cNvPr>
          <p:cNvCxnSpPr/>
          <p:nvPr/>
        </p:nvCxnSpPr>
        <p:spPr>
          <a:xfrm>
            <a:off x="6137978" y="5260201"/>
            <a:ext cx="0" cy="2916291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3BEA364-4EEB-4C2A-9444-E2614354D0D4}"/>
              </a:ext>
            </a:extLst>
          </p:cNvPr>
          <p:cNvCxnSpPr/>
          <p:nvPr/>
        </p:nvCxnSpPr>
        <p:spPr>
          <a:xfrm>
            <a:off x="8837968" y="5181181"/>
            <a:ext cx="0" cy="2916291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2F5210C-523F-4A83-B809-4D1457E2FB1A}"/>
              </a:ext>
            </a:extLst>
          </p:cNvPr>
          <p:cNvSpPr txBox="1"/>
          <p:nvPr/>
        </p:nvSpPr>
        <p:spPr>
          <a:xfrm>
            <a:off x="4274441" y="7276645"/>
            <a:ext cx="1345240" cy="441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68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短期资金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3441B3A-D24F-4835-8120-5FFB9501126D}"/>
              </a:ext>
            </a:extLst>
          </p:cNvPr>
          <p:cNvSpPr txBox="1"/>
          <p:nvPr/>
        </p:nvSpPr>
        <p:spPr>
          <a:xfrm>
            <a:off x="6471997" y="6936727"/>
            <a:ext cx="1635384" cy="441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68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中长期资金</a:t>
            </a:r>
            <a:endParaRPr lang="en-US" altLang="zh-CN" sz="2268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9CDC070-E631-47C3-BE1F-63CC37D947FD}"/>
              </a:ext>
            </a:extLst>
          </p:cNvPr>
          <p:cNvSpPr txBox="1"/>
          <p:nvPr/>
        </p:nvSpPr>
        <p:spPr>
          <a:xfrm>
            <a:off x="9311152" y="6449329"/>
            <a:ext cx="1635384" cy="441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68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超长期资金</a:t>
            </a:r>
          </a:p>
        </p:txBody>
      </p:sp>
    </p:spTree>
    <p:extLst>
      <p:ext uri="{BB962C8B-B14F-4D97-AF65-F5344CB8AC3E}">
        <p14:creationId xmlns:p14="http://schemas.microsoft.com/office/powerpoint/2010/main" val="1270905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4F6A8-77BD-4AB7-9ADB-33083F7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（二）债券的定价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503C45-8BF0-4632-8A43-7F1081BC3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重新认识债券定价公式，影响债券价格的因素到底有哪些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6905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CD30087-66C2-4196-82DB-52C92246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重新认识债券定价公式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C6810CA-AB08-4A8B-A296-6C2937850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教科书上的定价公式高度简化，并假设发行时买入并持有到期，从而计算出一个内部收益率，称为到期收益率。</a:t>
                </a:r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3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r>
                  <a:rPr lang="zh-CN" altLang="en-US" dirty="0"/>
                  <a:t>债券交易更多是从二级市场买卖，因此，实际使用的定价公式应该是：</a:t>
                </a:r>
                <a:endParaRPr lang="en-US" altLang="zh-CN" dirty="0"/>
              </a:p>
              <a:p>
                <a:pPr marL="457198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×(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×(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zh-CN" altLang="en-US" dirty="0"/>
                  <a:t>其中，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n</a:t>
                </a:r>
                <a:r>
                  <a:rPr lang="zh-CN" altLang="en-US" dirty="0"/>
                  <a:t>表示交易时刻的已经完成的付息周期个数，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t</a:t>
                </a:r>
                <a:r>
                  <a:rPr lang="zh-CN" altLang="en-US" dirty="0"/>
                  <a:t>是当前付息周期已完成的比例，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表示价差，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表示价差，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是票息，</a:t>
                </a:r>
                <a:r>
                  <a:rPr lang="en-US" altLang="zh-CN" dirty="0"/>
                  <a:t>FV</a:t>
                </a:r>
                <a:r>
                  <a:rPr lang="zh-CN" altLang="en-US" dirty="0"/>
                  <a:t>是面值，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是发行期限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C6810CA-AB08-4A8B-A296-6C2937850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 r="-2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0802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34ABA-3370-44DE-B8CE-58510BFB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债券定价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A6F22FF4-906F-4811-ABD8-314992D1D5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利用到期收益率计算债券价格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en-US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zh-CN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zh-CN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A6F22FF4-906F-4811-ABD8-314992D1D5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39A7807-C48A-447E-B751-21BA50E66A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5049" y="3609351"/>
          <a:ext cx="15856080" cy="5766167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1982010">
                  <a:extLst>
                    <a:ext uri="{9D8B030D-6E8A-4147-A177-3AD203B41FA5}">
                      <a16:colId xmlns:a16="http://schemas.microsoft.com/office/drawing/2014/main" val="596955937"/>
                    </a:ext>
                  </a:extLst>
                </a:gridCol>
                <a:gridCol w="1982010">
                  <a:extLst>
                    <a:ext uri="{9D8B030D-6E8A-4147-A177-3AD203B41FA5}">
                      <a16:colId xmlns:a16="http://schemas.microsoft.com/office/drawing/2014/main" val="2235692780"/>
                    </a:ext>
                  </a:extLst>
                </a:gridCol>
                <a:gridCol w="1982010">
                  <a:extLst>
                    <a:ext uri="{9D8B030D-6E8A-4147-A177-3AD203B41FA5}">
                      <a16:colId xmlns:a16="http://schemas.microsoft.com/office/drawing/2014/main" val="1344873413"/>
                    </a:ext>
                  </a:extLst>
                </a:gridCol>
                <a:gridCol w="1982010">
                  <a:extLst>
                    <a:ext uri="{9D8B030D-6E8A-4147-A177-3AD203B41FA5}">
                      <a16:colId xmlns:a16="http://schemas.microsoft.com/office/drawing/2014/main" val="2157232879"/>
                    </a:ext>
                  </a:extLst>
                </a:gridCol>
                <a:gridCol w="1982010">
                  <a:extLst>
                    <a:ext uri="{9D8B030D-6E8A-4147-A177-3AD203B41FA5}">
                      <a16:colId xmlns:a16="http://schemas.microsoft.com/office/drawing/2014/main" val="2276495319"/>
                    </a:ext>
                  </a:extLst>
                </a:gridCol>
                <a:gridCol w="1982010">
                  <a:extLst>
                    <a:ext uri="{9D8B030D-6E8A-4147-A177-3AD203B41FA5}">
                      <a16:colId xmlns:a16="http://schemas.microsoft.com/office/drawing/2014/main" val="1243922576"/>
                    </a:ext>
                  </a:extLst>
                </a:gridCol>
                <a:gridCol w="1982010">
                  <a:extLst>
                    <a:ext uri="{9D8B030D-6E8A-4147-A177-3AD203B41FA5}">
                      <a16:colId xmlns:a16="http://schemas.microsoft.com/office/drawing/2014/main" val="1946405757"/>
                    </a:ext>
                  </a:extLst>
                </a:gridCol>
                <a:gridCol w="1982010">
                  <a:extLst>
                    <a:ext uri="{9D8B030D-6E8A-4147-A177-3AD203B41FA5}">
                      <a16:colId xmlns:a16="http://schemas.microsoft.com/office/drawing/2014/main" val="3424957253"/>
                    </a:ext>
                  </a:extLst>
                </a:gridCol>
              </a:tblGrid>
              <a:tr h="81476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债券代码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i="1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i</a:t>
                      </a:r>
                      <a:endParaRPr lang="en-US" sz="2000" b="0" i="1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现金流</a:t>
                      </a:r>
                      <a:r>
                        <a:rPr lang="en-US" sz="2000" i="1" u="none" strike="noStrike" dirty="0"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发行年限</a:t>
                      </a:r>
                      <a:r>
                        <a:rPr lang="en-US" sz="2000" i="1" u="none" strike="noStrike" dirty="0">
                          <a:effectLst/>
                          <a:latin typeface="+mn-ea"/>
                          <a:ea typeface="+mn-ea"/>
                        </a:rPr>
                        <a:t>N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付息频率</a:t>
                      </a:r>
                      <a:r>
                        <a:rPr lang="en-US" sz="2000" i="1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到期收益率</a:t>
                      </a:r>
                      <a:r>
                        <a:rPr lang="en-US" sz="2000" i="1" u="none" strike="noStrike" dirty="0"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当前已完成付息周期比例</a:t>
                      </a:r>
                      <a:r>
                        <a:rPr lang="en-US" altLang="zh-CN" sz="2000" i="1" u="none" strike="noStrike" dirty="0">
                          <a:effectLst/>
                          <a:latin typeface="+mn-ea"/>
                          <a:ea typeface="+mn-ea"/>
                        </a:rPr>
                        <a:t>t</a:t>
                      </a:r>
                      <a:endParaRPr lang="en-US" altLang="zh-CN" sz="20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n-ea"/>
                          <a:ea typeface="+mn-ea"/>
                        </a:rPr>
                        <a:t>贴现现金</a:t>
                      </a:r>
                      <a:r>
                        <a:rPr lang="en-US" sz="2000" i="1" u="none" strike="noStrike" dirty="0">
                          <a:effectLst/>
                          <a:latin typeface="+mn-ea"/>
                          <a:ea typeface="+mn-ea"/>
                        </a:rPr>
                        <a:t>P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6562973"/>
                  </a:ext>
                </a:extLst>
              </a:tr>
              <a:tr h="412617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170215.IB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2.65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4871679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2.78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1135449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2.92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0092776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3.07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4002048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3.23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2761188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3.39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4268019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3.56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0486982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3.74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7651059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3.93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9829721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4.24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4.13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9959770"/>
                  </a:ext>
                </a:extLst>
              </a:tr>
              <a:tr h="412617">
                <a:tc vMerge="1">
                  <a:txBody>
                    <a:bodyPr/>
                    <a:lstStyle/>
                    <a:p>
                      <a:pPr algn="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5.04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>
                          <a:effectLst/>
                          <a:latin typeface="+mn-ea"/>
                          <a:ea typeface="+mn-ea"/>
                        </a:rPr>
                        <a:t>0.56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u="none" strike="noStrike" dirty="0">
                          <a:effectLst/>
                          <a:latin typeface="+mn-ea"/>
                          <a:ea typeface="+mn-ea"/>
                        </a:rPr>
                        <a:t>62.50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749089"/>
                  </a:ext>
                </a:extLst>
              </a:tr>
              <a:tr h="412617">
                <a:tc>
                  <a:txBody>
                    <a:bodyPr/>
                    <a:lstStyle/>
                    <a:p>
                      <a:pPr marL="0" marR="0" lvl="0" indent="0" algn="ctr" defTabSz="9143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u="none" strike="noStrike" dirty="0">
                          <a:effectLst/>
                          <a:latin typeface="+mn-ea"/>
                          <a:ea typeface="+mn-ea"/>
                        </a:rPr>
                        <a:t>合计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000" b="1" u="none" strike="noStrike" dirty="0">
                          <a:effectLst/>
                          <a:latin typeface="+mn-ea"/>
                          <a:ea typeface="+mn-ea"/>
                        </a:rPr>
                        <a:t>95.89 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2498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926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4F6A8-77BD-4AB7-9ADB-33083F7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名义价差（</a:t>
            </a:r>
            <a:r>
              <a:rPr lang="en-US" altLang="zh-CN"/>
              <a:t>Norminal  Spread</a:t>
            </a:r>
            <a:r>
              <a:rPr lang="zh-CN" altLang="en-US"/>
              <a:t>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2D5610A-F7A6-4328-AF9B-4156E8BE72D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dirty="0"/>
                  <a:t>普通债券的到期收益率与久期接近的无风险债券到期收益率的差额。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𝑝𝑟𝑒𝑎𝑑</m:t>
                      </m:r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YTM</m:t>
                          </m:r>
                        </m:e>
                        <m:sub>
                          <m:r>
                            <a:rPr lang="zh-CN" altLang="en-US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普通</m:t>
                          </m:r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债</m:t>
                          </m:r>
                        </m:sub>
                      </m:sSub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YTM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无风险债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其中，普通债，指不含权利条款的债券；无风险债，指无信用风险的债券品种，通常使用国债到期收益率或国开债收益率；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使用收益率曲线上的相同期限的关键期限点进行计算，以求较好的代表性；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名义价差继承了到期收益率的缺陷，需要通过多个期限的名义价差进行判断；</a:t>
                </a:r>
                <a:endParaRPr lang="en-US" altLang="zh-CN" dirty="0"/>
              </a:p>
              <a:p>
                <a:pPr lvl="1"/>
                <a:endParaRPr lang="en-US" altLang="zh-CN" sz="1800" dirty="0"/>
              </a:p>
              <a:p>
                <a:pPr lvl="1"/>
                <a:r>
                  <a:rPr lang="zh-CN" altLang="en-US" sz="2000" dirty="0"/>
                  <a:t>注意：在我国，国债流动性明显弱于国开债且国债利息税免税的税收效应。</a:t>
                </a: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2D5610A-F7A6-4328-AF9B-4156E8BE7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989" b="-3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D31BD63B-7E1C-4610-8FFA-87FAA246414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179054460"/>
              </p:ext>
            </p:extLst>
          </p:nvPr>
        </p:nvGraphicFramePr>
        <p:xfrm>
          <a:off x="9715500" y="1620838"/>
          <a:ext cx="6700838" cy="384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3E114C3C-3073-4836-BBE6-5C04FB19F2B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31589649"/>
              </p:ext>
            </p:extLst>
          </p:nvPr>
        </p:nvGraphicFramePr>
        <p:xfrm>
          <a:off x="9715500" y="5567363"/>
          <a:ext cx="6700838" cy="3865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02307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4F6A8-77BD-4AB7-9ADB-33083F7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零波动价差（</a:t>
            </a:r>
            <a:r>
              <a:rPr lang="en-US" altLang="zh-CN" dirty="0"/>
              <a:t>Zero-Volatility Spread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51B7E9-A156-439F-B4B0-116DF9408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9497" y="1503885"/>
            <a:ext cx="15466444" cy="906774"/>
          </a:xfrm>
        </p:spPr>
        <p:txBody>
          <a:bodyPr/>
          <a:lstStyle/>
          <a:p>
            <a:r>
              <a:rPr lang="zh-CN" altLang="en-US" dirty="0"/>
              <a:t>衡量了普通债在不同期限结构的即期收益率曲线之间的差额常量。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F3304CFC-8005-4DE7-9789-0F4162EF062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zh-CN" alt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AAA</m:t>
                                          </m:r>
                                          <m:r>
                                            <a:rPr lang="zh-CN" alt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信用债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AAA</m:t>
                                          </m:r>
                                          <m:r>
                                            <a:rPr lang="zh-CN" altLang="en-US" sz="200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信用</m:t>
                                          </m:r>
                                          <m:r>
                                            <a:rPr lang="zh-CN" alt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债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zh-CN" alt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国债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𝑍𝐸𝑅𝑂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国债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𝑍𝐸𝑅𝑂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r>
                  <a:rPr lang="zh-CN" altLang="en-US" dirty="0"/>
                  <a:t>零波动价差的特点：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基于单只债券的现金流进行计算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采用即期收益率曲线，充分体现了期限结构的差异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不同债券的可比程度，会影响零波动价差的数值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仅比较了不同曲线的水平位置，没有考虑各自波动性的差异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F3304CFC-8005-4DE7-9789-0F4162EF0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E2536E4-B117-4AFA-8DC0-C84C6810681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两个经验规律</a:t>
            </a:r>
            <a:endParaRPr lang="en-US" altLang="zh-CN" dirty="0"/>
          </a:p>
          <a:p>
            <a:pPr lvl="1"/>
            <a:r>
              <a:rPr lang="zh-CN" altLang="en-US" dirty="0"/>
              <a:t>若即期曲线上行，零波动价差</a:t>
            </a:r>
            <a:r>
              <a:rPr lang="en-US" altLang="zh-CN" dirty="0"/>
              <a:t>&gt;</a:t>
            </a:r>
            <a:r>
              <a:rPr lang="zh-CN" altLang="en-US" dirty="0"/>
              <a:t>名义价差</a:t>
            </a:r>
            <a:endParaRPr lang="en-US" altLang="zh-CN" dirty="0"/>
          </a:p>
          <a:p>
            <a:pPr lvl="1"/>
            <a:r>
              <a:rPr lang="zh-CN" altLang="en-US" dirty="0"/>
              <a:t>若即期曲线下行，零波动价差</a:t>
            </a:r>
            <a:r>
              <a:rPr lang="en-US" altLang="zh-CN" dirty="0"/>
              <a:t>&lt;</a:t>
            </a:r>
            <a:r>
              <a:rPr lang="zh-CN" altLang="en-US" dirty="0"/>
              <a:t>名义价差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4269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4F6A8-77BD-4AB7-9ADB-33083F7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信用价差（</a:t>
            </a:r>
            <a:r>
              <a:rPr lang="en-US" altLang="zh-CN"/>
              <a:t>Credit Spread</a:t>
            </a:r>
            <a:r>
              <a:rPr lang="zh-CN" altLang="en-US"/>
              <a:t>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31281BE6-7D8E-4D6C-8D60-A1E769D79B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信用利差，指信用债和无风险债券的即期收益率曲线差额。由于采取了即期收益率，信用利差实际上也是由一系列关键期限和利差所构成的利差曲线。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𝑝𝑟𝑒𝑎𝑑</m:t>
                      </m:r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𝑆𝑝𝑜𝑡</m:t>
                          </m:r>
                          <m:r>
                            <a:rPr lang="en-US" altLang="zh-CN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altLang="zh-CN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信用债</m:t>
                          </m:r>
                        </m:sub>
                      </m:sSub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𝑆𝑝𝑜𝑡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𝑌𝐶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无风险债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信用利差的特点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基于曲线计算，稳定性好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反映信用风险偏好的期限差异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不同等级的信用利差结构差异显著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不反映个券风险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个券的评级变动、成交稀疏是影响稳定性的主要因素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31281BE6-7D8E-4D6C-8D60-A1E769D79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FD89837F-08C8-49DA-A653-4251B445DF5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033194009"/>
              </p:ext>
            </p:extLst>
          </p:nvPr>
        </p:nvGraphicFramePr>
        <p:xfrm>
          <a:off x="9715500" y="1620838"/>
          <a:ext cx="6700838" cy="384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6BA3BA1B-70DE-41B9-901A-5E9933D52A5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88369903"/>
              </p:ext>
            </p:extLst>
          </p:nvPr>
        </p:nvGraphicFramePr>
        <p:xfrm>
          <a:off x="9715500" y="5567363"/>
          <a:ext cx="6700838" cy="3865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18607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4F6A8-77BD-4AB7-9ADB-33083F7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期权调整</a:t>
            </a:r>
            <a:r>
              <a:rPr lang="zh-CN" altLang="en-US"/>
              <a:t>价差（</a:t>
            </a:r>
            <a:r>
              <a:rPr lang="en-US" altLang="zh-CN"/>
              <a:t>Option Adjusted Spread</a:t>
            </a:r>
            <a:r>
              <a:rPr lang="zh-CN" altLang="en-US"/>
              <a:t>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78F216-9D62-454D-B9AA-BD368B8C352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含权债券的权利会以</a:t>
                </a:r>
                <a:r>
                  <a:rPr lang="zh-CN" altLang="en-US" b="1" dirty="0"/>
                  <a:t>非连续的方式改变</a:t>
                </a:r>
                <a:r>
                  <a:rPr lang="zh-CN" altLang="en-US" dirty="0"/>
                  <a:t>以上定价公式的要素。如，浮动利率债券的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是随基准利率变动的，上调利率权债券的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则是阶段跳跃的，可变期限债券的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则会出现阶段性跳跃。</a:t>
                </a:r>
                <a:endParaRPr lang="en-US" altLang="zh-CN" dirty="0"/>
              </a:p>
              <a:p>
                <a:r>
                  <a:rPr lang="zh-CN" altLang="en-US" dirty="0"/>
                  <a:t>要度量权利条款的价值，最直接的方式就是将普通债和含权债进行价格比较。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zh-CN" altLang="en-US" sz="22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含权债</m:t>
                          </m:r>
                        </m:sup>
                      </m:sSup>
                      <m:r>
                        <a:rPr lang="en-US" altLang="zh-CN" sz="22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zh-CN" altLang="en-US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altLang="zh-C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zh-CN" altLang="en-US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普通债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𝑶𝑨𝑺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𝑭𝑽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zh-CN" altLang="en-US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22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普通债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2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𝑶𝑨𝑺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b="1" dirty="0"/>
              </a:p>
              <a:p>
                <a:endParaRPr lang="en-US" altLang="zh-CN" dirty="0"/>
              </a:p>
              <a:p>
                <a:r>
                  <a:rPr lang="zh-CN" altLang="en-US" dirty="0"/>
                  <a:t>期权调整价差的特点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基于单一含权债券，稳定性差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高度依赖含权债的成交价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包含较多非含权的个券差异因素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78F216-9D62-454D-B9AA-BD368B8C3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848" r="-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96A94DE5-3209-4356-8519-B697A8278C7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378051805"/>
              </p:ext>
            </p:extLst>
          </p:nvPr>
        </p:nvGraphicFramePr>
        <p:xfrm>
          <a:off x="9715500" y="1620838"/>
          <a:ext cx="6700838" cy="5287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54AAF7-443B-4067-B60F-78C2497E6B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715499" y="6908800"/>
            <a:ext cx="6700443" cy="2524566"/>
          </a:xfrm>
        </p:spPr>
        <p:txBody>
          <a:bodyPr>
            <a:normAutofit/>
          </a:bodyPr>
          <a:lstStyle/>
          <a:p>
            <a:r>
              <a:rPr lang="zh-CN" altLang="en-US" dirty="0"/>
              <a:t>上图是</a:t>
            </a:r>
            <a:r>
              <a:rPr lang="en-US" altLang="zh-CN" dirty="0"/>
              <a:t>3</a:t>
            </a:r>
            <a:r>
              <a:rPr lang="zh-CN" altLang="en-US" dirty="0"/>
              <a:t>只含权债的</a:t>
            </a:r>
            <a:r>
              <a:rPr lang="en-US" altLang="zh-CN" dirty="0"/>
              <a:t>OAS</a:t>
            </a:r>
            <a:r>
              <a:rPr lang="zh-CN" altLang="en-US" dirty="0"/>
              <a:t>走势，横轴表示距离行权日的月数；纵轴表示</a:t>
            </a:r>
            <a:r>
              <a:rPr lang="en-US" altLang="zh-CN" dirty="0"/>
              <a:t>OAS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含权债的</a:t>
            </a:r>
            <a:r>
              <a:rPr lang="en-US" altLang="zh-CN" dirty="0"/>
              <a:t>OAS</a:t>
            </a:r>
            <a:r>
              <a:rPr lang="zh-CN" altLang="en-US" dirty="0"/>
              <a:t>越接近行权日都趋于相同（接近同资质普通债的行业利差）。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A378B08-9EF1-47C1-83B3-D02FCD39BB94}"/>
              </a:ext>
            </a:extLst>
          </p:cNvPr>
          <p:cNvSpPr/>
          <p:nvPr/>
        </p:nvSpPr>
        <p:spPr>
          <a:xfrm rot="10499467">
            <a:off x="10636233" y="4577459"/>
            <a:ext cx="1182757" cy="169786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2A1B639-D304-47BE-A364-88E1B7FC71D6}"/>
              </a:ext>
            </a:extLst>
          </p:cNvPr>
          <p:cNvSpPr/>
          <p:nvPr/>
        </p:nvSpPr>
        <p:spPr>
          <a:xfrm rot="9283712">
            <a:off x="10502716" y="4131951"/>
            <a:ext cx="1182757" cy="169786"/>
          </a:xfrm>
          <a:prstGeom prst="rightArrow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B2BAE17-3488-4954-B853-0F3AB10B222F}"/>
              </a:ext>
            </a:extLst>
          </p:cNvPr>
          <p:cNvSpPr/>
          <p:nvPr/>
        </p:nvSpPr>
        <p:spPr>
          <a:xfrm rot="12626615">
            <a:off x="10502717" y="5139176"/>
            <a:ext cx="1182757" cy="169786"/>
          </a:xfrm>
          <a:prstGeom prst="rightArrow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448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6C5556A-9EDC-4B40-AD08-2C01DBF6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几种价差的比较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CAD5D828-1933-4B71-8639-DD5B903233C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14913052"/>
              </p:ext>
            </p:extLst>
          </p:nvPr>
        </p:nvGraphicFramePr>
        <p:xfrm>
          <a:off x="949325" y="2398713"/>
          <a:ext cx="15467601" cy="528478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586685">
                  <a:extLst>
                    <a:ext uri="{9D8B030D-6E8A-4147-A177-3AD203B41FA5}">
                      <a16:colId xmlns:a16="http://schemas.microsoft.com/office/drawing/2014/main" val="1540118454"/>
                    </a:ext>
                  </a:extLst>
                </a:gridCol>
                <a:gridCol w="3470229">
                  <a:extLst>
                    <a:ext uri="{9D8B030D-6E8A-4147-A177-3AD203B41FA5}">
                      <a16:colId xmlns:a16="http://schemas.microsoft.com/office/drawing/2014/main" val="2913214607"/>
                    </a:ext>
                  </a:extLst>
                </a:gridCol>
                <a:gridCol w="3470229">
                  <a:extLst>
                    <a:ext uri="{9D8B030D-6E8A-4147-A177-3AD203B41FA5}">
                      <a16:colId xmlns:a16="http://schemas.microsoft.com/office/drawing/2014/main" val="914550461"/>
                    </a:ext>
                  </a:extLst>
                </a:gridCol>
                <a:gridCol w="3470229">
                  <a:extLst>
                    <a:ext uri="{9D8B030D-6E8A-4147-A177-3AD203B41FA5}">
                      <a16:colId xmlns:a16="http://schemas.microsoft.com/office/drawing/2014/main" val="829516299"/>
                    </a:ext>
                  </a:extLst>
                </a:gridCol>
                <a:gridCol w="3470229">
                  <a:extLst>
                    <a:ext uri="{9D8B030D-6E8A-4147-A177-3AD203B41FA5}">
                      <a16:colId xmlns:a16="http://schemas.microsoft.com/office/drawing/2014/main" val="3060334170"/>
                    </a:ext>
                  </a:extLst>
                </a:gridCol>
              </a:tblGrid>
              <a:tr h="587156">
                <a:tc>
                  <a:txBody>
                    <a:bodyPr/>
                    <a:lstStyle/>
                    <a:p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名义价差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零波动价差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信用价差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期权调整价差</a:t>
                      </a:r>
                    </a:p>
                  </a:txBody>
                  <a:tcPr marL="130344" marR="130344" anchor="ctr"/>
                </a:tc>
                <a:extLst>
                  <a:ext uri="{0D108BD9-81ED-4DB2-BD59-A6C34878D82A}">
                    <a16:rowId xmlns:a16="http://schemas.microsoft.com/office/drawing/2014/main" val="813257906"/>
                  </a:ext>
                </a:extLst>
              </a:tr>
              <a:tr h="9003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基本原理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两个到期收益率之间的差额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两个即期收益率之间的差额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信用债与无风险债的收益率差额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含权债与普通债的收益率差额</a:t>
                      </a:r>
                    </a:p>
                  </a:txBody>
                  <a:tcPr marL="130344" marR="130344" anchor="ctr"/>
                </a:tc>
                <a:extLst>
                  <a:ext uri="{0D108BD9-81ED-4DB2-BD59-A6C34878D82A}">
                    <a16:rowId xmlns:a16="http://schemas.microsoft.com/office/drawing/2014/main" val="814415233"/>
                  </a:ext>
                </a:extLst>
              </a:tr>
              <a:tr h="9003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基准目标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资质可比的个券或收益率曲线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收益率曲线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资质可比的个券或收益率曲线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资质可比的个券</a:t>
                      </a:r>
                    </a:p>
                  </a:txBody>
                  <a:tcPr marL="130344" marR="130344" anchor="ctr"/>
                </a:tc>
                <a:extLst>
                  <a:ext uri="{0D108BD9-81ED-4DB2-BD59-A6C34878D82A}">
                    <a16:rowId xmlns:a16="http://schemas.microsoft.com/office/drawing/2014/main" val="3519042432"/>
                  </a:ext>
                </a:extLst>
              </a:tr>
              <a:tr h="9003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收益率类型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到期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即期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到期（即名义价差）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即期（即零波动价差）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即期</a:t>
                      </a:r>
                    </a:p>
                  </a:txBody>
                  <a:tcPr marL="130344" marR="130344" anchor="ctr"/>
                </a:tc>
                <a:extLst>
                  <a:ext uri="{0D108BD9-81ED-4DB2-BD59-A6C34878D82A}">
                    <a16:rowId xmlns:a16="http://schemas.microsoft.com/office/drawing/2014/main" val="3722165340"/>
                  </a:ext>
                </a:extLst>
              </a:tr>
              <a:tr h="7049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优势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简便、直观、普及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符合期限结构的假设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直观反映个券的市场风险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直观反映期权价值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</a:txBody>
                  <a:tcPr marL="130344" marR="130344" anchor="ctr"/>
                </a:tc>
                <a:extLst>
                  <a:ext uri="{0D108BD9-81ED-4DB2-BD59-A6C34878D82A}">
                    <a16:rowId xmlns:a16="http://schemas.microsoft.com/office/drawing/2014/main" val="3361547376"/>
                  </a:ext>
                </a:extLst>
              </a:tr>
              <a:tr h="12917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劣势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到期收益率的缺陷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个券因素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计算繁琐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个券因素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个券因素</a:t>
                      </a:r>
                    </a:p>
                  </a:txBody>
                  <a:tcPr marL="130344" marR="130344"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可比债券稀缺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个券因素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市场容量小</a:t>
                      </a:r>
                    </a:p>
                  </a:txBody>
                  <a:tcPr marL="130344" marR="130344" anchor="ctr"/>
                </a:tc>
                <a:extLst>
                  <a:ext uri="{0D108BD9-81ED-4DB2-BD59-A6C34878D82A}">
                    <a16:rowId xmlns:a16="http://schemas.microsoft.com/office/drawing/2014/main" val="286248952"/>
                  </a:ext>
                </a:extLst>
              </a:tr>
            </a:tbl>
          </a:graphicData>
        </a:graphic>
      </p:graphicFrame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F28F40-5B69-4098-99E2-5936980AD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9325" y="8229599"/>
            <a:ext cx="15466444" cy="133569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资质可比：相似的主体规模、存续期、信用、行业等差异，相似的经营和盈利状况等。</a:t>
            </a:r>
            <a:endParaRPr lang="en-US" altLang="zh-CN" sz="2000" dirty="0"/>
          </a:p>
          <a:p>
            <a:r>
              <a:rPr lang="zh-CN" altLang="en-US" sz="2000" dirty="0"/>
              <a:t>个券因素：在主体资质可比前提下，个券应具有相似的待偿期，债券要素，以避免投资者的偏好差异。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D08C982-4358-4992-8788-F7810AAFF61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50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CD890-7B41-4427-A70C-93CC6312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（三）利率风险指标：久期和凸性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7E8DFB-FF1D-4EAB-8334-C3D6E2FD7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久期和凸性是市场风险的第一层次表达，侧重于衡量趋势判断的风险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8951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CD30087-66C2-4196-82DB-52C92246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重新认识债券定价公式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C6810CA-AB08-4A8B-A296-6C2937850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教科书上的定价公式高度简化，并假设发行时买入并持有到期，从而计算出一个内部收益率，称为到期收益率。</a:t>
                </a:r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3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3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32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r>
                  <a:rPr lang="zh-CN" altLang="en-US" dirty="0"/>
                  <a:t>债券交易更多是从二级市场买卖，因此，实际使用的定价公式应该是：</a:t>
                </a:r>
                <a:endParaRPr lang="en-US" altLang="zh-CN" dirty="0"/>
              </a:p>
              <a:p>
                <a:pPr marL="457198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zh-CN" altLang="en-US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320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×(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𝐹𝑉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3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32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zh-CN" altLang="en-US" dirty="0"/>
                  <a:t>其中，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n</a:t>
                </a:r>
                <a:r>
                  <a:rPr lang="zh-CN" altLang="en-US" dirty="0"/>
                  <a:t>表示交易时刻的已经完成的付息周期个数，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t</a:t>
                </a:r>
                <a:r>
                  <a:rPr lang="zh-CN" altLang="en-US" dirty="0"/>
                  <a:t>是当前付息周期已完成的比例，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表示价差，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表示价差，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C</a:t>
                </a:r>
                <a:r>
                  <a:rPr lang="zh-CN" altLang="en-US" dirty="0"/>
                  <a:t>是票息，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FV</a:t>
                </a:r>
                <a:r>
                  <a:rPr lang="zh-CN" altLang="en-US" dirty="0"/>
                  <a:t>是面值，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N</a:t>
                </a:r>
                <a:r>
                  <a:rPr lang="zh-CN" altLang="en-US" dirty="0"/>
                  <a:t>是发行期限，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f</a:t>
                </a:r>
                <a:r>
                  <a:rPr lang="zh-CN" altLang="en-US" dirty="0"/>
                  <a:t>是付息频率。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C6810CA-AB08-4A8B-A296-6C2937850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 r="-2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267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C3B6BD2-18BC-4FAA-A253-2FCE666B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单券定价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79EB254F-3D02-409B-8AF0-3429186E4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将未来各期现金流逐一贴现，以此形成债券的贴现价值；通过不同情境下所计算出的贴现价值变化，来评估利率变动的影响；要给出合理的贴现收益率。</a:t>
                </a:r>
                <a:endParaRPr lang="en-US" altLang="zh-CN" dirty="0"/>
              </a:p>
              <a:p>
                <a:r>
                  <a:rPr lang="zh-CN" altLang="en-US" dirty="0"/>
                  <a:t>例：一只票息率</a:t>
                </a:r>
                <a:r>
                  <a:rPr lang="en-US" altLang="zh-CN" dirty="0"/>
                  <a:t>9%</a:t>
                </a:r>
                <a:r>
                  <a:rPr lang="zh-CN" altLang="en-US" dirty="0"/>
                  <a:t>的半年付息债券，当前成交价</a:t>
                </a:r>
                <a:r>
                  <a:rPr lang="en-US" altLang="zh-CN" dirty="0"/>
                  <a:t>105.04</a:t>
                </a:r>
                <a:r>
                  <a:rPr lang="zh-CN" altLang="en-US" dirty="0"/>
                  <a:t>元，成交收益率</a:t>
                </a:r>
                <a:r>
                  <a:rPr lang="en-US" altLang="zh-CN" dirty="0"/>
                  <a:t>8.25%</a:t>
                </a:r>
                <a:r>
                  <a:rPr lang="zh-CN" altLang="en-US" dirty="0"/>
                  <a:t>；若收益率上行</a:t>
                </a:r>
                <a:r>
                  <a:rPr lang="en-US" altLang="zh-CN" dirty="0"/>
                  <a:t>100bp</a:t>
                </a:r>
                <a:r>
                  <a:rPr lang="zh-CN" altLang="en-US" dirty="0"/>
                  <a:t>，债券价格降为多少？</a:t>
                </a:r>
                <a:endParaRPr lang="en-US" altLang="zh-CN" dirty="0"/>
              </a:p>
              <a:p>
                <a:r>
                  <a:rPr lang="zh-CN" altLang="en-US" dirty="0"/>
                  <a:t>若收益率上行</a:t>
                </a:r>
                <a:r>
                  <a:rPr lang="en-US" altLang="zh-CN" dirty="0"/>
                  <a:t>100bp</a:t>
                </a:r>
                <a:r>
                  <a:rPr lang="zh-CN" altLang="en-US" dirty="0"/>
                  <a:t>，则定价公式变为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4.5</m:t>
                          </m:r>
                        </m:num>
                        <m:den>
                          <m:r>
                            <a:rPr lang="en-US" altLang="zh-CN" sz="28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1+0.04125+0.005</m:t>
                          </m:r>
                        </m:den>
                      </m:f>
                      <m:r>
                        <a:rPr lang="en-US" altLang="zh-CN" sz="28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4.5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1+0.04125+0.005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4.5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1+0.04125+0.005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p>
                          </m:sSup>
                        </m:den>
                      </m:f>
                      <m:r>
                        <a:rPr lang="en-US" altLang="zh-CN" sz="28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=98.39</m:t>
                      </m:r>
                    </m:oMath>
                  </m:oMathPara>
                </a14:m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r>
                  <a:rPr lang="zh-CN" altLang="en-US" dirty="0"/>
                  <a:t>期间收益率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98.39−105.04</m:t>
                          </m:r>
                        </m:num>
                        <m:den>
                          <m:r>
                            <a:rPr lang="en-US" altLang="zh-CN" sz="28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105.04</m:t>
                          </m:r>
                        </m:den>
                      </m:f>
                      <m:r>
                        <a:rPr lang="en-US" altLang="zh-CN" sz="28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×100%=−6.33%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79EB254F-3D02-409B-8AF0-3429186E4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8" r="-12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999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FCD0B-FD5E-42EC-A92E-9E6174697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精确定价法：优劣分析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DCCABA-C63C-4F85-A451-113E378C9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优势：</a:t>
            </a:r>
            <a:endParaRPr lang="en-US" altLang="zh-CN" dirty="0"/>
          </a:p>
          <a:p>
            <a:pPr lvl="1"/>
            <a:r>
              <a:rPr lang="zh-CN" altLang="en-US" dirty="0"/>
              <a:t>精确！精确！精确！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劣势：</a:t>
            </a:r>
            <a:endParaRPr lang="en-US" altLang="zh-CN" dirty="0"/>
          </a:p>
          <a:p>
            <a:pPr lvl="1"/>
            <a:r>
              <a:rPr lang="zh-CN" altLang="en-US" dirty="0"/>
              <a:t>对于大型投组，计算复杂度快速增加</a:t>
            </a:r>
            <a:endParaRPr lang="en-US" altLang="zh-CN" dirty="0"/>
          </a:p>
          <a:p>
            <a:pPr lvl="1"/>
            <a:r>
              <a:rPr lang="zh-CN" altLang="en-US" dirty="0"/>
              <a:t>对含权债需要建模</a:t>
            </a:r>
            <a:endParaRPr lang="en-US" altLang="zh-CN" dirty="0"/>
          </a:p>
          <a:p>
            <a:pPr lvl="2"/>
            <a:r>
              <a:rPr lang="zh-CN" altLang="en-US" dirty="0"/>
              <a:t>结果的准确度受限于建模假设和建模技术的准确度；</a:t>
            </a:r>
            <a:endParaRPr lang="en-US" altLang="zh-CN" dirty="0"/>
          </a:p>
          <a:p>
            <a:pPr lvl="2"/>
            <a:r>
              <a:rPr lang="zh-CN" altLang="en-US" dirty="0"/>
              <a:t>对于多只含权债的组合，需要考虑各种各样的模型，复杂度几何级数上升；</a:t>
            </a:r>
            <a:endParaRPr lang="en-US" altLang="zh-CN" dirty="0"/>
          </a:p>
          <a:p>
            <a:pPr lvl="2"/>
            <a:endParaRPr lang="en-US" altLang="zh-CN" dirty="0"/>
          </a:p>
          <a:p>
            <a:r>
              <a:rPr lang="zh-CN" altLang="en-US" dirty="0"/>
              <a:t>实践：</a:t>
            </a:r>
            <a:endParaRPr lang="en-US" altLang="zh-CN" dirty="0"/>
          </a:p>
          <a:p>
            <a:pPr lvl="1"/>
            <a:r>
              <a:rPr lang="zh-CN" altLang="en-US" dirty="0"/>
              <a:t>使用近似方法：</a:t>
            </a:r>
            <a:r>
              <a:rPr lang="zh-CN" altLang="en-US" b="1" dirty="0"/>
              <a:t>久期</a:t>
            </a:r>
            <a:r>
              <a:rPr lang="zh-CN" altLang="en-US" dirty="0"/>
              <a:t>和</a:t>
            </a:r>
            <a:r>
              <a:rPr lang="zh-CN" altLang="en-US" b="1" dirty="0"/>
              <a:t>凸性</a:t>
            </a:r>
          </a:p>
        </p:txBody>
      </p:sp>
    </p:spTree>
    <p:extLst>
      <p:ext uri="{BB962C8B-B14F-4D97-AF65-F5344CB8AC3E}">
        <p14:creationId xmlns:p14="http://schemas.microsoft.com/office/powerpoint/2010/main" val="2743153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8781B2C-1B18-44D5-90DD-34F08A2A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久期：衡量价格对到期收益率变化的敏感性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525203B5-3510-44BB-95EA-B3F79157108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数学推演表明，修正久期具有如下关系：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num>
                        <m:den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𝑴𝑫</m:t>
                      </m:r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×∆</m:t>
                      </m:r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altLang="zh-CN" dirty="0">
                  <a:solidFill>
                    <a:srgbClr val="C00000"/>
                  </a:solidFill>
                </a:endParaRPr>
              </a:p>
              <a:p>
                <a:r>
                  <a:rPr lang="zh-CN" altLang="en-US" dirty="0"/>
                  <a:t>久期没有单位，也与时间无直接关联；</a:t>
                </a:r>
                <a:endParaRPr lang="en-US" altLang="zh-CN" dirty="0"/>
              </a:p>
              <a:p>
                <a:r>
                  <a:rPr lang="zh-CN" altLang="en-US" dirty="0"/>
                  <a:t>衡量各种风险因素变化对债券价格所带来影响的敏感系数，并衍生出了大量诸如曲线久期、因子久期、远期久期等具有特定含义的概念。</a:t>
                </a:r>
                <a:endParaRPr lang="en-US" altLang="zh-CN" dirty="0"/>
              </a:p>
              <a:p>
                <a:r>
                  <a:rPr lang="zh-CN" altLang="en-US" dirty="0"/>
                  <a:t>久期的初次发现来自于时间对现金流的加权平均，称为麦考利久期，与修正久期的关系如下：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𝑴𝑫</m:t>
                      </m:r>
                      <m:r>
                        <a:rPr lang="en-US" altLang="zh-CN" sz="28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CN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zh-CN" alt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麦考利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525203B5-3510-44BB-95EA-B3F791571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内容占位符 3">
            <a:extLst>
              <a:ext uri="{FF2B5EF4-FFF2-40B4-BE49-F238E27FC236}">
                <a16:creationId xmlns:a16="http://schemas.microsoft.com/office/drawing/2014/main" id="{472172B4-4718-4952-8B50-38A9BD923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1776" t="6435" r="3318" b="4599"/>
          <a:stretch/>
        </p:blipFill>
        <p:spPr>
          <a:xfrm>
            <a:off x="9902874" y="3024471"/>
            <a:ext cx="6699109" cy="5251428"/>
          </a:xfrm>
        </p:spPr>
      </p:pic>
    </p:spTree>
    <p:extLst>
      <p:ext uri="{BB962C8B-B14F-4D97-AF65-F5344CB8AC3E}">
        <p14:creationId xmlns:p14="http://schemas.microsoft.com/office/powerpoint/2010/main" val="4163631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凸性：衡量久期对到期收益率变化的敏感性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定义公式描述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num>
                        <m:den>
                          <m:r>
                            <a:rPr lang="en-US" altLang="zh-CN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𝑴𝑫</m:t>
                      </m:r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×∆</m:t>
                      </m:r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zh-CN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凸性的价值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正凸性，在同等收益率变化下，价格涨幅更大、价格跌幅更小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负凸性，则相反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什么样的债券具有正凸性？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是否存在负凸性的资产？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0FC3BCD7-87FB-4392-88E7-BBEB251520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65131" y="2928396"/>
            <a:ext cx="5685186" cy="6122244"/>
          </a:xfr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F49CF032-3ECF-465D-BF9B-4A906E32253F}"/>
              </a:ext>
            </a:extLst>
          </p:cNvPr>
          <p:cNvSpPr txBox="1">
            <a:spLocks/>
          </p:cNvSpPr>
          <p:nvPr/>
        </p:nvSpPr>
        <p:spPr>
          <a:xfrm>
            <a:off x="5615633" y="3131940"/>
            <a:ext cx="5904656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Cambria Math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D2DEA0B-DE76-4776-9C4C-89477FA8C9B3}"/>
              </a:ext>
            </a:extLst>
          </p:cNvPr>
          <p:cNvGrpSpPr/>
          <p:nvPr/>
        </p:nvGrpSpPr>
        <p:grpSpPr>
          <a:xfrm>
            <a:off x="10422473" y="2672282"/>
            <a:ext cx="5050296" cy="3103678"/>
            <a:chOff x="7888188" y="1262948"/>
            <a:chExt cx="3993595" cy="2416796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32354929-8E3D-499F-AB62-530713769B11}"/>
                </a:ext>
              </a:extLst>
            </p:cNvPr>
            <p:cNvGrpSpPr/>
            <p:nvPr/>
          </p:nvGrpSpPr>
          <p:grpSpPr>
            <a:xfrm>
              <a:off x="7888188" y="1262948"/>
              <a:ext cx="599090" cy="1000731"/>
              <a:chOff x="7888188" y="1262948"/>
              <a:chExt cx="599090" cy="1000731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6A50398-C453-41FF-85CC-4C1D25D0E94E}"/>
                  </a:ext>
                </a:extLst>
              </p:cNvPr>
              <p:cNvCxnSpPr/>
              <p:nvPr/>
            </p:nvCxnSpPr>
            <p:spPr>
              <a:xfrm>
                <a:off x="7893223" y="1618433"/>
                <a:ext cx="59405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03AA4A7-5B67-482C-A8C4-DBA96422D625}"/>
                  </a:ext>
                </a:extLst>
              </p:cNvPr>
              <p:cNvCxnSpPr/>
              <p:nvPr/>
            </p:nvCxnSpPr>
            <p:spPr>
              <a:xfrm>
                <a:off x="7888188" y="1914590"/>
                <a:ext cx="5990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EE737D9D-B135-4F0A-AA26-4D131351475F}"/>
                  </a:ext>
                </a:extLst>
              </p:cNvPr>
              <p:cNvCxnSpPr/>
              <p:nvPr/>
            </p:nvCxnSpPr>
            <p:spPr>
              <a:xfrm>
                <a:off x="8426867" y="1262948"/>
                <a:ext cx="0" cy="3554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649BFBA6-E26C-4F40-B15A-AC04249124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26868" y="1914590"/>
                <a:ext cx="0" cy="3490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6271AA1-ACD6-4287-84D4-B49DFB8FD4A5}"/>
                </a:ext>
              </a:extLst>
            </p:cNvPr>
            <p:cNvGrpSpPr/>
            <p:nvPr/>
          </p:nvGrpSpPr>
          <p:grpSpPr>
            <a:xfrm>
              <a:off x="9186042" y="2837793"/>
              <a:ext cx="609599" cy="391511"/>
              <a:chOff x="9186042" y="2837793"/>
              <a:chExt cx="609599" cy="391511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C0BCA06-E768-497A-81EB-431783E64648}"/>
                  </a:ext>
                </a:extLst>
              </p:cNvPr>
              <p:cNvCxnSpPr/>
              <p:nvPr/>
            </p:nvCxnSpPr>
            <p:spPr>
              <a:xfrm>
                <a:off x="9191165" y="2976867"/>
                <a:ext cx="60447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1C699DA-D97C-4C3D-8738-BDB4208DF210}"/>
                  </a:ext>
                </a:extLst>
              </p:cNvPr>
              <p:cNvCxnSpPr/>
              <p:nvPr/>
            </p:nvCxnSpPr>
            <p:spPr>
              <a:xfrm>
                <a:off x="9186042" y="3092732"/>
                <a:ext cx="6095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3410D8D9-CFD4-4310-9C70-9EFA167B1219}"/>
                  </a:ext>
                </a:extLst>
              </p:cNvPr>
              <p:cNvCxnSpPr/>
              <p:nvPr/>
            </p:nvCxnSpPr>
            <p:spPr>
              <a:xfrm>
                <a:off x="9734171" y="2837793"/>
                <a:ext cx="0" cy="1390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4F0EE09E-B034-48E0-B4EF-3F01E532DA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34171" y="3092732"/>
                <a:ext cx="0" cy="1365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2BED62E-2FD6-4D06-BA42-5051BB5EA427}"/>
                </a:ext>
              </a:extLst>
            </p:cNvPr>
            <p:cNvGrpSpPr/>
            <p:nvPr/>
          </p:nvGrpSpPr>
          <p:grpSpPr>
            <a:xfrm>
              <a:off x="8363300" y="2044642"/>
              <a:ext cx="906824" cy="749623"/>
              <a:chOff x="8363300" y="2044642"/>
              <a:chExt cx="906824" cy="749623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4D253E5-EFCC-4CBD-B016-A42C4182A3B9}"/>
                  </a:ext>
                </a:extLst>
              </p:cNvPr>
              <p:cNvCxnSpPr/>
              <p:nvPr/>
            </p:nvCxnSpPr>
            <p:spPr>
              <a:xfrm>
                <a:off x="8363300" y="2305202"/>
                <a:ext cx="8992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0A9E34E-F600-4BAB-87B6-C6D6A444BF32}"/>
                  </a:ext>
                </a:extLst>
              </p:cNvPr>
              <p:cNvCxnSpPr/>
              <p:nvPr/>
            </p:nvCxnSpPr>
            <p:spPr>
              <a:xfrm>
                <a:off x="8363300" y="2538392"/>
                <a:ext cx="90682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2974C330-E71A-4ED5-B57F-6B70853BAD12}"/>
                  </a:ext>
                </a:extLst>
              </p:cNvPr>
              <p:cNvCxnSpPr/>
              <p:nvPr/>
            </p:nvCxnSpPr>
            <p:spPr>
              <a:xfrm>
                <a:off x="9171063" y="2044642"/>
                <a:ext cx="0" cy="2605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F3CD8C54-D720-4EDC-8FC7-5CD9EB8941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78683" y="2538392"/>
                <a:ext cx="0" cy="2558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36D6A60C-BF2C-47AB-8D30-DE1BBCA77F07}"/>
                </a:ext>
              </a:extLst>
            </p:cNvPr>
            <p:cNvGrpSpPr/>
            <p:nvPr/>
          </p:nvGrpSpPr>
          <p:grpSpPr>
            <a:xfrm>
              <a:off x="9734171" y="3543172"/>
              <a:ext cx="604465" cy="136572"/>
              <a:chOff x="9734171" y="3543172"/>
              <a:chExt cx="604465" cy="136572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EDEBA7E-26D3-45D8-A694-72209BCCFBE1}"/>
                  </a:ext>
                </a:extLst>
              </p:cNvPr>
              <p:cNvCxnSpPr/>
              <p:nvPr/>
            </p:nvCxnSpPr>
            <p:spPr>
              <a:xfrm>
                <a:off x="9739250" y="3591686"/>
                <a:ext cx="59938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20F16D75-3051-460A-A778-643ED8F6446F}"/>
                  </a:ext>
                </a:extLst>
              </p:cNvPr>
              <p:cNvCxnSpPr/>
              <p:nvPr/>
            </p:nvCxnSpPr>
            <p:spPr>
              <a:xfrm>
                <a:off x="9734171" y="3632103"/>
                <a:ext cx="60446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B0018B5-AEAE-404A-8DB9-F51C2290831E}"/>
                  </a:ext>
                </a:extLst>
              </p:cNvPr>
              <p:cNvCxnSpPr/>
              <p:nvPr/>
            </p:nvCxnSpPr>
            <p:spPr>
              <a:xfrm>
                <a:off x="10277684" y="3543172"/>
                <a:ext cx="0" cy="485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4DD87B44-AC8A-44A4-8CB6-5FC854FC31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7684" y="3632103"/>
                <a:ext cx="0" cy="476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箭头: 右 38">
              <a:extLst>
                <a:ext uri="{FF2B5EF4-FFF2-40B4-BE49-F238E27FC236}">
                  <a16:creationId xmlns:a16="http://schemas.microsoft.com/office/drawing/2014/main" id="{9779DB7D-4343-4C42-9FD5-F43AC6FC839F}"/>
                </a:ext>
              </a:extLst>
            </p:cNvPr>
            <p:cNvSpPr/>
            <p:nvPr/>
          </p:nvSpPr>
          <p:spPr>
            <a:xfrm rot="11345835">
              <a:off x="8620617" y="1801375"/>
              <a:ext cx="1284437" cy="154895"/>
            </a:xfrm>
            <a:prstGeom prst="rightArrow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箭头: 右 40">
              <a:extLst>
                <a:ext uri="{FF2B5EF4-FFF2-40B4-BE49-F238E27FC236}">
                  <a16:creationId xmlns:a16="http://schemas.microsoft.com/office/drawing/2014/main" id="{1911A73F-3DBF-40ED-9C85-06D53ADE0D15}"/>
                </a:ext>
              </a:extLst>
            </p:cNvPr>
            <p:cNvSpPr/>
            <p:nvPr/>
          </p:nvSpPr>
          <p:spPr>
            <a:xfrm rot="10332307">
              <a:off x="9254098" y="2319947"/>
              <a:ext cx="809713" cy="137417"/>
            </a:xfrm>
            <a:prstGeom prst="rightArrow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箭头: 右 41">
              <a:extLst>
                <a:ext uri="{FF2B5EF4-FFF2-40B4-BE49-F238E27FC236}">
                  <a16:creationId xmlns:a16="http://schemas.microsoft.com/office/drawing/2014/main" id="{073852C5-D478-4A18-AC6A-BBCBF5DA603E}"/>
                </a:ext>
              </a:extLst>
            </p:cNvPr>
            <p:cNvSpPr/>
            <p:nvPr/>
          </p:nvSpPr>
          <p:spPr>
            <a:xfrm rot="8200284">
              <a:off x="9780861" y="2779234"/>
              <a:ext cx="520377" cy="151513"/>
            </a:xfrm>
            <a:prstGeom prst="rightArrow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箭头: 右 42">
              <a:extLst>
                <a:ext uri="{FF2B5EF4-FFF2-40B4-BE49-F238E27FC236}">
                  <a16:creationId xmlns:a16="http://schemas.microsoft.com/office/drawing/2014/main" id="{DD36D357-9B96-4716-8D97-EA3BE97E56CC}"/>
                </a:ext>
              </a:extLst>
            </p:cNvPr>
            <p:cNvSpPr/>
            <p:nvPr/>
          </p:nvSpPr>
          <p:spPr>
            <a:xfrm rot="6483305">
              <a:off x="10293052" y="3294157"/>
              <a:ext cx="396716" cy="114935"/>
            </a:xfrm>
            <a:prstGeom prst="rightArrow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5AF6EC5-2699-4687-B15D-D172C1D0EB22}"/>
                </a:ext>
              </a:extLst>
            </p:cNvPr>
            <p:cNvSpPr txBox="1"/>
            <p:nvPr/>
          </p:nvSpPr>
          <p:spPr>
            <a:xfrm>
              <a:off x="10434383" y="2041765"/>
              <a:ext cx="1447400" cy="693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</a:rPr>
                <a:t>凸性的</a:t>
              </a:r>
              <a:endParaRPr lang="en-US" altLang="zh-CN" b="1" dirty="0">
                <a:solidFill>
                  <a:srgbClr val="C00000"/>
                </a:solidFill>
              </a:endParaRPr>
            </a:p>
            <a:p>
              <a:r>
                <a:rPr lang="zh-CN" altLang="en-US" b="1" dirty="0">
                  <a:solidFill>
                    <a:srgbClr val="C00000"/>
                  </a:solidFill>
                </a:rPr>
                <a:t>效果！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733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154FC62-051F-4A2F-B2ED-8BF2CBBA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价格和收益率的关系：普通债券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8C9487-A842-4662-8F70-6B5FDF9D0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普通债券（一次到期还本付息、贴现、固定利率）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价格与收益率的关系是负向变动</a:t>
            </a:r>
            <a:endParaRPr lang="en-US" altLang="zh-CN"/>
          </a:p>
          <a:p>
            <a:pPr lvl="1"/>
            <a:r>
              <a:rPr lang="zh-CN" altLang="en-US"/>
              <a:t>对于利率以较小幅度的向上变动和向下变动，价格变动的幅度是等同的</a:t>
            </a:r>
            <a:endParaRPr lang="en-US" altLang="zh-CN"/>
          </a:p>
          <a:p>
            <a:pPr lvl="1"/>
            <a:r>
              <a:rPr lang="zh-CN" altLang="en-US"/>
              <a:t>对于利率以较大幅度的向上变动和向下变动，价格变动的幅度将会出现差异（凸性）</a:t>
            </a:r>
            <a:endParaRPr lang="en-US" altLang="zh-CN"/>
          </a:p>
          <a:p>
            <a:pPr lvl="1"/>
            <a:r>
              <a:rPr lang="en-US" altLang="zh-CN"/>
              <a:t>·</a:t>
            </a:r>
            <a:r>
              <a:rPr lang="zh-CN" altLang="en-US"/>
              <a:t>收益率变小，价格涨幅逐渐加快；收益率变大，价格跌幅逐渐收窄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/>
              <a:t>不同债券的久期和凸性都是变化的</a:t>
            </a:r>
            <a:endParaRPr lang="en-US" altLang="zh-CN"/>
          </a:p>
          <a:p>
            <a:pPr lvl="1"/>
            <a:r>
              <a:rPr lang="zh-CN" altLang="en-US"/>
              <a:t>相同债券在不同时点或不同价格上的久期和凸性也是变化的</a:t>
            </a:r>
            <a:endParaRPr lang="en-US" altLang="zh-CN"/>
          </a:p>
          <a:p>
            <a:pPr lvl="1"/>
            <a:r>
              <a:rPr lang="zh-CN" altLang="en-US"/>
              <a:t>收益率越小，久期和凸性变大；反之，久期和凸性变小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07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E74040D0-608F-4450-8F7C-9D1C046D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含权债的久期和凸性</a:t>
            </a:r>
            <a:endParaRPr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909D2C70-DBEE-4315-875C-B6E66467A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有效久期（</a:t>
            </a:r>
            <a:r>
              <a:rPr lang="en-US" altLang="zh-CN" b="1" dirty="0"/>
              <a:t>Effective Duration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1BFC4AC6-7179-4AB6-B881-7F4F0C1C315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𝑬𝑭𝑭</m:t>
                          </m:r>
                        </m:sub>
                      </m:sSub>
                      <m:r>
                        <a:rPr lang="en-US" altLang="zh-CN" sz="28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×∆</m:t>
                          </m:r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</m:oMath>
                  </m:oMathPara>
                </a14:m>
                <a:endParaRPr lang="en-US" altLang="zh-CN" b="1" dirty="0"/>
              </a:p>
              <a:p>
                <a:endParaRPr lang="en-US" altLang="zh-CN" dirty="0"/>
              </a:p>
              <a:p>
                <a:r>
                  <a:rPr lang="zh-CN" altLang="en-US" dirty="0"/>
                  <a:t>债券的久期</a:t>
                </a:r>
                <a:r>
                  <a:rPr lang="en-US" altLang="zh-CN" dirty="0"/>
                  <a:t>&gt;=0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久期越高，风险越大；</a:t>
                </a:r>
                <a:endParaRPr lang="en-US" altLang="zh-CN" dirty="0"/>
              </a:p>
              <a:p>
                <a:r>
                  <a:rPr lang="zh-CN" altLang="en-US" dirty="0"/>
                  <a:t>反映了</a:t>
                </a:r>
                <a:r>
                  <a:rPr lang="en-US" altLang="zh-CN" dirty="0"/>
                  <a:t>95%</a:t>
                </a:r>
                <a:r>
                  <a:rPr lang="zh-CN" altLang="en-US" dirty="0"/>
                  <a:t>左右的利率风险。</a:t>
                </a:r>
              </a:p>
            </p:txBody>
          </p:sp>
        </mc:Choice>
        <mc:Fallback xmlns="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1BFC4AC6-7179-4AB6-B881-7F4F0C1C3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D4FDDC9F-8E31-4F9D-A55F-0F146FFEA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b="1"/>
              <a:t>凸性（</a:t>
            </a:r>
            <a:r>
              <a:rPr lang="en-US" altLang="zh-CN" b="1"/>
              <a:t>Effective Convexity</a:t>
            </a:r>
            <a:r>
              <a:rPr lang="zh-CN" altLang="en-US" b="1"/>
              <a:t>）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12">
                <a:extLst>
                  <a:ext uri="{FF2B5EF4-FFF2-40B4-BE49-F238E27FC236}">
                    <a16:creationId xmlns:a16="http://schemas.microsoft.com/office/drawing/2014/main" id="{F3D564F3-2BC0-4F76-8BE6-EBFA0EF53EFA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𝑬𝑭𝑭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1" dirty="0"/>
              </a:p>
              <a:p>
                <a:endParaRPr lang="en-US" altLang="zh-CN" dirty="0"/>
              </a:p>
              <a:p>
                <a:r>
                  <a:rPr lang="zh-CN" altLang="en-US" dirty="0"/>
                  <a:t>债券的凸性通常情况是正的；</a:t>
                </a:r>
                <a:endParaRPr lang="en-US" altLang="zh-CN" dirty="0"/>
              </a:p>
              <a:p>
                <a:r>
                  <a:rPr lang="zh-CN" altLang="en-US" dirty="0"/>
                  <a:t>但对于含权债，凸性可为负（如可赎回债）；</a:t>
                </a:r>
                <a:endParaRPr lang="en-US" altLang="zh-CN" dirty="0"/>
              </a:p>
              <a:p>
                <a:r>
                  <a:rPr lang="zh-CN" altLang="en-US" dirty="0"/>
                  <a:t>凸性具有提高收益、降低亏损的作用；</a:t>
                </a:r>
                <a:endParaRPr lang="en-US" altLang="zh-CN" dirty="0"/>
              </a:p>
              <a:p>
                <a:r>
                  <a:rPr lang="zh-CN" altLang="en-US" dirty="0"/>
                  <a:t>在利率大幅波动（</a:t>
                </a:r>
                <a:r>
                  <a:rPr lang="en-US" altLang="zh-CN" dirty="0"/>
                  <a:t>100bp</a:t>
                </a:r>
                <a:r>
                  <a:rPr lang="zh-CN" altLang="en-US" dirty="0"/>
                  <a:t>）时，凸性对损益的影响明显。</a:t>
                </a:r>
              </a:p>
            </p:txBody>
          </p:sp>
        </mc:Choice>
        <mc:Fallback xmlns="">
          <p:sp>
            <p:nvSpPr>
              <p:cNvPr id="13" name="内容占位符 12">
                <a:extLst>
                  <a:ext uri="{FF2B5EF4-FFF2-40B4-BE49-F238E27FC236}">
                    <a16:creationId xmlns:a16="http://schemas.microsoft.com/office/drawing/2014/main" id="{F3D564F3-2BC0-4F76-8BE6-EBFA0EF53E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613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95BFBEB7-2D3F-435E-AA84-6C4E241A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基于久期的风险度量指标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>
                <a:extLst>
                  <a:ext uri="{FF2B5EF4-FFF2-40B4-BE49-F238E27FC236}">
                    <a16:creationId xmlns:a16="http://schemas.microsoft.com/office/drawing/2014/main" id="{5784D091-8EE2-49B0-B9BE-0725E6833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为了避免使用定价方法的繁琐和复杂度，下面开始使用久期和凸性对债券定价公式进行简化：</a:t>
                </a:r>
                <a:endParaRPr lang="en-US" altLang="zh-CN" dirty="0"/>
              </a:p>
              <a:p>
                <a:r>
                  <a:rPr lang="zh-CN" altLang="en-US" dirty="0"/>
                  <a:t>债券定价公式可以简化为：</a:t>
                </a:r>
                <a:endParaRPr lang="en-US" altLang="zh-CN" dirty="0"/>
              </a:p>
              <a:p>
                <a:pPr marL="0" indent="0" algn="ctr">
                  <a:buNone/>
                </a:pPr>
                <a:r>
                  <a:rPr lang="zh-CN" altLang="zh-CN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num>
                      <m:den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≈−</m:t>
                    </m:r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𝑴𝑫</m:t>
                    </m:r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×∆</m:t>
                    </m:r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zh-CN" altLang="zh-CN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sz="3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修正久期作为敏感度，其含义是：每单位收益率</a:t>
                </a:r>
                <a:r>
                  <a:rPr lang="en-US" altLang="zh-CN" dirty="0"/>
                  <a:t>(1bp)</a:t>
                </a:r>
                <a:r>
                  <a:rPr lang="zh-CN" altLang="en-US" dirty="0"/>
                  <a:t>的变动，会给资产价值带来多大比例的影响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为直观获知总的变动金额，人们还经常使用美元久期：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𝑴𝑫</m:t>
                        </m:r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×∆</m:t>
                        </m:r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dirty="0"/>
                  <a:t>。表示，对于收益率的变动（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∆ </m:t>
                    </m:r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zh-CN" altLang="en-US" dirty="0"/>
                  <a:t>），会带来多少金额的资产价值变动。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由于分析角度的差异，人们在美元久期的基础上，形成单位基点价值（</a:t>
                </a:r>
                <a:r>
                  <a:rPr lang="en-US" altLang="zh-CN" dirty="0"/>
                  <a:t>PVBP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PV of basis point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PV01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PV of 1bp</a:t>
                </a:r>
                <a:r>
                  <a:rPr lang="zh-CN" altLang="en-US" dirty="0"/>
                  <a:t>）指标：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𝑴𝑫</m:t>
                        </m:r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𝟏𝟎𝟎𝟎𝟎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，表示每单位收益率（</a:t>
                </a:r>
                <a:r>
                  <a:rPr lang="en-US" altLang="zh-CN" dirty="0"/>
                  <a:t>1bp</a:t>
                </a:r>
                <a:r>
                  <a:rPr lang="zh-CN" altLang="en-US" dirty="0"/>
                  <a:t>）的变动，会带来多少金额的资产价值变动。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8" name="内容占位符 7">
                <a:extLst>
                  <a:ext uri="{FF2B5EF4-FFF2-40B4-BE49-F238E27FC236}">
                    <a16:creationId xmlns:a16="http://schemas.microsoft.com/office/drawing/2014/main" id="{5784D091-8EE2-49B0-B9BE-0725E6833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 r="-1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996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868EB-5160-4A0F-AF6B-1AB6BF66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基于凸性的风险度量指标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608CB8-3270-4337-AEE7-50C327B622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与久期类似，凸性也会受到嵌入式权利的影响；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对于普通债，修正凸性的理论公式为：</a:t>
                </a:r>
                <a:endParaRPr lang="en-US" altLang="zh-CN" dirty="0"/>
              </a:p>
              <a:p>
                <a:pPr marL="457198" lvl="1" indent="0" algn="ctr">
                  <a:buNone/>
                </a:pP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𝑴𝑶𝑫</m:t>
                        </m:r>
                      </m:sub>
                    </m:sSub>
                    <m:r>
                      <a:rPr lang="en-US" altLang="zh-CN" sz="36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6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𝑴𝑫</m:t>
                        </m:r>
                      </m:num>
                      <m:den>
                        <m:r>
                          <a:rPr lang="en-US" altLang="zh-CN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对于含权债，凸性也需要做相应调整，称为有效凸性：</a:t>
                </a:r>
                <a:r>
                  <a:rPr lang="en-US" altLang="zh-CN" dirty="0"/>
                  <a:t> </a:t>
                </a:r>
              </a:p>
              <a:p>
                <a:pPr marL="457198" lvl="1" indent="0" algn="ctr">
                  <a:buNone/>
                </a:pPr>
                <a:r>
                  <a:rPr lang="zh-CN" altLang="zh-CN" sz="4000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𝑬𝑭𝑭</m:t>
                        </m:r>
                      </m:sub>
                    </m:sSub>
                    <m:r>
                      <a:rPr lang="en-US" altLang="zh-CN" sz="4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4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4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4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zh-CN" sz="4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4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8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608CB8-3270-4337-AEE7-50C327B62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990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F703E-37BD-470A-A90D-D84F98BF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投组的久期和凸性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2F4201-36D9-4707-8098-A0DE7B5815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久期和凸性可以非常便利的运用到投组上，便利的对投组风险进行度量：按比例累加即可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45719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𝑴𝑫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投组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𝑴𝑫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𝑴𝑫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𝑴𝑫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altLang="zh-CN" b="1" dirty="0"/>
              </a:p>
              <a:p>
                <a:pPr lvl="1"/>
                <a:endParaRPr lang="en-US" altLang="zh-CN" dirty="0"/>
              </a:p>
              <a:p>
                <a:pPr marL="45719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投组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altLang="zh-C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altLang="zh-CN" b="1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例：</a:t>
                </a:r>
                <a:br>
                  <a:rPr lang="en-US" altLang="zh-CN" dirty="0"/>
                </a:br>
                <a:r>
                  <a:rPr lang="zh-CN" altLang="en-US" dirty="0"/>
                  <a:t>投组有</a:t>
                </a:r>
                <a:r>
                  <a:rPr lang="en-US" altLang="zh-CN" dirty="0"/>
                  <a:t>30%</a:t>
                </a:r>
                <a:r>
                  <a:rPr lang="zh-CN" altLang="en-US" dirty="0"/>
                  <a:t>的短期债券（久期</a:t>
                </a:r>
                <a:r>
                  <a:rPr lang="en-US" altLang="zh-CN" dirty="0"/>
                  <a:t>1.2</a:t>
                </a:r>
                <a:r>
                  <a:rPr lang="zh-CN" altLang="en-US" dirty="0"/>
                  <a:t>，凸性</a:t>
                </a:r>
                <a:r>
                  <a:rPr lang="en-US" altLang="zh-CN" dirty="0"/>
                  <a:t>13</a:t>
                </a:r>
                <a:r>
                  <a:rPr lang="zh-CN" altLang="en-US" dirty="0"/>
                  <a:t>），</a:t>
                </a:r>
                <a:r>
                  <a:rPr lang="en-US" altLang="zh-CN" dirty="0"/>
                  <a:t>70%</a:t>
                </a:r>
                <a:r>
                  <a:rPr lang="zh-CN" altLang="en-US" dirty="0"/>
                  <a:t>的长期债券（久期</a:t>
                </a:r>
                <a:r>
                  <a:rPr lang="en-US" altLang="zh-CN" dirty="0"/>
                  <a:t>7.9</a:t>
                </a:r>
                <a:r>
                  <a:rPr lang="zh-CN" altLang="en-US" dirty="0"/>
                  <a:t>，凸性</a:t>
                </a:r>
                <a:r>
                  <a:rPr lang="en-US" altLang="zh-CN" dirty="0"/>
                  <a:t>73</a:t>
                </a:r>
                <a:r>
                  <a:rPr lang="zh-CN" altLang="en-US" dirty="0"/>
                  <a:t>）。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则：投组久期为</a:t>
                </a:r>
                <a:r>
                  <a:rPr lang="en-US" altLang="zh-CN" dirty="0"/>
                  <a:t>30%</a:t>
                </a:r>
                <a:r>
                  <a:rPr lang="zh-CN" altLang="en-US" dirty="0"/>
                  <a:t>*</a:t>
                </a:r>
                <a:r>
                  <a:rPr lang="en-US" altLang="zh-CN" dirty="0"/>
                  <a:t>1.2+70%</a:t>
                </a:r>
                <a:r>
                  <a:rPr lang="zh-CN" altLang="en-US" dirty="0"/>
                  <a:t>*</a:t>
                </a:r>
                <a:r>
                  <a:rPr lang="en-US" altLang="zh-CN" dirty="0"/>
                  <a:t>7.9=5.89</a:t>
                </a:r>
                <a:r>
                  <a:rPr lang="zh-CN" altLang="en-US" dirty="0"/>
                  <a:t>，凸性为</a:t>
                </a:r>
                <a:r>
                  <a:rPr lang="en-US" altLang="zh-CN" dirty="0"/>
                  <a:t>30%</a:t>
                </a:r>
                <a:r>
                  <a:rPr lang="zh-CN" altLang="en-US" dirty="0"/>
                  <a:t>*</a:t>
                </a:r>
                <a:r>
                  <a:rPr lang="en-US" altLang="zh-CN" dirty="0"/>
                  <a:t>13+70%</a:t>
                </a:r>
                <a:r>
                  <a:rPr lang="zh-CN" altLang="en-US" dirty="0"/>
                  <a:t>*</a:t>
                </a:r>
                <a:r>
                  <a:rPr lang="en-US" altLang="zh-CN" dirty="0"/>
                  <a:t>73=55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2F4201-36D9-4707-8098-A0DE7B5815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0940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F207-CF92-4F85-8D63-7CB33E9B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久期和凸性的局限性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D98B06-62DA-45BB-98AF-B80589941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久期和凸性是敏感度指标，都将到期收益率视为单一变量。</a:t>
            </a:r>
            <a:endParaRPr lang="en-US" altLang="zh-CN"/>
          </a:p>
          <a:p>
            <a:r>
              <a:rPr lang="zh-CN" altLang="en-US"/>
              <a:t>但在实际中，不同期限的债券所面临的到期收益率是各不相同的。这种使用同一个收益率替换整个收益率曲线的方法，还是存在较大局限性的。</a:t>
            </a:r>
            <a:endParaRPr lang="en-US" altLang="zh-CN"/>
          </a:p>
          <a:p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6B8115-F330-40CF-B064-2629CF44D25A}"/>
              </a:ext>
            </a:extLst>
          </p:cNvPr>
          <p:cNvGrpSpPr/>
          <p:nvPr/>
        </p:nvGrpSpPr>
        <p:grpSpPr>
          <a:xfrm>
            <a:off x="1492984" y="4518921"/>
            <a:ext cx="5180995" cy="3573295"/>
            <a:chOff x="2395960" y="2007002"/>
            <a:chExt cx="5497974" cy="379191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CEF891C-04F5-4718-B539-1E5909331C23}"/>
                </a:ext>
              </a:extLst>
            </p:cNvPr>
            <p:cNvGrpSpPr/>
            <p:nvPr/>
          </p:nvGrpSpPr>
          <p:grpSpPr>
            <a:xfrm>
              <a:off x="2395960" y="2007002"/>
              <a:ext cx="5497974" cy="3727048"/>
              <a:chOff x="2789499" y="1794076"/>
              <a:chExt cx="5497974" cy="3727048"/>
            </a:xfrm>
          </p:grpSpPr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5449E45D-91DB-4553-A5B9-2EF734B8A468}"/>
                  </a:ext>
                </a:extLst>
              </p:cNvPr>
              <p:cNvCxnSpPr/>
              <p:nvPr/>
            </p:nvCxnSpPr>
            <p:spPr>
              <a:xfrm flipV="1">
                <a:off x="2789499" y="1794076"/>
                <a:ext cx="0" cy="372704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26845D3D-64DA-4BBD-A5B1-366825A24D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9499" y="5521124"/>
                <a:ext cx="549797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97CB39A4-F7B6-496E-ACB2-FFE9F049AE8B}"/>
                </a:ext>
              </a:extLst>
            </p:cNvPr>
            <p:cNvSpPr/>
            <p:nvPr/>
          </p:nvSpPr>
          <p:spPr>
            <a:xfrm>
              <a:off x="2918659" y="3530400"/>
              <a:ext cx="4907666" cy="1794076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EE1BD330-7FF8-4876-B9C1-DF02871BA047}"/>
                </a:ext>
              </a:extLst>
            </p:cNvPr>
            <p:cNvSpPr/>
            <p:nvPr/>
          </p:nvSpPr>
          <p:spPr>
            <a:xfrm>
              <a:off x="2837636" y="2531962"/>
              <a:ext cx="4907666" cy="1794076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3810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F66D98FB-5E0D-4E7A-AF54-F7A0D4895287}"/>
                </a:ext>
              </a:extLst>
            </p:cNvPr>
            <p:cNvSpPr/>
            <p:nvPr/>
          </p:nvSpPr>
          <p:spPr>
            <a:xfrm>
              <a:off x="3565003" y="5636871"/>
              <a:ext cx="162045" cy="1620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BD1A32AD-8FC8-4276-A45E-DD1906F3FF96}"/>
                </a:ext>
              </a:extLst>
            </p:cNvPr>
            <p:cNvSpPr/>
            <p:nvPr/>
          </p:nvSpPr>
          <p:spPr>
            <a:xfrm>
              <a:off x="7236106" y="5636871"/>
              <a:ext cx="162045" cy="1620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6970A08B-786B-48C9-A3FA-FADC11307307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3646026" y="4533277"/>
              <a:ext cx="0" cy="1103594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2BD8DE3-1F4C-4DBC-B685-C3AC30A15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7128" y="3530400"/>
              <a:ext cx="0" cy="2121834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D5246FF-DC97-4BAE-B00A-D9CD115B640B}"/>
                </a:ext>
              </a:extLst>
            </p:cNvPr>
            <p:cNvCxnSpPr/>
            <p:nvPr/>
          </p:nvCxnSpPr>
          <p:spPr>
            <a:xfrm>
              <a:off x="3646025" y="3530400"/>
              <a:ext cx="0" cy="100287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2AFF00D1-8950-4719-8B2A-9B3A780F23F2}"/>
                </a:ext>
              </a:extLst>
            </p:cNvPr>
            <p:cNvCxnSpPr/>
            <p:nvPr/>
          </p:nvCxnSpPr>
          <p:spPr>
            <a:xfrm>
              <a:off x="7317128" y="2630910"/>
              <a:ext cx="0" cy="100287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274A100-E6B9-47A5-9115-2D89CC17D1A4}"/>
              </a:ext>
            </a:extLst>
          </p:cNvPr>
          <p:cNvGrpSpPr/>
          <p:nvPr/>
        </p:nvGrpSpPr>
        <p:grpSpPr>
          <a:xfrm>
            <a:off x="10634510" y="4762684"/>
            <a:ext cx="5180993" cy="3268403"/>
            <a:chOff x="6795474" y="3327701"/>
            <a:chExt cx="3391382" cy="2645098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ECBAB90B-6983-4643-BB44-5AA235A52F73}"/>
                </a:ext>
              </a:extLst>
            </p:cNvPr>
            <p:cNvGrpSpPr/>
            <p:nvPr/>
          </p:nvGrpSpPr>
          <p:grpSpPr>
            <a:xfrm>
              <a:off x="6795474" y="3633787"/>
              <a:ext cx="3391382" cy="2299000"/>
              <a:chOff x="2789499" y="1794076"/>
              <a:chExt cx="5497974" cy="3727048"/>
            </a:xfrm>
          </p:grpSpPr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05D0C7D3-B19C-4498-96EB-405A3C2FBBED}"/>
                  </a:ext>
                </a:extLst>
              </p:cNvPr>
              <p:cNvCxnSpPr/>
              <p:nvPr/>
            </p:nvCxnSpPr>
            <p:spPr>
              <a:xfrm flipV="1">
                <a:off x="2789499" y="1794076"/>
                <a:ext cx="0" cy="372704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83FB76DE-395D-4A05-85AB-605361AD0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9499" y="5521124"/>
                <a:ext cx="549797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04602E2D-CB33-4A2E-8259-70A37AB8C797}"/>
                </a:ext>
              </a:extLst>
            </p:cNvPr>
            <p:cNvSpPr/>
            <p:nvPr/>
          </p:nvSpPr>
          <p:spPr>
            <a:xfrm>
              <a:off x="7117897" y="4573483"/>
              <a:ext cx="3027255" cy="1106662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DA112AA2-D5B1-4838-A62E-40D9ACF9162E}"/>
                </a:ext>
              </a:extLst>
            </p:cNvPr>
            <p:cNvSpPr/>
            <p:nvPr/>
          </p:nvSpPr>
          <p:spPr>
            <a:xfrm>
              <a:off x="7117896" y="3327701"/>
              <a:ext cx="3027253" cy="2031376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3810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5AFFCE44-C103-4FE4-9FBA-A1C0ADA3EE38}"/>
                </a:ext>
              </a:extLst>
            </p:cNvPr>
            <p:cNvSpPr/>
            <p:nvPr/>
          </p:nvSpPr>
          <p:spPr>
            <a:xfrm>
              <a:off x="7516589" y="5872843"/>
              <a:ext cx="99956" cy="9995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69A3146-B08A-4099-9253-B4347ECD6496}"/>
                </a:ext>
              </a:extLst>
            </p:cNvPr>
            <p:cNvSpPr/>
            <p:nvPr/>
          </p:nvSpPr>
          <p:spPr>
            <a:xfrm>
              <a:off x="9781080" y="5872843"/>
              <a:ext cx="99956" cy="9995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3A4F079-8CE4-44C0-93D8-CDB701AD7DB2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7566567" y="5192100"/>
              <a:ext cx="0" cy="68074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F9B43DC-9B41-4160-BA37-58845792F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1058" y="4573483"/>
              <a:ext cx="0" cy="1308836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C4EE2685-CCFD-4587-A1A0-D1F9FBBE7E6F}"/>
                </a:ext>
              </a:extLst>
            </p:cNvPr>
            <p:cNvCxnSpPr>
              <a:cxnSpLocks/>
            </p:cNvCxnSpPr>
            <p:nvPr/>
          </p:nvCxnSpPr>
          <p:spPr>
            <a:xfrm>
              <a:off x="7566567" y="4602532"/>
              <a:ext cx="0" cy="554843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F19B1437-A6F6-4618-BC31-30E2D57EE2AF}"/>
                </a:ext>
              </a:extLst>
            </p:cNvPr>
            <p:cNvCxnSpPr>
              <a:cxnSpLocks/>
            </p:cNvCxnSpPr>
            <p:nvPr/>
          </p:nvCxnSpPr>
          <p:spPr>
            <a:xfrm>
              <a:off x="9831058" y="3429000"/>
              <a:ext cx="0" cy="120825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箭头: 右 47">
            <a:extLst>
              <a:ext uri="{FF2B5EF4-FFF2-40B4-BE49-F238E27FC236}">
                <a16:creationId xmlns:a16="http://schemas.microsoft.com/office/drawing/2014/main" id="{AAC397C1-56C8-4CC1-B3D0-BF82EEE787CC}"/>
              </a:ext>
            </a:extLst>
          </p:cNvPr>
          <p:cNvSpPr/>
          <p:nvPr/>
        </p:nvSpPr>
        <p:spPr>
          <a:xfrm>
            <a:off x="8302056" y="5109934"/>
            <a:ext cx="704378" cy="5530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29106B6-AD81-43C7-9A25-74D566998DF2}"/>
              </a:ext>
            </a:extLst>
          </p:cNvPr>
          <p:cNvSpPr txBox="1"/>
          <p:nvPr/>
        </p:nvSpPr>
        <p:spPr>
          <a:xfrm>
            <a:off x="4461629" y="4181673"/>
            <a:ext cx="1819729" cy="484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假设的情况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3773D7F-6B57-400F-8CFB-0FCF18CA376E}"/>
              </a:ext>
            </a:extLst>
          </p:cNvPr>
          <p:cNvSpPr txBox="1"/>
          <p:nvPr/>
        </p:nvSpPr>
        <p:spPr>
          <a:xfrm>
            <a:off x="11355627" y="4160702"/>
            <a:ext cx="1819729" cy="484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实际的情况</a:t>
            </a:r>
          </a:p>
        </p:txBody>
      </p:sp>
    </p:spTree>
    <p:extLst>
      <p:ext uri="{BB962C8B-B14F-4D97-AF65-F5344CB8AC3E}">
        <p14:creationId xmlns:p14="http://schemas.microsoft.com/office/powerpoint/2010/main" val="3942711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3321B4F-F190-4687-9078-058B5E86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久期和凸性的局限性：假设的平移情况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E3A38189-C7FB-4871-A785-A84D73856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404153"/>
              </p:ext>
            </p:extLst>
          </p:nvPr>
        </p:nvGraphicFramePr>
        <p:xfrm>
          <a:off x="273050" y="1674813"/>
          <a:ext cx="9205248" cy="2857857"/>
        </p:xfrm>
        <a:graphic>
          <a:graphicData uri="http://schemas.openxmlformats.org/drawingml/2006/table">
            <a:tbl>
              <a:tblPr firstRow="1" lastRow="1">
                <a:tableStyleId>{EB344D84-9AFB-497E-A393-DC336BA19D2E}</a:tableStyleId>
              </a:tblPr>
              <a:tblGrid>
                <a:gridCol w="2641851">
                  <a:extLst>
                    <a:ext uri="{9D8B030D-6E8A-4147-A177-3AD203B41FA5}">
                      <a16:colId xmlns:a16="http://schemas.microsoft.com/office/drawing/2014/main" val="2652287787"/>
                    </a:ext>
                  </a:extLst>
                </a:gridCol>
                <a:gridCol w="1542353">
                  <a:extLst>
                    <a:ext uri="{9D8B030D-6E8A-4147-A177-3AD203B41FA5}">
                      <a16:colId xmlns:a16="http://schemas.microsoft.com/office/drawing/2014/main" val="3501983885"/>
                    </a:ext>
                  </a:extLst>
                </a:gridCol>
                <a:gridCol w="1255261">
                  <a:extLst>
                    <a:ext uri="{9D8B030D-6E8A-4147-A177-3AD203B41FA5}">
                      <a16:colId xmlns:a16="http://schemas.microsoft.com/office/drawing/2014/main" val="2716597757"/>
                    </a:ext>
                  </a:extLst>
                </a:gridCol>
                <a:gridCol w="1255261">
                  <a:extLst>
                    <a:ext uri="{9D8B030D-6E8A-4147-A177-3AD203B41FA5}">
                      <a16:colId xmlns:a16="http://schemas.microsoft.com/office/drawing/2014/main" val="2923586391"/>
                    </a:ext>
                  </a:extLst>
                </a:gridCol>
                <a:gridCol w="1255261">
                  <a:extLst>
                    <a:ext uri="{9D8B030D-6E8A-4147-A177-3AD203B41FA5}">
                      <a16:colId xmlns:a16="http://schemas.microsoft.com/office/drawing/2014/main" val="2647688595"/>
                    </a:ext>
                  </a:extLst>
                </a:gridCol>
                <a:gridCol w="1255261">
                  <a:extLst>
                    <a:ext uri="{9D8B030D-6E8A-4147-A177-3AD203B41FA5}">
                      <a16:colId xmlns:a16="http://schemas.microsoft.com/office/drawing/2014/main" val="657943100"/>
                    </a:ext>
                  </a:extLst>
                </a:gridCol>
              </a:tblGrid>
              <a:tr h="627862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400" u="none" strike="noStrike" dirty="0">
                          <a:effectLst/>
                        </a:rPr>
                        <a:t>曲线变动　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1Y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3Y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5Y</a:t>
                      </a:r>
                      <a:endParaRPr lang="en-US" sz="2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7Y</a:t>
                      </a:r>
                      <a:endParaRPr lang="en-US" sz="2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10Y</a:t>
                      </a:r>
                      <a:endParaRPr lang="en-US" sz="2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9599" marR="19599" marT="7492" marB="0" anchor="ctr"/>
                </a:tc>
                <a:extLst>
                  <a:ext uri="{0D108BD9-81ED-4DB2-BD59-A6C34878D82A}">
                    <a16:rowId xmlns:a16="http://schemas.microsoft.com/office/drawing/2014/main" val="234335845"/>
                  </a:ext>
                </a:extLst>
              </a:tr>
              <a:tr h="75776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u="none" strike="noStrike" dirty="0">
                          <a:effectLst/>
                        </a:rPr>
                        <a:t>期初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3.21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4.02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3.83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4.23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4.25</a:t>
                      </a:r>
                    </a:p>
                  </a:txBody>
                  <a:tcPr marL="15245" marR="15245" marT="7492" marB="0" anchor="ctr"/>
                </a:tc>
                <a:extLst>
                  <a:ext uri="{0D108BD9-81ED-4DB2-BD59-A6C34878D82A}">
                    <a16:rowId xmlns:a16="http://schemas.microsoft.com/office/drawing/2014/main" val="4162985763"/>
                  </a:ext>
                </a:extLst>
              </a:tr>
              <a:tr h="73611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u="none" strike="noStrike" dirty="0">
                          <a:effectLst/>
                        </a:rPr>
                        <a:t>期末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3.71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4.52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4.33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4.73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4.75</a:t>
                      </a:r>
                    </a:p>
                  </a:txBody>
                  <a:tcPr marL="15245" marR="15245" marT="7492" marB="0" anchor="ctr"/>
                </a:tc>
                <a:extLst>
                  <a:ext uri="{0D108BD9-81ED-4DB2-BD59-A6C34878D82A}">
                    <a16:rowId xmlns:a16="http://schemas.microsoft.com/office/drawing/2014/main" val="3469483969"/>
                  </a:ext>
                </a:extLst>
              </a:tr>
              <a:tr h="73611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u="none" strike="noStrike" dirty="0">
                          <a:effectLst/>
                        </a:rPr>
                        <a:t>变动（</a:t>
                      </a:r>
                      <a:r>
                        <a:rPr lang="en-US" altLang="zh-CN" sz="2400" u="none" strike="noStrike" dirty="0" err="1">
                          <a:effectLst/>
                        </a:rPr>
                        <a:t>bp</a:t>
                      </a:r>
                      <a:r>
                        <a:rPr lang="zh-CN" altLang="en-US" sz="2400" u="none" strike="noStrike" dirty="0">
                          <a:effectLst/>
                        </a:rPr>
                        <a:t>，右）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599" marR="19599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15245" marR="15245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15245" marR="15245" marT="7492" marB="0" anchor="ctr"/>
                </a:tc>
                <a:extLst>
                  <a:ext uri="{0D108BD9-81ED-4DB2-BD59-A6C34878D82A}">
                    <a16:rowId xmlns:a16="http://schemas.microsoft.com/office/drawing/2014/main" val="374927777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CA55768-2B95-4D6D-B095-8D1337D9F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32200"/>
              </p:ext>
            </p:extLst>
          </p:nvPr>
        </p:nvGraphicFramePr>
        <p:xfrm>
          <a:off x="949497" y="5620719"/>
          <a:ext cx="15378696" cy="3351711"/>
        </p:xfrm>
        <a:graphic>
          <a:graphicData uri="http://schemas.openxmlformats.org/drawingml/2006/table">
            <a:tbl>
              <a:tblPr firstRow="1" lastRow="1">
                <a:tableStyleId>{F5AB1C69-6EDB-4FF4-983F-18BD219EF322}</a:tableStyleId>
              </a:tblPr>
              <a:tblGrid>
                <a:gridCol w="1691824">
                  <a:extLst>
                    <a:ext uri="{9D8B030D-6E8A-4147-A177-3AD203B41FA5}">
                      <a16:colId xmlns:a16="http://schemas.microsoft.com/office/drawing/2014/main" val="24600024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3239109644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81926659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286679219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48265572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112383290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1552300029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352550632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4149732742"/>
                    </a:ext>
                  </a:extLst>
                </a:gridCol>
              </a:tblGrid>
              <a:tr h="57309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债券简称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78" marR="107878" marT="53939" marB="53939" anchor="ctr"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期初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78" marR="107878" marT="53939" marB="53939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期间变动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78" marR="107878" marT="53939" marB="53939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290670"/>
                  </a:ext>
                </a:extLst>
              </a:tr>
              <a:tr h="5730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全价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份额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价值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MD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78" marR="107878" marT="53939" marB="53939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剩余期限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变动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损益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期间收益率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80582"/>
                  </a:ext>
                </a:extLst>
              </a:tr>
              <a:tr h="5730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（元）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（万张）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（万元）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（年）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（bp）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（万元）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%</a:t>
                      </a: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38283"/>
                  </a:ext>
                </a:extLst>
              </a:tr>
              <a:tr h="5730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3Y</a:t>
                      </a:r>
                      <a:r>
                        <a:rPr lang="zh-CN" altLang="en-US" sz="2000" u="none" strike="noStrike" dirty="0">
                          <a:effectLst/>
                        </a:rPr>
                        <a:t>债券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98.234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800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78,587.20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0.8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1.52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       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50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-314.35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-0.40%</a:t>
                      </a:r>
                    </a:p>
                  </a:txBody>
                  <a:tcPr marL="7492" marR="7492" marT="7492" marB="0" anchor="ctr"/>
                </a:tc>
                <a:extLst>
                  <a:ext uri="{0D108BD9-81ED-4DB2-BD59-A6C34878D82A}">
                    <a16:rowId xmlns:a16="http://schemas.microsoft.com/office/drawing/2014/main" val="473302556"/>
                  </a:ext>
                </a:extLst>
              </a:tr>
              <a:tr h="5730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10Y</a:t>
                      </a:r>
                      <a:r>
                        <a:rPr lang="zh-CN" altLang="en-US" sz="2000" u="none" strike="noStrike" dirty="0">
                          <a:effectLst/>
                        </a:rPr>
                        <a:t>债券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94.531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200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18,906.20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7.9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9.51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       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50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-751.67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-3.98%</a:t>
                      </a:r>
                    </a:p>
                  </a:txBody>
                  <a:tcPr marL="7492" marR="7492" marT="7492" marB="0" anchor="ctr"/>
                </a:tc>
                <a:extLst>
                  <a:ext uri="{0D108BD9-81ED-4DB2-BD59-A6C34878D82A}">
                    <a16:rowId xmlns:a16="http://schemas.microsoft.com/office/drawing/2014/main" val="3446241166"/>
                  </a:ext>
                </a:extLst>
              </a:tr>
              <a:tr h="486261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>
                          <a:effectLst/>
                        </a:rPr>
                        <a:t>合计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1000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</a:t>
                      </a:r>
                      <a:r>
                        <a:rPr lang="en-US" altLang="zh-C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97,493.40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</a:t>
                      </a:r>
                      <a:r>
                        <a:rPr lang="en-US" altLang="zh-C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-1,066.02 </a:t>
                      </a: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-1.09%</a:t>
                      </a:r>
                    </a:p>
                  </a:txBody>
                  <a:tcPr marL="7492" marR="7492" marT="7492" marB="0" anchor="ctr"/>
                </a:tc>
                <a:extLst>
                  <a:ext uri="{0D108BD9-81ED-4DB2-BD59-A6C34878D82A}">
                    <a16:rowId xmlns:a16="http://schemas.microsoft.com/office/drawing/2014/main" val="3811765304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E46A0ECC-DD2D-4795-A677-D0C87AE6A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696" y="1898248"/>
            <a:ext cx="7063446" cy="3570028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380DE9AD-6A23-45ED-A836-9839A6E53F19}"/>
              </a:ext>
            </a:extLst>
          </p:cNvPr>
          <p:cNvSpPr/>
          <p:nvPr/>
        </p:nvSpPr>
        <p:spPr>
          <a:xfrm>
            <a:off x="11966713" y="6798365"/>
            <a:ext cx="5039139" cy="2574235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230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3321B4F-F190-4687-9078-058B5E86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久期和凸性的局限性：实际的常见情况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E3A38189-C7FB-4871-A785-A84D73856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0867"/>
              </p:ext>
            </p:extLst>
          </p:nvPr>
        </p:nvGraphicFramePr>
        <p:xfrm>
          <a:off x="273050" y="1674814"/>
          <a:ext cx="8202356" cy="2916852"/>
        </p:xfrm>
        <a:graphic>
          <a:graphicData uri="http://schemas.openxmlformats.org/drawingml/2006/table">
            <a:tbl>
              <a:tblPr firstRow="1" lastRow="1">
                <a:tableStyleId>{EB344D84-9AFB-497E-A393-DC336BA19D2E}</a:tableStyleId>
              </a:tblPr>
              <a:tblGrid>
                <a:gridCol w="2354027">
                  <a:extLst>
                    <a:ext uri="{9D8B030D-6E8A-4147-A177-3AD203B41FA5}">
                      <a16:colId xmlns:a16="http://schemas.microsoft.com/office/drawing/2014/main" val="2652287787"/>
                    </a:ext>
                  </a:extLst>
                </a:gridCol>
                <a:gridCol w="1374317">
                  <a:extLst>
                    <a:ext uri="{9D8B030D-6E8A-4147-A177-3AD203B41FA5}">
                      <a16:colId xmlns:a16="http://schemas.microsoft.com/office/drawing/2014/main" val="3501983885"/>
                    </a:ext>
                  </a:extLst>
                </a:gridCol>
                <a:gridCol w="1118503">
                  <a:extLst>
                    <a:ext uri="{9D8B030D-6E8A-4147-A177-3AD203B41FA5}">
                      <a16:colId xmlns:a16="http://schemas.microsoft.com/office/drawing/2014/main" val="2716597757"/>
                    </a:ext>
                  </a:extLst>
                </a:gridCol>
                <a:gridCol w="1118503">
                  <a:extLst>
                    <a:ext uri="{9D8B030D-6E8A-4147-A177-3AD203B41FA5}">
                      <a16:colId xmlns:a16="http://schemas.microsoft.com/office/drawing/2014/main" val="2923586391"/>
                    </a:ext>
                  </a:extLst>
                </a:gridCol>
                <a:gridCol w="1118503">
                  <a:extLst>
                    <a:ext uri="{9D8B030D-6E8A-4147-A177-3AD203B41FA5}">
                      <a16:colId xmlns:a16="http://schemas.microsoft.com/office/drawing/2014/main" val="2647688595"/>
                    </a:ext>
                  </a:extLst>
                </a:gridCol>
                <a:gridCol w="1118503">
                  <a:extLst>
                    <a:ext uri="{9D8B030D-6E8A-4147-A177-3AD203B41FA5}">
                      <a16:colId xmlns:a16="http://schemas.microsoft.com/office/drawing/2014/main" val="657943100"/>
                    </a:ext>
                  </a:extLst>
                </a:gridCol>
              </a:tblGrid>
              <a:tr h="6408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400" u="none" strike="noStrike" dirty="0">
                          <a:effectLst/>
                        </a:rPr>
                        <a:t>曲线变动　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1Y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3Y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5Y</a:t>
                      </a:r>
                      <a:endParaRPr lang="en-US" sz="2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7Y</a:t>
                      </a:r>
                      <a:endParaRPr lang="en-US" sz="2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10Y</a:t>
                      </a:r>
                      <a:endParaRPr lang="en-US" sz="2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extLst>
                  <a:ext uri="{0D108BD9-81ED-4DB2-BD59-A6C34878D82A}">
                    <a16:rowId xmlns:a16="http://schemas.microsoft.com/office/drawing/2014/main" val="234335845"/>
                  </a:ext>
                </a:extLst>
              </a:tr>
              <a:tr h="77340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u="none" strike="noStrike" dirty="0">
                          <a:effectLst/>
                        </a:rPr>
                        <a:t>期初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3.21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4.02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3.83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4.23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4.25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extLst>
                  <a:ext uri="{0D108BD9-81ED-4DB2-BD59-A6C34878D82A}">
                    <a16:rowId xmlns:a16="http://schemas.microsoft.com/office/drawing/2014/main" val="4162985763"/>
                  </a:ext>
                </a:extLst>
              </a:tr>
              <a:tr h="75131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u="none" strike="noStrike">
                          <a:effectLst/>
                        </a:rPr>
                        <a:t>期末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 dirty="0">
                          <a:effectLst/>
                        </a:rPr>
                        <a:t>3.65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4.82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 dirty="0">
                          <a:effectLst/>
                        </a:rPr>
                        <a:t>4.76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 dirty="0">
                          <a:effectLst/>
                        </a:rPr>
                        <a:t>4.90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 dirty="0">
                          <a:effectLst/>
                        </a:rPr>
                        <a:t>5.02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6680" marR="16680" marT="6350" marB="0" anchor="ctr"/>
                </a:tc>
                <a:extLst>
                  <a:ext uri="{0D108BD9-81ED-4DB2-BD59-A6C34878D82A}">
                    <a16:rowId xmlns:a16="http://schemas.microsoft.com/office/drawing/2014/main" val="3469483969"/>
                  </a:ext>
                </a:extLst>
              </a:tr>
              <a:tr h="75131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u="none" strike="noStrike">
                          <a:effectLst/>
                        </a:rPr>
                        <a:t>变动（</a:t>
                      </a:r>
                      <a:r>
                        <a:rPr lang="en-US" altLang="zh-CN" sz="2400" u="none" strike="noStrike">
                          <a:effectLst/>
                        </a:rPr>
                        <a:t>bp</a:t>
                      </a:r>
                      <a:r>
                        <a:rPr lang="zh-CN" altLang="en-US" sz="2400" u="none" strike="noStrike">
                          <a:effectLst/>
                        </a:rPr>
                        <a:t>，右）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 dirty="0">
                          <a:effectLst/>
                        </a:rPr>
                        <a:t>44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80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 dirty="0">
                          <a:effectLst/>
                        </a:rPr>
                        <a:t>93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>
                          <a:effectLst/>
                        </a:rPr>
                        <a:t>67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400" u="none" strike="noStrike" dirty="0">
                          <a:effectLst/>
                        </a:rPr>
                        <a:t>77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680" marR="16680" marT="6350" marB="0" anchor="ctr"/>
                </a:tc>
                <a:extLst>
                  <a:ext uri="{0D108BD9-81ED-4DB2-BD59-A6C34878D82A}">
                    <a16:rowId xmlns:a16="http://schemas.microsoft.com/office/drawing/2014/main" val="374927777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CA55768-2B95-4D6D-B095-8D1337D9F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2031"/>
              </p:ext>
            </p:extLst>
          </p:nvPr>
        </p:nvGraphicFramePr>
        <p:xfrm>
          <a:off x="950620" y="5648465"/>
          <a:ext cx="15378697" cy="3042934"/>
        </p:xfrm>
        <a:graphic>
          <a:graphicData uri="http://schemas.openxmlformats.org/drawingml/2006/table">
            <a:tbl>
              <a:tblPr firstRow="1" lastRow="1">
                <a:tableStyleId>{F5AB1C69-6EDB-4FF4-983F-18BD219EF322}</a:tableStyleId>
              </a:tblPr>
              <a:tblGrid>
                <a:gridCol w="1691825">
                  <a:extLst>
                    <a:ext uri="{9D8B030D-6E8A-4147-A177-3AD203B41FA5}">
                      <a16:colId xmlns:a16="http://schemas.microsoft.com/office/drawing/2014/main" val="24600024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3239109644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81926659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286679219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48265572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112383290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1552300029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3525506326"/>
                    </a:ext>
                  </a:extLst>
                </a:gridCol>
                <a:gridCol w="1710859">
                  <a:extLst>
                    <a:ext uri="{9D8B030D-6E8A-4147-A177-3AD203B41FA5}">
                      <a16:colId xmlns:a16="http://schemas.microsoft.com/office/drawing/2014/main" val="4149732742"/>
                    </a:ext>
                  </a:extLst>
                </a:gridCol>
              </a:tblGrid>
              <a:tr h="52029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债券简称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期初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期间变动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290670"/>
                  </a:ext>
                </a:extLst>
              </a:tr>
              <a:tr h="52029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全价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份额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价值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MD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剩余期限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变动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损益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期间收益率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80582"/>
                  </a:ext>
                </a:extLst>
              </a:tr>
              <a:tr h="52029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（元）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（万张）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（万元）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（年）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（bp）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（万元）</a:t>
                      </a:r>
                      <a:endParaRPr lang="zh-CN" altLang="en-US" sz="20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%</a:t>
                      </a:r>
                      <a:r>
                        <a:rPr lang="zh-CN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38283"/>
                  </a:ext>
                </a:extLst>
              </a:tr>
              <a:tr h="5202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3Y</a:t>
                      </a:r>
                      <a:r>
                        <a:rPr lang="zh-CN" altLang="en-US" sz="2000" u="none" strike="noStrike" dirty="0">
                          <a:effectLst/>
                        </a:rPr>
                        <a:t>债券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98.234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>
                          <a:effectLst/>
                        </a:rPr>
                        <a:t>800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u="none" strike="noStrike">
                          <a:effectLst/>
                        </a:rPr>
                        <a:t>    </a:t>
                      </a:r>
                      <a:r>
                        <a:rPr lang="en-US" altLang="zh-CN" sz="2000" u="none" strike="noStrike">
                          <a:effectLst/>
                        </a:rPr>
                        <a:t>78,587.20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0.8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1.52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u="none" strike="noStrike" dirty="0">
                          <a:effectLst/>
                        </a:rPr>
                        <a:t>                </a:t>
                      </a:r>
                      <a:r>
                        <a:rPr lang="en-US" altLang="zh-CN" sz="2000" u="none" strike="noStrike" dirty="0">
                          <a:effectLst/>
                        </a:rPr>
                        <a:t>83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zh-CN" altLang="en-US" sz="2000" u="none" strike="noStrike" dirty="0">
                          <a:effectLst/>
                        </a:rPr>
                        <a:t>        </a:t>
                      </a:r>
                      <a:r>
                        <a:rPr lang="en-US" altLang="zh-CN" sz="2000" u="none" strike="noStrike" dirty="0">
                          <a:effectLst/>
                        </a:rPr>
                        <a:t>-524.21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u="none" strike="noStrike">
                          <a:effectLst/>
                        </a:rPr>
                        <a:t>-0.67%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73302556"/>
                  </a:ext>
                </a:extLst>
              </a:tr>
              <a:tr h="5202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10Y</a:t>
                      </a:r>
                      <a:r>
                        <a:rPr lang="zh-CN" altLang="en-US" sz="2000" u="none" strike="noStrike" dirty="0">
                          <a:effectLst/>
                        </a:rPr>
                        <a:t>债券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94.531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>
                          <a:effectLst/>
                        </a:rPr>
                        <a:t>200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u="none" strike="noStrike">
                          <a:effectLst/>
                        </a:rPr>
                        <a:t>    </a:t>
                      </a:r>
                      <a:r>
                        <a:rPr lang="en-US" altLang="zh-CN" sz="2000" u="none" strike="noStrike">
                          <a:effectLst/>
                        </a:rPr>
                        <a:t>18,906.20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7.9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2000" u="none" strike="noStrike" dirty="0">
                          <a:effectLst/>
                        </a:rPr>
                        <a:t>9.51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2000" u="none" strike="noStrike">
                          <a:effectLst/>
                        </a:rPr>
                        <a:t>                </a:t>
                      </a:r>
                      <a:r>
                        <a:rPr lang="en-US" altLang="zh-CN" sz="2000" u="none" strike="noStrike">
                          <a:effectLst/>
                        </a:rPr>
                        <a:t>77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zh-CN" altLang="en-US" sz="2000" u="none" strike="noStrike">
                          <a:effectLst/>
                        </a:rPr>
                        <a:t>     </a:t>
                      </a:r>
                      <a:r>
                        <a:rPr lang="en-US" altLang="zh-CN" sz="2000" u="none" strike="noStrike">
                          <a:effectLst/>
                        </a:rPr>
                        <a:t>-1,154.94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u="none" strike="noStrike" dirty="0">
                          <a:effectLst/>
                        </a:rPr>
                        <a:t>-6.11%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46241166"/>
                  </a:ext>
                </a:extLst>
              </a:tr>
              <a:tr h="441464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 dirty="0">
                          <a:effectLst/>
                        </a:rPr>
                        <a:t>合计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u="none" strike="noStrike">
                          <a:effectLst/>
                        </a:rPr>
                        <a:t>1000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>
                          <a:effectLst/>
                        </a:rPr>
                        <a:t>    </a:t>
                      </a:r>
                      <a:r>
                        <a:rPr lang="en-US" altLang="zh-CN" sz="2000" u="none" strike="noStrike">
                          <a:effectLst/>
                        </a:rPr>
                        <a:t>97,493.40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u="none" strike="noStrike">
                          <a:effectLst/>
                        </a:rPr>
                        <a:t>     </a:t>
                      </a:r>
                      <a:r>
                        <a:rPr lang="en-US" altLang="zh-CN" sz="2000" u="none" strike="noStrike">
                          <a:effectLst/>
                        </a:rPr>
                        <a:t>-1,679.15 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2000" u="none" strike="noStrike" dirty="0">
                          <a:effectLst/>
                        </a:rPr>
                        <a:t>-1.72%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11765304"/>
                  </a:ext>
                </a:extLst>
              </a:tr>
            </a:tbl>
          </a:graphicData>
        </a:graphic>
      </p:graphicFrame>
      <p:pic>
        <p:nvPicPr>
          <p:cNvPr id="22" name="图片 21">
            <a:extLst>
              <a:ext uri="{FF2B5EF4-FFF2-40B4-BE49-F238E27FC236}">
                <a16:creationId xmlns:a16="http://schemas.microsoft.com/office/drawing/2014/main" id="{4FE62022-D439-4C21-AE2E-CAE005AEE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804" y="1934178"/>
            <a:ext cx="7044390" cy="3563797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1C424B7E-B8F0-4056-94F1-834B935DE2F6}"/>
              </a:ext>
            </a:extLst>
          </p:cNvPr>
          <p:cNvSpPr/>
          <p:nvPr/>
        </p:nvSpPr>
        <p:spPr>
          <a:xfrm>
            <a:off x="11966713" y="6798365"/>
            <a:ext cx="5039139" cy="2574235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890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47">
            <a:extLst>
              <a:ext uri="{FF2B5EF4-FFF2-40B4-BE49-F238E27FC236}">
                <a16:creationId xmlns:a16="http://schemas.microsoft.com/office/drawing/2014/main" id="{D7E1463B-A75C-4CF9-B250-52E77419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常见的曲线形态</a:t>
            </a:r>
            <a:endParaRPr lang="zh-CN" altLang="en-US" dirty="0"/>
          </a:p>
        </p:txBody>
      </p:sp>
      <p:sp>
        <p:nvSpPr>
          <p:cNvPr id="49" name="内容占位符 48">
            <a:extLst>
              <a:ext uri="{FF2B5EF4-FFF2-40B4-BE49-F238E27FC236}">
                <a16:creationId xmlns:a16="http://schemas.microsoft.com/office/drawing/2014/main" id="{F6390A5F-FB4E-4D46-9D28-6DA161249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497" y="1593045"/>
            <a:ext cx="15378696" cy="1148077"/>
          </a:xfrm>
        </p:spPr>
        <p:txBody>
          <a:bodyPr/>
          <a:lstStyle/>
          <a:p>
            <a:r>
              <a:rPr lang="zh-CN" altLang="en-US" dirty="0"/>
              <a:t>最常见的曲线形态变化，也是各类研究报告中常见的趋势判断。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99810E8-C462-4C93-9C34-9EDEA6A3D3B4}"/>
              </a:ext>
            </a:extLst>
          </p:cNvPr>
          <p:cNvGrpSpPr/>
          <p:nvPr/>
        </p:nvGrpSpPr>
        <p:grpSpPr>
          <a:xfrm>
            <a:off x="607836" y="2791953"/>
            <a:ext cx="16289641" cy="2578191"/>
            <a:chOff x="607836" y="2791953"/>
            <a:chExt cx="16289641" cy="2578191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10CBF54-78D1-44E0-96AB-83A1D2663B7B}"/>
                </a:ext>
              </a:extLst>
            </p:cNvPr>
            <p:cNvGrpSpPr/>
            <p:nvPr/>
          </p:nvGrpSpPr>
          <p:grpSpPr>
            <a:xfrm>
              <a:off x="7369840" y="3364915"/>
              <a:ext cx="2704578" cy="1972662"/>
              <a:chOff x="6795474" y="3460783"/>
              <a:chExt cx="3391382" cy="2512016"/>
            </a:xfrm>
          </p:grpSpPr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6CB34035-D4B4-4A04-A853-7933F61BB707}"/>
                  </a:ext>
                </a:extLst>
              </p:cNvPr>
              <p:cNvGrpSpPr/>
              <p:nvPr/>
            </p:nvGrpSpPr>
            <p:grpSpPr>
              <a:xfrm>
                <a:off x="6795474" y="3460783"/>
                <a:ext cx="3391382" cy="2472005"/>
                <a:chOff x="2789499" y="1513609"/>
                <a:chExt cx="5497974" cy="4007517"/>
              </a:xfrm>
            </p:grpSpPr>
            <p:cxnSp>
              <p:nvCxnSpPr>
                <p:cNvPr id="94" name="直接箭头连接符 93">
                  <a:extLst>
                    <a:ext uri="{FF2B5EF4-FFF2-40B4-BE49-F238E27FC236}">
                      <a16:creationId xmlns:a16="http://schemas.microsoft.com/office/drawing/2014/main" id="{E3B53110-BC53-4191-9BF6-F9E80ECC8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9499" y="1513609"/>
                  <a:ext cx="0" cy="400751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箭头连接符 94">
                  <a:extLst>
                    <a:ext uri="{FF2B5EF4-FFF2-40B4-BE49-F238E27FC236}">
                      <a16:creationId xmlns:a16="http://schemas.microsoft.com/office/drawing/2014/main" id="{A8EE034B-6E1D-4A00-87FB-4EC85E4942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1CF7F6E2-0B2C-4F77-A942-6D5CC144DD06}"/>
                  </a:ext>
                </a:extLst>
              </p:cNvPr>
              <p:cNvSpPr/>
              <p:nvPr/>
            </p:nvSpPr>
            <p:spPr>
              <a:xfrm>
                <a:off x="7117897" y="4573483"/>
                <a:ext cx="3027255" cy="1106662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81723890-65DD-4831-8DC5-20E38F235DDF}"/>
                  </a:ext>
                </a:extLst>
              </p:cNvPr>
              <p:cNvSpPr/>
              <p:nvPr/>
            </p:nvSpPr>
            <p:spPr>
              <a:xfrm>
                <a:off x="7117896" y="3460784"/>
                <a:ext cx="3027253" cy="2031378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6AD8422B-AFAB-4CAE-A383-EB670F7F9D79}"/>
                  </a:ext>
                </a:extLst>
              </p:cNvPr>
              <p:cNvSpPr/>
              <p:nvPr/>
            </p:nvSpPr>
            <p:spPr>
              <a:xfrm>
                <a:off x="7516589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7282D00C-50B8-422D-B8DA-493D526C4515}"/>
                  </a:ext>
                </a:extLst>
              </p:cNvPr>
              <p:cNvSpPr/>
              <p:nvPr/>
            </p:nvSpPr>
            <p:spPr>
              <a:xfrm>
                <a:off x="9781080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458CD2D6-A4F2-4825-928D-783F8CF199C0}"/>
                  </a:ext>
                </a:extLst>
              </p:cNvPr>
              <p:cNvCxnSpPr>
                <a:cxnSpLocks/>
                <a:stCxn id="88" idx="0"/>
              </p:cNvCxnSpPr>
              <p:nvPr/>
            </p:nvCxnSpPr>
            <p:spPr>
              <a:xfrm flipV="1">
                <a:off x="7566567" y="5192100"/>
                <a:ext cx="0" cy="680743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3C77961A-F289-46AD-B27D-8E48C10933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1058" y="4573483"/>
                <a:ext cx="0" cy="1308836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C45AE7D8-EB4D-44ED-BBE5-929E83C742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51920" y="4625017"/>
                <a:ext cx="0" cy="50511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箭头连接符 92">
                <a:extLst>
                  <a:ext uri="{FF2B5EF4-FFF2-40B4-BE49-F238E27FC236}">
                    <a16:creationId xmlns:a16="http://schemas.microsoft.com/office/drawing/2014/main" id="{3B85F0E5-7DF0-4AEF-81B7-14917D7697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1058" y="3547981"/>
                <a:ext cx="0" cy="107703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99B07816-9ED4-410B-8309-B927623634E9}"/>
                </a:ext>
              </a:extLst>
            </p:cNvPr>
            <p:cNvGrpSpPr/>
            <p:nvPr/>
          </p:nvGrpSpPr>
          <p:grpSpPr>
            <a:xfrm>
              <a:off x="607836" y="3285475"/>
              <a:ext cx="2761198" cy="2006994"/>
              <a:chOff x="2395960" y="2007002"/>
              <a:chExt cx="5613075" cy="3791914"/>
            </a:xfrm>
          </p:grpSpPr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FEDF53AF-2728-43A6-94BF-EE147971E693}"/>
                  </a:ext>
                </a:extLst>
              </p:cNvPr>
              <p:cNvGrpSpPr/>
              <p:nvPr/>
            </p:nvGrpSpPr>
            <p:grpSpPr>
              <a:xfrm>
                <a:off x="2395960" y="2007002"/>
                <a:ext cx="5497974" cy="3727048"/>
                <a:chOff x="2789499" y="1794076"/>
                <a:chExt cx="5497974" cy="3727048"/>
              </a:xfrm>
            </p:grpSpPr>
            <p:cxnSp>
              <p:nvCxnSpPr>
                <p:cNvPr id="106" name="直接箭头连接符 105">
                  <a:extLst>
                    <a:ext uri="{FF2B5EF4-FFF2-40B4-BE49-F238E27FC236}">
                      <a16:creationId xmlns:a16="http://schemas.microsoft.com/office/drawing/2014/main" id="{64F41E8C-EB19-4EBF-9771-4F37956DB2AA}"/>
                    </a:ext>
                  </a:extLst>
                </p:cNvPr>
                <p:cNvCxnSpPr/>
                <p:nvPr/>
              </p:nvCxnSpPr>
              <p:spPr>
                <a:xfrm flipV="1">
                  <a:off x="2789499" y="1794076"/>
                  <a:ext cx="0" cy="372704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箭头连接符 106">
                  <a:extLst>
                    <a:ext uri="{FF2B5EF4-FFF2-40B4-BE49-F238E27FC236}">
                      <a16:creationId xmlns:a16="http://schemas.microsoft.com/office/drawing/2014/main" id="{C789230F-6BCA-4F48-9EF5-4F7618DFC7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E34B485F-651F-45F2-821D-71B8FB36B449}"/>
                  </a:ext>
                </a:extLst>
              </p:cNvPr>
              <p:cNvSpPr/>
              <p:nvPr/>
            </p:nvSpPr>
            <p:spPr>
              <a:xfrm>
                <a:off x="2845798" y="2379869"/>
                <a:ext cx="4907667" cy="1794076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6AF14F9C-39B6-40AF-8EBB-D95669225A4E}"/>
                  </a:ext>
                </a:extLst>
              </p:cNvPr>
              <p:cNvSpPr/>
              <p:nvPr/>
            </p:nvSpPr>
            <p:spPr>
              <a:xfrm>
                <a:off x="3101368" y="3465536"/>
                <a:ext cx="4907667" cy="1794076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3810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5A270A3A-B0A9-4D9B-9C25-66BE90C39551}"/>
                  </a:ext>
                </a:extLst>
              </p:cNvPr>
              <p:cNvSpPr/>
              <p:nvPr/>
            </p:nvSpPr>
            <p:spPr>
              <a:xfrm>
                <a:off x="3565003" y="5636871"/>
                <a:ext cx="162045" cy="1620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F08858EA-01CB-4244-BA09-6A41C58833E3}"/>
                  </a:ext>
                </a:extLst>
              </p:cNvPr>
              <p:cNvSpPr/>
              <p:nvPr/>
            </p:nvSpPr>
            <p:spPr>
              <a:xfrm>
                <a:off x="7236106" y="5636871"/>
                <a:ext cx="162045" cy="1620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E7A7834D-80F9-4EEE-AB53-6E60F6A2A9D9}"/>
                  </a:ext>
                </a:extLst>
              </p:cNvPr>
              <p:cNvCxnSpPr>
                <a:cxnSpLocks/>
                <a:stCxn id="100" idx="0"/>
              </p:cNvCxnSpPr>
              <p:nvPr/>
            </p:nvCxnSpPr>
            <p:spPr>
              <a:xfrm flipV="1">
                <a:off x="3646026" y="4533277"/>
                <a:ext cx="0" cy="1103594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5C6FE9E1-E73F-4142-8C83-75F8F14C35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17128" y="3530400"/>
                <a:ext cx="0" cy="2121834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E6F8F26B-16C6-4C92-8CD6-00E2CB4460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46026" y="3397637"/>
                <a:ext cx="0" cy="103878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箭头连接符 104">
                <a:extLst>
                  <a:ext uri="{FF2B5EF4-FFF2-40B4-BE49-F238E27FC236}">
                    <a16:creationId xmlns:a16="http://schemas.microsoft.com/office/drawing/2014/main" id="{3451CF08-8076-4C6C-BC66-31180E67C2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17128" y="2498147"/>
                <a:ext cx="0" cy="108882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FF1AE5EC-EEEA-4649-BC09-CC55992A24F8}"/>
                </a:ext>
              </a:extLst>
            </p:cNvPr>
            <p:cNvGrpSpPr/>
            <p:nvPr/>
          </p:nvGrpSpPr>
          <p:grpSpPr>
            <a:xfrm>
              <a:off x="10689984" y="3330582"/>
              <a:ext cx="2704578" cy="2006994"/>
              <a:chOff x="6795474" y="3633787"/>
              <a:chExt cx="3391382" cy="2339012"/>
            </a:xfrm>
          </p:grpSpPr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6E1800AE-C6BC-4603-B45D-5F272A762170}"/>
                  </a:ext>
                </a:extLst>
              </p:cNvPr>
              <p:cNvGrpSpPr/>
              <p:nvPr/>
            </p:nvGrpSpPr>
            <p:grpSpPr>
              <a:xfrm>
                <a:off x="6795474" y="3633787"/>
                <a:ext cx="3391382" cy="2299000"/>
                <a:chOff x="2789499" y="1794076"/>
                <a:chExt cx="5497974" cy="3727048"/>
              </a:xfrm>
            </p:grpSpPr>
            <p:cxnSp>
              <p:nvCxnSpPr>
                <p:cNvPr id="118" name="直接箭头连接符 117">
                  <a:extLst>
                    <a:ext uri="{FF2B5EF4-FFF2-40B4-BE49-F238E27FC236}">
                      <a16:creationId xmlns:a16="http://schemas.microsoft.com/office/drawing/2014/main" id="{45111DF5-5EA7-4C55-A5BE-B5C71A98762C}"/>
                    </a:ext>
                  </a:extLst>
                </p:cNvPr>
                <p:cNvCxnSpPr/>
                <p:nvPr/>
              </p:nvCxnSpPr>
              <p:spPr>
                <a:xfrm flipV="1">
                  <a:off x="2789499" y="1794076"/>
                  <a:ext cx="0" cy="372704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18">
                  <a:extLst>
                    <a:ext uri="{FF2B5EF4-FFF2-40B4-BE49-F238E27FC236}">
                      <a16:creationId xmlns:a16="http://schemas.microsoft.com/office/drawing/2014/main" id="{E41BC292-CB09-4980-9510-95EBEF44A8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FD301F9D-BBEA-4C36-BCFD-52C88F2B4B9F}"/>
                  </a:ext>
                </a:extLst>
              </p:cNvPr>
              <p:cNvSpPr/>
              <p:nvPr/>
            </p:nvSpPr>
            <p:spPr>
              <a:xfrm>
                <a:off x="7117897" y="4573483"/>
                <a:ext cx="3027255" cy="1106662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72E7E6E5-5B4D-4758-BC6F-222DA46C99AF}"/>
                  </a:ext>
                </a:extLst>
              </p:cNvPr>
              <p:cNvSpPr/>
              <p:nvPr/>
            </p:nvSpPr>
            <p:spPr>
              <a:xfrm rot="563213">
                <a:off x="7105167" y="3807133"/>
                <a:ext cx="3027256" cy="898638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0F426091-18D8-4A44-8FD1-47856A86C649}"/>
                  </a:ext>
                </a:extLst>
              </p:cNvPr>
              <p:cNvSpPr/>
              <p:nvPr/>
            </p:nvSpPr>
            <p:spPr>
              <a:xfrm>
                <a:off x="7516589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24ED9FAA-D3EA-4945-83F2-BCBB841D76D6}"/>
                  </a:ext>
                </a:extLst>
              </p:cNvPr>
              <p:cNvSpPr/>
              <p:nvPr/>
            </p:nvSpPr>
            <p:spPr>
              <a:xfrm>
                <a:off x="9781080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F1DE6BF9-43B6-4B87-B7C0-08C6C5F7BEEA}"/>
                  </a:ext>
                </a:extLst>
              </p:cNvPr>
              <p:cNvCxnSpPr>
                <a:cxnSpLocks/>
                <a:stCxn id="112" idx="0"/>
              </p:cNvCxnSpPr>
              <p:nvPr/>
            </p:nvCxnSpPr>
            <p:spPr>
              <a:xfrm flipV="1">
                <a:off x="7566567" y="5192100"/>
                <a:ext cx="0" cy="680743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964D51D6-1C94-4DDC-8ED0-086DB9CB1E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1058" y="4573483"/>
                <a:ext cx="0" cy="1308836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0372D48A-4469-4940-B491-CED071B5A7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66567" y="4148102"/>
                <a:ext cx="0" cy="108808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6D40A3ED-B95E-435C-8169-98AF645720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1058" y="4096919"/>
                <a:ext cx="0" cy="463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AC041AA3-C4E5-4D5B-B1CC-4E8E190CA641}"/>
                </a:ext>
              </a:extLst>
            </p:cNvPr>
            <p:cNvGrpSpPr/>
            <p:nvPr/>
          </p:nvGrpSpPr>
          <p:grpSpPr>
            <a:xfrm>
              <a:off x="14010127" y="3079250"/>
              <a:ext cx="2704578" cy="2258327"/>
              <a:chOff x="9251449" y="4788681"/>
              <a:chExt cx="2330161" cy="1808350"/>
            </a:xfrm>
          </p:grpSpPr>
          <p:grpSp>
            <p:nvGrpSpPr>
              <p:cNvPr id="121" name="组合 120">
                <a:extLst>
                  <a:ext uri="{FF2B5EF4-FFF2-40B4-BE49-F238E27FC236}">
                    <a16:creationId xmlns:a16="http://schemas.microsoft.com/office/drawing/2014/main" id="{BF370224-BC45-4B87-87E6-355A02229CD1}"/>
                  </a:ext>
                </a:extLst>
              </p:cNvPr>
              <p:cNvGrpSpPr/>
              <p:nvPr/>
            </p:nvGrpSpPr>
            <p:grpSpPr>
              <a:xfrm>
                <a:off x="9251449" y="4788681"/>
                <a:ext cx="2330161" cy="1808350"/>
                <a:chOff x="6795474" y="3340875"/>
                <a:chExt cx="3391382" cy="2631924"/>
              </a:xfrm>
            </p:grpSpPr>
            <p:grpSp>
              <p:nvGrpSpPr>
                <p:cNvPr id="123" name="组合 122">
                  <a:extLst>
                    <a:ext uri="{FF2B5EF4-FFF2-40B4-BE49-F238E27FC236}">
                      <a16:creationId xmlns:a16="http://schemas.microsoft.com/office/drawing/2014/main" id="{A240C9E3-AE78-42F7-9951-7D0F1204CE98}"/>
                    </a:ext>
                  </a:extLst>
                </p:cNvPr>
                <p:cNvGrpSpPr/>
                <p:nvPr/>
              </p:nvGrpSpPr>
              <p:grpSpPr>
                <a:xfrm>
                  <a:off x="6795474" y="3633787"/>
                  <a:ext cx="3391382" cy="2299000"/>
                  <a:chOff x="2789499" y="1794076"/>
                  <a:chExt cx="5497974" cy="3727048"/>
                </a:xfrm>
              </p:grpSpPr>
              <p:cxnSp>
                <p:nvCxnSpPr>
                  <p:cNvPr id="131" name="直接箭头连接符 130">
                    <a:extLst>
                      <a:ext uri="{FF2B5EF4-FFF2-40B4-BE49-F238E27FC236}">
                        <a16:creationId xmlns:a16="http://schemas.microsoft.com/office/drawing/2014/main" id="{01FC817F-6D60-4A52-8213-AA27781A929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89499" y="1794076"/>
                    <a:ext cx="0" cy="372704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直接箭头连接符 131">
                    <a:extLst>
                      <a:ext uri="{FF2B5EF4-FFF2-40B4-BE49-F238E27FC236}">
                        <a16:creationId xmlns:a16="http://schemas.microsoft.com/office/drawing/2014/main" id="{948DF054-537D-47C0-B9A8-D553771B31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89499" y="5521124"/>
                    <a:ext cx="5497974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4" name="任意多边形: 形状 123">
                  <a:extLst>
                    <a:ext uri="{FF2B5EF4-FFF2-40B4-BE49-F238E27FC236}">
                      <a16:creationId xmlns:a16="http://schemas.microsoft.com/office/drawing/2014/main" id="{C47AECEC-BB35-4BFA-AA41-82487E63A726}"/>
                    </a:ext>
                  </a:extLst>
                </p:cNvPr>
                <p:cNvSpPr/>
                <p:nvPr/>
              </p:nvSpPr>
              <p:spPr>
                <a:xfrm rot="19990732" flipV="1">
                  <a:off x="7050942" y="3340875"/>
                  <a:ext cx="3027256" cy="898388"/>
                </a:xfrm>
                <a:custGeom>
                  <a:avLst/>
                  <a:gdLst>
                    <a:gd name="connsiteX0" fmla="*/ 0 w 4907666"/>
                    <a:gd name="connsiteY0" fmla="*/ 1794076 h 1794076"/>
                    <a:gd name="connsiteX1" fmla="*/ 1458410 w 4907666"/>
                    <a:gd name="connsiteY1" fmla="*/ 625033 h 1794076"/>
                    <a:gd name="connsiteX2" fmla="*/ 4907666 w 4907666"/>
                    <a:gd name="connsiteY2" fmla="*/ 0 h 1794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07666" h="1794076">
                      <a:moveTo>
                        <a:pt x="0" y="1794076"/>
                      </a:moveTo>
                      <a:cubicBezTo>
                        <a:pt x="320233" y="1359061"/>
                        <a:pt x="640466" y="924046"/>
                        <a:pt x="1458410" y="625033"/>
                      </a:cubicBezTo>
                      <a:cubicBezTo>
                        <a:pt x="2276354" y="326020"/>
                        <a:pt x="3592010" y="163010"/>
                        <a:pt x="4907666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CAA1EB00-8536-462D-A112-AF292C1BF44E}"/>
                    </a:ext>
                  </a:extLst>
                </p:cNvPr>
                <p:cNvSpPr/>
                <p:nvPr/>
              </p:nvSpPr>
              <p:spPr>
                <a:xfrm>
                  <a:off x="7516589" y="5872843"/>
                  <a:ext cx="99956" cy="99956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椭圆 125">
                  <a:extLst>
                    <a:ext uri="{FF2B5EF4-FFF2-40B4-BE49-F238E27FC236}">
                      <a16:creationId xmlns:a16="http://schemas.microsoft.com/office/drawing/2014/main" id="{660D5300-08B8-4DEA-8A64-3E9D23B4F4A3}"/>
                    </a:ext>
                  </a:extLst>
                </p:cNvPr>
                <p:cNvSpPr/>
                <p:nvPr/>
              </p:nvSpPr>
              <p:spPr>
                <a:xfrm>
                  <a:off x="9781080" y="5872843"/>
                  <a:ext cx="99956" cy="99956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7" name="直接连接符 126">
                  <a:extLst>
                    <a:ext uri="{FF2B5EF4-FFF2-40B4-BE49-F238E27FC236}">
                      <a16:creationId xmlns:a16="http://schemas.microsoft.com/office/drawing/2014/main" id="{D035F593-486C-4200-A102-61318ABEA8F3}"/>
                    </a:ext>
                  </a:extLst>
                </p:cNvPr>
                <p:cNvCxnSpPr>
                  <a:cxnSpLocks/>
                  <a:stCxn id="125" idx="0"/>
                </p:cNvCxnSpPr>
                <p:nvPr/>
              </p:nvCxnSpPr>
              <p:spPr>
                <a:xfrm flipV="1">
                  <a:off x="7566567" y="5192100"/>
                  <a:ext cx="0" cy="680743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>
                  <a:extLst>
                    <a:ext uri="{FF2B5EF4-FFF2-40B4-BE49-F238E27FC236}">
                      <a16:creationId xmlns:a16="http://schemas.microsoft.com/office/drawing/2014/main" id="{6B79FECC-7FC0-445A-B62D-21AFA2531E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831058" y="4573483"/>
                  <a:ext cx="0" cy="1308836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箭头连接符 128">
                  <a:extLst>
                    <a:ext uri="{FF2B5EF4-FFF2-40B4-BE49-F238E27FC236}">
                      <a16:creationId xmlns:a16="http://schemas.microsoft.com/office/drawing/2014/main" id="{D590F1A2-9D40-4E31-BEE6-5D6B52F3D6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506858" y="4228701"/>
                  <a:ext cx="1" cy="73477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箭头连接符 129">
                  <a:extLst>
                    <a:ext uri="{FF2B5EF4-FFF2-40B4-BE49-F238E27FC236}">
                      <a16:creationId xmlns:a16="http://schemas.microsoft.com/office/drawing/2014/main" id="{70321FA0-8582-4EE5-974D-D6ED07B904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822730" y="3727465"/>
                  <a:ext cx="42306" cy="70759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C62F4563-08EA-4336-9A7E-5C3FF5A16AE0}"/>
                  </a:ext>
                </a:extLst>
              </p:cNvPr>
              <p:cNvSpPr/>
              <p:nvPr/>
            </p:nvSpPr>
            <p:spPr>
              <a:xfrm rot="21244047">
                <a:off x="9690045" y="5649511"/>
                <a:ext cx="1882688" cy="266130"/>
              </a:xfrm>
              <a:custGeom>
                <a:avLst/>
                <a:gdLst>
                  <a:gd name="connsiteX0" fmla="*/ 0 w 1666240"/>
                  <a:gd name="connsiteY0" fmla="*/ 733531 h 733531"/>
                  <a:gd name="connsiteX1" fmla="*/ 284480 w 1666240"/>
                  <a:gd name="connsiteY1" fmla="*/ 174731 h 733531"/>
                  <a:gd name="connsiteX2" fmla="*/ 762000 w 1666240"/>
                  <a:gd name="connsiteY2" fmla="*/ 2011 h 733531"/>
                  <a:gd name="connsiteX3" fmla="*/ 1361440 w 1666240"/>
                  <a:gd name="connsiteY3" fmla="*/ 93451 h 733531"/>
                  <a:gd name="connsiteX4" fmla="*/ 1666240 w 1666240"/>
                  <a:gd name="connsiteY4" fmla="*/ 286491 h 733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6240" h="733531">
                    <a:moveTo>
                      <a:pt x="0" y="733531"/>
                    </a:moveTo>
                    <a:cubicBezTo>
                      <a:pt x="78740" y="515091"/>
                      <a:pt x="157480" y="296651"/>
                      <a:pt x="284480" y="174731"/>
                    </a:cubicBezTo>
                    <a:cubicBezTo>
                      <a:pt x="411480" y="52811"/>
                      <a:pt x="582507" y="15558"/>
                      <a:pt x="762000" y="2011"/>
                    </a:cubicBezTo>
                    <a:cubicBezTo>
                      <a:pt x="941493" y="-11536"/>
                      <a:pt x="1210733" y="46038"/>
                      <a:pt x="1361440" y="93451"/>
                    </a:cubicBezTo>
                    <a:cubicBezTo>
                      <a:pt x="1512147" y="140864"/>
                      <a:pt x="1589193" y="213677"/>
                      <a:pt x="1666240" y="286491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850C2732-D1B5-4DDA-864C-0AEBA26CA3BA}"/>
                </a:ext>
              </a:extLst>
            </p:cNvPr>
            <p:cNvSpPr/>
            <p:nvPr/>
          </p:nvSpPr>
          <p:spPr>
            <a:xfrm>
              <a:off x="1376152" y="2872150"/>
              <a:ext cx="973454" cy="6055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平移</a:t>
              </a: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9FDFCF02-F916-4852-9124-9BC29A2FBE41}"/>
                </a:ext>
              </a:extLst>
            </p:cNvPr>
            <p:cNvSpPr/>
            <p:nvPr/>
          </p:nvSpPr>
          <p:spPr>
            <a:xfrm>
              <a:off x="8210587" y="2917257"/>
              <a:ext cx="973454" cy="6055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熊陡</a:t>
              </a: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BC6540A8-B1ED-479F-B6C8-F0E2EC414D90}"/>
                </a:ext>
              </a:extLst>
            </p:cNvPr>
            <p:cNvSpPr/>
            <p:nvPr/>
          </p:nvSpPr>
          <p:spPr>
            <a:xfrm>
              <a:off x="11603160" y="2917257"/>
              <a:ext cx="973454" cy="6055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熊平</a:t>
              </a: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FB33E1C9-A70F-43DB-B39E-81183A072946}"/>
                </a:ext>
              </a:extLst>
            </p:cNvPr>
            <p:cNvSpPr/>
            <p:nvPr/>
          </p:nvSpPr>
          <p:spPr>
            <a:xfrm>
              <a:off x="14474631" y="2791953"/>
              <a:ext cx="2422846" cy="6055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凹陷 </a:t>
              </a:r>
              <a:r>
                <a:rPr lang="en-US" altLang="zh-CN" dirty="0"/>
                <a:t>| </a:t>
              </a:r>
              <a:r>
                <a:rPr lang="zh-CN" altLang="en-US" dirty="0"/>
                <a:t>正蝶式</a:t>
              </a:r>
            </a:p>
          </p:txBody>
        </p: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95214B58-B034-44A9-A205-A07B07CCE399}"/>
                </a:ext>
              </a:extLst>
            </p:cNvPr>
            <p:cNvGrpSpPr/>
            <p:nvPr/>
          </p:nvGrpSpPr>
          <p:grpSpPr>
            <a:xfrm>
              <a:off x="4032510" y="3397482"/>
              <a:ext cx="2704578" cy="1972662"/>
              <a:chOff x="6795474" y="3460783"/>
              <a:chExt cx="3391382" cy="2512016"/>
            </a:xfrm>
          </p:grpSpPr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13567A19-948B-4636-AE71-5A9925AE6552}"/>
                  </a:ext>
                </a:extLst>
              </p:cNvPr>
              <p:cNvGrpSpPr/>
              <p:nvPr/>
            </p:nvGrpSpPr>
            <p:grpSpPr>
              <a:xfrm>
                <a:off x="6795474" y="3460783"/>
                <a:ext cx="3391382" cy="2472005"/>
                <a:chOff x="2789499" y="1513609"/>
                <a:chExt cx="5497974" cy="4007517"/>
              </a:xfrm>
            </p:grpSpPr>
            <p:cxnSp>
              <p:nvCxnSpPr>
                <p:cNvPr id="143" name="直接箭头连接符 142">
                  <a:extLst>
                    <a:ext uri="{FF2B5EF4-FFF2-40B4-BE49-F238E27FC236}">
                      <a16:creationId xmlns:a16="http://schemas.microsoft.com/office/drawing/2014/main" id="{E3B423B6-C823-4F36-A973-59185B7590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9499" y="1513609"/>
                  <a:ext cx="0" cy="400751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箭头连接符 143">
                  <a:extLst>
                    <a:ext uri="{FF2B5EF4-FFF2-40B4-BE49-F238E27FC236}">
                      <a16:creationId xmlns:a16="http://schemas.microsoft.com/office/drawing/2014/main" id="{44895963-37A5-4648-A387-F6AC782B44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A261C2A9-714A-45AF-86BA-63482DDD99D7}"/>
                  </a:ext>
                </a:extLst>
              </p:cNvPr>
              <p:cNvSpPr/>
              <p:nvPr/>
            </p:nvSpPr>
            <p:spPr>
              <a:xfrm rot="263712">
                <a:off x="7091192" y="3833459"/>
                <a:ext cx="3006361" cy="793256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A1D279A2-E520-4DC1-BA2F-BF5D438D5B66}"/>
                  </a:ext>
                </a:extLst>
              </p:cNvPr>
              <p:cNvSpPr/>
              <p:nvPr/>
            </p:nvSpPr>
            <p:spPr>
              <a:xfrm>
                <a:off x="7117896" y="3460784"/>
                <a:ext cx="3027253" cy="2031378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203B1FA1-6FF1-463C-B69E-F737F829819D}"/>
                  </a:ext>
                </a:extLst>
              </p:cNvPr>
              <p:cNvSpPr/>
              <p:nvPr/>
            </p:nvSpPr>
            <p:spPr>
              <a:xfrm>
                <a:off x="7516589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C564F6E4-FBA2-4E34-B66F-D543EA09CB62}"/>
                  </a:ext>
                </a:extLst>
              </p:cNvPr>
              <p:cNvSpPr/>
              <p:nvPr/>
            </p:nvSpPr>
            <p:spPr>
              <a:xfrm>
                <a:off x="9781080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B8AE9FD7-135C-4524-82FF-8823DF5CE07F}"/>
                  </a:ext>
                </a:extLst>
              </p:cNvPr>
              <p:cNvCxnSpPr>
                <a:cxnSpLocks/>
                <a:stCxn id="137" idx="0"/>
              </p:cNvCxnSpPr>
              <p:nvPr/>
            </p:nvCxnSpPr>
            <p:spPr>
              <a:xfrm flipV="1">
                <a:off x="7566568" y="4636115"/>
                <a:ext cx="0" cy="1236729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F63E4FB7-19B4-4378-B5F7-69BC2B7F6C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1058" y="3933527"/>
                <a:ext cx="49978" cy="1948792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28696DBB-7BDA-42F5-ABBF-53066028E5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3208" y="4209855"/>
                <a:ext cx="3359" cy="38500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箭头连接符 141">
                <a:extLst>
                  <a:ext uri="{FF2B5EF4-FFF2-40B4-BE49-F238E27FC236}">
                    <a16:creationId xmlns:a16="http://schemas.microsoft.com/office/drawing/2014/main" id="{06E1CD88-3889-44A7-9C75-E6B5420CCE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59681" y="3562907"/>
                <a:ext cx="0" cy="37062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54D421C0-9055-41DE-986C-422A0B11F7CA}"/>
                </a:ext>
              </a:extLst>
            </p:cNvPr>
            <p:cNvSpPr/>
            <p:nvPr/>
          </p:nvSpPr>
          <p:spPr>
            <a:xfrm>
              <a:off x="4900834" y="2876127"/>
              <a:ext cx="838691" cy="4848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变平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0C05169-AA72-41B3-86D4-5E173DFF49C1}"/>
              </a:ext>
            </a:extLst>
          </p:cNvPr>
          <p:cNvGrpSpPr/>
          <p:nvPr/>
        </p:nvGrpSpPr>
        <p:grpSpPr>
          <a:xfrm>
            <a:off x="602604" y="5920363"/>
            <a:ext cx="16231610" cy="2494017"/>
            <a:chOff x="602604" y="5920363"/>
            <a:chExt cx="16231610" cy="2494017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A23CE8A-0BAE-43FD-8798-08980FFEABF3}"/>
                </a:ext>
              </a:extLst>
            </p:cNvPr>
            <p:cNvGrpSpPr/>
            <p:nvPr/>
          </p:nvGrpSpPr>
          <p:grpSpPr>
            <a:xfrm>
              <a:off x="7369840" y="6529198"/>
              <a:ext cx="2709810" cy="1811114"/>
              <a:chOff x="6795474" y="3460783"/>
              <a:chExt cx="3391382" cy="2512016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2950D402-AC2B-47C4-8369-3B6280180119}"/>
                  </a:ext>
                </a:extLst>
              </p:cNvPr>
              <p:cNvGrpSpPr/>
              <p:nvPr/>
            </p:nvGrpSpPr>
            <p:grpSpPr>
              <a:xfrm>
                <a:off x="6795474" y="3460783"/>
                <a:ext cx="3391382" cy="2472005"/>
                <a:chOff x="2789499" y="1513609"/>
                <a:chExt cx="5497974" cy="4007517"/>
              </a:xfrm>
            </p:grpSpPr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BC66497D-A678-4DD4-A1C7-F188AB6386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9499" y="1513609"/>
                  <a:ext cx="0" cy="400751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BECAB859-9475-4E6E-91FC-86BFFDA9A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4AC5A94D-B634-4E5A-AAB1-FD58CB884184}"/>
                  </a:ext>
                </a:extLst>
              </p:cNvPr>
              <p:cNvSpPr/>
              <p:nvPr/>
            </p:nvSpPr>
            <p:spPr>
              <a:xfrm>
                <a:off x="7117897" y="4573483"/>
                <a:ext cx="3027255" cy="1106662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041E4143-2387-45C6-B38A-052AD80A6AC2}"/>
                  </a:ext>
                </a:extLst>
              </p:cNvPr>
              <p:cNvSpPr/>
              <p:nvPr/>
            </p:nvSpPr>
            <p:spPr>
              <a:xfrm>
                <a:off x="7117896" y="3460784"/>
                <a:ext cx="3027253" cy="2031378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3810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3EBF17C-8770-4B63-ADB6-0C5D71EE4E38}"/>
                  </a:ext>
                </a:extLst>
              </p:cNvPr>
              <p:cNvSpPr/>
              <p:nvPr/>
            </p:nvSpPr>
            <p:spPr>
              <a:xfrm>
                <a:off x="7516589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CF6CD94C-1381-4728-96E3-361778DA104C}"/>
                  </a:ext>
                </a:extLst>
              </p:cNvPr>
              <p:cNvSpPr/>
              <p:nvPr/>
            </p:nvSpPr>
            <p:spPr>
              <a:xfrm>
                <a:off x="9781080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B1C9AFB-0A68-4BC7-B818-926A4F23AB5C}"/>
                  </a:ext>
                </a:extLst>
              </p:cNvPr>
              <p:cNvCxnSpPr>
                <a:cxnSpLocks/>
                <a:stCxn id="28" idx="0"/>
              </p:cNvCxnSpPr>
              <p:nvPr/>
            </p:nvCxnSpPr>
            <p:spPr>
              <a:xfrm flipV="1">
                <a:off x="7566567" y="5192100"/>
                <a:ext cx="0" cy="680743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DAE134A-A43B-471B-8AB7-83F0C65CFF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1058" y="4573483"/>
                <a:ext cx="0" cy="1308836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F2D1D9CA-330E-46EF-A8BD-786104C1E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6567" y="4602532"/>
                <a:ext cx="0" cy="55484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3C22ED1D-EB93-4FDB-BE91-B39FBB708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058" y="3633786"/>
                <a:ext cx="0" cy="100347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029CD41F-E996-4635-BBCC-955CDEDE1921}"/>
                </a:ext>
              </a:extLst>
            </p:cNvPr>
            <p:cNvGrpSpPr/>
            <p:nvPr/>
          </p:nvGrpSpPr>
          <p:grpSpPr>
            <a:xfrm>
              <a:off x="602604" y="6497678"/>
              <a:ext cx="2709809" cy="1842634"/>
              <a:chOff x="2395960" y="2007002"/>
              <a:chExt cx="5497974" cy="3791914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2578FC59-1A89-4A19-AB41-1199B3F219B5}"/>
                  </a:ext>
                </a:extLst>
              </p:cNvPr>
              <p:cNvGrpSpPr/>
              <p:nvPr/>
            </p:nvGrpSpPr>
            <p:grpSpPr>
              <a:xfrm>
                <a:off x="2395960" y="2007002"/>
                <a:ext cx="5497974" cy="3727048"/>
                <a:chOff x="2789499" y="1794076"/>
                <a:chExt cx="5497974" cy="3727048"/>
              </a:xfrm>
            </p:grpSpPr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F003C691-908A-4AC5-91AF-42FF6B153282}"/>
                    </a:ext>
                  </a:extLst>
                </p:cNvPr>
                <p:cNvCxnSpPr/>
                <p:nvPr/>
              </p:nvCxnSpPr>
              <p:spPr>
                <a:xfrm flipV="1">
                  <a:off x="2789499" y="1794076"/>
                  <a:ext cx="0" cy="372704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箭头连接符 46">
                  <a:extLst>
                    <a:ext uri="{FF2B5EF4-FFF2-40B4-BE49-F238E27FC236}">
                      <a16:creationId xmlns:a16="http://schemas.microsoft.com/office/drawing/2014/main" id="{30CF0808-B4BE-4582-97D8-EA0F73C426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F93D541F-4EAB-4D24-B040-717A8C22100E}"/>
                  </a:ext>
                </a:extLst>
              </p:cNvPr>
              <p:cNvSpPr/>
              <p:nvPr/>
            </p:nvSpPr>
            <p:spPr>
              <a:xfrm>
                <a:off x="2918659" y="3530400"/>
                <a:ext cx="4907666" cy="1794076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84091BB7-0B66-4557-8047-455263EA3560}"/>
                  </a:ext>
                </a:extLst>
              </p:cNvPr>
              <p:cNvSpPr/>
              <p:nvPr/>
            </p:nvSpPr>
            <p:spPr>
              <a:xfrm>
                <a:off x="2837636" y="2531962"/>
                <a:ext cx="4907666" cy="1794076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3810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C15AC000-8FEF-44EB-B0D0-A6FC7FB91218}"/>
                  </a:ext>
                </a:extLst>
              </p:cNvPr>
              <p:cNvSpPr/>
              <p:nvPr/>
            </p:nvSpPr>
            <p:spPr>
              <a:xfrm>
                <a:off x="3565003" y="5636871"/>
                <a:ext cx="162045" cy="1620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8DF3359A-A213-40A7-AEB5-9A50735CC695}"/>
                  </a:ext>
                </a:extLst>
              </p:cNvPr>
              <p:cNvSpPr/>
              <p:nvPr/>
            </p:nvSpPr>
            <p:spPr>
              <a:xfrm>
                <a:off x="7236106" y="5636871"/>
                <a:ext cx="162045" cy="1620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01F40CC-7477-45C3-A702-E05A2998164D}"/>
                  </a:ext>
                </a:extLst>
              </p:cNvPr>
              <p:cNvCxnSpPr>
                <a:cxnSpLocks/>
                <a:stCxn id="40" idx="0"/>
              </p:cNvCxnSpPr>
              <p:nvPr/>
            </p:nvCxnSpPr>
            <p:spPr>
              <a:xfrm flipV="1">
                <a:off x="3646026" y="4533277"/>
                <a:ext cx="0" cy="1103594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3ADC7735-3E9E-44D5-93BB-1FE6CAB192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17128" y="3530400"/>
                <a:ext cx="0" cy="2121834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D3AFF4AC-F85A-47D8-8B3E-3867C9815D48}"/>
                  </a:ext>
                </a:extLst>
              </p:cNvPr>
              <p:cNvCxnSpPr/>
              <p:nvPr/>
            </p:nvCxnSpPr>
            <p:spPr>
              <a:xfrm>
                <a:off x="3646025" y="3530400"/>
                <a:ext cx="0" cy="100287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7E1794EC-7616-44B3-91E5-0BA41A7CDF26}"/>
                  </a:ext>
                </a:extLst>
              </p:cNvPr>
              <p:cNvCxnSpPr/>
              <p:nvPr/>
            </p:nvCxnSpPr>
            <p:spPr>
              <a:xfrm>
                <a:off x="7317128" y="2630910"/>
                <a:ext cx="0" cy="100287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364F190F-CBB7-46D3-85DB-BA8D7034F264}"/>
                </a:ext>
              </a:extLst>
            </p:cNvPr>
            <p:cNvGrpSpPr/>
            <p:nvPr/>
          </p:nvGrpSpPr>
          <p:grpSpPr>
            <a:xfrm>
              <a:off x="10696405" y="6497678"/>
              <a:ext cx="2709810" cy="1842634"/>
              <a:chOff x="6795474" y="3633787"/>
              <a:chExt cx="3391382" cy="2339012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40A1E6CE-734F-45BA-8543-45FAD00E6520}"/>
                  </a:ext>
                </a:extLst>
              </p:cNvPr>
              <p:cNvGrpSpPr/>
              <p:nvPr/>
            </p:nvGrpSpPr>
            <p:grpSpPr>
              <a:xfrm>
                <a:off x="6795474" y="3633787"/>
                <a:ext cx="3391382" cy="2299000"/>
                <a:chOff x="2789499" y="1794076"/>
                <a:chExt cx="5497974" cy="3727048"/>
              </a:xfrm>
            </p:grpSpPr>
            <p:cxnSp>
              <p:nvCxnSpPr>
                <p:cNvPr id="60" name="直接箭头连接符 59">
                  <a:extLst>
                    <a:ext uri="{FF2B5EF4-FFF2-40B4-BE49-F238E27FC236}">
                      <a16:creationId xmlns:a16="http://schemas.microsoft.com/office/drawing/2014/main" id="{ED695E75-B3CD-4AEC-A524-8F4B9349BC47}"/>
                    </a:ext>
                  </a:extLst>
                </p:cNvPr>
                <p:cNvCxnSpPr/>
                <p:nvPr/>
              </p:nvCxnSpPr>
              <p:spPr>
                <a:xfrm flipV="1">
                  <a:off x="2789499" y="1794076"/>
                  <a:ext cx="0" cy="372704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箭头连接符 60">
                  <a:extLst>
                    <a:ext uri="{FF2B5EF4-FFF2-40B4-BE49-F238E27FC236}">
                      <a16:creationId xmlns:a16="http://schemas.microsoft.com/office/drawing/2014/main" id="{C4949356-632E-4E24-8E32-2346E14D1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F353BF77-8815-4930-8C82-1AAB26C6E115}"/>
                  </a:ext>
                </a:extLst>
              </p:cNvPr>
              <p:cNvSpPr/>
              <p:nvPr/>
            </p:nvSpPr>
            <p:spPr>
              <a:xfrm>
                <a:off x="7117897" y="4573483"/>
                <a:ext cx="3027255" cy="1106662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53D7062-6FA0-4DE5-A342-DF41A0D1D112}"/>
                  </a:ext>
                </a:extLst>
              </p:cNvPr>
              <p:cNvSpPr/>
              <p:nvPr/>
            </p:nvSpPr>
            <p:spPr>
              <a:xfrm rot="563213">
                <a:off x="7105167" y="3807133"/>
                <a:ext cx="3027256" cy="898638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3810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82D5605B-15F5-4B1B-BE1D-F84C1F498E06}"/>
                  </a:ext>
                </a:extLst>
              </p:cNvPr>
              <p:cNvSpPr/>
              <p:nvPr/>
            </p:nvSpPr>
            <p:spPr>
              <a:xfrm>
                <a:off x="7516589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E806C2CB-4958-48FD-93CF-2DD1E7B6A8A5}"/>
                  </a:ext>
                </a:extLst>
              </p:cNvPr>
              <p:cNvSpPr/>
              <p:nvPr/>
            </p:nvSpPr>
            <p:spPr>
              <a:xfrm>
                <a:off x="9781080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1C31C8C-6AE2-4BAE-BCA6-7CADCAC5ED57}"/>
                  </a:ext>
                </a:extLst>
              </p:cNvPr>
              <p:cNvCxnSpPr>
                <a:cxnSpLocks/>
                <a:stCxn id="54" idx="0"/>
              </p:cNvCxnSpPr>
              <p:nvPr/>
            </p:nvCxnSpPr>
            <p:spPr>
              <a:xfrm flipV="1">
                <a:off x="7566567" y="5192100"/>
                <a:ext cx="0" cy="680743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83A8C842-02CB-4188-B218-58A37F8AD1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1058" y="4573483"/>
                <a:ext cx="0" cy="1308836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C510770E-4651-4660-B572-97F0B2F5A3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6567" y="4157957"/>
                <a:ext cx="0" cy="99941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35276F70-7EE6-45D4-B1DE-00D5DECAED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058" y="4096919"/>
                <a:ext cx="0" cy="5403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7AF985D4-BD31-48AE-A252-195F8FAA7531}"/>
                </a:ext>
              </a:extLst>
            </p:cNvPr>
            <p:cNvGrpSpPr/>
            <p:nvPr/>
          </p:nvGrpSpPr>
          <p:grpSpPr>
            <a:xfrm>
              <a:off x="14022972" y="6426621"/>
              <a:ext cx="2709810" cy="1913691"/>
              <a:chOff x="9251449" y="4927961"/>
              <a:chExt cx="2330161" cy="1669069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DCC7244C-F6B0-45EA-BA03-31C1BA2F8CDC}"/>
                  </a:ext>
                </a:extLst>
              </p:cNvPr>
              <p:cNvGrpSpPr/>
              <p:nvPr/>
            </p:nvGrpSpPr>
            <p:grpSpPr>
              <a:xfrm>
                <a:off x="9251449" y="4927961"/>
                <a:ext cx="2330161" cy="1669069"/>
                <a:chOff x="6795474" y="3543588"/>
                <a:chExt cx="3391382" cy="2429211"/>
              </a:xfrm>
            </p:grpSpPr>
            <p:grpSp>
              <p:nvGrpSpPr>
                <p:cNvPr id="66" name="组合 65">
                  <a:extLst>
                    <a:ext uri="{FF2B5EF4-FFF2-40B4-BE49-F238E27FC236}">
                      <a16:creationId xmlns:a16="http://schemas.microsoft.com/office/drawing/2014/main" id="{16A070E9-F0EB-4187-9D39-A59BC985C657}"/>
                    </a:ext>
                  </a:extLst>
                </p:cNvPr>
                <p:cNvGrpSpPr/>
                <p:nvPr/>
              </p:nvGrpSpPr>
              <p:grpSpPr>
                <a:xfrm>
                  <a:off x="6795474" y="3633787"/>
                  <a:ext cx="3391382" cy="2299000"/>
                  <a:chOff x="2789499" y="1794076"/>
                  <a:chExt cx="5497974" cy="3727048"/>
                </a:xfrm>
              </p:grpSpPr>
              <p:cxnSp>
                <p:nvCxnSpPr>
                  <p:cNvPr id="75" name="直接箭头连接符 74">
                    <a:extLst>
                      <a:ext uri="{FF2B5EF4-FFF2-40B4-BE49-F238E27FC236}">
                        <a16:creationId xmlns:a16="http://schemas.microsoft.com/office/drawing/2014/main" id="{D2FAE0E8-1212-4450-BBC2-803AEFB6FC7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89499" y="1794076"/>
                    <a:ext cx="0" cy="372704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直接箭头连接符 75">
                    <a:extLst>
                      <a:ext uri="{FF2B5EF4-FFF2-40B4-BE49-F238E27FC236}">
                        <a16:creationId xmlns:a16="http://schemas.microsoft.com/office/drawing/2014/main" id="{FFE1318C-14F5-4B82-8A55-FD482768B7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89499" y="5521124"/>
                    <a:ext cx="5497974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9F1BD12C-69B0-433E-ABAB-8D851D30F4CD}"/>
                    </a:ext>
                  </a:extLst>
                </p:cNvPr>
                <p:cNvSpPr/>
                <p:nvPr/>
              </p:nvSpPr>
              <p:spPr>
                <a:xfrm>
                  <a:off x="6985598" y="3543588"/>
                  <a:ext cx="3027256" cy="1106661"/>
                </a:xfrm>
                <a:custGeom>
                  <a:avLst/>
                  <a:gdLst>
                    <a:gd name="connsiteX0" fmla="*/ 0 w 4907666"/>
                    <a:gd name="connsiteY0" fmla="*/ 1794076 h 1794076"/>
                    <a:gd name="connsiteX1" fmla="*/ 1458410 w 4907666"/>
                    <a:gd name="connsiteY1" fmla="*/ 625033 h 1794076"/>
                    <a:gd name="connsiteX2" fmla="*/ 4907666 w 4907666"/>
                    <a:gd name="connsiteY2" fmla="*/ 0 h 1794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07666" h="1794076">
                      <a:moveTo>
                        <a:pt x="0" y="1794076"/>
                      </a:moveTo>
                      <a:cubicBezTo>
                        <a:pt x="320233" y="1359061"/>
                        <a:pt x="640466" y="924046"/>
                        <a:pt x="1458410" y="625033"/>
                      </a:cubicBezTo>
                      <a:cubicBezTo>
                        <a:pt x="2276354" y="326020"/>
                        <a:pt x="3592010" y="163010"/>
                        <a:pt x="4907666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>
                  <a:extLst>
                    <a:ext uri="{FF2B5EF4-FFF2-40B4-BE49-F238E27FC236}">
                      <a16:creationId xmlns:a16="http://schemas.microsoft.com/office/drawing/2014/main" id="{DFEE65A0-5CB5-4981-8E32-8AEB044359A5}"/>
                    </a:ext>
                  </a:extLst>
                </p:cNvPr>
                <p:cNvSpPr/>
                <p:nvPr/>
              </p:nvSpPr>
              <p:spPr>
                <a:xfrm>
                  <a:off x="7516589" y="5872843"/>
                  <a:ext cx="99956" cy="99956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椭圆 69">
                  <a:extLst>
                    <a:ext uri="{FF2B5EF4-FFF2-40B4-BE49-F238E27FC236}">
                      <a16:creationId xmlns:a16="http://schemas.microsoft.com/office/drawing/2014/main" id="{0E7D0C4E-93D3-4FC5-A9D3-ABF607C889C6}"/>
                    </a:ext>
                  </a:extLst>
                </p:cNvPr>
                <p:cNvSpPr/>
                <p:nvPr/>
              </p:nvSpPr>
              <p:spPr>
                <a:xfrm>
                  <a:off x="9781080" y="5872843"/>
                  <a:ext cx="99956" cy="99956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F4A52DE0-4F0B-4F8B-A676-582447E8092B}"/>
                    </a:ext>
                  </a:extLst>
                </p:cNvPr>
                <p:cNvCxnSpPr>
                  <a:cxnSpLocks/>
                  <a:stCxn id="69" idx="0"/>
                </p:cNvCxnSpPr>
                <p:nvPr/>
              </p:nvCxnSpPr>
              <p:spPr>
                <a:xfrm flipV="1">
                  <a:off x="7566567" y="5192100"/>
                  <a:ext cx="0" cy="680743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ED6D3AAA-614E-426C-A240-BC4B887C9C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831058" y="4573483"/>
                  <a:ext cx="0" cy="1308836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72">
                  <a:extLst>
                    <a:ext uri="{FF2B5EF4-FFF2-40B4-BE49-F238E27FC236}">
                      <a16:creationId xmlns:a16="http://schemas.microsoft.com/office/drawing/2014/main" id="{11FFDB9C-2ACD-4CE7-ADFF-A4CD257E0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66567" y="4157957"/>
                  <a:ext cx="0" cy="99941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>
                  <a:extLst>
                    <a:ext uri="{FF2B5EF4-FFF2-40B4-BE49-F238E27FC236}">
                      <a16:creationId xmlns:a16="http://schemas.microsoft.com/office/drawing/2014/main" id="{DC0133F8-6143-49E3-ADB5-5174686F65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31058" y="3679061"/>
                  <a:ext cx="0" cy="894422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29F13AD8-29AB-479C-9FD7-2602C89B610B}"/>
                  </a:ext>
                </a:extLst>
              </p:cNvPr>
              <p:cNvSpPr/>
              <p:nvPr/>
            </p:nvSpPr>
            <p:spPr>
              <a:xfrm rot="21394003">
                <a:off x="9671986" y="5482454"/>
                <a:ext cx="1812979" cy="733531"/>
              </a:xfrm>
              <a:custGeom>
                <a:avLst/>
                <a:gdLst>
                  <a:gd name="connsiteX0" fmla="*/ 0 w 1666240"/>
                  <a:gd name="connsiteY0" fmla="*/ 733531 h 733531"/>
                  <a:gd name="connsiteX1" fmla="*/ 284480 w 1666240"/>
                  <a:gd name="connsiteY1" fmla="*/ 174731 h 733531"/>
                  <a:gd name="connsiteX2" fmla="*/ 762000 w 1666240"/>
                  <a:gd name="connsiteY2" fmla="*/ 2011 h 733531"/>
                  <a:gd name="connsiteX3" fmla="*/ 1361440 w 1666240"/>
                  <a:gd name="connsiteY3" fmla="*/ 93451 h 733531"/>
                  <a:gd name="connsiteX4" fmla="*/ 1666240 w 1666240"/>
                  <a:gd name="connsiteY4" fmla="*/ 286491 h 733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6240" h="733531">
                    <a:moveTo>
                      <a:pt x="0" y="733531"/>
                    </a:moveTo>
                    <a:cubicBezTo>
                      <a:pt x="78740" y="515091"/>
                      <a:pt x="157480" y="296651"/>
                      <a:pt x="284480" y="174731"/>
                    </a:cubicBezTo>
                    <a:cubicBezTo>
                      <a:pt x="411480" y="52811"/>
                      <a:pt x="582507" y="15558"/>
                      <a:pt x="762000" y="2011"/>
                    </a:cubicBezTo>
                    <a:cubicBezTo>
                      <a:pt x="941493" y="-11536"/>
                      <a:pt x="1210733" y="46038"/>
                      <a:pt x="1361440" y="93451"/>
                    </a:cubicBezTo>
                    <a:cubicBezTo>
                      <a:pt x="1512147" y="140864"/>
                      <a:pt x="1589193" y="213677"/>
                      <a:pt x="1666240" y="286491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05D1AC34-A403-4119-9B91-9AF9A6E33ACF}"/>
                </a:ext>
              </a:extLst>
            </p:cNvPr>
            <p:cNvSpPr/>
            <p:nvPr/>
          </p:nvSpPr>
          <p:spPr>
            <a:xfrm>
              <a:off x="1364439" y="5938708"/>
              <a:ext cx="975337" cy="10060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平移</a:t>
              </a: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454D958D-8B38-47C0-89B0-38EC38D99337}"/>
                </a:ext>
              </a:extLst>
            </p:cNvPr>
            <p:cNvSpPr/>
            <p:nvPr/>
          </p:nvSpPr>
          <p:spPr>
            <a:xfrm>
              <a:off x="8204244" y="5938708"/>
              <a:ext cx="975337" cy="10060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牛平</a:t>
              </a:r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BA50D6AA-0C1B-41D6-BA20-32CFEF244F19}"/>
                </a:ext>
              </a:extLst>
            </p:cNvPr>
            <p:cNvSpPr/>
            <p:nvPr/>
          </p:nvSpPr>
          <p:spPr>
            <a:xfrm>
              <a:off x="11603378" y="5938708"/>
              <a:ext cx="975337" cy="10060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牛陡</a:t>
              </a: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CEB5A4AF-2A9E-4F9F-B0D8-8B351D5F9500}"/>
                </a:ext>
              </a:extLst>
            </p:cNvPr>
            <p:cNvSpPr/>
            <p:nvPr/>
          </p:nvSpPr>
          <p:spPr>
            <a:xfrm>
              <a:off x="14406682" y="5931076"/>
              <a:ext cx="2427532" cy="10060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凸起 </a:t>
              </a:r>
              <a:r>
                <a:rPr lang="en-US" altLang="zh-CN" dirty="0"/>
                <a:t>| </a:t>
              </a:r>
              <a:r>
                <a:rPr lang="zh-CN" altLang="en-US" dirty="0"/>
                <a:t>负蝶式</a:t>
              </a: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C02CAC6-1CCB-4095-8D8C-D0B67BFA43D3}"/>
                </a:ext>
              </a:extLst>
            </p:cNvPr>
            <p:cNvGrpSpPr/>
            <p:nvPr/>
          </p:nvGrpSpPr>
          <p:grpSpPr>
            <a:xfrm>
              <a:off x="4032047" y="5920363"/>
              <a:ext cx="2704578" cy="2494017"/>
              <a:chOff x="4032047" y="5920363"/>
              <a:chExt cx="2704578" cy="2494017"/>
            </a:xfrm>
          </p:grpSpPr>
          <p:grpSp>
            <p:nvGrpSpPr>
              <p:cNvPr id="155" name="组合 154">
                <a:extLst>
                  <a:ext uri="{FF2B5EF4-FFF2-40B4-BE49-F238E27FC236}">
                    <a16:creationId xmlns:a16="http://schemas.microsoft.com/office/drawing/2014/main" id="{5D8733F7-43A2-4F41-84A1-32C22ECDDCA8}"/>
                  </a:ext>
                </a:extLst>
              </p:cNvPr>
              <p:cNvGrpSpPr/>
              <p:nvPr/>
            </p:nvGrpSpPr>
            <p:grpSpPr>
              <a:xfrm>
                <a:off x="4032047" y="6441718"/>
                <a:ext cx="2704578" cy="1972662"/>
                <a:chOff x="6795474" y="3460783"/>
                <a:chExt cx="3391382" cy="2512016"/>
              </a:xfrm>
            </p:grpSpPr>
            <p:grpSp>
              <p:nvGrpSpPr>
                <p:cNvPr id="156" name="组合 155">
                  <a:extLst>
                    <a:ext uri="{FF2B5EF4-FFF2-40B4-BE49-F238E27FC236}">
                      <a16:creationId xmlns:a16="http://schemas.microsoft.com/office/drawing/2014/main" id="{4C02E0BE-5AD5-4E14-A92F-54814F6299B6}"/>
                    </a:ext>
                  </a:extLst>
                </p:cNvPr>
                <p:cNvGrpSpPr/>
                <p:nvPr/>
              </p:nvGrpSpPr>
              <p:grpSpPr>
                <a:xfrm>
                  <a:off x="6795474" y="3460783"/>
                  <a:ext cx="3391382" cy="2472005"/>
                  <a:chOff x="2789499" y="1513609"/>
                  <a:chExt cx="5497974" cy="4007517"/>
                </a:xfrm>
              </p:grpSpPr>
              <p:cxnSp>
                <p:nvCxnSpPr>
                  <p:cNvPr id="165" name="直接箭头连接符 164">
                    <a:extLst>
                      <a:ext uri="{FF2B5EF4-FFF2-40B4-BE49-F238E27FC236}">
                        <a16:creationId xmlns:a16="http://schemas.microsoft.com/office/drawing/2014/main" id="{E0E86F09-D7DD-45CC-99EB-AD5A8A09E9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89499" y="1513609"/>
                    <a:ext cx="0" cy="400751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直接箭头连接符 165">
                    <a:extLst>
                      <a:ext uri="{FF2B5EF4-FFF2-40B4-BE49-F238E27FC236}">
                        <a16:creationId xmlns:a16="http://schemas.microsoft.com/office/drawing/2014/main" id="{98F86ABA-897C-4CC6-A9C0-9779BC35F4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89499" y="5521124"/>
                    <a:ext cx="5497974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7" name="任意多边形: 形状 156">
                  <a:extLst>
                    <a:ext uri="{FF2B5EF4-FFF2-40B4-BE49-F238E27FC236}">
                      <a16:creationId xmlns:a16="http://schemas.microsoft.com/office/drawing/2014/main" id="{EA76E02C-758D-47B5-869B-4D49C96B8896}"/>
                    </a:ext>
                  </a:extLst>
                </p:cNvPr>
                <p:cNvSpPr/>
                <p:nvPr/>
              </p:nvSpPr>
              <p:spPr>
                <a:xfrm rot="263712">
                  <a:off x="7091192" y="3833459"/>
                  <a:ext cx="3006361" cy="793256"/>
                </a:xfrm>
                <a:custGeom>
                  <a:avLst/>
                  <a:gdLst>
                    <a:gd name="connsiteX0" fmla="*/ 0 w 4907666"/>
                    <a:gd name="connsiteY0" fmla="*/ 1794076 h 1794076"/>
                    <a:gd name="connsiteX1" fmla="*/ 1458410 w 4907666"/>
                    <a:gd name="connsiteY1" fmla="*/ 625033 h 1794076"/>
                    <a:gd name="connsiteX2" fmla="*/ 4907666 w 4907666"/>
                    <a:gd name="connsiteY2" fmla="*/ 0 h 1794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07666" h="1794076">
                      <a:moveTo>
                        <a:pt x="0" y="1794076"/>
                      </a:moveTo>
                      <a:cubicBezTo>
                        <a:pt x="320233" y="1359061"/>
                        <a:pt x="640466" y="924046"/>
                        <a:pt x="1458410" y="625033"/>
                      </a:cubicBezTo>
                      <a:cubicBezTo>
                        <a:pt x="2276354" y="326020"/>
                        <a:pt x="3592010" y="163010"/>
                        <a:pt x="4907666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8" name="任意多边形: 形状 157">
                  <a:extLst>
                    <a:ext uri="{FF2B5EF4-FFF2-40B4-BE49-F238E27FC236}">
                      <a16:creationId xmlns:a16="http://schemas.microsoft.com/office/drawing/2014/main" id="{A16D04B5-F98E-47B1-A939-8BB0D11B4FB3}"/>
                    </a:ext>
                  </a:extLst>
                </p:cNvPr>
                <p:cNvSpPr/>
                <p:nvPr/>
              </p:nvSpPr>
              <p:spPr>
                <a:xfrm>
                  <a:off x="7117896" y="3460784"/>
                  <a:ext cx="3027253" cy="2031378"/>
                </a:xfrm>
                <a:custGeom>
                  <a:avLst/>
                  <a:gdLst>
                    <a:gd name="connsiteX0" fmla="*/ 0 w 4907666"/>
                    <a:gd name="connsiteY0" fmla="*/ 1794076 h 1794076"/>
                    <a:gd name="connsiteX1" fmla="*/ 1458410 w 4907666"/>
                    <a:gd name="connsiteY1" fmla="*/ 625033 h 1794076"/>
                    <a:gd name="connsiteX2" fmla="*/ 4907666 w 4907666"/>
                    <a:gd name="connsiteY2" fmla="*/ 0 h 1794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07666" h="1794076">
                      <a:moveTo>
                        <a:pt x="0" y="1794076"/>
                      </a:moveTo>
                      <a:cubicBezTo>
                        <a:pt x="320233" y="1359061"/>
                        <a:pt x="640466" y="924046"/>
                        <a:pt x="1458410" y="625033"/>
                      </a:cubicBezTo>
                      <a:cubicBezTo>
                        <a:pt x="2276354" y="326020"/>
                        <a:pt x="3592010" y="163010"/>
                        <a:pt x="4907666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51FEF63D-78BB-40C5-B6AA-AEF738E4DC20}"/>
                    </a:ext>
                  </a:extLst>
                </p:cNvPr>
                <p:cNvSpPr/>
                <p:nvPr/>
              </p:nvSpPr>
              <p:spPr>
                <a:xfrm>
                  <a:off x="7516589" y="5872843"/>
                  <a:ext cx="99956" cy="99956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2EE9FE60-1587-416F-89BF-B9B49CED929E}"/>
                    </a:ext>
                  </a:extLst>
                </p:cNvPr>
                <p:cNvSpPr/>
                <p:nvPr/>
              </p:nvSpPr>
              <p:spPr>
                <a:xfrm>
                  <a:off x="9781080" y="5872843"/>
                  <a:ext cx="99956" cy="99956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1" name="直接连接符 160">
                  <a:extLst>
                    <a:ext uri="{FF2B5EF4-FFF2-40B4-BE49-F238E27FC236}">
                      <a16:creationId xmlns:a16="http://schemas.microsoft.com/office/drawing/2014/main" id="{A2871ECC-1B66-414B-A8FD-6186502978BA}"/>
                    </a:ext>
                  </a:extLst>
                </p:cNvPr>
                <p:cNvCxnSpPr>
                  <a:cxnSpLocks/>
                  <a:stCxn id="159" idx="0"/>
                </p:cNvCxnSpPr>
                <p:nvPr/>
              </p:nvCxnSpPr>
              <p:spPr>
                <a:xfrm flipV="1">
                  <a:off x="7566568" y="4636115"/>
                  <a:ext cx="0" cy="1236729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接连接符 161">
                  <a:extLst>
                    <a:ext uri="{FF2B5EF4-FFF2-40B4-BE49-F238E27FC236}">
                      <a16:creationId xmlns:a16="http://schemas.microsoft.com/office/drawing/2014/main" id="{17D37DF0-950F-420B-A6C8-F9D47AF123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821446" y="3978060"/>
                  <a:ext cx="9611" cy="1904259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接箭头连接符 162">
                  <a:extLst>
                    <a:ext uri="{FF2B5EF4-FFF2-40B4-BE49-F238E27FC236}">
                      <a16:creationId xmlns:a16="http://schemas.microsoft.com/office/drawing/2014/main" id="{8CA6EA9E-6017-49B2-AF9A-BFBAAE695A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818869" y="3533115"/>
                  <a:ext cx="3359" cy="385002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接箭头连接符 163">
                  <a:extLst>
                    <a:ext uri="{FF2B5EF4-FFF2-40B4-BE49-F238E27FC236}">
                      <a16:creationId xmlns:a16="http://schemas.microsoft.com/office/drawing/2014/main" id="{D56B0BB5-B3F6-41F3-8A24-7333B2F64F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63789" y="4249810"/>
                  <a:ext cx="0" cy="37062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DBB10D14-AD96-4F3F-B5AB-BB6A0FC8247E}"/>
                  </a:ext>
                </a:extLst>
              </p:cNvPr>
              <p:cNvSpPr/>
              <p:nvPr/>
            </p:nvSpPr>
            <p:spPr>
              <a:xfrm>
                <a:off x="4900371" y="5920363"/>
                <a:ext cx="838691" cy="484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变陡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1835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E8F72-3AAF-4309-9154-68B2B9BD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常见的曲线形态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49A8E-D0D6-44BB-AFFB-25BD926F2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根据曲线形态的变化特征，可以从中抽取出三个最重要的特征，这三个因子的分解之后，投资人可以更精细讨论和分析走势</a:t>
            </a:r>
            <a:endParaRPr lang="en-US" altLang="zh-CN" dirty="0"/>
          </a:p>
          <a:p>
            <a:pPr lvl="1"/>
            <a:r>
              <a:rPr lang="zh-CN" altLang="en-US" dirty="0"/>
              <a:t>水平因子：曲线收益率水平的变化幅度，对利率水平的趋势性看法</a:t>
            </a:r>
            <a:endParaRPr lang="en-US" altLang="zh-CN" dirty="0"/>
          </a:p>
          <a:p>
            <a:pPr lvl="1"/>
            <a:r>
              <a:rPr lang="zh-CN" altLang="en-US" dirty="0"/>
              <a:t>斜率因子：曲线的倾斜程度，对长期经济增长速度、短期货币政策的阶段性预期状况，如对经济乐观</a:t>
            </a:r>
            <a:r>
              <a:rPr lang="en-US" altLang="zh-CN" dirty="0"/>
              <a:t>/</a:t>
            </a:r>
            <a:r>
              <a:rPr lang="zh-CN" altLang="en-US" dirty="0"/>
              <a:t>悲观</a:t>
            </a:r>
            <a:endParaRPr lang="en-US" altLang="zh-CN" dirty="0"/>
          </a:p>
          <a:p>
            <a:pPr lvl="1"/>
            <a:r>
              <a:rPr lang="zh-CN" altLang="en-US" dirty="0"/>
              <a:t>凸性因子：表示曲线凹凸程度，对特定期限段内供求失衡程度，反映市场预期的结构性矛盾</a:t>
            </a:r>
            <a:endParaRPr lang="en-US" altLang="zh-CN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D23178E-E7E7-4D96-B558-9288659C69A1}"/>
              </a:ext>
            </a:extLst>
          </p:cNvPr>
          <p:cNvGrpSpPr/>
          <p:nvPr/>
        </p:nvGrpSpPr>
        <p:grpSpPr>
          <a:xfrm>
            <a:off x="368040" y="6900859"/>
            <a:ext cx="2470202" cy="1926064"/>
            <a:chOff x="6795474" y="3460783"/>
            <a:chExt cx="3391382" cy="2512016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6108314-A467-49E0-BAEB-777C327BDC51}"/>
                </a:ext>
              </a:extLst>
            </p:cNvPr>
            <p:cNvGrpSpPr/>
            <p:nvPr/>
          </p:nvGrpSpPr>
          <p:grpSpPr>
            <a:xfrm>
              <a:off x="6795474" y="3460783"/>
              <a:ext cx="3391382" cy="2472005"/>
              <a:chOff x="2789499" y="1513609"/>
              <a:chExt cx="5497974" cy="4007517"/>
            </a:xfrm>
          </p:grpSpPr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197B18FB-6004-4CEA-9FBB-975DFE30F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499" y="1513609"/>
                <a:ext cx="0" cy="400751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AD3D377B-1E80-4196-93CD-5CD34233A1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9499" y="5521124"/>
                <a:ext cx="549797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BF260AD2-BDEC-4B77-BB62-0EE24F402F95}"/>
                </a:ext>
              </a:extLst>
            </p:cNvPr>
            <p:cNvSpPr/>
            <p:nvPr/>
          </p:nvSpPr>
          <p:spPr>
            <a:xfrm>
              <a:off x="7117897" y="4573483"/>
              <a:ext cx="3027255" cy="1106662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E687C68E-7163-4384-97F7-922A46954207}"/>
                </a:ext>
              </a:extLst>
            </p:cNvPr>
            <p:cNvSpPr/>
            <p:nvPr/>
          </p:nvSpPr>
          <p:spPr>
            <a:xfrm>
              <a:off x="7117896" y="3460784"/>
              <a:ext cx="3027253" cy="2031378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6C38729-DD08-4C75-99EF-EB77929554EA}"/>
                </a:ext>
              </a:extLst>
            </p:cNvPr>
            <p:cNvSpPr/>
            <p:nvPr/>
          </p:nvSpPr>
          <p:spPr>
            <a:xfrm>
              <a:off x="7516589" y="5872843"/>
              <a:ext cx="99956" cy="99956"/>
            </a:xfrm>
            <a:prstGeom prst="ellipse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78C6B0D-7F9C-4F6C-BC7E-F413E4C9F941}"/>
                </a:ext>
              </a:extLst>
            </p:cNvPr>
            <p:cNvSpPr/>
            <p:nvPr/>
          </p:nvSpPr>
          <p:spPr>
            <a:xfrm>
              <a:off x="9781080" y="5872843"/>
              <a:ext cx="99956" cy="99956"/>
            </a:xfrm>
            <a:prstGeom prst="ellipse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7C4784F-4AB7-471D-A89A-002EAB213430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7566567" y="5192100"/>
              <a:ext cx="0" cy="68074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0EF83FF-BDC5-4F92-B92A-E0D1A60626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1058" y="4573483"/>
              <a:ext cx="0" cy="1308836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B125CB3B-1C75-49B8-9C85-60B5579976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1920" y="4625017"/>
              <a:ext cx="0" cy="50511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26D547C7-077B-4943-A6E9-D450CFFF3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1058" y="3547981"/>
              <a:ext cx="0" cy="1077036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9D17A8C-529D-45B5-8829-1058705C422B}"/>
              </a:ext>
            </a:extLst>
          </p:cNvPr>
          <p:cNvGrpSpPr/>
          <p:nvPr/>
        </p:nvGrpSpPr>
        <p:grpSpPr>
          <a:xfrm>
            <a:off x="9508886" y="6452230"/>
            <a:ext cx="2991859" cy="2682587"/>
            <a:chOff x="8464877" y="6186985"/>
            <a:chExt cx="3377899" cy="3028722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75D2C0A-62B3-4000-AA10-213361225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11375" y="7137751"/>
              <a:ext cx="25072" cy="668033"/>
            </a:xfrm>
            <a:prstGeom prst="line">
              <a:avLst/>
            </a:prstGeom>
            <a:ln w="101600">
              <a:solidFill>
                <a:srgbClr val="FFC000"/>
              </a:solidFill>
              <a:prstDash val="sysDot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457B61B-A57D-4ABB-9A31-712D619380CB}"/>
                </a:ext>
              </a:extLst>
            </p:cNvPr>
            <p:cNvGrpSpPr/>
            <p:nvPr/>
          </p:nvGrpSpPr>
          <p:grpSpPr>
            <a:xfrm>
              <a:off x="8464877" y="6321598"/>
              <a:ext cx="3250564" cy="2894109"/>
              <a:chOff x="6795474" y="3460783"/>
              <a:chExt cx="3391382" cy="2512016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8B6371F8-B2BE-41B4-A949-7921554D145A}"/>
                  </a:ext>
                </a:extLst>
              </p:cNvPr>
              <p:cNvGrpSpPr/>
              <p:nvPr/>
            </p:nvGrpSpPr>
            <p:grpSpPr>
              <a:xfrm>
                <a:off x="6795474" y="3460783"/>
                <a:ext cx="3391382" cy="2472005"/>
                <a:chOff x="2789499" y="1513609"/>
                <a:chExt cx="5497974" cy="4007517"/>
              </a:xfrm>
            </p:grpSpPr>
            <p:cxnSp>
              <p:nvCxnSpPr>
                <p:cNvPr id="36" name="直接箭头连接符 35">
                  <a:extLst>
                    <a:ext uri="{FF2B5EF4-FFF2-40B4-BE49-F238E27FC236}">
                      <a16:creationId xmlns:a16="http://schemas.microsoft.com/office/drawing/2014/main" id="{338941F6-A90B-4156-B80F-BF5B906391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9499" y="1513609"/>
                  <a:ext cx="0" cy="400751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A1C82D5F-D411-4B2B-B652-C3835FD633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F367B01-F164-440E-B417-FFC40E5B386E}"/>
                  </a:ext>
                </a:extLst>
              </p:cNvPr>
              <p:cNvSpPr/>
              <p:nvPr/>
            </p:nvSpPr>
            <p:spPr>
              <a:xfrm>
                <a:off x="7516589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23C67939-6D72-4D27-9444-7C4BFF95CC18}"/>
                  </a:ext>
                </a:extLst>
              </p:cNvPr>
              <p:cNvSpPr/>
              <p:nvPr/>
            </p:nvSpPr>
            <p:spPr>
              <a:xfrm>
                <a:off x="9781080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10E5F492-965E-4668-BF47-A25677CAC7FE}"/>
                  </a:ext>
                </a:extLst>
              </p:cNvPr>
              <p:cNvSpPr/>
              <p:nvPr/>
            </p:nvSpPr>
            <p:spPr>
              <a:xfrm>
                <a:off x="7117896" y="3481564"/>
                <a:ext cx="3027255" cy="1106662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7620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EEE93A3E-E264-4450-A405-CFE640A3DBBC}"/>
                </a:ext>
              </a:extLst>
            </p:cNvPr>
            <p:cNvSpPr/>
            <p:nvPr/>
          </p:nvSpPr>
          <p:spPr>
            <a:xfrm rot="20923877">
              <a:off x="8941220" y="6547520"/>
              <a:ext cx="2901556" cy="1274992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762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852D242-1FDC-4720-B152-122A8C20C3D5}"/>
                </a:ext>
              </a:extLst>
            </p:cNvPr>
            <p:cNvSpPr/>
            <p:nvPr/>
          </p:nvSpPr>
          <p:spPr>
            <a:xfrm>
              <a:off x="11163010" y="6186985"/>
              <a:ext cx="331143" cy="35638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04BBAEB-78A4-4266-8A86-8E3900B36AC6}"/>
                </a:ext>
              </a:extLst>
            </p:cNvPr>
            <p:cNvSpPr/>
            <p:nvPr/>
          </p:nvSpPr>
          <p:spPr>
            <a:xfrm>
              <a:off x="8970876" y="7695998"/>
              <a:ext cx="331143" cy="35638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2CF1A8D-7693-4774-9723-83D9180E6377}"/>
              </a:ext>
            </a:extLst>
          </p:cNvPr>
          <p:cNvGrpSpPr/>
          <p:nvPr/>
        </p:nvGrpSpPr>
        <p:grpSpPr>
          <a:xfrm>
            <a:off x="4815024" y="6450726"/>
            <a:ext cx="2879076" cy="2633091"/>
            <a:chOff x="4714050" y="6239107"/>
            <a:chExt cx="3250564" cy="29728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643F8CF-5C16-46E7-88B3-6502BC47C9F6}"/>
                </a:ext>
              </a:extLst>
            </p:cNvPr>
            <p:cNvGrpSpPr/>
            <p:nvPr/>
          </p:nvGrpSpPr>
          <p:grpSpPr>
            <a:xfrm>
              <a:off x="4714050" y="6317837"/>
              <a:ext cx="3250564" cy="2848012"/>
              <a:chOff x="2789499" y="1513609"/>
              <a:chExt cx="5497974" cy="4007517"/>
            </a:xfrm>
          </p:grpSpPr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DDD467C0-6886-4ED9-B923-B90CBD735B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499" y="1513609"/>
                <a:ext cx="0" cy="40075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A1A9AB00-FD42-42E8-83BE-466A443F6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9499" y="5521124"/>
                <a:ext cx="549797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7F77AFCF-80CE-4AB4-A2C6-0938F6B9923B}"/>
                </a:ext>
              </a:extLst>
            </p:cNvPr>
            <p:cNvSpPr/>
            <p:nvPr/>
          </p:nvSpPr>
          <p:spPr>
            <a:xfrm>
              <a:off x="5023085" y="7599786"/>
              <a:ext cx="2901556" cy="1274992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522BBCA-176D-4BE4-8246-61710577FCEA}"/>
                </a:ext>
              </a:extLst>
            </p:cNvPr>
            <p:cNvSpPr/>
            <p:nvPr/>
          </p:nvSpPr>
          <p:spPr>
            <a:xfrm>
              <a:off x="5405222" y="9096786"/>
              <a:ext cx="95805" cy="11516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1B851A4-54F2-4BA6-8153-074396B5C46F}"/>
                </a:ext>
              </a:extLst>
            </p:cNvPr>
            <p:cNvSpPr/>
            <p:nvPr/>
          </p:nvSpPr>
          <p:spPr>
            <a:xfrm>
              <a:off x="7575687" y="9096786"/>
              <a:ext cx="95805" cy="11516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7398D13-395C-4D8B-AC33-F8A7F15A2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3131" y="7038730"/>
              <a:ext cx="27897" cy="1198550"/>
            </a:xfrm>
            <a:prstGeom prst="line">
              <a:avLst/>
            </a:prstGeom>
            <a:ln w="127000">
              <a:solidFill>
                <a:srgbClr val="FFC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C6541BF-7012-48C5-87DA-C2A2B0A28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7926" y="6417298"/>
              <a:ext cx="1" cy="1181487"/>
            </a:xfrm>
            <a:prstGeom prst="line">
              <a:avLst/>
            </a:prstGeom>
            <a:ln w="127000">
              <a:solidFill>
                <a:srgbClr val="FFC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ECAE470F-CA81-41FD-90BF-12EBE29616BF}"/>
                </a:ext>
              </a:extLst>
            </p:cNvPr>
            <p:cNvSpPr/>
            <p:nvPr/>
          </p:nvSpPr>
          <p:spPr>
            <a:xfrm>
              <a:off x="5023084" y="6375423"/>
              <a:ext cx="2901556" cy="1274992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762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EE007C8-7F85-451D-B25A-F6285B132F46}"/>
                </a:ext>
              </a:extLst>
            </p:cNvPr>
            <p:cNvSpPr/>
            <p:nvPr/>
          </p:nvSpPr>
          <p:spPr>
            <a:xfrm>
              <a:off x="7434905" y="6239107"/>
              <a:ext cx="331143" cy="35638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EC996E94-2021-4952-BF08-72585C33E2A1}"/>
                </a:ext>
              </a:extLst>
            </p:cNvPr>
            <p:cNvSpPr/>
            <p:nvPr/>
          </p:nvSpPr>
          <p:spPr>
            <a:xfrm>
              <a:off x="5239651" y="7758262"/>
              <a:ext cx="331143" cy="35638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FFEF3E9-00E3-4502-BFFF-720C6A68F997}"/>
              </a:ext>
            </a:extLst>
          </p:cNvPr>
          <p:cNvGrpSpPr/>
          <p:nvPr/>
        </p:nvGrpSpPr>
        <p:grpSpPr>
          <a:xfrm>
            <a:off x="13716680" y="6240539"/>
            <a:ext cx="3306429" cy="2811556"/>
            <a:chOff x="12595134" y="5991515"/>
            <a:chExt cx="3733058" cy="3174332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3B560E4-B828-4CC5-A1B4-0EF3A953CE8E}"/>
                </a:ext>
              </a:extLst>
            </p:cNvPr>
            <p:cNvCxnSpPr>
              <a:cxnSpLocks/>
            </p:cNvCxnSpPr>
            <p:nvPr/>
          </p:nvCxnSpPr>
          <p:spPr>
            <a:xfrm>
              <a:off x="14111436" y="6121661"/>
              <a:ext cx="328956" cy="743594"/>
            </a:xfrm>
            <a:prstGeom prst="line">
              <a:avLst/>
            </a:prstGeom>
            <a:ln w="127000">
              <a:solidFill>
                <a:srgbClr val="FFC000"/>
              </a:solidFill>
              <a:prstDash val="solid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36C7ADA-B4F9-4B6F-ABDD-29F3DA5AC850}"/>
                </a:ext>
              </a:extLst>
            </p:cNvPr>
            <p:cNvGrpSpPr/>
            <p:nvPr/>
          </p:nvGrpSpPr>
          <p:grpSpPr>
            <a:xfrm>
              <a:off x="12595134" y="5991515"/>
              <a:ext cx="3400981" cy="3174332"/>
              <a:chOff x="6795474" y="3217556"/>
              <a:chExt cx="3391382" cy="2755243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50673E8B-AAF3-4CF6-AD34-1494D4A83965}"/>
                  </a:ext>
                </a:extLst>
              </p:cNvPr>
              <p:cNvGrpSpPr/>
              <p:nvPr/>
            </p:nvGrpSpPr>
            <p:grpSpPr>
              <a:xfrm>
                <a:off x="6795474" y="3460783"/>
                <a:ext cx="3391382" cy="2472005"/>
                <a:chOff x="2789499" y="1513609"/>
                <a:chExt cx="5497974" cy="4007517"/>
              </a:xfrm>
            </p:grpSpPr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8F1C64F4-A7BA-4AF2-83B4-D0306072BE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9499" y="1513609"/>
                  <a:ext cx="0" cy="400751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70FB2A65-C6F4-4BE2-8E6A-DE63648471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9499" y="5521124"/>
                  <a:ext cx="54979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03BD7E9A-71EE-424A-8AB7-BCA526D731E7}"/>
                  </a:ext>
                </a:extLst>
              </p:cNvPr>
              <p:cNvSpPr/>
              <p:nvPr/>
            </p:nvSpPr>
            <p:spPr>
              <a:xfrm>
                <a:off x="7516589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F3116C8C-61F1-4EBC-BD42-A8158FC36693}"/>
                  </a:ext>
                </a:extLst>
              </p:cNvPr>
              <p:cNvSpPr/>
              <p:nvPr/>
            </p:nvSpPr>
            <p:spPr>
              <a:xfrm>
                <a:off x="9781080" y="5872843"/>
                <a:ext cx="99956" cy="9995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F6705374-49AD-489A-965D-0D7DAEE5D3B0}"/>
                  </a:ext>
                </a:extLst>
              </p:cNvPr>
              <p:cNvSpPr/>
              <p:nvPr/>
            </p:nvSpPr>
            <p:spPr>
              <a:xfrm rot="714280">
                <a:off x="7686632" y="3217556"/>
                <a:ext cx="2381592" cy="1992844"/>
              </a:xfrm>
              <a:custGeom>
                <a:avLst/>
                <a:gdLst>
                  <a:gd name="connsiteX0" fmla="*/ 0 w 4907666"/>
                  <a:gd name="connsiteY0" fmla="*/ 1794076 h 1794076"/>
                  <a:gd name="connsiteX1" fmla="*/ 1458410 w 4907666"/>
                  <a:gd name="connsiteY1" fmla="*/ 625033 h 1794076"/>
                  <a:gd name="connsiteX2" fmla="*/ 4907666 w 4907666"/>
                  <a:gd name="connsiteY2" fmla="*/ 0 h 179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7666" h="1794076">
                    <a:moveTo>
                      <a:pt x="0" y="1794076"/>
                    </a:moveTo>
                    <a:cubicBezTo>
                      <a:pt x="320233" y="1359061"/>
                      <a:pt x="640466" y="924046"/>
                      <a:pt x="1458410" y="625033"/>
                    </a:cubicBezTo>
                    <a:cubicBezTo>
                      <a:pt x="2276354" y="326020"/>
                      <a:pt x="3592010" y="163010"/>
                      <a:pt x="4907666" y="0"/>
                    </a:cubicBez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8BB7B888-CDFD-48B1-942B-067DA2ACDF4D}"/>
                </a:ext>
              </a:extLst>
            </p:cNvPr>
            <p:cNvSpPr/>
            <p:nvPr/>
          </p:nvSpPr>
          <p:spPr>
            <a:xfrm rot="20679935">
              <a:off x="12996447" y="6547519"/>
              <a:ext cx="3331745" cy="1274992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762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F42A9FD-7639-4622-A2C6-0B4EF4F8A716}"/>
                </a:ext>
              </a:extLst>
            </p:cNvPr>
            <p:cNvSpPr/>
            <p:nvPr/>
          </p:nvSpPr>
          <p:spPr>
            <a:xfrm>
              <a:off x="15453920" y="6121661"/>
              <a:ext cx="331143" cy="35638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58B7EBAD-23BC-45AE-8177-86A5DFBB3A9A}"/>
                </a:ext>
              </a:extLst>
            </p:cNvPr>
            <p:cNvSpPr/>
            <p:nvPr/>
          </p:nvSpPr>
          <p:spPr>
            <a:xfrm>
              <a:off x="13135095" y="7723857"/>
              <a:ext cx="331143" cy="35638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等号 50">
            <a:extLst>
              <a:ext uri="{FF2B5EF4-FFF2-40B4-BE49-F238E27FC236}">
                <a16:creationId xmlns:a16="http://schemas.microsoft.com/office/drawing/2014/main" id="{2006F082-E7E4-412B-BC60-D5B433363D03}"/>
              </a:ext>
            </a:extLst>
          </p:cNvPr>
          <p:cNvSpPr/>
          <p:nvPr/>
        </p:nvSpPr>
        <p:spPr>
          <a:xfrm>
            <a:off x="3443103" y="7471767"/>
            <a:ext cx="856826" cy="549950"/>
          </a:xfrm>
          <a:prstGeom prst="mathEqual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加号 54">
            <a:extLst>
              <a:ext uri="{FF2B5EF4-FFF2-40B4-BE49-F238E27FC236}">
                <a16:creationId xmlns:a16="http://schemas.microsoft.com/office/drawing/2014/main" id="{4AD3F27E-D86A-45BE-ADD8-C58629864FEA}"/>
              </a:ext>
            </a:extLst>
          </p:cNvPr>
          <p:cNvSpPr/>
          <p:nvPr/>
        </p:nvSpPr>
        <p:spPr>
          <a:xfrm>
            <a:off x="8172875" y="7215140"/>
            <a:ext cx="827404" cy="871543"/>
          </a:xfrm>
          <a:prstGeom prst="mathPl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加号 55">
            <a:extLst>
              <a:ext uri="{FF2B5EF4-FFF2-40B4-BE49-F238E27FC236}">
                <a16:creationId xmlns:a16="http://schemas.microsoft.com/office/drawing/2014/main" id="{AA39653E-F3C4-4CA1-AF80-E38478C05119}"/>
              </a:ext>
            </a:extLst>
          </p:cNvPr>
          <p:cNvSpPr/>
          <p:nvPr/>
        </p:nvSpPr>
        <p:spPr>
          <a:xfrm>
            <a:off x="12495760" y="7155224"/>
            <a:ext cx="827404" cy="871543"/>
          </a:xfrm>
          <a:prstGeom prst="mathPl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3366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1C90B-DCDE-4C2D-A2E2-8C33C0B3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关键利率久期：对久期的误差进行修正</a:t>
            </a:r>
          </a:p>
        </p:txBody>
      </p:sp>
      <p:sp>
        <p:nvSpPr>
          <p:cNvPr id="77" name="文本占位符 76">
            <a:extLst>
              <a:ext uri="{FF2B5EF4-FFF2-40B4-BE49-F238E27FC236}">
                <a16:creationId xmlns:a16="http://schemas.microsoft.com/office/drawing/2014/main" id="{0C0651F6-D596-4A74-B052-9FD052C01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到收益率曲线上，各期限点的变动幅度各不相同，采取单一久期度量利率风险会存在明显缺失。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5B3ABA-9572-40AA-B7E7-C2D9FD5C0F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关键利率久期的主要步骤</a:t>
            </a:r>
            <a:endParaRPr lang="en-US" altLang="zh-CN" dirty="0"/>
          </a:p>
          <a:p>
            <a:pPr lvl="1"/>
            <a:r>
              <a:rPr lang="zh-CN" altLang="en-US" dirty="0"/>
              <a:t>将收益率曲线切分为若干包含关键期限点的区间段</a:t>
            </a:r>
            <a:endParaRPr lang="en-US" altLang="zh-CN" dirty="0"/>
          </a:p>
          <a:p>
            <a:pPr lvl="1"/>
            <a:r>
              <a:rPr lang="zh-CN" altLang="en-US" dirty="0"/>
              <a:t>分别计算各区间段内的利率敏感度</a:t>
            </a:r>
            <a:endParaRPr lang="en-US" altLang="zh-CN" dirty="0"/>
          </a:p>
          <a:p>
            <a:pPr lvl="1"/>
            <a:r>
              <a:rPr lang="zh-CN" altLang="en-US" dirty="0"/>
              <a:t>估计各区间的价值波动情况</a:t>
            </a:r>
            <a:endParaRPr lang="en-US" altLang="zh-CN" dirty="0"/>
          </a:p>
          <a:p>
            <a:pPr lvl="1"/>
            <a:r>
              <a:rPr lang="zh-CN" altLang="en-US" dirty="0"/>
              <a:t>汇总各区间段的风险值，得到综合结果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关键利率久期改进了单一久期的缺陷，更好的反映出不同期限段上，久期差别较大的投组，所面临的风险敏感度。计算复杂度也有所上升。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4297E4D-0BFB-4F45-9E32-B193B35E357D}"/>
              </a:ext>
            </a:extLst>
          </p:cNvPr>
          <p:cNvGrpSpPr/>
          <p:nvPr/>
        </p:nvGrpSpPr>
        <p:grpSpPr>
          <a:xfrm>
            <a:off x="9167593" y="3692152"/>
            <a:ext cx="6874917" cy="4708129"/>
            <a:chOff x="6643944" y="3412491"/>
            <a:chExt cx="4343899" cy="2974820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616DB21-56EE-439E-9DEB-823BD83F2F0F}"/>
                </a:ext>
              </a:extLst>
            </p:cNvPr>
            <p:cNvSpPr/>
            <p:nvPr/>
          </p:nvSpPr>
          <p:spPr>
            <a:xfrm>
              <a:off x="6649532" y="3412491"/>
              <a:ext cx="1230536" cy="289780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A4D06FE-AC48-457B-A690-751582056626}"/>
                </a:ext>
              </a:extLst>
            </p:cNvPr>
            <p:cNvSpPr/>
            <p:nvPr/>
          </p:nvSpPr>
          <p:spPr>
            <a:xfrm>
              <a:off x="7879444" y="3412491"/>
              <a:ext cx="644495" cy="2897805"/>
            </a:xfrm>
            <a:prstGeom prst="rect">
              <a:avLst/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0C717DC-5440-4CBE-9418-1FE9E72AD9B3}"/>
                </a:ext>
              </a:extLst>
            </p:cNvPr>
            <p:cNvSpPr/>
            <p:nvPr/>
          </p:nvSpPr>
          <p:spPr>
            <a:xfrm>
              <a:off x="9194856" y="3412492"/>
              <a:ext cx="937212" cy="289780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59D564B-EED2-4E6D-B401-1B26F8F0E465}"/>
                </a:ext>
              </a:extLst>
            </p:cNvPr>
            <p:cNvSpPr/>
            <p:nvPr/>
          </p:nvSpPr>
          <p:spPr>
            <a:xfrm>
              <a:off x="10137211" y="3412491"/>
              <a:ext cx="794949" cy="289780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F07B0710-E994-4661-99C6-4462994B3ECB}"/>
                </a:ext>
              </a:extLst>
            </p:cNvPr>
            <p:cNvGrpSpPr/>
            <p:nvPr/>
          </p:nvGrpSpPr>
          <p:grpSpPr>
            <a:xfrm>
              <a:off x="6643944" y="3429000"/>
              <a:ext cx="4343899" cy="2897804"/>
              <a:chOff x="2789499" y="1513609"/>
              <a:chExt cx="5497974" cy="4007517"/>
            </a:xfrm>
          </p:grpSpPr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BD28A9C8-7285-46F3-88F6-95347A1449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499" y="1513609"/>
                <a:ext cx="0" cy="40075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288A3E9E-CF1A-49AC-990B-55D86F9A1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9499" y="5521124"/>
                <a:ext cx="549797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5ECECB22-4B51-4DFC-9168-CD04732AC277}"/>
                </a:ext>
              </a:extLst>
            </p:cNvPr>
            <p:cNvSpPr/>
            <p:nvPr/>
          </p:nvSpPr>
          <p:spPr>
            <a:xfrm>
              <a:off x="7056923" y="3429001"/>
              <a:ext cx="3877499" cy="2381280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B03196AC-4C4E-470F-831A-30365856977E}"/>
                </a:ext>
              </a:extLst>
            </p:cNvPr>
            <p:cNvSpPr/>
            <p:nvPr/>
          </p:nvSpPr>
          <p:spPr>
            <a:xfrm>
              <a:off x="7554048" y="6256534"/>
              <a:ext cx="128030" cy="1171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5A47519A-0BA8-41E8-A7D6-2EC1F627CA59}"/>
                </a:ext>
              </a:extLst>
            </p:cNvPr>
            <p:cNvSpPr/>
            <p:nvPr/>
          </p:nvSpPr>
          <p:spPr>
            <a:xfrm>
              <a:off x="10468099" y="6256534"/>
              <a:ext cx="128030" cy="1171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1111DF5-8964-49D2-A48D-645B39A11BD7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flipH="1" flipV="1">
              <a:off x="7612848" y="5551200"/>
              <a:ext cx="5215" cy="705334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6E9414F-4050-4362-957A-3C6A720721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2114" y="4733361"/>
              <a:ext cx="0" cy="1534281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A945540E-9163-422A-965F-272F0FABD5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4895" y="4793774"/>
              <a:ext cx="7953" cy="64850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8E7AE33-87CA-46A9-A5BD-8DFBABE948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2114" y="3531218"/>
              <a:ext cx="0" cy="126255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DE39F6B1-98B2-4F4E-9310-66CD650209F6}"/>
                </a:ext>
              </a:extLst>
            </p:cNvPr>
            <p:cNvSpPr/>
            <p:nvPr/>
          </p:nvSpPr>
          <p:spPr>
            <a:xfrm>
              <a:off x="8184628" y="6267643"/>
              <a:ext cx="128030" cy="1171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7207C3B1-7046-4AAD-A0DA-783746701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1585" y="5192774"/>
              <a:ext cx="0" cy="106376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BF139CB-8A32-4A04-95CA-8A4BC81CBB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1585" y="4239824"/>
              <a:ext cx="0" cy="92520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C7670438-62B2-428C-B8B1-DBE95CC811CC}"/>
                </a:ext>
              </a:extLst>
            </p:cNvPr>
            <p:cNvSpPr/>
            <p:nvPr/>
          </p:nvSpPr>
          <p:spPr>
            <a:xfrm>
              <a:off x="9493024" y="6256534"/>
              <a:ext cx="128030" cy="1171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E08E1C40-3B5F-4EE9-96AA-7F1D1696B9E0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9557039" y="4917442"/>
              <a:ext cx="8198" cy="1339092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40C53E62-422F-46E1-B3A4-AA9E545FD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5237" y="3787285"/>
              <a:ext cx="0" cy="108274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BF3E9F0-3724-4493-B32C-FB221A6780D1}"/>
                </a:ext>
              </a:extLst>
            </p:cNvPr>
            <p:cNvSpPr/>
            <p:nvPr/>
          </p:nvSpPr>
          <p:spPr>
            <a:xfrm>
              <a:off x="8762817" y="6270138"/>
              <a:ext cx="128030" cy="1171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34AE1F50-CD1B-48BF-9CE3-8DE738583429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V="1">
              <a:off x="8826834" y="5066267"/>
              <a:ext cx="6391" cy="1203871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45E77CA2-F145-4697-8C91-4839D656B1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26834" y="3980562"/>
              <a:ext cx="11189" cy="105901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4D0E5767-C7AA-403F-9724-A3227BBA3F75}"/>
                </a:ext>
              </a:extLst>
            </p:cNvPr>
            <p:cNvSpPr/>
            <p:nvPr/>
          </p:nvSpPr>
          <p:spPr>
            <a:xfrm>
              <a:off x="7056924" y="4733361"/>
              <a:ext cx="3877502" cy="1297283"/>
            </a:xfrm>
            <a:custGeom>
              <a:avLst/>
              <a:gdLst>
                <a:gd name="connsiteX0" fmla="*/ 0 w 4907666"/>
                <a:gd name="connsiteY0" fmla="*/ 1794076 h 1794076"/>
                <a:gd name="connsiteX1" fmla="*/ 1458410 w 4907666"/>
                <a:gd name="connsiteY1" fmla="*/ 625033 h 1794076"/>
                <a:gd name="connsiteX2" fmla="*/ 4907666 w 4907666"/>
                <a:gd name="connsiteY2" fmla="*/ 0 h 179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7666" h="1794076">
                  <a:moveTo>
                    <a:pt x="0" y="1794076"/>
                  </a:moveTo>
                  <a:cubicBezTo>
                    <a:pt x="320233" y="1359061"/>
                    <a:pt x="640466" y="924046"/>
                    <a:pt x="1458410" y="625033"/>
                  </a:cubicBezTo>
                  <a:cubicBezTo>
                    <a:pt x="2276354" y="326020"/>
                    <a:pt x="3592010" y="163010"/>
                    <a:pt x="490766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E5D7DE10-6D0D-4A45-9600-0C752A32471F}"/>
                </a:ext>
              </a:extLst>
            </p:cNvPr>
            <p:cNvSpPr/>
            <p:nvPr/>
          </p:nvSpPr>
          <p:spPr>
            <a:xfrm>
              <a:off x="8536016" y="3429000"/>
              <a:ext cx="652449" cy="2897805"/>
            </a:xfrm>
            <a:prstGeom prst="rect">
              <a:avLst/>
            </a:prstGeom>
            <a:solidFill>
              <a:srgbClr val="CCECF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A2174D91-5BB6-4977-8EEA-99868DE7CF74}"/>
              </a:ext>
            </a:extLst>
          </p:cNvPr>
          <p:cNvSpPr txBox="1"/>
          <p:nvPr/>
        </p:nvSpPr>
        <p:spPr>
          <a:xfrm>
            <a:off x="10481094" y="7084459"/>
            <a:ext cx="1192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MD</a:t>
            </a:r>
            <a:r>
              <a:rPr lang="en-US" altLang="zh-CN" sz="2000" baseline="-25000" dirty="0"/>
              <a:t>1Y</a:t>
            </a:r>
            <a:endParaRPr lang="zh-CN" altLang="en-US" sz="2000" baseline="-25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AEBB4AD-668F-4077-812A-7FDBB561912E}"/>
              </a:ext>
            </a:extLst>
          </p:cNvPr>
          <p:cNvSpPr txBox="1"/>
          <p:nvPr/>
        </p:nvSpPr>
        <p:spPr>
          <a:xfrm>
            <a:off x="11438469" y="6528363"/>
            <a:ext cx="1192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MD</a:t>
            </a:r>
            <a:r>
              <a:rPr lang="en-US" altLang="zh-CN" sz="2000" baseline="-25000" dirty="0"/>
              <a:t>3Y</a:t>
            </a:r>
            <a:endParaRPr lang="zh-CN" altLang="en-US" sz="2000" baseline="-25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3441A6C-E58F-43E4-AC2A-6DC4B62694BD}"/>
              </a:ext>
            </a:extLst>
          </p:cNvPr>
          <p:cNvSpPr txBox="1"/>
          <p:nvPr/>
        </p:nvSpPr>
        <p:spPr>
          <a:xfrm>
            <a:off x="13688716" y="6169212"/>
            <a:ext cx="1192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MD</a:t>
            </a:r>
            <a:r>
              <a:rPr lang="en-US" altLang="zh-CN" sz="2000" baseline="-25000" dirty="0"/>
              <a:t>7Y</a:t>
            </a:r>
            <a:endParaRPr lang="zh-CN" altLang="en-US" sz="2000" baseline="-250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D0ABCED-344E-4BCD-9B80-C1EDB2E885A2}"/>
              </a:ext>
            </a:extLst>
          </p:cNvPr>
          <p:cNvSpPr txBox="1"/>
          <p:nvPr/>
        </p:nvSpPr>
        <p:spPr>
          <a:xfrm>
            <a:off x="15271398" y="5936924"/>
            <a:ext cx="1323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MD</a:t>
            </a:r>
            <a:r>
              <a:rPr lang="en-US" altLang="zh-CN" sz="2000" baseline="-25000" dirty="0"/>
              <a:t>10Y</a:t>
            </a:r>
            <a:endParaRPr lang="zh-CN" altLang="en-US" sz="2000" baseline="-25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573B5C2-E220-4DA3-B956-E82DD2455F98}"/>
              </a:ext>
            </a:extLst>
          </p:cNvPr>
          <p:cNvSpPr txBox="1"/>
          <p:nvPr/>
        </p:nvSpPr>
        <p:spPr>
          <a:xfrm>
            <a:off x="12564918" y="6345210"/>
            <a:ext cx="1192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MD</a:t>
            </a:r>
            <a:r>
              <a:rPr lang="en-US" altLang="zh-CN" sz="2000" baseline="-25000" dirty="0"/>
              <a:t>5Y</a:t>
            </a:r>
            <a:endParaRPr lang="zh-CN" alt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40971575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F703E-37BD-470A-A90D-D84F98BF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本节回顾：对久期和凸性的理解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F4201-36D9-4707-8098-A0DE7B581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从数学概念看：久期不过是全价对到期收益率的一阶导数，凸性则是二阶导数；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时间角度：麦考利久期是一个以现金流为权重的平均时间，久期越大，波动越大；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利率波动角度：债券对小幅波动的敏感度，这是最接近本质的理解，提出了修正久期；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含权债的久期和凸性会发生变化，久期和凸性的性质可能发生改变。引申出了有效久期和有效凸性；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久期和凸性的局限性：假定收益率曲线总是平移的，这与实际情况偏离较大；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关键利率久期进行了改良，相当于分别对不同期限段的利率波动进行测量，但计算复杂度也有所加大。</a:t>
            </a:r>
          </a:p>
        </p:txBody>
      </p:sp>
    </p:spTree>
    <p:extLst>
      <p:ext uri="{BB962C8B-B14F-4D97-AF65-F5344CB8AC3E}">
        <p14:creationId xmlns:p14="http://schemas.microsoft.com/office/powerpoint/2010/main" val="35540744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CD890-7B41-4427-A70C-93CC6312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（四）利率风险指标：波动性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7E8DFB-FF1D-4EAB-8334-C3D6E2FD7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波动性是市场风险的第二层次表达，衡量交易效果和预期偏离的风险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22942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92207-3E11-441F-A878-F2434B76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波动性的概念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8CACAC-20CB-4C03-9E02-F6E6F2DAD4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在统计学中，要对于某一随机事件的结果分布情况进行预测，通常采取点估计和区间估计两种方法。</a:t>
                </a:r>
                <a:endParaRPr lang="en-US" altLang="zh-CN" dirty="0"/>
              </a:p>
              <a:p>
                <a:pPr lvl="1"/>
                <a:r>
                  <a:rPr lang="zh-CN" altLang="en-US" b="1" dirty="0"/>
                  <a:t>点估计</a:t>
                </a:r>
                <a:r>
                  <a:rPr lang="zh-CN" altLang="en-US" dirty="0"/>
                  <a:t>，就是以样本的观测结果进行简单加工，非常简便，但点估计没有考虑误差范围，因此无法对估计的准确性和可靠性进行说明；</a:t>
                </a:r>
                <a:endParaRPr lang="en-US" altLang="zh-CN" dirty="0"/>
              </a:p>
              <a:p>
                <a:pPr lvl="1"/>
                <a:r>
                  <a:rPr lang="zh-CN" altLang="en-US" b="1" dirty="0"/>
                  <a:t>区间估计</a:t>
                </a:r>
                <a:r>
                  <a:rPr lang="zh-CN" altLang="en-US" dirty="0"/>
                  <a:t>，则是根据对随机事件统计特性的研究，给出基于一定概率下（可靠性）的可能区间（准确性）。因此，区间估计是比较全面的估计方法。</a:t>
                </a:r>
                <a:endParaRPr lang="en-US" altLang="zh-CN" dirty="0"/>
              </a:p>
              <a:p>
                <a:r>
                  <a:rPr lang="zh-CN" altLang="en-US" dirty="0"/>
                  <a:t>对于独立随机事件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，如均值为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zh-CN" altLang="en-US" dirty="0"/>
                  <a:t>，在概率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下，偏离均值的幅度为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，可得到等式：</a:t>
                </a:r>
                <a14:m>
                  <m:oMath xmlns:m="http://schemas.openxmlformats.org/officeDocument/2006/math">
                    <m:r>
                      <a:rPr lang="en-US" altLang="zh-CN" sz="28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</m:d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r>
                  <a:rPr lang="zh-CN" altLang="en-US" dirty="0"/>
                  <a:t>根据计算，可知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	</a:t>
                </a:r>
                <a:r>
                  <a:rPr lang="zh-CN" altLang="en-US" dirty="0"/>
                  <a:t>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lang="zh-CN" altLang="en-US" dirty="0"/>
                  <a:t>是标准正态分布的临界值系数。</a:t>
                </a:r>
                <a:endParaRPr lang="en-US" altLang="zh-CN" dirty="0"/>
              </a:p>
              <a:p>
                <a:r>
                  <a:rPr lang="zh-CN" altLang="en-US" dirty="0"/>
                  <a:t>波动性是一个来自统计学的标准差概念，基本概念是随机变量的所有结果，与其平均结果之间的误差平方和，这个平方和的结果成为方差，开方后的值就是标准差。</a:t>
                </a:r>
                <a:endParaRPr lang="en-US" altLang="zh-CN" dirty="0"/>
              </a:p>
              <a:p>
                <a:r>
                  <a:rPr lang="zh-CN" altLang="en-US" dirty="0"/>
                  <a:t>标准差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在一定可能性下，随机事件结果的范围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范围越大，结果落入范围之内的可能性越大，正确性越高，但精确度也就越低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是统计上的经验概念，并不是每一次都会在这个范围之内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8CACAC-20CB-4C03-9E02-F6E6F2DAD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785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C937E00-80FE-4EA8-81EA-6A8E89E3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价格的波动性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FE140721-6B7D-4675-9540-67D5AE403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市场风险的不确定性程度，除了理解风险的影响力度（久期、凸性），还要反映出有多大可能性。</a:t>
                </a:r>
                <a:endParaRPr lang="en-US" altLang="zh-CN" dirty="0"/>
              </a:p>
              <a:p>
                <a:r>
                  <a:rPr lang="zh-CN" altLang="en-US" dirty="0"/>
                  <a:t>从原理角度，判断收益率曲线趋势都是点估计方法，虽然简单直观，但很难比较准确性和可靠性；而判断波动性属于区间估计，虽然相对复杂，但可靠程度高。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对于一个有市场价格的证券或资产，记价格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，其均价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zh-CN" altLang="en-US" dirty="0"/>
                  <a:t>和标准差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 dirty="0"/>
                  <a:t>分别为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CN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32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sz="3200" dirty="0">
                    <a:solidFill>
                      <a:srgbClr val="C0000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3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32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32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32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32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20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20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32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sz="32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320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32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CN" sz="3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3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FE140721-6B7D-4675-9540-67D5AE403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 r="-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6759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6200B-945A-47D9-A06F-51BD9282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收益率的波动性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5F01E8-C704-4805-9419-AF8367922F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价格和收益率之间存在如下的变换关系，因此数学上看，收益率是关于价格的函数：</a:t>
                </a:r>
                <a:endParaRPr lang="en-US" altLang="zh-CN" dirty="0"/>
              </a:p>
              <a:p>
                <a:pPr marL="0" indent="0" algn="ctr">
                  <a:buNone/>
                </a:pPr>
                <a:r>
                  <a:rPr lang="zh-CN" alt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unc>
                      <m:func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func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C00000"/>
                        </a:solidFill>
                      </a:rPr>
                      <m:t>	</m:t>
                    </m:r>
                  </m:oMath>
                </a14:m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r>
                  <a:rPr lang="zh-CN" altLang="en-US" dirty="0"/>
                  <a:t>在市场有效的前提下，价格变动的比例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服从一个布朗运动，公式化的表达是：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𝜎𝜖</m:t>
                    </m:r>
                    <m:rad>
                      <m:radPr>
                        <m:degHide m:val="on"/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C00000"/>
                    </a:solidFill>
                  </a:rPr>
                  <a:t>  </a:t>
                </a:r>
                <a:r>
                  <a:rPr lang="zh-CN" altLang="en-US" dirty="0"/>
                  <a:t>其中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pPr marL="0" indent="0" algn="ctr">
                  <a:buNone/>
                </a:pPr>
                <a:r>
                  <a:rPr lang="zh-CN" altLang="en-US" dirty="0"/>
                  <a:t>或 </a:t>
                </a:r>
                <a:endParaRPr lang="en-US" altLang="zh-CN" dirty="0"/>
              </a:p>
              <a:p>
                <a:pPr marL="0" indent="0" algn="ctr">
                  <a:buNone/>
                </a:pP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C00000"/>
                  </a:solidFill>
                </a:endParaRPr>
              </a:p>
              <a:p>
                <a:r>
                  <a:rPr lang="zh-CN" altLang="en-US" dirty="0"/>
                  <a:t>不考虑时间漂移时，收益率就是一个期望值为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，标准差为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dirty="0"/>
                  <a:t>的随机变量，因此有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8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C00000"/>
                    </a:solidFill>
                  </a:rPr>
                  <a:t>  	  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8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80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80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8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sz="28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80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8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endParaRPr lang="en-US" altLang="zh-CN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5F01E8-C704-4805-9419-AF8367922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300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074DB79-FEED-4A3B-B49F-C70651F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不同时间长度下的波动性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B7A46-B347-4B88-96AA-64E0B5552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问题：</a:t>
            </a:r>
            <a:r>
              <a:rPr lang="en-US" altLang="zh-CN"/>
              <a:t>1</a:t>
            </a:r>
            <a:r>
              <a:rPr lang="zh-CN" altLang="en-US"/>
              <a:t>年</a:t>
            </a:r>
            <a:r>
              <a:rPr lang="en-US" altLang="zh-CN"/>
              <a:t>=12</a:t>
            </a:r>
            <a:r>
              <a:rPr lang="zh-CN" altLang="en-US"/>
              <a:t>*月</a:t>
            </a:r>
            <a:r>
              <a:rPr lang="en-US" altLang="zh-CN"/>
              <a:t>=52</a:t>
            </a:r>
            <a:r>
              <a:rPr lang="zh-CN" altLang="en-US"/>
              <a:t>*周</a:t>
            </a:r>
            <a:r>
              <a:rPr lang="en-US" altLang="zh-CN"/>
              <a:t>=250</a:t>
            </a:r>
            <a:r>
              <a:rPr lang="zh-CN" altLang="en-US"/>
              <a:t>*日，那么不同时间单位的波动率是同等的倍数关系吗？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不同时间单位下计算</a:t>
            </a:r>
            <a:r>
              <a:rPr lang="en-US" altLang="zh-CN"/>
              <a:t>140001.IB</a:t>
            </a:r>
            <a:r>
              <a:rPr lang="zh-CN" altLang="en-US"/>
              <a:t>的波动率的理论值及实际值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E775BF82-5DA3-4A94-9340-D69727178D21}"/>
              </a:ext>
            </a:extLst>
          </p:cNvPr>
          <p:cNvSpPr txBox="1">
            <a:spLocks/>
          </p:cNvSpPr>
          <p:nvPr/>
        </p:nvSpPr>
        <p:spPr>
          <a:xfrm>
            <a:off x="2563191" y="3"/>
            <a:ext cx="14716747" cy="14896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3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5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 不同时间长度下的波动性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80BF958-9425-4EDA-A595-8729A92EE9A9}"/>
              </a:ext>
            </a:extLst>
          </p:cNvPr>
          <p:cNvSpPr txBox="1">
            <a:spLocks/>
          </p:cNvSpPr>
          <p:nvPr/>
        </p:nvSpPr>
        <p:spPr>
          <a:xfrm>
            <a:off x="273599" y="1674088"/>
            <a:ext cx="16790340" cy="7701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397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8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96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95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94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2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91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90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88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问题：</a:t>
            </a:r>
            <a:r>
              <a:rPr lang="en-US" altLang="zh-CN"/>
              <a:t>1</a:t>
            </a:r>
            <a:r>
              <a:rPr lang="zh-CN" altLang="en-US"/>
              <a:t>年</a:t>
            </a:r>
            <a:r>
              <a:rPr lang="en-US" altLang="zh-CN"/>
              <a:t>=12</a:t>
            </a:r>
            <a:r>
              <a:rPr lang="zh-CN" altLang="en-US"/>
              <a:t>*月</a:t>
            </a:r>
            <a:r>
              <a:rPr lang="en-US" altLang="zh-CN"/>
              <a:t>=52</a:t>
            </a:r>
            <a:r>
              <a:rPr lang="zh-CN" altLang="en-US"/>
              <a:t>*周</a:t>
            </a:r>
            <a:r>
              <a:rPr lang="en-US" altLang="zh-CN"/>
              <a:t>=250</a:t>
            </a:r>
            <a:r>
              <a:rPr lang="zh-CN" altLang="en-US"/>
              <a:t>*日，那么不同时间单位的波动率是同等的倍数关系吗？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FC53A4D3-C2E0-421B-A0A9-932F2ACCD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4822117"/>
                  </p:ext>
                </p:extLst>
              </p:nvPr>
            </p:nvGraphicFramePr>
            <p:xfrm>
              <a:off x="273599" y="4343399"/>
              <a:ext cx="16732739" cy="2859702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4193679">
                      <a:extLst>
                        <a:ext uri="{9D8B030D-6E8A-4147-A177-3AD203B41FA5}">
                          <a16:colId xmlns:a16="http://schemas.microsoft.com/office/drawing/2014/main" val="3871496800"/>
                        </a:ext>
                      </a:extLst>
                    </a:gridCol>
                    <a:gridCol w="3260992">
                      <a:extLst>
                        <a:ext uri="{9D8B030D-6E8A-4147-A177-3AD203B41FA5}">
                          <a16:colId xmlns:a16="http://schemas.microsoft.com/office/drawing/2014/main" val="3629544775"/>
                        </a:ext>
                      </a:extLst>
                    </a:gridCol>
                    <a:gridCol w="2911363">
                      <a:extLst>
                        <a:ext uri="{9D8B030D-6E8A-4147-A177-3AD203B41FA5}">
                          <a16:colId xmlns:a16="http://schemas.microsoft.com/office/drawing/2014/main" val="1963275343"/>
                        </a:ext>
                      </a:extLst>
                    </a:gridCol>
                    <a:gridCol w="3269905">
                      <a:extLst>
                        <a:ext uri="{9D8B030D-6E8A-4147-A177-3AD203B41FA5}">
                          <a16:colId xmlns:a16="http://schemas.microsoft.com/office/drawing/2014/main" val="3986359264"/>
                        </a:ext>
                      </a:extLst>
                    </a:gridCol>
                    <a:gridCol w="3096800">
                      <a:extLst>
                        <a:ext uri="{9D8B030D-6E8A-4147-A177-3AD203B41FA5}">
                          <a16:colId xmlns:a16="http://schemas.microsoft.com/office/drawing/2014/main" val="2191436215"/>
                        </a:ext>
                      </a:extLst>
                    </a:gridCol>
                  </a:tblGrid>
                  <a:tr h="35611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波动率计算周期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平均值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年化波动率</a:t>
                          </a:r>
                        </a:p>
                      </a:txBody>
                      <a:tcPr anchor="ctr">
                        <a:lnB w="254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>
                        <a:lnB w="254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1402325"/>
                      </a:ext>
                    </a:extLst>
                  </a:tr>
                  <a:tr h="613737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chemeClr val="bg1"/>
                              </a:solidFill>
                            </a:rPr>
                            <a:t>理论值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（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zh-CN" alt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）</m:t>
                              </m:r>
                            </m:oMath>
                          </a14:m>
                          <a:endParaRPr lang="zh-CN" altLang="en-US" sz="2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25400" cmpd="sng">
                          <a:noFill/>
                        </a:lnL>
                        <a:lnR>
                          <a:noFill/>
                        </a:lnR>
                        <a:lnT w="254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8A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chemeClr val="bg1"/>
                              </a:solidFill>
                            </a:rPr>
                            <a:t>理论值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（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rad>
                              <m:r>
                                <a:rPr lang="zh-CN" alt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）</m:t>
                              </m:r>
                            </m:oMath>
                          </a14:m>
                          <a:endParaRPr lang="zh-CN" altLang="en-US" sz="2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25400" cmpd="sng">
                          <a:noFill/>
                        </a:lnL>
                        <a:lnR>
                          <a:noFill/>
                        </a:lnR>
                        <a:lnT w="254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8A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chemeClr val="bg1"/>
                              </a:solidFill>
                            </a:rPr>
                            <a:t>实际值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254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8A6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3053525"/>
                      </a:ext>
                    </a:extLst>
                  </a:tr>
                  <a:tr h="5962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年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3.89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3.89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342688021"/>
                      </a:ext>
                    </a:extLst>
                  </a:tr>
                  <a:tr h="5962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月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0.61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7.29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2.11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b="1" dirty="0"/>
                            <a:t>-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896414"/>
                      </a:ext>
                    </a:extLst>
                  </a:tr>
                  <a:tr h="5962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0.38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19.51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2.71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b="1" dirty="0"/>
                            <a:t>-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12236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FC53A4D3-C2E0-421B-A0A9-932F2ACCD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4822117"/>
                  </p:ext>
                </p:extLst>
              </p:nvPr>
            </p:nvGraphicFramePr>
            <p:xfrm>
              <a:off x="273599" y="4343399"/>
              <a:ext cx="16732739" cy="2859702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4193679">
                      <a:extLst>
                        <a:ext uri="{9D8B030D-6E8A-4147-A177-3AD203B41FA5}">
                          <a16:colId xmlns:a16="http://schemas.microsoft.com/office/drawing/2014/main" val="3871496800"/>
                        </a:ext>
                      </a:extLst>
                    </a:gridCol>
                    <a:gridCol w="3260992">
                      <a:extLst>
                        <a:ext uri="{9D8B030D-6E8A-4147-A177-3AD203B41FA5}">
                          <a16:colId xmlns:a16="http://schemas.microsoft.com/office/drawing/2014/main" val="3629544775"/>
                        </a:ext>
                      </a:extLst>
                    </a:gridCol>
                    <a:gridCol w="2911363">
                      <a:extLst>
                        <a:ext uri="{9D8B030D-6E8A-4147-A177-3AD203B41FA5}">
                          <a16:colId xmlns:a16="http://schemas.microsoft.com/office/drawing/2014/main" val="1963275343"/>
                        </a:ext>
                      </a:extLst>
                    </a:gridCol>
                    <a:gridCol w="3269905">
                      <a:extLst>
                        <a:ext uri="{9D8B030D-6E8A-4147-A177-3AD203B41FA5}">
                          <a16:colId xmlns:a16="http://schemas.microsoft.com/office/drawing/2014/main" val="3986359264"/>
                        </a:ext>
                      </a:extLst>
                    </a:gridCol>
                    <a:gridCol w="3096800">
                      <a:extLst>
                        <a:ext uri="{9D8B030D-6E8A-4147-A177-3AD203B41FA5}">
                          <a16:colId xmlns:a16="http://schemas.microsoft.com/office/drawing/2014/main" val="2191436215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波动率计算周期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平均值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年化波动率</a:t>
                          </a:r>
                        </a:p>
                      </a:txBody>
                      <a:tcPr anchor="ctr">
                        <a:lnB w="254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>
                        <a:lnB w="254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1402325"/>
                      </a:ext>
                    </a:extLst>
                  </a:tr>
                  <a:tr h="613737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25400" cmpd="sng">
                          <a:noFill/>
                        </a:lnL>
                        <a:lnR>
                          <a:noFill/>
                        </a:lnR>
                        <a:lnT w="254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5858" t="-81188" r="-219038" b="-30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25400" cmpd="sng">
                          <a:noFill/>
                        </a:lnL>
                        <a:lnR>
                          <a:noFill/>
                        </a:lnR>
                        <a:lnT w="254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760" t="-81188" r="-94972" b="-30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chemeClr val="bg1"/>
                              </a:solidFill>
                            </a:rPr>
                            <a:t>实际值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254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8A6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3053525"/>
                      </a:ext>
                    </a:extLst>
                  </a:tr>
                  <a:tr h="5962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年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3.89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3.89</a:t>
                          </a:r>
                          <a:endParaRPr lang="zh-CN" altLang="en-US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342688021"/>
                      </a:ext>
                    </a:extLst>
                  </a:tr>
                  <a:tr h="5962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月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0.61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7.29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2.11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b="1" dirty="0"/>
                            <a:t>-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896414"/>
                      </a:ext>
                    </a:extLst>
                  </a:tr>
                  <a:tr h="5962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0.38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19.51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/>
                            <a:t>2.71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b="1" dirty="0"/>
                            <a:t>-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12236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676E598-3924-43EC-9BE7-03B1DE1CE00D}"/>
                  </a:ext>
                </a:extLst>
              </p:cNvPr>
              <p:cNvSpPr/>
              <p:nvPr/>
            </p:nvSpPr>
            <p:spPr>
              <a:xfrm>
                <a:off x="273599" y="8223356"/>
                <a:ext cx="15401830" cy="5481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波动率是标准差，不同时间单位的波动率之间相差一个时间的平方根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endParaRPr lang="en-US" altLang="zh-CN" sz="2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676E598-3924-43EC-9BE7-03B1DE1CE0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99" y="8223356"/>
                <a:ext cx="15401830" cy="548163"/>
              </a:xfrm>
              <a:prstGeom prst="rect">
                <a:avLst/>
              </a:prstGeom>
              <a:blipFill>
                <a:blip r:embed="rId3"/>
                <a:stretch>
                  <a:fillRect l="-713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8637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4FA0E-ACCB-4D56-90DF-9D04937A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波动性的计算方法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CE3C2-C86D-4594-9B04-FE705D301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基于历史数据进行计算（历史波动率）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基于历史的静态外推，使用标准公式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：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加入权重因素：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zh-CN" altLang="en-US" dirty="0">
                        <a:latin typeface="Cambria Math" panose="02040503050406030204" pitchFamily="18" charset="0"/>
                      </a:rPr>
                      <m:t>，其中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…&lt;</m:t>
                        </m:r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基于</a:t>
                </a:r>
                <a:r>
                  <a:rPr lang="en-US" altLang="zh-CN" dirty="0"/>
                  <a:t>ARCH</a:t>
                </a:r>
                <a:r>
                  <a:rPr lang="zh-CN" altLang="en-US" dirty="0"/>
                  <a:t>模型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自相关：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异方差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dirty="0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其中</a:t>
                </a:r>
                <a14:m>
                  <m:oMath xmlns:m="http://schemas.openxmlformats.org/officeDocument/2006/math"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US" altLang="zh-CN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en-US" altLang="zh-CN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基于期权定价计算（隐含波动率）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发达市场的通用方法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包含了市场对未来波动率的预期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存在高效率的衍生品市场，满足</a:t>
                </a:r>
                <a:r>
                  <a:rPr lang="en-US" altLang="zh-CN" dirty="0"/>
                  <a:t>BS</a:t>
                </a:r>
                <a:r>
                  <a:rPr lang="zh-CN" altLang="en-US" dirty="0"/>
                  <a:t>公式条件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CE3C2-C86D-4594-9B04-FE705D301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6195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84BAC-AA41-4836-8FB9-BE936F7DA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波动性的运用</a:t>
            </a:r>
            <a:endParaRPr lang="zh-CN" altLang="en-US" dirty="0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A04AC7-7EC9-4081-9AD2-7F573AC5B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风控岗：制定止损控制管理，把控市场风险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16DBD5-21F9-44B9-9E00-FA01FB4418C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49496" y="2524497"/>
                <a:ext cx="8888987" cy="690886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b="1" dirty="0"/>
                  <a:t>置信区间（</a:t>
                </a:r>
                <a:r>
                  <a:rPr lang="en-US" altLang="zh-CN" b="1" dirty="0"/>
                  <a:t>Confidence Interval</a:t>
                </a:r>
                <a:r>
                  <a:rPr lang="zh-CN" altLang="en-US" b="1" dirty="0"/>
                  <a:t>）</a:t>
                </a:r>
                <a:endParaRPr lang="en-US" altLang="zh-CN" b="1" dirty="0"/>
              </a:p>
              <a:p>
                <a:pPr lvl="1"/>
                <a:r>
                  <a:rPr lang="zh-CN" altLang="en-US" dirty="0"/>
                  <a:t>在经验分布下，一个有风险的事件结果的范围。标准正态分布下，</a:t>
                </a:r>
                <a:r>
                  <a:rPr lang="en-US" altLang="zh-CN" dirty="0"/>
                  <a:t>1.96</a:t>
                </a:r>
                <a:r>
                  <a:rPr lang="zh-CN" altLang="en-US" dirty="0"/>
                  <a:t>个标准差能覆盖</a:t>
                </a:r>
                <a:r>
                  <a:rPr lang="en-US" altLang="zh-CN" dirty="0"/>
                  <a:t>95%</a:t>
                </a:r>
                <a:r>
                  <a:rPr lang="zh-CN" altLang="en-US" dirty="0"/>
                  <a:t>的结果区间。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Prob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𝐶𝐼</m:t>
                          </m:r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𝐶𝐼</m:t>
                          </m:r>
                        </m:e>
                      </m:d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CN" b="1" dirty="0"/>
              </a:p>
              <a:p>
                <a:pPr lvl="1"/>
                <a:r>
                  <a:rPr lang="zh-CN" altLang="en-US" dirty="0"/>
                  <a:t>例，一只债券当前</a:t>
                </a:r>
                <a:r>
                  <a:rPr lang="en-US" altLang="zh-CN" dirty="0" err="1"/>
                  <a:t>ytm</a:t>
                </a:r>
                <a:r>
                  <a:rPr lang="en-US" altLang="zh-CN" dirty="0"/>
                  <a:t>=4.25%</a:t>
                </a:r>
                <a:r>
                  <a:rPr lang="zh-CN" altLang="en-US" dirty="0"/>
                  <a:t>，历史标准差为</a:t>
                </a:r>
                <a:r>
                  <a:rPr lang="en-US" altLang="zh-CN" dirty="0"/>
                  <a:t>8.7bp</a:t>
                </a:r>
                <a:r>
                  <a:rPr lang="zh-CN" altLang="en-US" dirty="0"/>
                  <a:t>。在可信度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下，收盘</a:t>
                </a:r>
                <a:r>
                  <a:rPr lang="en-US" altLang="zh-CN" dirty="0" err="1"/>
                  <a:t>ytm</a:t>
                </a:r>
                <a:r>
                  <a:rPr lang="zh-CN" altLang="en-US" dirty="0"/>
                  <a:t>的置信区间为：</a:t>
                </a:r>
                <a:endParaRPr lang="en-US" altLang="zh-CN" dirty="0"/>
              </a:p>
              <a:p>
                <a:pPr marL="45719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95%</m:t>
                          </m:r>
                        </m:e>
                      </m:d>
                      <m:r>
                        <a:rPr lang="en-US" altLang="zh-CN" b="0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𝑏𝑝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42</m:t>
                      </m:r>
                      <m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CN" altLang="en-US" b="1" dirty="0"/>
                  <a:t>在险价值（</a:t>
                </a:r>
                <a:r>
                  <a:rPr lang="en-US" altLang="zh-CN" b="1" dirty="0"/>
                  <a:t>Value at Risk</a:t>
                </a:r>
                <a:r>
                  <a:rPr lang="zh-CN" altLang="en-US" b="1" dirty="0"/>
                  <a:t>）</a:t>
                </a:r>
                <a:endParaRPr lang="en-US" altLang="zh-CN" b="1" dirty="0"/>
              </a:p>
              <a:p>
                <a:pPr lvl="1"/>
                <a:r>
                  <a:rPr lang="zh-CN" altLang="en-US" dirty="0"/>
                  <a:t>在分布假设和小概率情况下，发生不利结果的临界值。在标准正态分不下，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的单侧分布临界值为</a:t>
                </a:r>
                <a:r>
                  <a:rPr lang="en-US" altLang="zh-CN" dirty="0"/>
                  <a:t>1.67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719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Prob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</m:e>
                      </m:d>
                      <m:r>
                        <a:rPr lang="en-US" altLang="zh-CN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16DBD5-21F9-44B9-9E00-FA01FB441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49496" y="2524497"/>
                <a:ext cx="8888987" cy="6908869"/>
              </a:xfrm>
              <a:blipFill>
                <a:blip r:embed="rId3"/>
                <a:stretch>
                  <a:fillRect l="-960" r="-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61393E6D-7C72-4720-A353-241D1E34D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453575"/>
              </p:ext>
            </p:extLst>
          </p:nvPr>
        </p:nvGraphicFramePr>
        <p:xfrm>
          <a:off x="10324639" y="1605805"/>
          <a:ext cx="6167637" cy="3231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B2A73F5F-1AED-42D0-93D4-67A9E419F39F}"/>
              </a:ext>
            </a:extLst>
          </p:cNvPr>
          <p:cNvGrpSpPr/>
          <p:nvPr/>
        </p:nvGrpSpPr>
        <p:grpSpPr>
          <a:xfrm>
            <a:off x="12442492" y="4757311"/>
            <a:ext cx="1920312" cy="375698"/>
            <a:chOff x="8813992" y="2997581"/>
            <a:chExt cx="1010652" cy="25438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86881D2-F177-4046-9636-6A39B474CDC9}"/>
                </a:ext>
              </a:extLst>
            </p:cNvPr>
            <p:cNvCxnSpPr/>
            <p:nvPr/>
          </p:nvCxnSpPr>
          <p:spPr>
            <a:xfrm>
              <a:off x="8813992" y="2997581"/>
              <a:ext cx="0" cy="2475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7190FC9-9E18-42B5-BABF-FA04BFA21166}"/>
                </a:ext>
              </a:extLst>
            </p:cNvPr>
            <p:cNvCxnSpPr/>
            <p:nvPr/>
          </p:nvCxnSpPr>
          <p:spPr>
            <a:xfrm>
              <a:off x="9824644" y="3004457"/>
              <a:ext cx="0" cy="2475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6FA72C2-7F91-4E13-9FAB-92C8601DAA0F}"/>
                </a:ext>
              </a:extLst>
            </p:cNvPr>
            <p:cNvGrpSpPr/>
            <p:nvPr/>
          </p:nvGrpSpPr>
          <p:grpSpPr>
            <a:xfrm>
              <a:off x="8813992" y="3121335"/>
              <a:ext cx="1010652" cy="0"/>
              <a:chOff x="8813992" y="3121335"/>
              <a:chExt cx="1010652" cy="0"/>
            </a:xfrm>
          </p:grpSpPr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B730813C-91F0-457B-BDBB-F794A07856D5}"/>
                  </a:ext>
                </a:extLst>
              </p:cNvPr>
              <p:cNvCxnSpPr/>
              <p:nvPr/>
            </p:nvCxnSpPr>
            <p:spPr>
              <a:xfrm>
                <a:off x="9254003" y="3121335"/>
                <a:ext cx="570641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E1ADE7E5-5B09-426C-9097-0291B763EB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3992" y="3121335"/>
                <a:ext cx="440011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0E75C9A-341B-4D88-AC89-88BF0E6AB55C}"/>
              </a:ext>
            </a:extLst>
          </p:cNvPr>
          <p:cNvSpPr txBox="1"/>
          <p:nvPr/>
        </p:nvSpPr>
        <p:spPr>
          <a:xfrm>
            <a:off x="12461311" y="5006650"/>
            <a:ext cx="1890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</a:rPr>
              <a:t>概率为</a:t>
            </a:r>
            <a:r>
              <a:rPr lang="en-US" altLang="zh-CN" sz="1800" b="1" dirty="0">
                <a:solidFill>
                  <a:srgbClr val="C00000"/>
                </a:solidFill>
              </a:rPr>
              <a:t>95%</a:t>
            </a:r>
            <a:r>
              <a:rPr lang="zh-CN" altLang="en-US" sz="1800" b="1" dirty="0">
                <a:solidFill>
                  <a:srgbClr val="C00000"/>
                </a:solidFill>
              </a:rPr>
              <a:t>的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r>
              <a:rPr lang="zh-CN" altLang="en-US" sz="1800" b="1" dirty="0">
                <a:solidFill>
                  <a:srgbClr val="C00000"/>
                </a:solidFill>
              </a:rPr>
              <a:t>置信区间</a:t>
            </a:r>
          </a:p>
        </p:txBody>
      </p:sp>
      <p:graphicFrame>
        <p:nvGraphicFramePr>
          <p:cNvPr id="22" name="图表 21">
            <a:extLst>
              <a:ext uri="{FF2B5EF4-FFF2-40B4-BE49-F238E27FC236}">
                <a16:creationId xmlns:a16="http://schemas.microsoft.com/office/drawing/2014/main" id="{4C29ABFB-43B8-447A-9DC5-277C104202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4256624"/>
              </p:ext>
            </p:extLst>
          </p:nvPr>
        </p:nvGraphicFramePr>
        <p:xfrm>
          <a:off x="10324617" y="5893958"/>
          <a:ext cx="6167637" cy="297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BC683946-D92D-4E08-BE8B-218FD3CD6900}"/>
              </a:ext>
            </a:extLst>
          </p:cNvPr>
          <p:cNvSpPr txBox="1"/>
          <p:nvPr/>
        </p:nvSpPr>
        <p:spPr>
          <a:xfrm>
            <a:off x="10957873" y="8967812"/>
            <a:ext cx="159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</a:rPr>
              <a:t>概率为</a:t>
            </a:r>
            <a:r>
              <a:rPr lang="en-US" altLang="zh-CN" sz="1800" b="1" dirty="0">
                <a:solidFill>
                  <a:srgbClr val="C00000"/>
                </a:solidFill>
              </a:rPr>
              <a:t>95%</a:t>
            </a:r>
            <a:r>
              <a:rPr lang="zh-CN" altLang="en-US" sz="1800" b="1" dirty="0">
                <a:solidFill>
                  <a:srgbClr val="C00000"/>
                </a:solidFill>
              </a:rPr>
              <a:t>的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r>
              <a:rPr lang="zh-CN" altLang="en-US" sz="1800" b="1" dirty="0">
                <a:solidFill>
                  <a:srgbClr val="C00000"/>
                </a:solidFill>
              </a:rPr>
              <a:t>临界值</a:t>
            </a:r>
            <a:r>
              <a:rPr lang="en-US" altLang="zh-CN" sz="1800" b="1" dirty="0">
                <a:solidFill>
                  <a:srgbClr val="C00000"/>
                </a:solidFill>
              </a:rPr>
              <a:t>VaR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7390E236-F2D6-4B89-B119-0EC9466402C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962543" y="8866064"/>
            <a:ext cx="999335" cy="386086"/>
          </a:xfrm>
          <a:prstGeom prst="bentConnector3">
            <a:avLst>
              <a:gd name="adj1" fmla="val 135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595A59B-3886-4E81-90F1-BAF458582DF8}"/>
              </a:ext>
            </a:extLst>
          </p:cNvPr>
          <p:cNvCxnSpPr>
            <a:cxnSpLocks/>
          </p:cNvCxnSpPr>
          <p:nvPr/>
        </p:nvCxnSpPr>
        <p:spPr>
          <a:xfrm>
            <a:off x="12666820" y="7920580"/>
            <a:ext cx="0" cy="5752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0803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84BAC-AA41-4836-8FB9-BE936F7DA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波动性的运用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08B4C5-B3F9-4FCA-8894-78E2D4EE1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交易岗：测算价格变动区间，确定交易时机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E599CA6-CFB1-4B62-9FBA-30FC67FF17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运用最简便的标准差可求得某一资产价格变动幅度的标准差，则可求出价格变动的大概率区间。</a:t>
            </a:r>
            <a:endParaRPr lang="en-US" altLang="zh-CN" dirty="0"/>
          </a:p>
          <a:p>
            <a:pPr lvl="1"/>
            <a:r>
              <a:rPr lang="zh-CN" altLang="en-US" dirty="0"/>
              <a:t>右图采集了一只债券</a:t>
            </a:r>
            <a:r>
              <a:rPr lang="en-US" altLang="zh-CN" dirty="0"/>
              <a:t>600</a:t>
            </a:r>
            <a:r>
              <a:rPr lang="zh-CN" altLang="en-US" dirty="0"/>
              <a:t>天的成交收益率日波幅的频数统计；</a:t>
            </a:r>
            <a:endParaRPr lang="en-US" altLang="zh-CN" dirty="0"/>
          </a:p>
          <a:p>
            <a:pPr lvl="1"/>
            <a:r>
              <a:rPr lang="zh-CN" altLang="en-US" dirty="0"/>
              <a:t>通过频数分布图和正态分布曲线的比较，可以发现形态基本符合；</a:t>
            </a:r>
            <a:endParaRPr lang="en-US" altLang="zh-CN" dirty="0"/>
          </a:p>
          <a:p>
            <a:pPr lvl="1"/>
            <a:r>
              <a:rPr lang="zh-CN" altLang="en-US" dirty="0"/>
              <a:t>样本标准差为</a:t>
            </a:r>
            <a:r>
              <a:rPr lang="en-US" altLang="zh-CN" dirty="0"/>
              <a:t>7bp</a:t>
            </a:r>
            <a:r>
              <a:rPr lang="zh-CN" altLang="en-US" dirty="0"/>
              <a:t>，这意味在</a:t>
            </a:r>
            <a:r>
              <a:rPr lang="en-US" altLang="zh-CN" dirty="0"/>
              <a:t>67%</a:t>
            </a:r>
            <a:r>
              <a:rPr lang="zh-CN" altLang="en-US" dirty="0"/>
              <a:t>的概率下，这只债券的变动区间为</a:t>
            </a:r>
            <a:r>
              <a:rPr lang="en-US" altLang="zh-CN" dirty="0"/>
              <a:t>[-7bp,+7bp]</a:t>
            </a:r>
            <a:r>
              <a:rPr lang="zh-CN" altLang="en-US" dirty="0"/>
              <a:t>；在</a:t>
            </a:r>
            <a:r>
              <a:rPr lang="en-US" altLang="zh-CN" dirty="0"/>
              <a:t>95%</a:t>
            </a:r>
            <a:r>
              <a:rPr lang="zh-CN" altLang="en-US" dirty="0"/>
              <a:t>的概率下，变动区间为</a:t>
            </a:r>
            <a:r>
              <a:rPr lang="en-US" altLang="zh-CN" dirty="0"/>
              <a:t>[-14bp,+14bp]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sz="2000" dirty="0"/>
              <a:t>注意：金融数据的分布都有尖峰厚尾的特点，意味着两侧分布的实际概率会高于正态分布的情况。</a:t>
            </a:r>
            <a:endParaRPr lang="en-US" altLang="zh-CN" sz="2000" dirty="0"/>
          </a:p>
        </p:txBody>
      </p:sp>
      <p:pic>
        <p:nvPicPr>
          <p:cNvPr id="12" name="内容占位符 5">
            <a:extLst>
              <a:ext uri="{FF2B5EF4-FFF2-40B4-BE49-F238E27FC236}">
                <a16:creationId xmlns:a16="http://schemas.microsoft.com/office/drawing/2014/main" id="{75439676-991F-4E33-9AC7-F1F858A6152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2" b="7466"/>
          <a:stretch/>
        </p:blipFill>
        <p:spPr>
          <a:xfrm>
            <a:off x="8980715" y="2410659"/>
            <a:ext cx="8299224" cy="6003998"/>
          </a:xfr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74EA101-FFE6-458A-A2C3-56AB1663A688}"/>
              </a:ext>
            </a:extLst>
          </p:cNvPr>
          <p:cNvCxnSpPr/>
          <p:nvPr/>
        </p:nvCxnSpPr>
        <p:spPr>
          <a:xfrm rot="5400000">
            <a:off x="15368985" y="4174451"/>
            <a:ext cx="0" cy="1932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9B5F9DA-A46D-448C-BC53-7FBE3E960F2D}"/>
              </a:ext>
            </a:extLst>
          </p:cNvPr>
          <p:cNvCxnSpPr/>
          <p:nvPr/>
        </p:nvCxnSpPr>
        <p:spPr>
          <a:xfrm rot="5400000">
            <a:off x="15363617" y="5748607"/>
            <a:ext cx="0" cy="1932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8EBB1DF-96CF-4FBA-B9C0-A36BCB172D51}"/>
              </a:ext>
            </a:extLst>
          </p:cNvPr>
          <p:cNvGrpSpPr/>
          <p:nvPr/>
        </p:nvGrpSpPr>
        <p:grpSpPr>
          <a:xfrm rot="5400000">
            <a:off x="14581907" y="5058138"/>
            <a:ext cx="1574156" cy="0"/>
            <a:chOff x="8813992" y="3121335"/>
            <a:chExt cx="1010652" cy="0"/>
          </a:xfrm>
        </p:grpSpPr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9715A47-D4F0-4ABA-8499-9F13B1ABE920}"/>
                </a:ext>
              </a:extLst>
            </p:cNvPr>
            <p:cNvCxnSpPr/>
            <p:nvPr/>
          </p:nvCxnSpPr>
          <p:spPr>
            <a:xfrm>
              <a:off x="9254003" y="3121335"/>
              <a:ext cx="57064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193CA9D-1C13-45A8-AC12-9078E2F92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3992" y="3121335"/>
              <a:ext cx="44001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0916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97C7C-B4D6-4343-8741-68060B0E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波动率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AF11D8B-B277-47C0-97FD-7A580D177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右图利用</a:t>
                </a:r>
                <a:r>
                  <a:rPr lang="en-US" altLang="zh-CN" dirty="0"/>
                  <a:t>ARCH</a:t>
                </a:r>
                <a:r>
                  <a:rPr lang="zh-CN" altLang="en-US" dirty="0"/>
                  <a:t>模型对一只债券</a:t>
                </a:r>
                <a:r>
                  <a:rPr lang="en-US" altLang="zh-CN" dirty="0"/>
                  <a:t>600</a:t>
                </a:r>
                <a:r>
                  <a:rPr lang="zh-CN" altLang="en-US" dirty="0"/>
                  <a:t>天的成交收益率的变化进行分析，发现拟合结果与原时间序列相关系数高达</a:t>
                </a:r>
                <a:r>
                  <a:rPr lang="en-US" altLang="zh-CN" dirty="0"/>
                  <a:t>0.75</a:t>
                </a:r>
                <a:r>
                  <a:rPr lang="zh-CN" altLang="en-US" dirty="0"/>
                  <a:t>，说明模式结果能够很好的反应历史变化。</a:t>
                </a:r>
                <a:endParaRPr lang="en-US" altLang="zh-CN" dirty="0"/>
              </a:p>
              <a:p>
                <a:r>
                  <a:rPr lang="zh-CN" altLang="en-US" dirty="0"/>
                  <a:t>趋势模型：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=0.50×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异方差：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=0.29+0.28×</m:t>
                    </m:r>
                    <m:sSubSup>
                      <m:sSub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+5.58×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AF11D8B-B277-47C0-97FD-7A580D177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8" r="-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93FE980C-AB70-4DCC-A7F7-E98CC5CF4777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6833057" y="2756202"/>
            <a:ext cx="10173282" cy="6311597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C9C658A7-DBB5-4C58-88D0-FA2061AF0CC3}"/>
              </a:ext>
            </a:extLst>
          </p:cNvPr>
          <p:cNvSpPr txBox="1">
            <a:spLocks/>
          </p:cNvSpPr>
          <p:nvPr/>
        </p:nvSpPr>
        <p:spPr>
          <a:xfrm>
            <a:off x="2563191" y="3"/>
            <a:ext cx="14716747" cy="14896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3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5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 </a:t>
            </a:r>
            <a:r>
              <a:rPr lang="en-US" altLang="zh-CN" dirty="0"/>
              <a:t>ARCH</a:t>
            </a:r>
            <a:r>
              <a:rPr lang="zh-CN" altLang="en-US" dirty="0"/>
              <a:t>模型</a:t>
            </a:r>
          </a:p>
        </p:txBody>
      </p:sp>
      <p:sp>
        <p:nvSpPr>
          <p:cNvPr id="5" name="内容占位符 5">
            <a:extLst>
              <a:ext uri="{FF2B5EF4-FFF2-40B4-BE49-F238E27FC236}">
                <a16:creationId xmlns:a16="http://schemas.microsoft.com/office/drawing/2014/main" id="{CD82F58B-DE54-4EF7-816D-0DC2E407304B}"/>
              </a:ext>
            </a:extLst>
          </p:cNvPr>
          <p:cNvSpPr txBox="1">
            <a:spLocks/>
          </p:cNvSpPr>
          <p:nvPr/>
        </p:nvSpPr>
        <p:spPr>
          <a:xfrm>
            <a:off x="949497" y="1902793"/>
            <a:ext cx="16790340" cy="7701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397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8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96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95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94" indent="-228600" algn="l" defTabSz="914397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2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91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90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88" indent="-228600" algn="l" defTabSz="91439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76706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一些资料</a:t>
            </a:r>
          </a:p>
        </p:txBody>
      </p:sp>
      <p:sp>
        <p:nvSpPr>
          <p:cNvPr id="54275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书目</a:t>
            </a:r>
          </a:p>
        </p:txBody>
      </p:sp>
      <p:sp>
        <p:nvSpPr>
          <p:cNvPr id="54276" name="内容占位符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《</a:t>
            </a:r>
            <a:r>
              <a:rPr lang="zh-CN" altLang="en-US" b="1" dirty="0"/>
              <a:t>宏观经济学</a:t>
            </a:r>
            <a:r>
              <a:rPr lang="en-US" altLang="zh-CN" b="1" dirty="0"/>
              <a:t>》</a:t>
            </a:r>
            <a:r>
              <a:rPr lang="zh-CN" altLang="en-US" b="1" dirty="0"/>
              <a:t>曼昆、萨米尔森</a:t>
            </a:r>
            <a:endParaRPr lang="en-US" altLang="zh-CN" b="1" dirty="0"/>
          </a:p>
          <a:p>
            <a:r>
              <a:rPr lang="en-US" altLang="zh-CN" b="1" dirty="0"/>
              <a:t>《</a:t>
            </a:r>
            <a:r>
              <a:rPr lang="zh-CN" altLang="en-US" b="1" dirty="0"/>
              <a:t>货币金融学</a:t>
            </a:r>
            <a:r>
              <a:rPr lang="en-US" altLang="zh-CN" b="1" dirty="0"/>
              <a:t>》</a:t>
            </a:r>
            <a:r>
              <a:rPr lang="zh-CN" altLang="en-US" b="1" dirty="0"/>
              <a:t>米什金</a:t>
            </a:r>
            <a:endParaRPr lang="en-US" altLang="zh-CN" b="1" dirty="0"/>
          </a:p>
          <a:p>
            <a:r>
              <a:rPr lang="en-US" altLang="zh-CN" b="1" dirty="0"/>
              <a:t>《</a:t>
            </a:r>
            <a:r>
              <a:rPr lang="zh-CN" altLang="en-US" b="1" dirty="0"/>
              <a:t>投资学</a:t>
            </a:r>
            <a:r>
              <a:rPr lang="en-US" altLang="zh-CN" b="1" dirty="0"/>
              <a:t>》</a:t>
            </a:r>
            <a:r>
              <a:rPr lang="zh-CN" altLang="en-US" b="1" dirty="0"/>
              <a:t>滋维</a:t>
            </a:r>
            <a:r>
              <a:rPr lang="en-US" altLang="zh-CN" b="1" dirty="0"/>
              <a:t>·</a:t>
            </a:r>
            <a:r>
              <a:rPr lang="zh-CN" altLang="en-US" b="1" dirty="0"/>
              <a:t>博迪</a:t>
            </a:r>
          </a:p>
          <a:p>
            <a:r>
              <a:rPr lang="en-US" altLang="zh-CN" b="1" dirty="0"/>
              <a:t>《</a:t>
            </a:r>
            <a:r>
              <a:rPr lang="zh-CN" altLang="en-US" b="1" dirty="0"/>
              <a:t>债券市场：分析与策略</a:t>
            </a:r>
            <a:r>
              <a:rPr lang="en-US" altLang="zh-CN" b="1" dirty="0"/>
              <a:t>》 </a:t>
            </a:r>
            <a:r>
              <a:rPr lang="zh-CN" altLang="en-US" b="1" dirty="0"/>
              <a:t>弗兰克 法博齐</a:t>
            </a:r>
            <a:endParaRPr lang="en-US" altLang="zh-CN" b="1" dirty="0"/>
          </a:p>
          <a:p>
            <a:r>
              <a:rPr lang="en-US" altLang="zh-CN" dirty="0"/>
              <a:t>《</a:t>
            </a:r>
            <a:r>
              <a:rPr lang="zh-CN" altLang="en-US" dirty="0"/>
              <a:t>积极型投资组合管理：控制风险获取超额收益的数量方法 </a:t>
            </a:r>
            <a:r>
              <a:rPr lang="en-US" altLang="zh-CN" dirty="0"/>
              <a:t>》 </a:t>
            </a:r>
            <a:r>
              <a:rPr lang="zh-CN" altLang="en-US" dirty="0"/>
              <a:t>格里拉尔德 卡恩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期权、期货及其他衍生品</a:t>
            </a:r>
            <a:r>
              <a:rPr lang="en-US" altLang="zh-CN" dirty="0"/>
              <a:t>》 John hull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固定收益市场的风险管理</a:t>
            </a:r>
            <a:r>
              <a:rPr lang="en-US" altLang="zh-CN" dirty="0"/>
              <a:t>》 </a:t>
            </a:r>
            <a:r>
              <a:rPr lang="zh-CN" altLang="en-US" dirty="0"/>
              <a:t>贝利特 戈卢布</a:t>
            </a:r>
            <a:r>
              <a:rPr lang="en-US" altLang="zh-CN" dirty="0"/>
              <a:t>&amp;</a:t>
            </a:r>
            <a:r>
              <a:rPr lang="zh-CN" altLang="en-US" dirty="0"/>
              <a:t>利奥 蒂尔曼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国债基差交易</a:t>
            </a:r>
            <a:r>
              <a:rPr lang="en-US" altLang="zh-CN" dirty="0"/>
              <a:t>》 </a:t>
            </a:r>
            <a:r>
              <a:rPr lang="zh-CN" altLang="en-US" dirty="0"/>
              <a:t>盖伦 伯格哈特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高级债券投组管理中建模和策略的最佳实践</a:t>
            </a:r>
            <a:r>
              <a:rPr lang="en-US" altLang="zh-CN" dirty="0"/>
              <a:t>》 </a:t>
            </a:r>
            <a:r>
              <a:rPr lang="zh-CN" altLang="en-US" dirty="0"/>
              <a:t>法博齐</a:t>
            </a:r>
            <a:endParaRPr lang="en-US" altLang="zh-CN" dirty="0"/>
          </a:p>
          <a:p>
            <a:r>
              <a:rPr lang="en-US" altLang="zh-CN" dirty="0"/>
              <a:t>《Bond Portfolio Investing and Risk Management》 </a:t>
            </a:r>
            <a:r>
              <a:rPr lang="en-US" altLang="zh-CN" dirty="0" err="1"/>
              <a:t>Vineer</a:t>
            </a:r>
            <a:r>
              <a:rPr lang="en-US" altLang="zh-CN" dirty="0"/>
              <a:t> </a:t>
            </a:r>
            <a:r>
              <a:rPr lang="en-US" altLang="zh-CN" dirty="0" err="1"/>
              <a:t>Bhansali</a:t>
            </a:r>
            <a:endParaRPr lang="en-US" altLang="zh-CN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197A4D9-CAAA-46F9-9867-2C0B85D87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行业读物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72D957-0A92-447C-9AC2-2554C217CA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《</a:t>
            </a:r>
            <a:r>
              <a:rPr lang="zh-CN" altLang="en-US" b="1" dirty="0"/>
              <a:t>金融心理学</a:t>
            </a:r>
            <a:r>
              <a:rPr lang="en-US" altLang="zh-CN" b="1" dirty="0"/>
              <a:t>》</a:t>
            </a:r>
            <a:r>
              <a:rPr lang="zh-CN" altLang="en-US" b="1" dirty="0"/>
              <a:t>、</a:t>
            </a:r>
            <a:r>
              <a:rPr lang="en-US" altLang="zh-CN" b="1" dirty="0"/>
              <a:t> 《</a:t>
            </a:r>
            <a:r>
              <a:rPr lang="zh-CN" altLang="en-US" b="1" dirty="0"/>
              <a:t>逃不开的经济周期</a:t>
            </a:r>
            <a:r>
              <a:rPr lang="en-US" altLang="zh-CN" b="1" dirty="0"/>
              <a:t>》</a:t>
            </a:r>
            <a:r>
              <a:rPr lang="zh-CN" altLang="en-US" b="1" dirty="0"/>
              <a:t>拉斯</a:t>
            </a:r>
            <a:r>
              <a:rPr lang="en-US" altLang="zh-CN" b="1" dirty="0"/>
              <a:t>.</a:t>
            </a:r>
            <a:r>
              <a:rPr lang="zh-CN" altLang="en-US" b="1" dirty="0"/>
              <a:t>特维德</a:t>
            </a:r>
            <a:endParaRPr lang="en-US" altLang="zh-CN" b="1" dirty="0"/>
          </a:p>
          <a:p>
            <a:r>
              <a:rPr lang="en-US" altLang="zh-CN" dirty="0"/>
              <a:t>《</a:t>
            </a:r>
            <a:r>
              <a:rPr lang="zh-CN" altLang="en-US" dirty="0"/>
              <a:t>货币的教训</a:t>
            </a:r>
            <a:r>
              <a:rPr lang="en-US" altLang="zh-CN" dirty="0"/>
              <a:t>》 </a:t>
            </a:r>
            <a:r>
              <a:rPr lang="zh-CN" altLang="en-US" dirty="0"/>
              <a:t>周其仁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汇率的本质</a:t>
            </a:r>
            <a:r>
              <a:rPr lang="en-US" altLang="zh-CN" dirty="0"/>
              <a:t>》</a:t>
            </a:r>
            <a:r>
              <a:rPr lang="zh-CN" altLang="en-US" dirty="0"/>
              <a:t>管涛</a:t>
            </a:r>
            <a:endParaRPr lang="en-US" altLang="zh-CN" dirty="0"/>
          </a:p>
          <a:p>
            <a:r>
              <a:rPr lang="en-US" altLang="zh-CN" b="1" dirty="0"/>
              <a:t>《</a:t>
            </a:r>
            <a:r>
              <a:rPr lang="zh-CN" altLang="en-US" b="1" dirty="0"/>
              <a:t>经济指标解读</a:t>
            </a:r>
            <a:r>
              <a:rPr lang="en-US" altLang="zh-CN" b="1" dirty="0"/>
              <a:t>》</a:t>
            </a:r>
            <a:r>
              <a:rPr lang="zh-CN" altLang="en-US" b="1" dirty="0"/>
              <a:t>伯纳德 鲍莫尔</a:t>
            </a:r>
            <a:endParaRPr lang="en-US" altLang="zh-CN" b="1" dirty="0"/>
          </a:p>
          <a:p>
            <a:r>
              <a:rPr lang="en-US" altLang="zh-CN" dirty="0"/>
              <a:t>《</a:t>
            </a:r>
            <a:r>
              <a:rPr lang="zh-CN" altLang="en-US" dirty="0"/>
              <a:t>投资交易笔记</a:t>
            </a:r>
            <a:r>
              <a:rPr lang="en-US" altLang="zh-CN" dirty="0"/>
              <a:t>》</a:t>
            </a:r>
            <a:r>
              <a:rPr lang="zh-CN" altLang="en-US" dirty="0"/>
              <a:t>、</a:t>
            </a:r>
            <a:r>
              <a:rPr lang="en-US" altLang="zh-CN" dirty="0"/>
              <a:t>《</a:t>
            </a:r>
            <a:r>
              <a:rPr lang="zh-CN" altLang="en-US" dirty="0"/>
              <a:t>投资交易笔记（续）</a:t>
            </a:r>
            <a:r>
              <a:rPr lang="en-US" altLang="zh-CN" dirty="0"/>
              <a:t>》 </a:t>
            </a:r>
            <a:r>
              <a:rPr lang="zh-CN" altLang="en-US" dirty="0"/>
              <a:t>董德志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申万流动性分析系列报告</a:t>
            </a:r>
            <a:r>
              <a:rPr lang="en-US" altLang="zh-CN" dirty="0"/>
              <a:t>》</a:t>
            </a:r>
            <a:r>
              <a:rPr lang="zh-CN" altLang="en-US" dirty="0"/>
              <a:t>屈庆团队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货币数量、利率调控与政策转型</a:t>
            </a:r>
            <a:r>
              <a:rPr lang="en-US" altLang="zh-CN" dirty="0"/>
              <a:t>》 </a:t>
            </a:r>
            <a:r>
              <a:rPr lang="zh-CN" altLang="en-US" dirty="0"/>
              <a:t>伍戈、李斌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信用创造、货币供求与经济结构</a:t>
            </a:r>
            <a:r>
              <a:rPr lang="en-US" altLang="zh-CN" dirty="0"/>
              <a:t>》 </a:t>
            </a:r>
            <a:r>
              <a:rPr lang="zh-CN" altLang="en-US" dirty="0"/>
              <a:t>李斌、伍戈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金融的本质</a:t>
            </a:r>
            <a:r>
              <a:rPr lang="en-US" altLang="zh-CN" dirty="0"/>
              <a:t>》</a:t>
            </a:r>
            <a:r>
              <a:rPr lang="zh-CN" altLang="en-US" dirty="0"/>
              <a:t>伯南克</a:t>
            </a:r>
            <a:endParaRPr lang="en-US" altLang="zh-CN" dirty="0"/>
          </a:p>
          <a:p>
            <a:r>
              <a:rPr lang="en-US" altLang="zh-CN" b="1" dirty="0"/>
              <a:t>《</a:t>
            </a:r>
            <a:r>
              <a:rPr lang="zh-CN" altLang="en-US" b="1" dirty="0"/>
              <a:t>错误的行为</a:t>
            </a:r>
            <a:r>
              <a:rPr lang="en-US" altLang="zh-CN" b="1" dirty="0"/>
              <a:t>》 </a:t>
            </a:r>
            <a:r>
              <a:rPr lang="zh-CN" altLang="en-US" b="1" dirty="0"/>
              <a:t>、</a:t>
            </a:r>
            <a:r>
              <a:rPr lang="en-US" altLang="zh-CN" b="1" dirty="0"/>
              <a:t>《</a:t>
            </a:r>
            <a:r>
              <a:rPr lang="zh-CN" altLang="en-US" b="1" dirty="0"/>
              <a:t>赢者的诅咒</a:t>
            </a:r>
            <a:r>
              <a:rPr lang="en-US" altLang="zh-CN" b="1" dirty="0"/>
              <a:t>》</a:t>
            </a:r>
            <a:r>
              <a:rPr lang="zh-CN" altLang="en-US" b="1" dirty="0"/>
              <a:t>理查德 泰勒</a:t>
            </a:r>
            <a:endParaRPr lang="en-US" altLang="zh-CN" b="1" dirty="0"/>
          </a:p>
          <a:p>
            <a:r>
              <a:rPr lang="en-US" altLang="zh-CN" dirty="0"/>
              <a:t>《</a:t>
            </a:r>
            <a:r>
              <a:rPr lang="zh-CN" altLang="en-US" dirty="0"/>
              <a:t>原则</a:t>
            </a:r>
            <a:r>
              <a:rPr lang="en-US" altLang="zh-CN" dirty="0"/>
              <a:t>》</a:t>
            </a:r>
            <a:r>
              <a:rPr lang="zh-CN" altLang="en-US" dirty="0"/>
              <a:t>雷</a:t>
            </a:r>
            <a:r>
              <a:rPr lang="en-US" altLang="zh-CN" dirty="0"/>
              <a:t>·</a:t>
            </a:r>
            <a:r>
              <a:rPr lang="zh-CN" altLang="en-US" dirty="0"/>
              <a:t>达里奥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976507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9397906" y="1023304"/>
            <a:ext cx="6795214" cy="3342303"/>
            <a:chOff x="3379978" y="4031432"/>
            <a:chExt cx="2383983" cy="1295499"/>
          </a:xfrm>
        </p:grpSpPr>
        <p:pic>
          <p:nvPicPr>
            <p:cNvPr id="5" name="组合 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5183" y="4709226"/>
              <a:ext cx="461888" cy="617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组合 1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7049" y="4745955"/>
              <a:ext cx="437958" cy="580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组合 1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5434" y="4887187"/>
              <a:ext cx="329771" cy="439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组合 20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4797152"/>
              <a:ext cx="399560" cy="529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组合 24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4983" y="4777675"/>
              <a:ext cx="399560" cy="54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59"/>
            <p:cNvSpPr>
              <a:spLocks/>
            </p:cNvSpPr>
            <p:nvPr/>
          </p:nvSpPr>
          <p:spPr bwMode="auto">
            <a:xfrm>
              <a:off x="3379978" y="4235913"/>
              <a:ext cx="511681" cy="561238"/>
            </a:xfrm>
            <a:custGeom>
              <a:avLst/>
              <a:gdLst>
                <a:gd name="T0" fmla="*/ 418 w 997"/>
                <a:gd name="T1" fmla="*/ 0 h 1006"/>
                <a:gd name="T2" fmla="*/ 23 w 997"/>
                <a:gd name="T3" fmla="*/ 383 h 1006"/>
                <a:gd name="T4" fmla="*/ 364 w 997"/>
                <a:gd name="T5" fmla="*/ 736 h 1006"/>
                <a:gd name="T6" fmla="*/ 715 w 997"/>
                <a:gd name="T7" fmla="*/ 1006 h 1006"/>
                <a:gd name="T8" fmla="*/ 629 w 997"/>
                <a:gd name="T9" fmla="*/ 741 h 1006"/>
                <a:gd name="T10" fmla="*/ 671 w 997"/>
                <a:gd name="T11" fmla="*/ 745 h 1006"/>
                <a:gd name="T12" fmla="*/ 939 w 997"/>
                <a:gd name="T13" fmla="*/ 453 h 1006"/>
                <a:gd name="T14" fmla="*/ 449 w 997"/>
                <a:gd name="T15" fmla="*/ 1 h 1006"/>
                <a:gd name="T16" fmla="*/ 418 w 997"/>
                <a:gd name="T17" fmla="*/ 0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7" h="1006">
                  <a:moveTo>
                    <a:pt x="418" y="0"/>
                  </a:moveTo>
                  <a:cubicBezTo>
                    <a:pt x="242" y="0"/>
                    <a:pt x="0" y="96"/>
                    <a:pt x="23" y="383"/>
                  </a:cubicBezTo>
                  <a:cubicBezTo>
                    <a:pt x="47" y="688"/>
                    <a:pt x="364" y="736"/>
                    <a:pt x="364" y="736"/>
                  </a:cubicBezTo>
                  <a:cubicBezTo>
                    <a:pt x="451" y="931"/>
                    <a:pt x="715" y="1006"/>
                    <a:pt x="715" y="1006"/>
                  </a:cubicBezTo>
                  <a:cubicBezTo>
                    <a:pt x="547" y="769"/>
                    <a:pt x="629" y="741"/>
                    <a:pt x="629" y="741"/>
                  </a:cubicBezTo>
                  <a:cubicBezTo>
                    <a:pt x="629" y="741"/>
                    <a:pt x="645" y="745"/>
                    <a:pt x="671" y="745"/>
                  </a:cubicBezTo>
                  <a:cubicBezTo>
                    <a:pt x="745" y="745"/>
                    <a:pt x="895" y="712"/>
                    <a:pt x="939" y="453"/>
                  </a:cubicBezTo>
                  <a:cubicBezTo>
                    <a:pt x="997" y="105"/>
                    <a:pt x="626" y="13"/>
                    <a:pt x="449" y="1"/>
                  </a:cubicBezTo>
                  <a:cubicBezTo>
                    <a:pt x="439" y="0"/>
                    <a:pt x="428" y="0"/>
                    <a:pt x="418" y="0"/>
                  </a:cubicBezTo>
                </a:path>
              </a:pathLst>
            </a:custGeom>
            <a:solidFill>
              <a:srgbClr val="354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/>
            <a:lstStyle/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  <a:endParaRPr lang="en-US" altLang="zh-CN" sz="226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问答</a:t>
              </a:r>
            </a:p>
          </p:txBody>
        </p:sp>
        <p:sp>
          <p:nvSpPr>
            <p:cNvPr id="11" name="Freeform 60"/>
            <p:cNvSpPr>
              <a:spLocks/>
            </p:cNvSpPr>
            <p:nvPr/>
          </p:nvSpPr>
          <p:spPr bwMode="auto">
            <a:xfrm>
              <a:off x="4545858" y="4031432"/>
              <a:ext cx="679125" cy="638568"/>
            </a:xfrm>
            <a:custGeom>
              <a:avLst/>
              <a:gdLst>
                <a:gd name="T0" fmla="*/ 493 w 911"/>
                <a:gd name="T1" fmla="*/ 0 h 858"/>
                <a:gd name="T2" fmla="*/ 236 w 911"/>
                <a:gd name="T3" fmla="*/ 61 h 858"/>
                <a:gd name="T4" fmla="*/ 94 w 911"/>
                <a:gd name="T5" fmla="*/ 465 h 858"/>
                <a:gd name="T6" fmla="*/ 444 w 911"/>
                <a:gd name="T7" fmla="*/ 730 h 858"/>
                <a:gd name="T8" fmla="*/ 447 w 911"/>
                <a:gd name="T9" fmla="*/ 730 h 858"/>
                <a:gd name="T10" fmla="*/ 381 w 911"/>
                <a:gd name="T11" fmla="*/ 858 h 858"/>
                <a:gd name="T12" fmla="*/ 894 w 911"/>
                <a:gd name="T13" fmla="*/ 343 h 858"/>
                <a:gd name="T14" fmla="*/ 493 w 911"/>
                <a:gd name="T15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1" h="858">
                  <a:moveTo>
                    <a:pt x="493" y="0"/>
                  </a:moveTo>
                  <a:cubicBezTo>
                    <a:pt x="402" y="0"/>
                    <a:pt x="311" y="21"/>
                    <a:pt x="236" y="61"/>
                  </a:cubicBezTo>
                  <a:cubicBezTo>
                    <a:pt x="0" y="186"/>
                    <a:pt x="94" y="465"/>
                    <a:pt x="94" y="465"/>
                  </a:cubicBezTo>
                  <a:cubicBezTo>
                    <a:pt x="140" y="722"/>
                    <a:pt x="412" y="730"/>
                    <a:pt x="444" y="730"/>
                  </a:cubicBezTo>
                  <a:cubicBezTo>
                    <a:pt x="446" y="730"/>
                    <a:pt x="447" y="730"/>
                    <a:pt x="447" y="730"/>
                  </a:cubicBezTo>
                  <a:cubicBezTo>
                    <a:pt x="436" y="786"/>
                    <a:pt x="381" y="858"/>
                    <a:pt x="381" y="858"/>
                  </a:cubicBezTo>
                  <a:cubicBezTo>
                    <a:pt x="424" y="858"/>
                    <a:pt x="911" y="695"/>
                    <a:pt x="894" y="343"/>
                  </a:cubicBezTo>
                  <a:cubicBezTo>
                    <a:pt x="882" y="101"/>
                    <a:pt x="689" y="0"/>
                    <a:pt x="493" y="0"/>
                  </a:cubicBezTo>
                </a:path>
              </a:pathLst>
            </a:custGeom>
            <a:solidFill>
              <a:srgbClr val="354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</a:t>
              </a:r>
              <a:endParaRPr lang="en-US" altLang="zh-CN" sz="226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沟通</a:t>
              </a:r>
            </a:p>
          </p:txBody>
        </p:sp>
        <p:sp>
          <p:nvSpPr>
            <p:cNvPr id="12" name="Freeform 61"/>
            <p:cNvSpPr>
              <a:spLocks/>
            </p:cNvSpPr>
            <p:nvPr/>
          </p:nvSpPr>
          <p:spPr bwMode="auto">
            <a:xfrm>
              <a:off x="5214289" y="4237838"/>
              <a:ext cx="549672" cy="510775"/>
            </a:xfrm>
            <a:custGeom>
              <a:avLst/>
              <a:gdLst>
                <a:gd name="T0" fmla="*/ 733 w 1195"/>
                <a:gd name="T1" fmla="*/ 0 h 1110"/>
                <a:gd name="T2" fmla="*/ 645 w 1195"/>
                <a:gd name="T3" fmla="*/ 6 h 1110"/>
                <a:gd name="T4" fmla="*/ 105 w 1195"/>
                <a:gd name="T5" fmla="*/ 595 h 1110"/>
                <a:gd name="T6" fmla="*/ 429 w 1195"/>
                <a:gd name="T7" fmla="*/ 919 h 1110"/>
                <a:gd name="T8" fmla="*/ 504 w 1195"/>
                <a:gd name="T9" fmla="*/ 909 h 1110"/>
                <a:gd name="T10" fmla="*/ 506 w 1195"/>
                <a:gd name="T11" fmla="*/ 909 h 1110"/>
                <a:gd name="T12" fmla="*/ 559 w 1195"/>
                <a:gd name="T13" fmla="*/ 1110 h 1110"/>
                <a:gd name="T14" fmla="*/ 772 w 1195"/>
                <a:gd name="T15" fmla="*/ 882 h 1110"/>
                <a:gd name="T16" fmla="*/ 1193 w 1195"/>
                <a:gd name="T17" fmla="*/ 421 h 1110"/>
                <a:gd name="T18" fmla="*/ 733 w 1195"/>
                <a:gd name="T19" fmla="*/ 0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95" h="1110">
                  <a:moveTo>
                    <a:pt x="733" y="0"/>
                  </a:moveTo>
                  <a:cubicBezTo>
                    <a:pt x="702" y="0"/>
                    <a:pt x="673" y="2"/>
                    <a:pt x="645" y="6"/>
                  </a:cubicBezTo>
                  <a:cubicBezTo>
                    <a:pt x="435" y="38"/>
                    <a:pt x="0" y="185"/>
                    <a:pt x="105" y="595"/>
                  </a:cubicBezTo>
                  <a:cubicBezTo>
                    <a:pt x="176" y="875"/>
                    <a:pt x="335" y="919"/>
                    <a:pt x="429" y="919"/>
                  </a:cubicBezTo>
                  <a:cubicBezTo>
                    <a:pt x="474" y="919"/>
                    <a:pt x="504" y="909"/>
                    <a:pt x="504" y="909"/>
                  </a:cubicBezTo>
                  <a:cubicBezTo>
                    <a:pt x="504" y="909"/>
                    <a:pt x="505" y="909"/>
                    <a:pt x="506" y="909"/>
                  </a:cubicBezTo>
                  <a:cubicBezTo>
                    <a:pt x="522" y="909"/>
                    <a:pt x="613" y="917"/>
                    <a:pt x="559" y="1110"/>
                  </a:cubicBezTo>
                  <a:cubicBezTo>
                    <a:pt x="559" y="1110"/>
                    <a:pt x="768" y="988"/>
                    <a:pt x="772" y="882"/>
                  </a:cubicBezTo>
                  <a:cubicBezTo>
                    <a:pt x="772" y="882"/>
                    <a:pt x="1195" y="787"/>
                    <a:pt x="1193" y="421"/>
                  </a:cubicBezTo>
                  <a:cubicBezTo>
                    <a:pt x="1192" y="102"/>
                    <a:pt x="937" y="0"/>
                    <a:pt x="733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/>
            <a:lstStyle/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</a:t>
              </a:r>
              <a:endParaRPr lang="en-US" altLang="zh-CN" sz="226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探讨</a:t>
              </a:r>
              <a:endParaRPr lang="en-US" altLang="zh-CN" sz="226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2"/>
            <p:cNvSpPr>
              <a:spLocks/>
            </p:cNvSpPr>
            <p:nvPr/>
          </p:nvSpPr>
          <p:spPr bwMode="auto">
            <a:xfrm>
              <a:off x="3925830" y="4156880"/>
              <a:ext cx="769383" cy="624254"/>
            </a:xfrm>
            <a:custGeom>
              <a:avLst/>
              <a:gdLst>
                <a:gd name="T0" fmla="*/ 453 w 1313"/>
                <a:gd name="T1" fmla="*/ 0 h 1064"/>
                <a:gd name="T2" fmla="*/ 32 w 1313"/>
                <a:gd name="T3" fmla="*/ 351 h 1064"/>
                <a:gd name="T4" fmla="*/ 188 w 1313"/>
                <a:gd name="T5" fmla="*/ 754 h 1064"/>
                <a:gd name="T6" fmla="*/ 771 w 1313"/>
                <a:gd name="T7" fmla="*/ 1064 h 1064"/>
                <a:gd name="T8" fmla="*/ 708 w 1313"/>
                <a:gd name="T9" fmla="*/ 914 h 1064"/>
                <a:gd name="T10" fmla="*/ 816 w 1313"/>
                <a:gd name="T11" fmla="*/ 97 h 1064"/>
                <a:gd name="T12" fmla="*/ 453 w 1313"/>
                <a:gd name="T13" fmla="*/ 0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3" h="1064">
                  <a:moveTo>
                    <a:pt x="453" y="0"/>
                  </a:moveTo>
                  <a:cubicBezTo>
                    <a:pt x="193" y="0"/>
                    <a:pt x="54" y="185"/>
                    <a:pt x="32" y="351"/>
                  </a:cubicBezTo>
                  <a:cubicBezTo>
                    <a:pt x="0" y="582"/>
                    <a:pt x="188" y="754"/>
                    <a:pt x="188" y="754"/>
                  </a:cubicBezTo>
                  <a:cubicBezTo>
                    <a:pt x="430" y="1029"/>
                    <a:pt x="771" y="1064"/>
                    <a:pt x="771" y="1064"/>
                  </a:cubicBezTo>
                  <a:cubicBezTo>
                    <a:pt x="708" y="1018"/>
                    <a:pt x="708" y="914"/>
                    <a:pt x="708" y="914"/>
                  </a:cubicBezTo>
                  <a:cubicBezTo>
                    <a:pt x="1077" y="876"/>
                    <a:pt x="1313" y="340"/>
                    <a:pt x="816" y="97"/>
                  </a:cubicBezTo>
                  <a:cubicBezTo>
                    <a:pt x="676" y="29"/>
                    <a:pt x="555" y="0"/>
                    <a:pt x="453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观点</a:t>
              </a:r>
              <a:endParaRPr lang="en-US" altLang="zh-CN" sz="226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68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交流</a:t>
              </a: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C89F7814-AB3A-42F7-8D35-D3C448A30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感谢聆听！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CDB038-696E-41DE-B735-EA12513F3D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85222" y="3301693"/>
            <a:ext cx="5136925" cy="623297"/>
          </a:xfrm>
        </p:spPr>
        <p:txBody>
          <a:bodyPr anchor="ctr"/>
          <a:lstStyle/>
          <a:p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EED65216-102B-4F64-AE53-BB9B4A37C9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85221" y="3924991"/>
            <a:ext cx="5136925" cy="440616"/>
          </a:xfrm>
        </p:spPr>
        <p:txBody>
          <a:bodyPr>
            <a:normAutofit fontScale="70000" lnSpcReduction="20000"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18040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9c5cb8d0-5353-41d0-b7da-fa70b1597a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主题5">
  <a:themeElements>
    <a:clrScheme name="自定义 2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8A65"/>
      </a:accent1>
      <a:accent2>
        <a:srgbClr val="FF7043"/>
      </a:accent2>
      <a:accent3>
        <a:srgbClr val="56687C"/>
      </a:accent3>
      <a:accent4>
        <a:srgbClr val="44546A"/>
      </a:accent4>
      <a:accent5>
        <a:srgbClr val="FF7043"/>
      </a:accent5>
      <a:accent6>
        <a:srgbClr val="FF8A65"/>
      </a:accent6>
      <a:hlink>
        <a:srgbClr val="FF8A65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20947</TotalTime>
  <Words>5635</Words>
  <Application>Microsoft Office PowerPoint</Application>
  <PresentationFormat>自定义</PresentationFormat>
  <Paragraphs>1011</Paragraphs>
  <Slides>54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4" baseType="lpstr">
      <vt:lpstr>等线</vt:lpstr>
      <vt:lpstr>宋体</vt:lpstr>
      <vt:lpstr>微软雅黑</vt:lpstr>
      <vt:lpstr>Arial</vt:lpstr>
      <vt:lpstr>Calibri</vt:lpstr>
      <vt:lpstr>Cambria Math</vt:lpstr>
      <vt:lpstr>Impact</vt:lpstr>
      <vt:lpstr>Segoe UI</vt:lpstr>
      <vt:lpstr>主题5</vt:lpstr>
      <vt:lpstr>think-cell Slide</vt:lpstr>
      <vt:lpstr>债券基础回顾</vt:lpstr>
      <vt:lpstr>目 录</vt:lpstr>
      <vt:lpstr>（一）收益率的概念</vt:lpstr>
      <vt:lpstr>到期收益率</vt:lpstr>
      <vt:lpstr>到期收益率</vt:lpstr>
      <vt:lpstr> 到期收益率的差异</vt:lpstr>
      <vt:lpstr>即期收益率</vt:lpstr>
      <vt:lpstr>即期收益率</vt:lpstr>
      <vt:lpstr>远期收益率</vt:lpstr>
      <vt:lpstr> 远期收益率计算</vt:lpstr>
      <vt:lpstr>持有期收益率</vt:lpstr>
      <vt:lpstr> 持有期收益率计算</vt:lpstr>
      <vt:lpstr>即期收益率和到期收益率的比较</vt:lpstr>
      <vt:lpstr>收益率曲线</vt:lpstr>
      <vt:lpstr>收益率曲线</vt:lpstr>
      <vt:lpstr>收益率曲线</vt:lpstr>
      <vt:lpstr>收益率曲线</vt:lpstr>
      <vt:lpstr>（二）债券的定价</vt:lpstr>
      <vt:lpstr>重新认识债券定价公式</vt:lpstr>
      <vt:lpstr> 债券定价</vt:lpstr>
      <vt:lpstr>名义价差（Norminal  Spread）</vt:lpstr>
      <vt:lpstr>零波动价差（Zero-Volatility Spread）</vt:lpstr>
      <vt:lpstr>信用价差（Credit Spread）</vt:lpstr>
      <vt:lpstr>期权调整价差（Option Adjusted Spread）</vt:lpstr>
      <vt:lpstr>几种价差的比较</vt:lpstr>
      <vt:lpstr>（三）利率风险指标：久期和凸性</vt:lpstr>
      <vt:lpstr>重新认识债券定价公式</vt:lpstr>
      <vt:lpstr> 单券定价</vt:lpstr>
      <vt:lpstr>精确定价法：优劣分析</vt:lpstr>
      <vt:lpstr>久期：衡量价格对到期收益率变化的敏感性</vt:lpstr>
      <vt:lpstr>凸性：衡量久期对到期收益率变化的敏感性</vt:lpstr>
      <vt:lpstr>价格和收益率的关系：普通债券</vt:lpstr>
      <vt:lpstr>含权债的久期和凸性</vt:lpstr>
      <vt:lpstr>基于久期的风险度量指标</vt:lpstr>
      <vt:lpstr>基于凸性的风险度量指标</vt:lpstr>
      <vt:lpstr>投组的久期和凸性</vt:lpstr>
      <vt:lpstr>久期和凸性的局限性</vt:lpstr>
      <vt:lpstr> 久期和凸性的局限性：假设的平移情况</vt:lpstr>
      <vt:lpstr> 久期和凸性的局限性：实际的常见情况</vt:lpstr>
      <vt:lpstr>常见的曲线形态</vt:lpstr>
      <vt:lpstr>常见的曲线形态</vt:lpstr>
      <vt:lpstr>关键利率久期：对久期的误差进行修正</vt:lpstr>
      <vt:lpstr>本节回顾：对久期和凸性的理解</vt:lpstr>
      <vt:lpstr>（四）利率风险指标：波动性</vt:lpstr>
      <vt:lpstr>波动性的概念</vt:lpstr>
      <vt:lpstr>价格的波动性</vt:lpstr>
      <vt:lpstr>收益率的波动性</vt:lpstr>
      <vt:lpstr>不同时间长度下的波动性</vt:lpstr>
      <vt:lpstr>波动性的计算方法</vt:lpstr>
      <vt:lpstr>波动性的运用</vt:lpstr>
      <vt:lpstr>波动性的运用</vt:lpstr>
      <vt:lpstr>波动率</vt:lpstr>
      <vt:lpstr>一些资料</vt:lpstr>
      <vt:lpstr>感谢聆听！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SQLAI</dc:creator>
  <cp:lastModifiedBy>Q Q</cp:lastModifiedBy>
  <cp:revision>703</cp:revision>
  <cp:lastPrinted>2018-04-09T07:31:50Z</cp:lastPrinted>
  <dcterms:created xsi:type="dcterms:W3CDTF">2017-08-08T16:00:00Z</dcterms:created>
  <dcterms:modified xsi:type="dcterms:W3CDTF">2018-05-22T15:06:50Z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9c5cb8d0-5353-41d0-b7da-fa70b1597a98</vt:lpwstr>
  </property>
</Properties>
</file>