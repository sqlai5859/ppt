
<file path=[Content_Types].xml><?xml version="1.0" encoding="utf-8"?>
<Types xmlns="http://schemas.openxmlformats.org/package/2006/content-types">
  <Default Extension="bin" ContentType="application/vnd.openxmlformats-officedocument.oleObject"/>
  <Default Extension="png" ContentType="image/png"/>
  <Default Extension="emf" ContentType="image/x-emf"/>
  <Default Extension="jpeg" ContentType="image/jpeg"/>
  <Default Extension="rels" ContentType="application/vnd.openxmlformats-package.relationships+xml"/>
  <Default Extension="xml" ContentType="application/xml"/>
  <Default Extension="wdp" ContentType="image/vnd.ms-photo"/>
  <Default Extension="vml" ContentType="application/vnd.openxmlformats-officedocument.vmlDrawi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charts/chart1.xml" ContentType="application/vnd.openxmlformats-officedocument.drawingml.chart+xml"/>
  <Override PartName="/ppt/theme/themeOverride1.xml" ContentType="application/vnd.openxmlformats-officedocument.themeOverride+xml"/>
  <Override PartName="/ppt/charts/chart2.xml" ContentType="application/vnd.openxmlformats-officedocument.drawingml.chart+xml"/>
  <Override PartName="/ppt/charts/style1.xml" ContentType="application/vnd.ms-office.chartstyle+xml"/>
  <Override PartName="/ppt/charts/colors1.xml" ContentType="application/vnd.ms-office.chartcolorstyle+xml"/>
  <Override PartName="/ppt/notesSlides/notesSlide3.xml" ContentType="application/vnd.openxmlformats-officedocument.presentationml.notesSlide+xml"/>
  <Override PartName="/ppt/notesSlides/notesSlide4.xml" ContentType="application/vnd.openxmlformats-officedocument.presentationml.notesSlide+xml"/>
  <Override PartName="/ppt/charts/chart3.xml" ContentType="application/vnd.openxmlformats-officedocument.drawingml.chart+xml"/>
  <Override PartName="/ppt/charts/style2.xml" ContentType="application/vnd.ms-office.chartstyle+xml"/>
  <Override PartName="/ppt/charts/colors2.xml" ContentType="application/vnd.ms-office.chartcolorstyl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1"/>
  </p:sldMasterIdLst>
  <p:notesMasterIdLst>
    <p:notesMasterId r:id="rId35"/>
  </p:notesMasterIdLst>
  <p:sldIdLst>
    <p:sldId id="428" r:id="rId2"/>
    <p:sldId id="437" r:id="rId3"/>
    <p:sldId id="429" r:id="rId4"/>
    <p:sldId id="439" r:id="rId5"/>
    <p:sldId id="438" r:id="rId6"/>
    <p:sldId id="431" r:id="rId7"/>
    <p:sldId id="432" r:id="rId8"/>
    <p:sldId id="476" r:id="rId9"/>
    <p:sldId id="477" r:id="rId10"/>
    <p:sldId id="478" r:id="rId11"/>
    <p:sldId id="479" r:id="rId12"/>
    <p:sldId id="433" r:id="rId13"/>
    <p:sldId id="434" r:id="rId14"/>
    <p:sldId id="447" r:id="rId15"/>
    <p:sldId id="452" r:id="rId16"/>
    <p:sldId id="453" r:id="rId17"/>
    <p:sldId id="449" r:id="rId18"/>
    <p:sldId id="455" r:id="rId19"/>
    <p:sldId id="456" r:id="rId20"/>
    <p:sldId id="457" r:id="rId21"/>
    <p:sldId id="459" r:id="rId22"/>
    <p:sldId id="460" r:id="rId23"/>
    <p:sldId id="435" r:id="rId24"/>
    <p:sldId id="451" r:id="rId25"/>
    <p:sldId id="480" r:id="rId26"/>
    <p:sldId id="487" r:id="rId27"/>
    <p:sldId id="488" r:id="rId28"/>
    <p:sldId id="440" r:id="rId29"/>
    <p:sldId id="481" r:id="rId30"/>
    <p:sldId id="482" r:id="rId31"/>
    <p:sldId id="483" r:id="rId32"/>
    <p:sldId id="484" r:id="rId33"/>
    <p:sldId id="427" r:id="rId34"/>
  </p:sldIdLst>
  <p:sldSz cx="17279938" cy="9720263"/>
  <p:notesSz cx="6858000" cy="9144000"/>
  <p:custDataLst>
    <p:tags r:id="rId36"/>
  </p:custDataLst>
  <p:defaultTextStyle>
    <a:defPPr>
      <a:defRPr lang="zh-CN"/>
    </a:defPPr>
    <a:lvl1pPr marL="0" algn="l" defTabSz="1295856" rtl="0" eaLnBrk="1" latinLnBrk="0" hangingPunct="1">
      <a:defRPr sz="2551" kern="1200">
        <a:solidFill>
          <a:schemeClr val="tx1"/>
        </a:solidFill>
        <a:latin typeface="+mn-lt"/>
        <a:ea typeface="+mn-ea"/>
        <a:cs typeface="+mn-cs"/>
      </a:defRPr>
    </a:lvl1pPr>
    <a:lvl2pPr marL="647929" algn="l" defTabSz="1295856" rtl="0" eaLnBrk="1" latinLnBrk="0" hangingPunct="1">
      <a:defRPr sz="2551" kern="1200">
        <a:solidFill>
          <a:schemeClr val="tx1"/>
        </a:solidFill>
        <a:latin typeface="+mn-lt"/>
        <a:ea typeface="+mn-ea"/>
        <a:cs typeface="+mn-cs"/>
      </a:defRPr>
    </a:lvl2pPr>
    <a:lvl3pPr marL="1295856" algn="l" defTabSz="1295856" rtl="0" eaLnBrk="1" latinLnBrk="0" hangingPunct="1">
      <a:defRPr sz="2551" kern="1200">
        <a:solidFill>
          <a:schemeClr val="tx1"/>
        </a:solidFill>
        <a:latin typeface="+mn-lt"/>
        <a:ea typeface="+mn-ea"/>
        <a:cs typeface="+mn-cs"/>
      </a:defRPr>
    </a:lvl3pPr>
    <a:lvl4pPr marL="1943784" algn="l" defTabSz="1295856" rtl="0" eaLnBrk="1" latinLnBrk="0" hangingPunct="1">
      <a:defRPr sz="2551" kern="1200">
        <a:solidFill>
          <a:schemeClr val="tx1"/>
        </a:solidFill>
        <a:latin typeface="+mn-lt"/>
        <a:ea typeface="+mn-ea"/>
        <a:cs typeface="+mn-cs"/>
      </a:defRPr>
    </a:lvl4pPr>
    <a:lvl5pPr marL="2591712" algn="l" defTabSz="1295856" rtl="0" eaLnBrk="1" latinLnBrk="0" hangingPunct="1">
      <a:defRPr sz="2551" kern="1200">
        <a:solidFill>
          <a:schemeClr val="tx1"/>
        </a:solidFill>
        <a:latin typeface="+mn-lt"/>
        <a:ea typeface="+mn-ea"/>
        <a:cs typeface="+mn-cs"/>
      </a:defRPr>
    </a:lvl5pPr>
    <a:lvl6pPr marL="3239640" algn="l" defTabSz="1295856" rtl="0" eaLnBrk="1" latinLnBrk="0" hangingPunct="1">
      <a:defRPr sz="2551" kern="1200">
        <a:solidFill>
          <a:schemeClr val="tx1"/>
        </a:solidFill>
        <a:latin typeface="+mn-lt"/>
        <a:ea typeface="+mn-ea"/>
        <a:cs typeface="+mn-cs"/>
      </a:defRPr>
    </a:lvl6pPr>
    <a:lvl7pPr marL="3887569" algn="l" defTabSz="1295856" rtl="0" eaLnBrk="1" latinLnBrk="0" hangingPunct="1">
      <a:defRPr sz="2551" kern="1200">
        <a:solidFill>
          <a:schemeClr val="tx1"/>
        </a:solidFill>
        <a:latin typeface="+mn-lt"/>
        <a:ea typeface="+mn-ea"/>
        <a:cs typeface="+mn-cs"/>
      </a:defRPr>
    </a:lvl7pPr>
    <a:lvl8pPr marL="4535496" algn="l" defTabSz="1295856" rtl="0" eaLnBrk="1" latinLnBrk="0" hangingPunct="1">
      <a:defRPr sz="2551" kern="1200">
        <a:solidFill>
          <a:schemeClr val="tx1"/>
        </a:solidFill>
        <a:latin typeface="+mn-lt"/>
        <a:ea typeface="+mn-ea"/>
        <a:cs typeface="+mn-cs"/>
      </a:defRPr>
    </a:lvl8pPr>
    <a:lvl9pPr marL="5183425" algn="l" defTabSz="1295856" rtl="0" eaLnBrk="1" latinLnBrk="0" hangingPunct="1">
      <a:defRPr sz="2551" kern="1200">
        <a:solidFill>
          <a:schemeClr val="tx1"/>
        </a:solidFill>
        <a:latin typeface="+mn-lt"/>
        <a:ea typeface="+mn-ea"/>
        <a:cs typeface="+mn-cs"/>
      </a:defRPr>
    </a:lvl9pPr>
  </p:defaultTextStyle>
  <p:extLst>
    <p:ext uri="{EFAFB233-063F-42B5-8137-9DF3F51BA10A}">
      <p15:sldGuideLst xmlns:p15="http://schemas.microsoft.com/office/powerpoint/2012/main">
        <p15:guide id="1" pos="598" userDrawn="1">
          <p15:clr>
            <a:srgbClr val="A4A3A4"/>
          </p15:clr>
        </p15:guide>
        <p15:guide id="2" pos="10286" userDrawn="1">
          <p15:clr>
            <a:srgbClr val="A4A3A4"/>
          </p15:clr>
        </p15:guide>
        <p15:guide id="3" orient="horz" pos="918" userDrawn="1">
          <p15:clr>
            <a:srgbClr val="A4A3A4"/>
          </p15:clr>
        </p15:guide>
        <p15:guide id="4" orient="horz" pos="1071" userDrawn="1">
          <p15:clr>
            <a:srgbClr val="A4A3A4"/>
          </p15:clr>
        </p15:guide>
        <p15:guide id="5" orient="horz" pos="5571" userDrawn="1">
          <p15:clr>
            <a:srgbClr val="A4A3A4"/>
          </p15:clr>
        </p15:guide>
        <p15:guide id="6" orient="horz" pos="5828"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DDDDD"/>
    <a:srgbClr val="000000"/>
    <a:srgbClr val="CCECFF"/>
    <a:srgbClr val="92D050"/>
    <a:srgbClr val="FFE8E0"/>
    <a:srgbClr val="CC6600"/>
    <a:srgbClr val="FF9966"/>
    <a:srgbClr val="FF8A65"/>
    <a:srgbClr val="7F7F7F"/>
    <a:srgbClr val="EAECE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5AB1C69-6EDB-4FF4-983F-18BD219EF322}" styleName="中度样式 2 - 强调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7DF18680-E054-41AD-8BC1-D1AEF772440D}" styleName="中度样式 2 - 强调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FABFCF23-3B69-468F-B69F-88F6DE6A72F2}" styleName="中度样式 1 - 强调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a:noFill/>
            </a:ln>
          </a:insideV>
        </a:tcBdr>
        <a:fill>
          <a:solidFill>
            <a:schemeClr val="lt1"/>
          </a:solidFill>
        </a:fill>
      </a:tcStyle>
    </a:wholeTbl>
    <a:band1H>
      <a:tcStyle>
        <a:tcBdr/>
        <a:fill>
          <a:solidFill>
            <a:schemeClr val="accent5">
              <a:tint val="20000"/>
            </a:schemeClr>
          </a:solidFill>
        </a:fill>
      </a:tcStyle>
    </a:band1H>
    <a:band1V>
      <a:tcStyle>
        <a:tcBdr/>
        <a:fill>
          <a:solidFill>
            <a:schemeClr val="accent5">
              <a:tint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solidFill>
            <a:schemeClr val="lt1"/>
          </a:solidFill>
        </a:fill>
      </a:tcStyle>
    </a:lastRow>
    <a:firstRow>
      <a:tcTxStyle b="on">
        <a:fontRef idx="minor">
          <a:scrgbClr r="0" g="0" b="0"/>
        </a:fontRef>
        <a:schemeClr val="lt1"/>
      </a:tcTxStyle>
      <a:tcStyle>
        <a:tcBdr/>
        <a:fill>
          <a:solidFill>
            <a:schemeClr val="accent5"/>
          </a:solidFill>
        </a:fill>
      </a:tcStyle>
    </a:firstRow>
  </a:tblStyle>
  <a:tblStyle styleId="{10A1B5D5-9B99-4C35-A422-299274C87663}" styleName="中度样式 1 - 强调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a:noFill/>
            </a:ln>
          </a:insideV>
        </a:tcBdr>
        <a:fill>
          <a:solidFill>
            <a:schemeClr val="lt1"/>
          </a:solidFill>
        </a:fill>
      </a:tcStyle>
    </a:wholeTbl>
    <a:band1H>
      <a:tcStyle>
        <a:tcBdr/>
        <a:fill>
          <a:solidFill>
            <a:schemeClr val="accent6">
              <a:tint val="20000"/>
            </a:schemeClr>
          </a:solidFill>
        </a:fill>
      </a:tcStyle>
    </a:band1H>
    <a:band1V>
      <a:tcStyle>
        <a:tcBdr/>
        <a:fill>
          <a:solidFill>
            <a:schemeClr val="accent6">
              <a:tint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solidFill>
            <a:schemeClr val="lt1"/>
          </a:solidFill>
        </a:fill>
      </a:tcStyle>
    </a:lastRow>
    <a:firstRow>
      <a:tcTxStyle b="on">
        <a:fontRef idx="minor">
          <a:scrgbClr r="0" g="0" b="0"/>
        </a:fontRef>
        <a:schemeClr val="lt1"/>
      </a:tcTxStyle>
      <a:tcStyle>
        <a:tcBdr/>
        <a:fill>
          <a:solidFill>
            <a:schemeClr val="accent6"/>
          </a:solidFill>
        </a:fill>
      </a:tcStyle>
    </a:firstRow>
  </a:tblStyle>
  <a:tblStyle styleId="{B301B821-A1FF-4177-AEE7-76D212191A09}" styleName="中度样式 1 - 强调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00A15C55-8517-42AA-B614-E9B94910E393}" styleName="中度样式 2 - 强调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6E25E649-3F16-4E02-A733-19D2CDBF48F0}" styleName="中度样式 3 - 强调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85BE263C-DBD7-4A20-BB59-AAB30ACAA65A}" styleName="中度样式 3 - 强调 2">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2"/>
          </a:solidFill>
        </a:fill>
      </a:tcStyle>
    </a:lastCol>
    <a:firstCol>
      <a:tcTxStyle b="on">
        <a:fontRef idx="minor">
          <a:scrgbClr r="0" g="0" b="0"/>
        </a:fontRef>
        <a:schemeClr val="lt1"/>
      </a:tcTxStyle>
      <a:tcStyle>
        <a:tcBdr/>
        <a:fill>
          <a:solidFill>
            <a:schemeClr val="accent2"/>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2"/>
          </a:solidFill>
        </a:fill>
      </a:tcStyle>
    </a:firstRow>
  </a:tblStyle>
  <a:tblStyle styleId="{073A0DAA-6AF3-43AB-8588-CEC1D06C72B9}" styleName="中度样式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F2DE63D5-997A-4646-A377-4702673A728D}" styleName="浅色样式 2 - 强调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1FECB4D8-DB02-4DC6-A0A2-4F2EBAE1DC90}" styleName="中度样式 1 - 强调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a:noFill/>
            </a:ln>
          </a:insideV>
        </a:tcBdr>
        <a:fill>
          <a:solidFill>
            <a:schemeClr val="lt1"/>
          </a:solidFill>
        </a:fill>
      </a:tcStyle>
    </a:wholeTbl>
    <a:band1H>
      <a:tcStyle>
        <a:tcBdr/>
        <a:fill>
          <a:solidFill>
            <a:schemeClr val="accent3">
              <a:tint val="20000"/>
            </a:schemeClr>
          </a:solidFill>
        </a:fill>
      </a:tcStyle>
    </a:band1H>
    <a:band1V>
      <a:tcStyle>
        <a:tcBdr/>
        <a:fill>
          <a:solidFill>
            <a:schemeClr val="accent3">
              <a:tint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solidFill>
            <a:schemeClr val="lt1"/>
          </a:solidFill>
        </a:fill>
      </a:tcStyle>
    </a:lastRow>
    <a:firstRow>
      <a:tcTxStyle b="on">
        <a:fontRef idx="minor">
          <a:scrgbClr r="0" g="0" b="0"/>
        </a:fontRef>
        <a:schemeClr val="lt1"/>
      </a:tcTxStyle>
      <a:tcStyle>
        <a:tcBdr/>
        <a:fill>
          <a:solidFill>
            <a:schemeClr val="accent3"/>
          </a:solidFill>
        </a:fill>
      </a:tcStyle>
    </a:firstRow>
  </a:tblStyle>
  <a:tblStyle styleId="{17292A2E-F333-43FB-9621-5CBBE7FDCDCB}" styleName="浅色样式 2 - 强调 4">
    <a:wholeTbl>
      <a:tcTxStyle>
        <a:fontRef idx="minor">
          <a:scrgbClr r="0" g="0" b="0"/>
        </a:fontRef>
        <a:schemeClr val="tx1"/>
      </a:tcTxStyle>
      <a:tcStyle>
        <a:tcBdr>
          <a:left>
            <a:lnRef idx="1">
              <a:schemeClr val="accent4"/>
            </a:lnRef>
          </a:left>
          <a:right>
            <a:lnRef idx="1">
              <a:schemeClr val="accent4"/>
            </a:lnRef>
          </a:right>
          <a:top>
            <a:lnRef idx="1">
              <a:schemeClr val="accent4"/>
            </a:lnRef>
          </a:top>
          <a:bottom>
            <a:lnRef idx="1">
              <a:schemeClr val="accent4"/>
            </a:lnRef>
          </a:bottom>
          <a:insideH>
            <a:ln>
              <a:noFill/>
            </a:ln>
          </a:insideH>
          <a:insideV>
            <a:ln>
              <a:noFill/>
            </a:ln>
          </a:insideV>
        </a:tcBdr>
        <a:fill>
          <a:noFill/>
        </a:fill>
      </a:tcStyle>
    </a:wholeTbl>
    <a:band1H>
      <a:tcStyle>
        <a:tcBdr>
          <a:top>
            <a:lnRef idx="1">
              <a:schemeClr val="accent4"/>
            </a:lnRef>
          </a:top>
          <a:bottom>
            <a:lnRef idx="1">
              <a:schemeClr val="accent4"/>
            </a:lnRef>
          </a:bottom>
        </a:tcBdr>
      </a:tcStyle>
    </a:band1H>
    <a:band1V>
      <a:tcStyle>
        <a:tcBdr>
          <a:left>
            <a:lnRef idx="1">
              <a:schemeClr val="accent4"/>
            </a:lnRef>
          </a:left>
          <a:right>
            <a:lnRef idx="1">
              <a:schemeClr val="accent4"/>
            </a:lnRef>
          </a:right>
        </a:tcBdr>
      </a:tcStyle>
    </a:band1V>
    <a:band2V>
      <a:tcStyle>
        <a:tcBdr>
          <a:left>
            <a:lnRef idx="1">
              <a:schemeClr val="accent4"/>
            </a:lnRef>
          </a:left>
          <a:right>
            <a:lnRef idx="1">
              <a:schemeClr val="accent4"/>
            </a:lnRef>
          </a:right>
        </a:tcBdr>
      </a:tcStyle>
    </a:band2V>
    <a:lastCol>
      <a:tcTxStyle b="on"/>
      <a:tcStyle>
        <a:tcBdr/>
      </a:tcStyle>
    </a:lastCol>
    <a:firstCol>
      <a:tcTxStyle b="on"/>
      <a:tcStyle>
        <a:tcBdr/>
      </a:tcStyle>
    </a:firstCol>
    <a:lastRow>
      <a:tcTxStyle b="on"/>
      <a:tcStyle>
        <a:tcBdr>
          <a:top>
            <a:ln w="50800" cmpd="dbl">
              <a:solidFill>
                <a:schemeClr val="accent4"/>
              </a:solidFill>
            </a:ln>
          </a:top>
        </a:tcBdr>
      </a:tcStyle>
    </a:lastRow>
    <a:firstRow>
      <a:tcTxStyle b="on">
        <a:fontRef idx="minor">
          <a:scrgbClr r="0" g="0" b="0"/>
        </a:fontRef>
        <a:schemeClr val="bg1"/>
      </a:tcTxStyle>
      <a:tcStyle>
        <a:tcBdr/>
        <a:fillRef idx="1">
          <a:schemeClr val="accent4"/>
        </a:fillRef>
      </a:tcStyle>
    </a:firstRow>
  </a:tblStyle>
  <a:tblStyle styleId="{7E9639D4-E3E2-4D34-9284-5A2195B3D0D7}" styleName="浅色样式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EB344D84-9AFB-497E-A393-DC336BA19D2E}" styleName="中度样式 3 - 强调 3">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3"/>
          </a:solidFill>
        </a:fill>
      </a:tcStyle>
    </a:lastCol>
    <a:firstCol>
      <a:tcTxStyle b="on">
        <a:fontRef idx="minor">
          <a:scrgbClr r="0" g="0" b="0"/>
        </a:fontRef>
        <a:schemeClr val="lt1"/>
      </a:tcTxStyle>
      <a:tcStyle>
        <a:tcBdr/>
        <a:fill>
          <a:solidFill>
            <a:schemeClr val="accent3"/>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3"/>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1011" autoAdjust="0"/>
    <p:restoredTop sz="93261" autoAdjust="0"/>
  </p:normalViewPr>
  <p:slideViewPr>
    <p:cSldViewPr snapToGrid="0">
      <p:cViewPr varScale="1">
        <p:scale>
          <a:sx n="66" d="100"/>
          <a:sy n="66" d="100"/>
        </p:scale>
        <p:origin x="904" y="56"/>
      </p:cViewPr>
      <p:guideLst>
        <p:guide pos="598"/>
        <p:guide pos="10286"/>
        <p:guide orient="horz" pos="918"/>
        <p:guide orient="horz" pos="1071"/>
        <p:guide orient="horz" pos="5571"/>
        <p:guide orient="horz" pos="5828"/>
      </p:guideLst>
    </p:cSldViewPr>
  </p:slideViewPr>
  <p:notesTextViewPr>
    <p:cViewPr>
      <p:scale>
        <a:sx n="1" d="1"/>
        <a:sy n="1" d="1"/>
      </p:scale>
      <p:origin x="0" y="0"/>
    </p:cViewPr>
  </p:notesTextViewPr>
  <p:sorterViewPr>
    <p:cViewPr>
      <p:scale>
        <a:sx n="75" d="100"/>
        <a:sy n="75" d="100"/>
      </p:scale>
      <p:origin x="0" y="-2172"/>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presProps" Target="presProps.xml"/><Relationship Id="rId40"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ags" Target="tags/tag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notesMaster" Target="notesMasters/notesMaster1.xml"/></Relationships>
</file>

<file path=ppt/charts/_rels/chart1.xml.rels><?xml version="1.0" encoding="UTF-8" standalone="yes"?>
<Relationships xmlns="http://schemas.openxmlformats.org/package/2006/relationships"><Relationship Id="rId2" Type="http://schemas.openxmlformats.org/officeDocument/2006/relationships/oleObject" Target="file:///E:\&#22521;&#35757;PPT\&#20538;&#21048;&#19994;&#21153;&#22521;&#35757;PPT\&#36716;&#20538;&#20998;&#26512;&#22270;&#34920;.xlsx" TargetMode="External"/><Relationship Id="rId1" Type="http://schemas.openxmlformats.org/officeDocument/2006/relationships/themeOverride" Target="../theme/themeOverride1.xml"/></Relationships>
</file>

<file path=ppt/charts/_rels/chart2.xml.rels><?xml version="1.0" encoding="UTF-8" standalone="yes"?>
<Relationships xmlns="http://schemas.openxmlformats.org/package/2006/relationships"><Relationship Id="rId3" Type="http://schemas.openxmlformats.org/officeDocument/2006/relationships/oleObject" Target="file:///E:\my%20desktops\&#36716;&#20538;&#20998;&#26512;&#22270;&#34920;.xlsx" TargetMode="External"/><Relationship Id="rId2" Type="http://schemas.microsoft.com/office/2011/relationships/chartColorStyle" Target="colors1.xml"/><Relationship Id="rId1" Type="http://schemas.microsoft.com/office/2011/relationships/chartStyle" Target="style1.xml"/></Relationships>
</file>

<file path=ppt/charts/_rels/chart3.xml.rels><?xml version="1.0" encoding="UTF-8" standalone="yes"?>
<Relationships xmlns="http://schemas.openxmlformats.org/package/2006/relationships"><Relationship Id="rId3" Type="http://schemas.openxmlformats.org/officeDocument/2006/relationships/oleObject" Target="&#24037;&#20316;&#31807;1" TargetMode="External"/><Relationship Id="rId2" Type="http://schemas.microsoft.com/office/2011/relationships/chartColorStyle" Target="colors2.xml"/><Relationship Id="rId1" Type="http://schemas.microsoft.com/office/2011/relationships/chartStyle" Target="style2.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autoTitleDeleted val="1"/>
    <c:plotArea>
      <c:layout>
        <c:manualLayout>
          <c:layoutTarget val="inner"/>
          <c:xMode val="edge"/>
          <c:yMode val="edge"/>
          <c:x val="5.9413284877851809E-2"/>
          <c:y val="2.8756326200930198E-2"/>
          <c:w val="0.83969997981021605"/>
          <c:h val="0.78386397695068266"/>
        </c:manualLayout>
      </c:layout>
      <c:barChart>
        <c:barDir val="col"/>
        <c:grouping val="stacked"/>
        <c:varyColors val="0"/>
        <c:ser>
          <c:idx val="5"/>
          <c:order val="0"/>
          <c:tx>
            <c:v>普通债价值</c:v>
          </c:tx>
          <c:spPr>
            <a:solidFill>
              <a:srgbClr val="5B9BD5">
                <a:lumMod val="60000"/>
                <a:lumOff val="40000"/>
              </a:srgbClr>
            </a:solidFill>
          </c:spPr>
          <c:invertIfNegative val="0"/>
          <c:cat>
            <c:numRef>
              <c:f>Sheet1!$A$6:$A$147</c:f>
              <c:numCache>
                <c:formatCode>yyyy\-mm\-dd</c:formatCode>
                <c:ptCount val="142"/>
                <c:pt idx="0">
                  <c:v>42009</c:v>
                </c:pt>
                <c:pt idx="1">
                  <c:v>42010</c:v>
                </c:pt>
                <c:pt idx="2">
                  <c:v>42011</c:v>
                </c:pt>
                <c:pt idx="3">
                  <c:v>42012</c:v>
                </c:pt>
                <c:pt idx="4">
                  <c:v>42013</c:v>
                </c:pt>
                <c:pt idx="5">
                  <c:v>42016</c:v>
                </c:pt>
                <c:pt idx="6">
                  <c:v>42017</c:v>
                </c:pt>
                <c:pt idx="7">
                  <c:v>42018</c:v>
                </c:pt>
                <c:pt idx="8">
                  <c:v>42019</c:v>
                </c:pt>
                <c:pt idx="9">
                  <c:v>42020</c:v>
                </c:pt>
                <c:pt idx="10">
                  <c:v>42023</c:v>
                </c:pt>
                <c:pt idx="11">
                  <c:v>42024</c:v>
                </c:pt>
                <c:pt idx="12">
                  <c:v>42025</c:v>
                </c:pt>
                <c:pt idx="13">
                  <c:v>42026</c:v>
                </c:pt>
                <c:pt idx="14">
                  <c:v>42027</c:v>
                </c:pt>
                <c:pt idx="15">
                  <c:v>42030</c:v>
                </c:pt>
                <c:pt idx="16">
                  <c:v>42031</c:v>
                </c:pt>
                <c:pt idx="17">
                  <c:v>42032</c:v>
                </c:pt>
                <c:pt idx="18">
                  <c:v>42033</c:v>
                </c:pt>
                <c:pt idx="19">
                  <c:v>42034</c:v>
                </c:pt>
                <c:pt idx="20">
                  <c:v>42037</c:v>
                </c:pt>
                <c:pt idx="21">
                  <c:v>42038</c:v>
                </c:pt>
                <c:pt idx="22">
                  <c:v>42039</c:v>
                </c:pt>
                <c:pt idx="23">
                  <c:v>42040</c:v>
                </c:pt>
                <c:pt idx="24">
                  <c:v>42041</c:v>
                </c:pt>
                <c:pt idx="25">
                  <c:v>42044</c:v>
                </c:pt>
                <c:pt idx="26">
                  <c:v>42045</c:v>
                </c:pt>
                <c:pt idx="27">
                  <c:v>42046</c:v>
                </c:pt>
                <c:pt idx="28">
                  <c:v>42047</c:v>
                </c:pt>
                <c:pt idx="29">
                  <c:v>42048</c:v>
                </c:pt>
                <c:pt idx="30">
                  <c:v>42051</c:v>
                </c:pt>
                <c:pt idx="31">
                  <c:v>42052</c:v>
                </c:pt>
                <c:pt idx="32">
                  <c:v>42060</c:v>
                </c:pt>
                <c:pt idx="33">
                  <c:v>42061</c:v>
                </c:pt>
                <c:pt idx="34">
                  <c:v>42062</c:v>
                </c:pt>
                <c:pt idx="35">
                  <c:v>42065</c:v>
                </c:pt>
                <c:pt idx="36">
                  <c:v>42066</c:v>
                </c:pt>
                <c:pt idx="37">
                  <c:v>42067</c:v>
                </c:pt>
                <c:pt idx="38">
                  <c:v>42068</c:v>
                </c:pt>
                <c:pt idx="39">
                  <c:v>42069</c:v>
                </c:pt>
                <c:pt idx="40">
                  <c:v>42072</c:v>
                </c:pt>
                <c:pt idx="41">
                  <c:v>42073</c:v>
                </c:pt>
                <c:pt idx="42">
                  <c:v>42074</c:v>
                </c:pt>
                <c:pt idx="43">
                  <c:v>42075</c:v>
                </c:pt>
                <c:pt idx="44">
                  <c:v>42076</c:v>
                </c:pt>
                <c:pt idx="45">
                  <c:v>42079</c:v>
                </c:pt>
                <c:pt idx="46">
                  <c:v>42080</c:v>
                </c:pt>
                <c:pt idx="47">
                  <c:v>42081</c:v>
                </c:pt>
                <c:pt idx="48">
                  <c:v>42082</c:v>
                </c:pt>
                <c:pt idx="49">
                  <c:v>42083</c:v>
                </c:pt>
                <c:pt idx="50">
                  <c:v>42086</c:v>
                </c:pt>
                <c:pt idx="51">
                  <c:v>42087</c:v>
                </c:pt>
                <c:pt idx="52">
                  <c:v>42088</c:v>
                </c:pt>
                <c:pt idx="53">
                  <c:v>42089</c:v>
                </c:pt>
                <c:pt idx="54">
                  <c:v>42090</c:v>
                </c:pt>
                <c:pt idx="55">
                  <c:v>42093</c:v>
                </c:pt>
                <c:pt idx="56">
                  <c:v>42094</c:v>
                </c:pt>
                <c:pt idx="57">
                  <c:v>42095</c:v>
                </c:pt>
                <c:pt idx="58">
                  <c:v>42096</c:v>
                </c:pt>
                <c:pt idx="59">
                  <c:v>42097</c:v>
                </c:pt>
                <c:pt idx="60">
                  <c:v>42101</c:v>
                </c:pt>
                <c:pt idx="61">
                  <c:v>42102</c:v>
                </c:pt>
                <c:pt idx="62">
                  <c:v>42103</c:v>
                </c:pt>
                <c:pt idx="63">
                  <c:v>42104</c:v>
                </c:pt>
                <c:pt idx="64">
                  <c:v>42107</c:v>
                </c:pt>
                <c:pt idx="65">
                  <c:v>42108</c:v>
                </c:pt>
                <c:pt idx="66">
                  <c:v>42109</c:v>
                </c:pt>
                <c:pt idx="67">
                  <c:v>42110</c:v>
                </c:pt>
                <c:pt idx="68">
                  <c:v>42111</c:v>
                </c:pt>
                <c:pt idx="69">
                  <c:v>42114</c:v>
                </c:pt>
                <c:pt idx="70">
                  <c:v>42115</c:v>
                </c:pt>
                <c:pt idx="71">
                  <c:v>42116</c:v>
                </c:pt>
                <c:pt idx="72">
                  <c:v>42117</c:v>
                </c:pt>
                <c:pt idx="73">
                  <c:v>42118</c:v>
                </c:pt>
                <c:pt idx="74">
                  <c:v>42121</c:v>
                </c:pt>
                <c:pt idx="75">
                  <c:v>42122</c:v>
                </c:pt>
                <c:pt idx="76">
                  <c:v>42123</c:v>
                </c:pt>
                <c:pt idx="77">
                  <c:v>42124</c:v>
                </c:pt>
                <c:pt idx="78">
                  <c:v>42128</c:v>
                </c:pt>
                <c:pt idx="79">
                  <c:v>42129</c:v>
                </c:pt>
                <c:pt idx="80">
                  <c:v>42130</c:v>
                </c:pt>
                <c:pt idx="81">
                  <c:v>42131</c:v>
                </c:pt>
                <c:pt idx="82">
                  <c:v>42132</c:v>
                </c:pt>
                <c:pt idx="83">
                  <c:v>42135</c:v>
                </c:pt>
                <c:pt idx="84">
                  <c:v>42136</c:v>
                </c:pt>
                <c:pt idx="85">
                  <c:v>42137</c:v>
                </c:pt>
                <c:pt idx="86">
                  <c:v>42138</c:v>
                </c:pt>
                <c:pt idx="87">
                  <c:v>42139</c:v>
                </c:pt>
                <c:pt idx="88">
                  <c:v>42142</c:v>
                </c:pt>
                <c:pt idx="89">
                  <c:v>42143</c:v>
                </c:pt>
                <c:pt idx="90">
                  <c:v>42144</c:v>
                </c:pt>
                <c:pt idx="91">
                  <c:v>42145</c:v>
                </c:pt>
                <c:pt idx="92">
                  <c:v>42146</c:v>
                </c:pt>
                <c:pt idx="93">
                  <c:v>42149</c:v>
                </c:pt>
                <c:pt idx="94">
                  <c:v>42150</c:v>
                </c:pt>
                <c:pt idx="95">
                  <c:v>42151</c:v>
                </c:pt>
                <c:pt idx="96">
                  <c:v>42152</c:v>
                </c:pt>
                <c:pt idx="97">
                  <c:v>42153</c:v>
                </c:pt>
                <c:pt idx="98">
                  <c:v>42156</c:v>
                </c:pt>
                <c:pt idx="99">
                  <c:v>42157</c:v>
                </c:pt>
                <c:pt idx="100">
                  <c:v>42158</c:v>
                </c:pt>
                <c:pt idx="101">
                  <c:v>42159</c:v>
                </c:pt>
                <c:pt idx="102">
                  <c:v>42160</c:v>
                </c:pt>
                <c:pt idx="103">
                  <c:v>42163</c:v>
                </c:pt>
                <c:pt idx="104">
                  <c:v>42164</c:v>
                </c:pt>
                <c:pt idx="105">
                  <c:v>42165</c:v>
                </c:pt>
                <c:pt idx="106">
                  <c:v>42166</c:v>
                </c:pt>
                <c:pt idx="107">
                  <c:v>42167</c:v>
                </c:pt>
                <c:pt idx="108">
                  <c:v>42170</c:v>
                </c:pt>
                <c:pt idx="109">
                  <c:v>42171</c:v>
                </c:pt>
                <c:pt idx="110">
                  <c:v>42172</c:v>
                </c:pt>
                <c:pt idx="111">
                  <c:v>42173</c:v>
                </c:pt>
                <c:pt idx="112">
                  <c:v>42174</c:v>
                </c:pt>
                <c:pt idx="113">
                  <c:v>42178</c:v>
                </c:pt>
                <c:pt idx="114">
                  <c:v>42179</c:v>
                </c:pt>
                <c:pt idx="115">
                  <c:v>42180</c:v>
                </c:pt>
                <c:pt idx="116">
                  <c:v>42181</c:v>
                </c:pt>
                <c:pt idx="117">
                  <c:v>42184</c:v>
                </c:pt>
                <c:pt idx="118">
                  <c:v>42185</c:v>
                </c:pt>
                <c:pt idx="119">
                  <c:v>42186</c:v>
                </c:pt>
                <c:pt idx="120">
                  <c:v>42187</c:v>
                </c:pt>
                <c:pt idx="121">
                  <c:v>42188</c:v>
                </c:pt>
                <c:pt idx="122">
                  <c:v>42191</c:v>
                </c:pt>
                <c:pt idx="123">
                  <c:v>42192</c:v>
                </c:pt>
                <c:pt idx="124">
                  <c:v>42193</c:v>
                </c:pt>
                <c:pt idx="125">
                  <c:v>42194</c:v>
                </c:pt>
                <c:pt idx="126">
                  <c:v>42195</c:v>
                </c:pt>
                <c:pt idx="127">
                  <c:v>42198</c:v>
                </c:pt>
                <c:pt idx="128">
                  <c:v>42199</c:v>
                </c:pt>
                <c:pt idx="129">
                  <c:v>42200</c:v>
                </c:pt>
                <c:pt idx="130">
                  <c:v>42201</c:v>
                </c:pt>
                <c:pt idx="131">
                  <c:v>42202</c:v>
                </c:pt>
              </c:numCache>
            </c:numRef>
          </c:cat>
          <c:val>
            <c:numRef>
              <c:f>Sheet1!$D$6:$D$147</c:f>
              <c:numCache>
                <c:formatCode>_ * #,##0.0000_ ;_ * \-#,##0.0000_ ;_ * "-"??_ ;_ @_ </c:formatCode>
                <c:ptCount val="142"/>
                <c:pt idx="0">
                  <c:v>100.26885245901639</c:v>
                </c:pt>
                <c:pt idx="1">
                  <c:v>100.27103825136612</c:v>
                </c:pt>
                <c:pt idx="2">
                  <c:v>100.27322404371584</c:v>
                </c:pt>
                <c:pt idx="3">
                  <c:v>100.27540983606558</c:v>
                </c:pt>
                <c:pt idx="4">
                  <c:v>100.2775956284153</c:v>
                </c:pt>
                <c:pt idx="5">
                  <c:v>100.28415300546447</c:v>
                </c:pt>
                <c:pt idx="6">
                  <c:v>100.28633879781421</c:v>
                </c:pt>
                <c:pt idx="7">
                  <c:v>100.28852459016393</c:v>
                </c:pt>
                <c:pt idx="8">
                  <c:v>100.29071038251367</c:v>
                </c:pt>
                <c:pt idx="9">
                  <c:v>100.29289617486339</c:v>
                </c:pt>
                <c:pt idx="10">
                  <c:v>100.29945355191256</c:v>
                </c:pt>
                <c:pt idx="11">
                  <c:v>100.3016393442623</c:v>
                </c:pt>
                <c:pt idx="12">
                  <c:v>100.30382513661202</c:v>
                </c:pt>
                <c:pt idx="13">
                  <c:v>100.30601092896175</c:v>
                </c:pt>
                <c:pt idx="14">
                  <c:v>100.30819672131148</c:v>
                </c:pt>
                <c:pt idx="15">
                  <c:v>100.31475409836065</c:v>
                </c:pt>
                <c:pt idx="16">
                  <c:v>100.31693989071039</c:v>
                </c:pt>
                <c:pt idx="17">
                  <c:v>100.31912568306011</c:v>
                </c:pt>
                <c:pt idx="18">
                  <c:v>100.32131147540984</c:v>
                </c:pt>
                <c:pt idx="19">
                  <c:v>100.32349726775956</c:v>
                </c:pt>
                <c:pt idx="20">
                  <c:v>100.33005464480874</c:v>
                </c:pt>
                <c:pt idx="21">
                  <c:v>100.33224043715848</c:v>
                </c:pt>
                <c:pt idx="22">
                  <c:v>100.3344262295082</c:v>
                </c:pt>
                <c:pt idx="23">
                  <c:v>100.33661202185792</c:v>
                </c:pt>
                <c:pt idx="24">
                  <c:v>100.33879781420765</c:v>
                </c:pt>
                <c:pt idx="25">
                  <c:v>100.34535519125683</c:v>
                </c:pt>
                <c:pt idx="26">
                  <c:v>100.34754098360656</c:v>
                </c:pt>
                <c:pt idx="27">
                  <c:v>100.34972677595628</c:v>
                </c:pt>
                <c:pt idx="28">
                  <c:v>100.35191256830601</c:v>
                </c:pt>
                <c:pt idx="29">
                  <c:v>100.35409836065574</c:v>
                </c:pt>
                <c:pt idx="30">
                  <c:v>100.36065573770492</c:v>
                </c:pt>
                <c:pt idx="31">
                  <c:v>100.36284153005464</c:v>
                </c:pt>
                <c:pt idx="32">
                  <c:v>100.38032786885246</c:v>
                </c:pt>
                <c:pt idx="33">
                  <c:v>100.38251366120218</c:v>
                </c:pt>
                <c:pt idx="34">
                  <c:v>100.38469945355192</c:v>
                </c:pt>
                <c:pt idx="35">
                  <c:v>100.39125683060109</c:v>
                </c:pt>
                <c:pt idx="36">
                  <c:v>100.39344262295081</c:v>
                </c:pt>
                <c:pt idx="37">
                  <c:v>100.39562841530055</c:v>
                </c:pt>
                <c:pt idx="38">
                  <c:v>100.39781420765027</c:v>
                </c:pt>
                <c:pt idx="39">
                  <c:v>100.4</c:v>
                </c:pt>
                <c:pt idx="40">
                  <c:v>100.40655737704918</c:v>
                </c:pt>
                <c:pt idx="41">
                  <c:v>100.4087431693989</c:v>
                </c:pt>
                <c:pt idx="42">
                  <c:v>100.41092896174864</c:v>
                </c:pt>
                <c:pt idx="43">
                  <c:v>100.41311475409836</c:v>
                </c:pt>
                <c:pt idx="44">
                  <c:v>100.41530054644809</c:v>
                </c:pt>
                <c:pt idx="45">
                  <c:v>100.42185792349727</c:v>
                </c:pt>
                <c:pt idx="46">
                  <c:v>100.42404371584699</c:v>
                </c:pt>
                <c:pt idx="47">
                  <c:v>100.42622950819673</c:v>
                </c:pt>
                <c:pt idx="48">
                  <c:v>100.42841530054645</c:v>
                </c:pt>
                <c:pt idx="49">
                  <c:v>100.43060109289617</c:v>
                </c:pt>
                <c:pt idx="50">
                  <c:v>100.43715846994536</c:v>
                </c:pt>
                <c:pt idx="51">
                  <c:v>100.43934426229508</c:v>
                </c:pt>
                <c:pt idx="52">
                  <c:v>100.44153005464482</c:v>
                </c:pt>
                <c:pt idx="53">
                  <c:v>100.44371584699454</c:v>
                </c:pt>
                <c:pt idx="54">
                  <c:v>100.44590163934426</c:v>
                </c:pt>
                <c:pt idx="55">
                  <c:v>100.45245901639345</c:v>
                </c:pt>
                <c:pt idx="56">
                  <c:v>100.45464480874317</c:v>
                </c:pt>
                <c:pt idx="57">
                  <c:v>100.45683060109289</c:v>
                </c:pt>
                <c:pt idx="58">
                  <c:v>100.45901639344262</c:v>
                </c:pt>
                <c:pt idx="59">
                  <c:v>100.46120218579235</c:v>
                </c:pt>
                <c:pt idx="60">
                  <c:v>100.46994535519126</c:v>
                </c:pt>
                <c:pt idx="61">
                  <c:v>100.47213114754098</c:v>
                </c:pt>
                <c:pt idx="62">
                  <c:v>100.47431693989071</c:v>
                </c:pt>
                <c:pt idx="63">
                  <c:v>100.47650273224043</c:v>
                </c:pt>
                <c:pt idx="64">
                  <c:v>100.48306010928962</c:v>
                </c:pt>
                <c:pt idx="65">
                  <c:v>100.48524590163935</c:v>
                </c:pt>
                <c:pt idx="66">
                  <c:v>100.48743169398907</c:v>
                </c:pt>
                <c:pt idx="67">
                  <c:v>100.4896174863388</c:v>
                </c:pt>
                <c:pt idx="68">
                  <c:v>100.49180327868852</c:v>
                </c:pt>
                <c:pt idx="69">
                  <c:v>100.4983606557377</c:v>
                </c:pt>
                <c:pt idx="70">
                  <c:v>100.50054644808743</c:v>
                </c:pt>
                <c:pt idx="71">
                  <c:v>100.50273224043715</c:v>
                </c:pt>
                <c:pt idx="72">
                  <c:v>100.50491803278689</c:v>
                </c:pt>
                <c:pt idx="73">
                  <c:v>100.50710382513661</c:v>
                </c:pt>
                <c:pt idx="74">
                  <c:v>100.51366120218579</c:v>
                </c:pt>
                <c:pt idx="75">
                  <c:v>100.51584699453552</c:v>
                </c:pt>
                <c:pt idx="76">
                  <c:v>100.51803278688524</c:v>
                </c:pt>
                <c:pt idx="77">
                  <c:v>100.52021857923498</c:v>
                </c:pt>
                <c:pt idx="78">
                  <c:v>100.52896174863388</c:v>
                </c:pt>
                <c:pt idx="79">
                  <c:v>100.53114754098361</c:v>
                </c:pt>
                <c:pt idx="80">
                  <c:v>100.53333333333333</c:v>
                </c:pt>
                <c:pt idx="81">
                  <c:v>100.53551912568307</c:v>
                </c:pt>
                <c:pt idx="82">
                  <c:v>100.53770491803279</c:v>
                </c:pt>
                <c:pt idx="83">
                  <c:v>100.54426229508196</c:v>
                </c:pt>
                <c:pt idx="84">
                  <c:v>100.5464480874317</c:v>
                </c:pt>
                <c:pt idx="85">
                  <c:v>100.54863387978142</c:v>
                </c:pt>
                <c:pt idx="86">
                  <c:v>100.55081967213114</c:v>
                </c:pt>
                <c:pt idx="87">
                  <c:v>100.55300546448088</c:v>
                </c:pt>
                <c:pt idx="88">
                  <c:v>100.55956284153005</c:v>
                </c:pt>
                <c:pt idx="89">
                  <c:v>100.56174863387979</c:v>
                </c:pt>
                <c:pt idx="90">
                  <c:v>100.56393442622951</c:v>
                </c:pt>
                <c:pt idx="91">
                  <c:v>100.56612021857923</c:v>
                </c:pt>
                <c:pt idx="92">
                  <c:v>100.56830601092896</c:v>
                </c:pt>
                <c:pt idx="93">
                  <c:v>100.57486338797814</c:v>
                </c:pt>
                <c:pt idx="94">
                  <c:v>100.57704918032788</c:v>
                </c:pt>
                <c:pt idx="95">
                  <c:v>100.5792349726776</c:v>
                </c:pt>
                <c:pt idx="96">
                  <c:v>100.58142076502732</c:v>
                </c:pt>
                <c:pt idx="97">
                  <c:v>100.58360655737705</c:v>
                </c:pt>
                <c:pt idx="98">
                  <c:v>100.59016393442623</c:v>
                </c:pt>
                <c:pt idx="99">
                  <c:v>100.59234972677595</c:v>
                </c:pt>
                <c:pt idx="100">
                  <c:v>100.59453551912569</c:v>
                </c:pt>
                <c:pt idx="101">
                  <c:v>100.59672131147541</c:v>
                </c:pt>
                <c:pt idx="102">
                  <c:v>100.59890710382514</c:v>
                </c:pt>
                <c:pt idx="103">
                  <c:v>100.60546448087432</c:v>
                </c:pt>
                <c:pt idx="104">
                  <c:v>100.60765027322404</c:v>
                </c:pt>
                <c:pt idx="105">
                  <c:v>100.60983606557377</c:v>
                </c:pt>
                <c:pt idx="106">
                  <c:v>100.61202185792349</c:v>
                </c:pt>
                <c:pt idx="107">
                  <c:v>100.61420765027323</c:v>
                </c:pt>
                <c:pt idx="108">
                  <c:v>100.62076502732241</c:v>
                </c:pt>
                <c:pt idx="109">
                  <c:v>100.62295081967213</c:v>
                </c:pt>
                <c:pt idx="110">
                  <c:v>100.62513661202186</c:v>
                </c:pt>
                <c:pt idx="111">
                  <c:v>100.62732240437158</c:v>
                </c:pt>
                <c:pt idx="112">
                  <c:v>100.62950819672132</c:v>
                </c:pt>
                <c:pt idx="113">
                  <c:v>100.63825136612022</c:v>
                </c:pt>
                <c:pt idx="114">
                  <c:v>100.64043715846995</c:v>
                </c:pt>
                <c:pt idx="115">
                  <c:v>100.64262295081967</c:v>
                </c:pt>
                <c:pt idx="116">
                  <c:v>100.64480874316939</c:v>
                </c:pt>
                <c:pt idx="117">
                  <c:v>100.65136612021858</c:v>
                </c:pt>
                <c:pt idx="118">
                  <c:v>100.6535519125683</c:v>
                </c:pt>
                <c:pt idx="119">
                  <c:v>100.65573770491804</c:v>
                </c:pt>
                <c:pt idx="120">
                  <c:v>100.65792349726776</c:v>
                </c:pt>
                <c:pt idx="121">
                  <c:v>100.66010928961748</c:v>
                </c:pt>
                <c:pt idx="122">
                  <c:v>100.66666666666667</c:v>
                </c:pt>
                <c:pt idx="123">
                  <c:v>100.66885245901639</c:v>
                </c:pt>
                <c:pt idx="124">
                  <c:v>100.67103825136613</c:v>
                </c:pt>
                <c:pt idx="125">
                  <c:v>100.67322404371585</c:v>
                </c:pt>
                <c:pt idx="126">
                  <c:v>100.67540983606557</c:v>
                </c:pt>
                <c:pt idx="127">
                  <c:v>100.68196721311476</c:v>
                </c:pt>
                <c:pt idx="128">
                  <c:v>100.68415300546448</c:v>
                </c:pt>
                <c:pt idx="129">
                  <c:v>100.6863387978142</c:v>
                </c:pt>
                <c:pt idx="130">
                  <c:v>100.68852459016394</c:v>
                </c:pt>
                <c:pt idx="131">
                  <c:v>100.69071038251366</c:v>
                </c:pt>
              </c:numCache>
            </c:numRef>
          </c:val>
          <c:extLst>
            <c:ext xmlns:c16="http://schemas.microsoft.com/office/drawing/2014/chart" uri="{C3380CC4-5D6E-409C-BE32-E72D297353CC}">
              <c16:uniqueId val="{00000000-109E-4FFF-AA3F-0A11B3D0FF65}"/>
            </c:ext>
          </c:extLst>
        </c:ser>
        <c:ser>
          <c:idx val="0"/>
          <c:order val="1"/>
          <c:tx>
            <c:strRef>
              <c:f>Sheet1!$F$5</c:f>
              <c:strCache>
                <c:ptCount val="1"/>
                <c:pt idx="0">
                  <c:v>权利价值</c:v>
                </c:pt>
              </c:strCache>
            </c:strRef>
          </c:tx>
          <c:spPr>
            <a:solidFill>
              <a:srgbClr val="ED7D31">
                <a:lumMod val="40000"/>
                <a:lumOff val="60000"/>
              </a:srgbClr>
            </a:solidFill>
            <a:ln>
              <a:noFill/>
            </a:ln>
          </c:spPr>
          <c:invertIfNegative val="0"/>
          <c:cat>
            <c:numRef>
              <c:f>Sheet1!$A$6:$A$147</c:f>
              <c:numCache>
                <c:formatCode>yyyy\-mm\-dd</c:formatCode>
                <c:ptCount val="142"/>
                <c:pt idx="0">
                  <c:v>42009</c:v>
                </c:pt>
                <c:pt idx="1">
                  <c:v>42010</c:v>
                </c:pt>
                <c:pt idx="2">
                  <c:v>42011</c:v>
                </c:pt>
                <c:pt idx="3">
                  <c:v>42012</c:v>
                </c:pt>
                <c:pt idx="4">
                  <c:v>42013</c:v>
                </c:pt>
                <c:pt idx="5">
                  <c:v>42016</c:v>
                </c:pt>
                <c:pt idx="6">
                  <c:v>42017</c:v>
                </c:pt>
                <c:pt idx="7">
                  <c:v>42018</c:v>
                </c:pt>
                <c:pt idx="8">
                  <c:v>42019</c:v>
                </c:pt>
                <c:pt idx="9">
                  <c:v>42020</c:v>
                </c:pt>
                <c:pt idx="10">
                  <c:v>42023</c:v>
                </c:pt>
                <c:pt idx="11">
                  <c:v>42024</c:v>
                </c:pt>
                <c:pt idx="12">
                  <c:v>42025</c:v>
                </c:pt>
                <c:pt idx="13">
                  <c:v>42026</c:v>
                </c:pt>
                <c:pt idx="14">
                  <c:v>42027</c:v>
                </c:pt>
                <c:pt idx="15">
                  <c:v>42030</c:v>
                </c:pt>
                <c:pt idx="16">
                  <c:v>42031</c:v>
                </c:pt>
                <c:pt idx="17">
                  <c:v>42032</c:v>
                </c:pt>
                <c:pt idx="18">
                  <c:v>42033</c:v>
                </c:pt>
                <c:pt idx="19">
                  <c:v>42034</c:v>
                </c:pt>
                <c:pt idx="20">
                  <c:v>42037</c:v>
                </c:pt>
                <c:pt idx="21">
                  <c:v>42038</c:v>
                </c:pt>
                <c:pt idx="22">
                  <c:v>42039</c:v>
                </c:pt>
                <c:pt idx="23">
                  <c:v>42040</c:v>
                </c:pt>
                <c:pt idx="24">
                  <c:v>42041</c:v>
                </c:pt>
                <c:pt idx="25">
                  <c:v>42044</c:v>
                </c:pt>
                <c:pt idx="26">
                  <c:v>42045</c:v>
                </c:pt>
                <c:pt idx="27">
                  <c:v>42046</c:v>
                </c:pt>
                <c:pt idx="28">
                  <c:v>42047</c:v>
                </c:pt>
                <c:pt idx="29">
                  <c:v>42048</c:v>
                </c:pt>
                <c:pt idx="30">
                  <c:v>42051</c:v>
                </c:pt>
                <c:pt idx="31">
                  <c:v>42052</c:v>
                </c:pt>
                <c:pt idx="32">
                  <c:v>42060</c:v>
                </c:pt>
                <c:pt idx="33">
                  <c:v>42061</c:v>
                </c:pt>
                <c:pt idx="34">
                  <c:v>42062</c:v>
                </c:pt>
                <c:pt idx="35">
                  <c:v>42065</c:v>
                </c:pt>
                <c:pt idx="36">
                  <c:v>42066</c:v>
                </c:pt>
                <c:pt idx="37">
                  <c:v>42067</c:v>
                </c:pt>
                <c:pt idx="38">
                  <c:v>42068</c:v>
                </c:pt>
                <c:pt idx="39">
                  <c:v>42069</c:v>
                </c:pt>
                <c:pt idx="40">
                  <c:v>42072</c:v>
                </c:pt>
                <c:pt idx="41">
                  <c:v>42073</c:v>
                </c:pt>
                <c:pt idx="42">
                  <c:v>42074</c:v>
                </c:pt>
                <c:pt idx="43">
                  <c:v>42075</c:v>
                </c:pt>
                <c:pt idx="44">
                  <c:v>42076</c:v>
                </c:pt>
                <c:pt idx="45">
                  <c:v>42079</c:v>
                </c:pt>
                <c:pt idx="46">
                  <c:v>42080</c:v>
                </c:pt>
                <c:pt idx="47">
                  <c:v>42081</c:v>
                </c:pt>
                <c:pt idx="48">
                  <c:v>42082</c:v>
                </c:pt>
                <c:pt idx="49">
                  <c:v>42083</c:v>
                </c:pt>
                <c:pt idx="50">
                  <c:v>42086</c:v>
                </c:pt>
                <c:pt idx="51">
                  <c:v>42087</c:v>
                </c:pt>
                <c:pt idx="52">
                  <c:v>42088</c:v>
                </c:pt>
                <c:pt idx="53">
                  <c:v>42089</c:v>
                </c:pt>
                <c:pt idx="54">
                  <c:v>42090</c:v>
                </c:pt>
                <c:pt idx="55">
                  <c:v>42093</c:v>
                </c:pt>
                <c:pt idx="56">
                  <c:v>42094</c:v>
                </c:pt>
                <c:pt idx="57">
                  <c:v>42095</c:v>
                </c:pt>
                <c:pt idx="58">
                  <c:v>42096</c:v>
                </c:pt>
                <c:pt idx="59">
                  <c:v>42097</c:v>
                </c:pt>
                <c:pt idx="60">
                  <c:v>42101</c:v>
                </c:pt>
                <c:pt idx="61">
                  <c:v>42102</c:v>
                </c:pt>
                <c:pt idx="62">
                  <c:v>42103</c:v>
                </c:pt>
                <c:pt idx="63">
                  <c:v>42104</c:v>
                </c:pt>
                <c:pt idx="64">
                  <c:v>42107</c:v>
                </c:pt>
                <c:pt idx="65">
                  <c:v>42108</c:v>
                </c:pt>
                <c:pt idx="66">
                  <c:v>42109</c:v>
                </c:pt>
                <c:pt idx="67">
                  <c:v>42110</c:v>
                </c:pt>
                <c:pt idx="68">
                  <c:v>42111</c:v>
                </c:pt>
                <c:pt idx="69">
                  <c:v>42114</c:v>
                </c:pt>
                <c:pt idx="70">
                  <c:v>42115</c:v>
                </c:pt>
                <c:pt idx="71">
                  <c:v>42116</c:v>
                </c:pt>
                <c:pt idx="72">
                  <c:v>42117</c:v>
                </c:pt>
                <c:pt idx="73">
                  <c:v>42118</c:v>
                </c:pt>
                <c:pt idx="74">
                  <c:v>42121</c:v>
                </c:pt>
                <c:pt idx="75">
                  <c:v>42122</c:v>
                </c:pt>
                <c:pt idx="76">
                  <c:v>42123</c:v>
                </c:pt>
                <c:pt idx="77">
                  <c:v>42124</c:v>
                </c:pt>
                <c:pt idx="78">
                  <c:v>42128</c:v>
                </c:pt>
                <c:pt idx="79">
                  <c:v>42129</c:v>
                </c:pt>
                <c:pt idx="80">
                  <c:v>42130</c:v>
                </c:pt>
                <c:pt idx="81">
                  <c:v>42131</c:v>
                </c:pt>
                <c:pt idx="82">
                  <c:v>42132</c:v>
                </c:pt>
                <c:pt idx="83">
                  <c:v>42135</c:v>
                </c:pt>
                <c:pt idx="84">
                  <c:v>42136</c:v>
                </c:pt>
                <c:pt idx="85">
                  <c:v>42137</c:v>
                </c:pt>
                <c:pt idx="86">
                  <c:v>42138</c:v>
                </c:pt>
                <c:pt idx="87">
                  <c:v>42139</c:v>
                </c:pt>
                <c:pt idx="88">
                  <c:v>42142</c:v>
                </c:pt>
                <c:pt idx="89">
                  <c:v>42143</c:v>
                </c:pt>
                <c:pt idx="90">
                  <c:v>42144</c:v>
                </c:pt>
                <c:pt idx="91">
                  <c:v>42145</c:v>
                </c:pt>
                <c:pt idx="92">
                  <c:v>42146</c:v>
                </c:pt>
                <c:pt idx="93">
                  <c:v>42149</c:v>
                </c:pt>
                <c:pt idx="94">
                  <c:v>42150</c:v>
                </c:pt>
                <c:pt idx="95">
                  <c:v>42151</c:v>
                </c:pt>
                <c:pt idx="96">
                  <c:v>42152</c:v>
                </c:pt>
                <c:pt idx="97">
                  <c:v>42153</c:v>
                </c:pt>
                <c:pt idx="98">
                  <c:v>42156</c:v>
                </c:pt>
                <c:pt idx="99">
                  <c:v>42157</c:v>
                </c:pt>
                <c:pt idx="100">
                  <c:v>42158</c:v>
                </c:pt>
                <c:pt idx="101">
                  <c:v>42159</c:v>
                </c:pt>
                <c:pt idx="102">
                  <c:v>42160</c:v>
                </c:pt>
                <c:pt idx="103">
                  <c:v>42163</c:v>
                </c:pt>
                <c:pt idx="104">
                  <c:v>42164</c:v>
                </c:pt>
                <c:pt idx="105">
                  <c:v>42165</c:v>
                </c:pt>
                <c:pt idx="106">
                  <c:v>42166</c:v>
                </c:pt>
                <c:pt idx="107">
                  <c:v>42167</c:v>
                </c:pt>
                <c:pt idx="108">
                  <c:v>42170</c:v>
                </c:pt>
                <c:pt idx="109">
                  <c:v>42171</c:v>
                </c:pt>
                <c:pt idx="110">
                  <c:v>42172</c:v>
                </c:pt>
                <c:pt idx="111">
                  <c:v>42173</c:v>
                </c:pt>
                <c:pt idx="112">
                  <c:v>42174</c:v>
                </c:pt>
                <c:pt idx="113">
                  <c:v>42178</c:v>
                </c:pt>
                <c:pt idx="114">
                  <c:v>42179</c:v>
                </c:pt>
                <c:pt idx="115">
                  <c:v>42180</c:v>
                </c:pt>
                <c:pt idx="116">
                  <c:v>42181</c:v>
                </c:pt>
                <c:pt idx="117">
                  <c:v>42184</c:v>
                </c:pt>
                <c:pt idx="118">
                  <c:v>42185</c:v>
                </c:pt>
                <c:pt idx="119">
                  <c:v>42186</c:v>
                </c:pt>
                <c:pt idx="120">
                  <c:v>42187</c:v>
                </c:pt>
                <c:pt idx="121">
                  <c:v>42188</c:v>
                </c:pt>
                <c:pt idx="122">
                  <c:v>42191</c:v>
                </c:pt>
                <c:pt idx="123">
                  <c:v>42192</c:v>
                </c:pt>
                <c:pt idx="124">
                  <c:v>42193</c:v>
                </c:pt>
                <c:pt idx="125">
                  <c:v>42194</c:v>
                </c:pt>
                <c:pt idx="126">
                  <c:v>42195</c:v>
                </c:pt>
                <c:pt idx="127">
                  <c:v>42198</c:v>
                </c:pt>
                <c:pt idx="128">
                  <c:v>42199</c:v>
                </c:pt>
                <c:pt idx="129">
                  <c:v>42200</c:v>
                </c:pt>
                <c:pt idx="130">
                  <c:v>42201</c:v>
                </c:pt>
                <c:pt idx="131">
                  <c:v>42202</c:v>
                </c:pt>
              </c:numCache>
            </c:numRef>
          </c:cat>
          <c:val>
            <c:numRef>
              <c:f>Sheet1!$F$6:$F$147</c:f>
              <c:numCache>
                <c:formatCode>_(* #,##0.00_);_(* \(#,##0.00\);_(* "-"??_);_(@_)</c:formatCode>
                <c:ptCount val="142"/>
                <c:pt idx="0">
                  <c:v>129.56060502857142</c:v>
                </c:pt>
                <c:pt idx="1">
                  <c:v>133.57633508571428</c:v>
                </c:pt>
                <c:pt idx="2">
                  <c:v>142.19060285714286</c:v>
                </c:pt>
                <c:pt idx="3">
                  <c:v>145.68840685714284</c:v>
                </c:pt>
                <c:pt idx="4">
                  <c:v>141.07980205714284</c:v>
                </c:pt>
                <c:pt idx="5">
                  <c:v>136.11463199999997</c:v>
                </c:pt>
                <c:pt idx="6">
                  <c:v>141.36360685714283</c:v>
                </c:pt>
                <c:pt idx="7">
                  <c:v>138.7025142857143</c:v>
                </c:pt>
                <c:pt idx="8">
                  <c:v>137.61561428571429</c:v>
                </c:pt>
                <c:pt idx="9">
                  <c:v>130.19888885714286</c:v>
                </c:pt>
                <c:pt idx="10">
                  <c:v>130.19177971428573</c:v>
                </c:pt>
                <c:pt idx="11">
                  <c:v>130.18941000000001</c:v>
                </c:pt>
                <c:pt idx="12">
                  <c:v>130.18704028571432</c:v>
                </c:pt>
                <c:pt idx="13">
                  <c:v>130.18467057142857</c:v>
                </c:pt>
                <c:pt idx="14">
                  <c:v>130.18230085714288</c:v>
                </c:pt>
                <c:pt idx="15">
                  <c:v>130.17529942857144</c:v>
                </c:pt>
                <c:pt idx="16">
                  <c:v>130.17292971428574</c:v>
                </c:pt>
                <c:pt idx="17">
                  <c:v>130.17056000000002</c:v>
                </c:pt>
                <c:pt idx="18">
                  <c:v>130.1681902857143</c:v>
                </c:pt>
                <c:pt idx="19">
                  <c:v>130.16582057142861</c:v>
                </c:pt>
                <c:pt idx="20">
                  <c:v>130.15871142857142</c:v>
                </c:pt>
                <c:pt idx="21">
                  <c:v>130.15634171428573</c:v>
                </c:pt>
                <c:pt idx="22">
                  <c:v>130.15397200000004</c:v>
                </c:pt>
                <c:pt idx="23">
                  <c:v>130.15160228571429</c:v>
                </c:pt>
                <c:pt idx="24">
                  <c:v>130.1492325714286</c:v>
                </c:pt>
                <c:pt idx="25">
                  <c:v>130.14223114285716</c:v>
                </c:pt>
                <c:pt idx="26">
                  <c:v>130.13986142857144</c:v>
                </c:pt>
                <c:pt idx="27">
                  <c:v>130.13749171428572</c:v>
                </c:pt>
                <c:pt idx="28">
                  <c:v>130.13512200000002</c:v>
                </c:pt>
                <c:pt idx="29">
                  <c:v>130.13275228571433</c:v>
                </c:pt>
                <c:pt idx="30">
                  <c:v>130.12564314285714</c:v>
                </c:pt>
                <c:pt idx="31">
                  <c:v>130.12327342857145</c:v>
                </c:pt>
                <c:pt idx="32">
                  <c:v>130.10442342857144</c:v>
                </c:pt>
                <c:pt idx="33">
                  <c:v>130.10205371428574</c:v>
                </c:pt>
                <c:pt idx="34">
                  <c:v>130.099684</c:v>
                </c:pt>
                <c:pt idx="35">
                  <c:v>130.09257485714286</c:v>
                </c:pt>
                <c:pt idx="36">
                  <c:v>130.09031285714289</c:v>
                </c:pt>
                <c:pt idx="37">
                  <c:v>130.08794314285717</c:v>
                </c:pt>
                <c:pt idx="38">
                  <c:v>130.08557342857145</c:v>
                </c:pt>
                <c:pt idx="39">
                  <c:v>130.0832037142857</c:v>
                </c:pt>
                <c:pt idx="40">
                  <c:v>130.07609457142857</c:v>
                </c:pt>
                <c:pt idx="41">
                  <c:v>130.07372485714291</c:v>
                </c:pt>
                <c:pt idx="42">
                  <c:v>130.07135514285716</c:v>
                </c:pt>
                <c:pt idx="43">
                  <c:v>130.06898542857144</c:v>
                </c:pt>
                <c:pt idx="44">
                  <c:v>130.06661571428572</c:v>
                </c:pt>
                <c:pt idx="45">
                  <c:v>130.0596142857143</c:v>
                </c:pt>
                <c:pt idx="46">
                  <c:v>130.05724457142858</c:v>
                </c:pt>
                <c:pt idx="47">
                  <c:v>130.05487485714286</c:v>
                </c:pt>
                <c:pt idx="48">
                  <c:v>130.05250514285717</c:v>
                </c:pt>
                <c:pt idx="49">
                  <c:v>130.05013542857145</c:v>
                </c:pt>
                <c:pt idx="50">
                  <c:v>130.04302628571432</c:v>
                </c:pt>
                <c:pt idx="51">
                  <c:v>130.04065657142857</c:v>
                </c:pt>
                <c:pt idx="52">
                  <c:v>130.03828685714288</c:v>
                </c:pt>
                <c:pt idx="53">
                  <c:v>130.03591714285716</c:v>
                </c:pt>
                <c:pt idx="54">
                  <c:v>130.03354742857144</c:v>
                </c:pt>
                <c:pt idx="55">
                  <c:v>130.02654600000002</c:v>
                </c:pt>
                <c:pt idx="56">
                  <c:v>130.0241762857143</c:v>
                </c:pt>
                <c:pt idx="57">
                  <c:v>130.02180657142858</c:v>
                </c:pt>
                <c:pt idx="58">
                  <c:v>130.01943685714286</c:v>
                </c:pt>
                <c:pt idx="59">
                  <c:v>130.01706714285717</c:v>
                </c:pt>
                <c:pt idx="60">
                  <c:v>130.00758828571429</c:v>
                </c:pt>
                <c:pt idx="61">
                  <c:v>130.0052185714286</c:v>
                </c:pt>
                <c:pt idx="62">
                  <c:v>130.0029565714286</c:v>
                </c:pt>
                <c:pt idx="63">
                  <c:v>130.00058685714288</c:v>
                </c:pt>
                <c:pt idx="64">
                  <c:v>129.99347771428575</c:v>
                </c:pt>
                <c:pt idx="65">
                  <c:v>129.991108</c:v>
                </c:pt>
                <c:pt idx="66">
                  <c:v>129.98873828571431</c:v>
                </c:pt>
                <c:pt idx="67">
                  <c:v>129.98636857142859</c:v>
                </c:pt>
                <c:pt idx="68">
                  <c:v>129.98399885714286</c:v>
                </c:pt>
                <c:pt idx="69">
                  <c:v>129.97688971428573</c:v>
                </c:pt>
                <c:pt idx="70">
                  <c:v>129.97462771428573</c:v>
                </c:pt>
                <c:pt idx="71">
                  <c:v>129.97225800000004</c:v>
                </c:pt>
                <c:pt idx="72">
                  <c:v>129.96988828571429</c:v>
                </c:pt>
                <c:pt idx="73">
                  <c:v>129.9675185714286</c:v>
                </c:pt>
                <c:pt idx="74">
                  <c:v>129.96040942857144</c:v>
                </c:pt>
                <c:pt idx="75">
                  <c:v>201.2807518857143</c:v>
                </c:pt>
                <c:pt idx="76">
                  <c:v>237.1386254285714</c:v>
                </c:pt>
                <c:pt idx="77">
                  <c:v>273.02550897142856</c:v>
                </c:pt>
                <c:pt idx="78">
                  <c:v>324.92864914285713</c:v>
                </c:pt>
                <c:pt idx="79">
                  <c:v>320.49993737142853</c:v>
                </c:pt>
                <c:pt idx="80">
                  <c:v>384.4229302857143</c:v>
                </c:pt>
                <c:pt idx="81">
                  <c:v>434.40746171428572</c:v>
                </c:pt>
                <c:pt idx="82">
                  <c:v>502.4343867428571</c:v>
                </c:pt>
                <c:pt idx="83">
                  <c:v>650.00682800000004</c:v>
                </c:pt>
                <c:pt idx="84">
                  <c:v>860.46116571428558</c:v>
                </c:pt>
                <c:pt idx="85">
                  <c:v>1173.8631658285715</c:v>
                </c:pt>
                <c:pt idx="86">
                  <c:v>1724.016341257143</c:v>
                </c:pt>
                <c:pt idx="87">
                  <c:v>1368.3759117142858</c:v>
                </c:pt>
                <c:pt idx="88">
                  <c:v>1629.9960937142857</c:v>
                </c:pt>
                <c:pt idx="89">
                  <c:v>2015.7640875428572</c:v>
                </c:pt>
                <c:pt idx="90">
                  <c:v>848.536248</c:v>
                </c:pt>
                <c:pt idx="91">
                  <c:v>1089.1493392</c:v>
                </c:pt>
                <c:pt idx="92">
                  <c:v>1140.1754936571426</c:v>
                </c:pt>
                <c:pt idx="93">
                  <c:v>896.55413571428574</c:v>
                </c:pt>
                <c:pt idx="94">
                  <c:v>916.18381954285724</c:v>
                </c:pt>
                <c:pt idx="95">
                  <c:v>1125.1285485714286</c:v>
                </c:pt>
                <c:pt idx="96">
                  <c:v>868.47405314285709</c:v>
                </c:pt>
                <c:pt idx="97">
                  <c:v>815.34581485714284</c:v>
                </c:pt>
                <c:pt idx="98">
                  <c:v>836.46084239999993</c:v>
                </c:pt>
                <c:pt idx="99">
                  <c:v>865.78157714285726</c:v>
                </c:pt>
                <c:pt idx="100">
                  <c:v>993.53703085714301</c:v>
                </c:pt>
                <c:pt idx="101">
                  <c:v>831.37649417142836</c:v>
                </c:pt>
                <c:pt idx="102">
                  <c:v>803.08775862857146</c:v>
                </c:pt>
                <c:pt idx="103">
                  <c:v>827.70789462857135</c:v>
                </c:pt>
                <c:pt idx="104">
                  <c:v>789.13648594285712</c:v>
                </c:pt>
                <c:pt idx="105">
                  <c:v>794.17043571428576</c:v>
                </c:pt>
                <c:pt idx="106">
                  <c:v>812.66516765714289</c:v>
                </c:pt>
                <c:pt idx="107">
                  <c:v>776.8373846285715</c:v>
                </c:pt>
                <c:pt idx="108">
                  <c:v>692.09562857142851</c:v>
                </c:pt>
                <c:pt idx="109">
                  <c:v>548.2486851428572</c:v>
                </c:pt>
                <c:pt idx="110">
                  <c:v>631.65225759999998</c:v>
                </c:pt>
                <c:pt idx="111">
                  <c:v>479.3351404</c:v>
                </c:pt>
                <c:pt idx="112">
                  <c:v>398.02819634285714</c:v>
                </c:pt>
                <c:pt idx="113">
                  <c:v>407.64117257142857</c:v>
                </c:pt>
                <c:pt idx="114">
                  <c:v>413.21996262857147</c:v>
                </c:pt>
                <c:pt idx="115">
                  <c:v>412.83233828571429</c:v>
                </c:pt>
                <c:pt idx="116">
                  <c:v>371.64290822857134</c:v>
                </c:pt>
                <c:pt idx="117">
                  <c:v>334.49130880000001</c:v>
                </c:pt>
                <c:pt idx="118">
                  <c:v>349.50071862857146</c:v>
                </c:pt>
                <c:pt idx="119">
                  <c:v>342.57005257142862</c:v>
                </c:pt>
                <c:pt idx="120">
                  <c:v>308.31103337142861</c:v>
                </c:pt>
                <c:pt idx="121">
                  <c:v>277.51669040000002</c:v>
                </c:pt>
                <c:pt idx="122">
                  <c:v>277.51125200000001</c:v>
                </c:pt>
                <c:pt idx="123">
                  <c:v>277.50943919999997</c:v>
                </c:pt>
                <c:pt idx="124">
                  <c:v>277.50762639999994</c:v>
                </c:pt>
                <c:pt idx="125">
                  <c:v>277.50581360000001</c:v>
                </c:pt>
                <c:pt idx="126">
                  <c:v>277.50400079999997</c:v>
                </c:pt>
                <c:pt idx="127">
                  <c:v>277.49856240000003</c:v>
                </c:pt>
                <c:pt idx="128">
                  <c:v>277.49674959999999</c:v>
                </c:pt>
                <c:pt idx="129">
                  <c:v>297.12365440000002</c:v>
                </c:pt>
                <c:pt idx="130">
                  <c:v>296.92927702857145</c:v>
                </c:pt>
                <c:pt idx="131">
                  <c:v>321.55902822857144</c:v>
                </c:pt>
              </c:numCache>
            </c:numRef>
          </c:val>
          <c:extLst>
            <c:ext xmlns:c16="http://schemas.microsoft.com/office/drawing/2014/chart" uri="{C3380CC4-5D6E-409C-BE32-E72D297353CC}">
              <c16:uniqueId val="{00000001-109E-4FFF-AA3F-0A11B3D0FF65}"/>
            </c:ext>
          </c:extLst>
        </c:ser>
        <c:dLbls>
          <c:showLegendKey val="0"/>
          <c:showVal val="0"/>
          <c:showCatName val="0"/>
          <c:showSerName val="0"/>
          <c:showPercent val="0"/>
          <c:showBubbleSize val="0"/>
        </c:dLbls>
        <c:gapWidth val="0"/>
        <c:overlap val="100"/>
        <c:axId val="958775936"/>
        <c:axId val="958773640"/>
      </c:barChart>
      <c:lineChart>
        <c:grouping val="standard"/>
        <c:varyColors val="0"/>
        <c:ser>
          <c:idx val="1"/>
          <c:order val="3"/>
          <c:tx>
            <c:strRef>
              <c:f>Sheet1!$C$5</c:f>
              <c:strCache>
                <c:ptCount val="1"/>
                <c:pt idx="0">
                  <c:v>转债价格</c:v>
                </c:pt>
              </c:strCache>
            </c:strRef>
          </c:tx>
          <c:spPr>
            <a:ln>
              <a:noFill/>
            </a:ln>
          </c:spPr>
          <c:marker>
            <c:symbol val="square"/>
            <c:size val="5"/>
            <c:spPr>
              <a:solidFill>
                <a:sysClr val="windowText" lastClr="000000">
                  <a:lumMod val="50000"/>
                  <a:lumOff val="50000"/>
                </a:sysClr>
              </a:solidFill>
              <a:ln w="1270">
                <a:solidFill>
                  <a:sysClr val="windowText" lastClr="000000"/>
                </a:solidFill>
              </a:ln>
            </c:spPr>
          </c:marker>
          <c:cat>
            <c:numRef>
              <c:f>Sheet1!$A$6:$A$137</c:f>
              <c:numCache>
                <c:formatCode>yyyy\-mm\-dd</c:formatCode>
                <c:ptCount val="132"/>
                <c:pt idx="0">
                  <c:v>42009</c:v>
                </c:pt>
                <c:pt idx="1">
                  <c:v>42010</c:v>
                </c:pt>
                <c:pt idx="2">
                  <c:v>42011</c:v>
                </c:pt>
                <c:pt idx="3">
                  <c:v>42012</c:v>
                </c:pt>
                <c:pt idx="4">
                  <c:v>42013</c:v>
                </c:pt>
                <c:pt idx="5">
                  <c:v>42016</c:v>
                </c:pt>
                <c:pt idx="6">
                  <c:v>42017</c:v>
                </c:pt>
                <c:pt idx="7">
                  <c:v>42018</c:v>
                </c:pt>
                <c:pt idx="8">
                  <c:v>42019</c:v>
                </c:pt>
                <c:pt idx="9">
                  <c:v>42020</c:v>
                </c:pt>
                <c:pt idx="10">
                  <c:v>42023</c:v>
                </c:pt>
                <c:pt idx="11">
                  <c:v>42024</c:v>
                </c:pt>
                <c:pt idx="12">
                  <c:v>42025</c:v>
                </c:pt>
                <c:pt idx="13">
                  <c:v>42026</c:v>
                </c:pt>
                <c:pt idx="14">
                  <c:v>42027</c:v>
                </c:pt>
                <c:pt idx="15">
                  <c:v>42030</c:v>
                </c:pt>
                <c:pt idx="16">
                  <c:v>42031</c:v>
                </c:pt>
                <c:pt idx="17">
                  <c:v>42032</c:v>
                </c:pt>
                <c:pt idx="18">
                  <c:v>42033</c:v>
                </c:pt>
                <c:pt idx="19">
                  <c:v>42034</c:v>
                </c:pt>
                <c:pt idx="20">
                  <c:v>42037</c:v>
                </c:pt>
                <c:pt idx="21">
                  <c:v>42038</c:v>
                </c:pt>
                <c:pt idx="22">
                  <c:v>42039</c:v>
                </c:pt>
                <c:pt idx="23">
                  <c:v>42040</c:v>
                </c:pt>
                <c:pt idx="24">
                  <c:v>42041</c:v>
                </c:pt>
                <c:pt idx="25">
                  <c:v>42044</c:v>
                </c:pt>
                <c:pt idx="26">
                  <c:v>42045</c:v>
                </c:pt>
                <c:pt idx="27">
                  <c:v>42046</c:v>
                </c:pt>
                <c:pt idx="28">
                  <c:v>42047</c:v>
                </c:pt>
                <c:pt idx="29">
                  <c:v>42048</c:v>
                </c:pt>
                <c:pt idx="30">
                  <c:v>42051</c:v>
                </c:pt>
                <c:pt idx="31">
                  <c:v>42052</c:v>
                </c:pt>
                <c:pt idx="32">
                  <c:v>42060</c:v>
                </c:pt>
                <c:pt idx="33">
                  <c:v>42061</c:v>
                </c:pt>
                <c:pt idx="34">
                  <c:v>42062</c:v>
                </c:pt>
                <c:pt idx="35">
                  <c:v>42065</c:v>
                </c:pt>
                <c:pt idx="36">
                  <c:v>42066</c:v>
                </c:pt>
                <c:pt idx="37">
                  <c:v>42067</c:v>
                </c:pt>
                <c:pt idx="38">
                  <c:v>42068</c:v>
                </c:pt>
                <c:pt idx="39">
                  <c:v>42069</c:v>
                </c:pt>
                <c:pt idx="40">
                  <c:v>42072</c:v>
                </c:pt>
                <c:pt idx="41">
                  <c:v>42073</c:v>
                </c:pt>
                <c:pt idx="42">
                  <c:v>42074</c:v>
                </c:pt>
                <c:pt idx="43">
                  <c:v>42075</c:v>
                </c:pt>
                <c:pt idx="44">
                  <c:v>42076</c:v>
                </c:pt>
                <c:pt idx="45">
                  <c:v>42079</c:v>
                </c:pt>
                <c:pt idx="46">
                  <c:v>42080</c:v>
                </c:pt>
                <c:pt idx="47">
                  <c:v>42081</c:v>
                </c:pt>
                <c:pt idx="48">
                  <c:v>42082</c:v>
                </c:pt>
                <c:pt idx="49">
                  <c:v>42083</c:v>
                </c:pt>
                <c:pt idx="50">
                  <c:v>42086</c:v>
                </c:pt>
                <c:pt idx="51">
                  <c:v>42087</c:v>
                </c:pt>
                <c:pt idx="52">
                  <c:v>42088</c:v>
                </c:pt>
                <c:pt idx="53">
                  <c:v>42089</c:v>
                </c:pt>
                <c:pt idx="54">
                  <c:v>42090</c:v>
                </c:pt>
                <c:pt idx="55">
                  <c:v>42093</c:v>
                </c:pt>
                <c:pt idx="56">
                  <c:v>42094</c:v>
                </c:pt>
                <c:pt idx="57">
                  <c:v>42095</c:v>
                </c:pt>
                <c:pt idx="58">
                  <c:v>42096</c:v>
                </c:pt>
                <c:pt idx="59">
                  <c:v>42097</c:v>
                </c:pt>
                <c:pt idx="60">
                  <c:v>42101</c:v>
                </c:pt>
                <c:pt idx="61">
                  <c:v>42102</c:v>
                </c:pt>
                <c:pt idx="62">
                  <c:v>42103</c:v>
                </c:pt>
                <c:pt idx="63">
                  <c:v>42104</c:v>
                </c:pt>
                <c:pt idx="64">
                  <c:v>42107</c:v>
                </c:pt>
                <c:pt idx="65">
                  <c:v>42108</c:v>
                </c:pt>
                <c:pt idx="66">
                  <c:v>42109</c:v>
                </c:pt>
                <c:pt idx="67">
                  <c:v>42110</c:v>
                </c:pt>
                <c:pt idx="68">
                  <c:v>42111</c:v>
                </c:pt>
                <c:pt idx="69">
                  <c:v>42114</c:v>
                </c:pt>
                <c:pt idx="70">
                  <c:v>42115</c:v>
                </c:pt>
                <c:pt idx="71">
                  <c:v>42116</c:v>
                </c:pt>
                <c:pt idx="72">
                  <c:v>42117</c:v>
                </c:pt>
                <c:pt idx="73">
                  <c:v>42118</c:v>
                </c:pt>
                <c:pt idx="74">
                  <c:v>42121</c:v>
                </c:pt>
                <c:pt idx="75">
                  <c:v>42122</c:v>
                </c:pt>
                <c:pt idx="76">
                  <c:v>42123</c:v>
                </c:pt>
                <c:pt idx="77">
                  <c:v>42124</c:v>
                </c:pt>
                <c:pt idx="78">
                  <c:v>42128</c:v>
                </c:pt>
                <c:pt idx="79">
                  <c:v>42129</c:v>
                </c:pt>
                <c:pt idx="80">
                  <c:v>42130</c:v>
                </c:pt>
                <c:pt idx="81">
                  <c:v>42131</c:v>
                </c:pt>
                <c:pt idx="82">
                  <c:v>42132</c:v>
                </c:pt>
                <c:pt idx="83">
                  <c:v>42135</c:v>
                </c:pt>
                <c:pt idx="84">
                  <c:v>42136</c:v>
                </c:pt>
                <c:pt idx="85">
                  <c:v>42137</c:v>
                </c:pt>
                <c:pt idx="86">
                  <c:v>42138</c:v>
                </c:pt>
                <c:pt idx="87">
                  <c:v>42139</c:v>
                </c:pt>
                <c:pt idx="88">
                  <c:v>42142</c:v>
                </c:pt>
                <c:pt idx="89">
                  <c:v>42143</c:v>
                </c:pt>
                <c:pt idx="90">
                  <c:v>42144</c:v>
                </c:pt>
                <c:pt idx="91">
                  <c:v>42145</c:v>
                </c:pt>
                <c:pt idx="92">
                  <c:v>42146</c:v>
                </c:pt>
                <c:pt idx="93">
                  <c:v>42149</c:v>
                </c:pt>
                <c:pt idx="94">
                  <c:v>42150</c:v>
                </c:pt>
                <c:pt idx="95">
                  <c:v>42151</c:v>
                </c:pt>
                <c:pt idx="96">
                  <c:v>42152</c:v>
                </c:pt>
                <c:pt idx="97">
                  <c:v>42153</c:v>
                </c:pt>
                <c:pt idx="98">
                  <c:v>42156</c:v>
                </c:pt>
                <c:pt idx="99">
                  <c:v>42157</c:v>
                </c:pt>
                <c:pt idx="100">
                  <c:v>42158</c:v>
                </c:pt>
                <c:pt idx="101">
                  <c:v>42159</c:v>
                </c:pt>
                <c:pt idx="102">
                  <c:v>42160</c:v>
                </c:pt>
                <c:pt idx="103">
                  <c:v>42163</c:v>
                </c:pt>
                <c:pt idx="104">
                  <c:v>42164</c:v>
                </c:pt>
                <c:pt idx="105">
                  <c:v>42165</c:v>
                </c:pt>
                <c:pt idx="106">
                  <c:v>42166</c:v>
                </c:pt>
                <c:pt idx="107">
                  <c:v>42167</c:v>
                </c:pt>
                <c:pt idx="108">
                  <c:v>42170</c:v>
                </c:pt>
                <c:pt idx="109">
                  <c:v>42171</c:v>
                </c:pt>
                <c:pt idx="110">
                  <c:v>42172</c:v>
                </c:pt>
                <c:pt idx="111">
                  <c:v>42173</c:v>
                </c:pt>
                <c:pt idx="112">
                  <c:v>42174</c:v>
                </c:pt>
                <c:pt idx="113">
                  <c:v>42178</c:v>
                </c:pt>
                <c:pt idx="114">
                  <c:v>42179</c:v>
                </c:pt>
                <c:pt idx="115">
                  <c:v>42180</c:v>
                </c:pt>
                <c:pt idx="116">
                  <c:v>42181</c:v>
                </c:pt>
                <c:pt idx="117">
                  <c:v>42184</c:v>
                </c:pt>
                <c:pt idx="118">
                  <c:v>42185</c:v>
                </c:pt>
                <c:pt idx="119">
                  <c:v>42186</c:v>
                </c:pt>
                <c:pt idx="120">
                  <c:v>42187</c:v>
                </c:pt>
                <c:pt idx="121">
                  <c:v>42188</c:v>
                </c:pt>
                <c:pt idx="122">
                  <c:v>42191</c:v>
                </c:pt>
                <c:pt idx="123">
                  <c:v>42192</c:v>
                </c:pt>
                <c:pt idx="124">
                  <c:v>42193</c:v>
                </c:pt>
                <c:pt idx="125">
                  <c:v>42194</c:v>
                </c:pt>
                <c:pt idx="126">
                  <c:v>42195</c:v>
                </c:pt>
                <c:pt idx="127">
                  <c:v>42198</c:v>
                </c:pt>
                <c:pt idx="128">
                  <c:v>42199</c:v>
                </c:pt>
                <c:pt idx="129">
                  <c:v>42200</c:v>
                </c:pt>
                <c:pt idx="130">
                  <c:v>42201</c:v>
                </c:pt>
                <c:pt idx="131">
                  <c:v>42202</c:v>
                </c:pt>
              </c:numCache>
            </c:numRef>
          </c:cat>
          <c:val>
            <c:numRef>
              <c:f>Sheet1!$C$6:$C$137</c:f>
              <c:numCache>
                <c:formatCode>_(* #,##0.00_);_(* \(#,##0.00\);_(* "-"??_);_(@_)</c:formatCode>
                <c:ptCount val="132"/>
                <c:pt idx="0">
                  <c:v>132.18440000000001</c:v>
                </c:pt>
                <c:pt idx="1">
                  <c:v>133.68219999999999</c:v>
                </c:pt>
                <c:pt idx="2">
                  <c:v>139.179</c:v>
                </c:pt>
                <c:pt idx="3">
                  <c:v>142.4778</c:v>
                </c:pt>
                <c:pt idx="4">
                  <c:v>140.57560000000001</c:v>
                </c:pt>
                <c:pt idx="5">
                  <c:v>138.16900000000001</c:v>
                </c:pt>
                <c:pt idx="6">
                  <c:v>138.76779999999999</c:v>
                </c:pt>
                <c:pt idx="7">
                  <c:v>138.8647</c:v>
                </c:pt>
                <c:pt idx="8">
                  <c:v>138.76249999999999</c:v>
                </c:pt>
                <c:pt idx="9">
                  <c:v>138.37430000000001</c:v>
                </c:pt>
                <c:pt idx="10">
                  <c:v>138.36770000000001</c:v>
                </c:pt>
                <c:pt idx="11">
                  <c:v>138.3655</c:v>
                </c:pt>
                <c:pt idx="12">
                  <c:v>138.36330000000001</c:v>
                </c:pt>
                <c:pt idx="13">
                  <c:v>138.36109999999999</c:v>
                </c:pt>
                <c:pt idx="14">
                  <c:v>138.35890000000001</c:v>
                </c:pt>
                <c:pt idx="15">
                  <c:v>138.35239999999999</c:v>
                </c:pt>
                <c:pt idx="16">
                  <c:v>138.3502</c:v>
                </c:pt>
                <c:pt idx="17">
                  <c:v>138.34800000000001</c:v>
                </c:pt>
                <c:pt idx="18">
                  <c:v>138.3458</c:v>
                </c:pt>
                <c:pt idx="19">
                  <c:v>138.34360000000001</c:v>
                </c:pt>
                <c:pt idx="20">
                  <c:v>138.33699999999999</c:v>
                </c:pt>
                <c:pt idx="21">
                  <c:v>138.3348</c:v>
                </c:pt>
                <c:pt idx="22">
                  <c:v>138.33260000000001</c:v>
                </c:pt>
                <c:pt idx="23">
                  <c:v>138.3304</c:v>
                </c:pt>
                <c:pt idx="24">
                  <c:v>138.32820000000001</c:v>
                </c:pt>
                <c:pt idx="25">
                  <c:v>138.32169999999999</c:v>
                </c:pt>
                <c:pt idx="26">
                  <c:v>138.31950000000001</c:v>
                </c:pt>
                <c:pt idx="27">
                  <c:v>138.31729999999999</c:v>
                </c:pt>
                <c:pt idx="28">
                  <c:v>138.3151</c:v>
                </c:pt>
                <c:pt idx="29">
                  <c:v>138.31290000000001</c:v>
                </c:pt>
                <c:pt idx="30">
                  <c:v>138.30629999999999</c:v>
                </c:pt>
                <c:pt idx="31">
                  <c:v>138.30410000000001</c:v>
                </c:pt>
                <c:pt idx="32">
                  <c:v>138.28659999999999</c:v>
                </c:pt>
                <c:pt idx="33">
                  <c:v>138.28440000000001</c:v>
                </c:pt>
                <c:pt idx="34">
                  <c:v>138.28219999999999</c:v>
                </c:pt>
                <c:pt idx="35">
                  <c:v>138.2756</c:v>
                </c:pt>
                <c:pt idx="36">
                  <c:v>138.27350000000001</c:v>
                </c:pt>
                <c:pt idx="37">
                  <c:v>138.2713</c:v>
                </c:pt>
                <c:pt idx="38">
                  <c:v>138.26910000000001</c:v>
                </c:pt>
                <c:pt idx="39">
                  <c:v>138.26689999999999</c:v>
                </c:pt>
                <c:pt idx="40">
                  <c:v>138.2603</c:v>
                </c:pt>
                <c:pt idx="41">
                  <c:v>138.25810000000001</c:v>
                </c:pt>
                <c:pt idx="42">
                  <c:v>138.2559</c:v>
                </c:pt>
                <c:pt idx="43">
                  <c:v>138.25370000000001</c:v>
                </c:pt>
                <c:pt idx="44">
                  <c:v>138.25149999999999</c:v>
                </c:pt>
                <c:pt idx="45">
                  <c:v>138.245</c:v>
                </c:pt>
                <c:pt idx="46">
                  <c:v>138.24279999999999</c:v>
                </c:pt>
                <c:pt idx="47">
                  <c:v>138.2406</c:v>
                </c:pt>
                <c:pt idx="48">
                  <c:v>138.23840000000001</c:v>
                </c:pt>
                <c:pt idx="49">
                  <c:v>138.2362</c:v>
                </c:pt>
                <c:pt idx="50">
                  <c:v>138.2296</c:v>
                </c:pt>
                <c:pt idx="51">
                  <c:v>138.22739999999999</c:v>
                </c:pt>
                <c:pt idx="52">
                  <c:v>138.2252</c:v>
                </c:pt>
                <c:pt idx="53">
                  <c:v>138.22300000000001</c:v>
                </c:pt>
                <c:pt idx="54">
                  <c:v>138.2208</c:v>
                </c:pt>
                <c:pt idx="55">
                  <c:v>138.21430000000001</c:v>
                </c:pt>
                <c:pt idx="56">
                  <c:v>138.21209999999999</c:v>
                </c:pt>
                <c:pt idx="57">
                  <c:v>138.2099</c:v>
                </c:pt>
                <c:pt idx="58">
                  <c:v>138.20769999999999</c:v>
                </c:pt>
                <c:pt idx="59">
                  <c:v>138.2055</c:v>
                </c:pt>
                <c:pt idx="60">
                  <c:v>138.19669999999999</c:v>
                </c:pt>
                <c:pt idx="61">
                  <c:v>138.19450000000001</c:v>
                </c:pt>
                <c:pt idx="62">
                  <c:v>138.19239999999999</c:v>
                </c:pt>
                <c:pt idx="63">
                  <c:v>138.1902</c:v>
                </c:pt>
                <c:pt idx="64">
                  <c:v>138.18360000000001</c:v>
                </c:pt>
                <c:pt idx="65">
                  <c:v>138.1814</c:v>
                </c:pt>
                <c:pt idx="66">
                  <c:v>138.17920000000001</c:v>
                </c:pt>
                <c:pt idx="67">
                  <c:v>138.17699999999999</c:v>
                </c:pt>
                <c:pt idx="68">
                  <c:v>138.1748</c:v>
                </c:pt>
                <c:pt idx="69">
                  <c:v>138.16820000000001</c:v>
                </c:pt>
                <c:pt idx="70">
                  <c:v>138.1661</c:v>
                </c:pt>
                <c:pt idx="71">
                  <c:v>138.16390000000001</c:v>
                </c:pt>
                <c:pt idx="72">
                  <c:v>138.1617</c:v>
                </c:pt>
                <c:pt idx="73">
                  <c:v>138.15950000000001</c:v>
                </c:pt>
                <c:pt idx="74">
                  <c:v>138.15289999999999</c:v>
                </c:pt>
                <c:pt idx="75">
                  <c:v>187.33670000000001</c:v>
                </c:pt>
                <c:pt idx="76">
                  <c:v>199.43450000000001</c:v>
                </c:pt>
                <c:pt idx="77">
                  <c:v>207.9323</c:v>
                </c:pt>
                <c:pt idx="78">
                  <c:v>223.52359999999999</c:v>
                </c:pt>
                <c:pt idx="79">
                  <c:v>202.2414</c:v>
                </c:pt>
                <c:pt idx="80">
                  <c:v>218.91919999999999</c:v>
                </c:pt>
                <c:pt idx="81">
                  <c:v>224.417</c:v>
                </c:pt>
                <c:pt idx="82">
                  <c:v>235.0848</c:v>
                </c:pt>
                <c:pt idx="83">
                  <c:v>273.40820000000002</c:v>
                </c:pt>
                <c:pt idx="84">
                  <c:v>325.43599999999998</c:v>
                </c:pt>
                <c:pt idx="85">
                  <c:v>399.40379999999999</c:v>
                </c:pt>
                <c:pt idx="86">
                  <c:v>527.39160000000004</c:v>
                </c:pt>
                <c:pt idx="87">
                  <c:v>385.39949999999999</c:v>
                </c:pt>
                <c:pt idx="88">
                  <c:v>415.8929</c:v>
                </c:pt>
                <c:pt idx="89">
                  <c:v>465.39069999999998</c:v>
                </c:pt>
                <c:pt idx="90">
                  <c:v>532.38850000000002</c:v>
                </c:pt>
                <c:pt idx="91">
                  <c:v>618.38630000000001</c:v>
                </c:pt>
                <c:pt idx="92">
                  <c:v>589.38509999999997</c:v>
                </c:pt>
                <c:pt idx="93">
                  <c:v>516.37750000000005</c:v>
                </c:pt>
                <c:pt idx="94">
                  <c:v>532.37530000000004</c:v>
                </c:pt>
                <c:pt idx="95">
                  <c:v>592.38319999999999</c:v>
                </c:pt>
                <c:pt idx="96">
                  <c:v>510.471</c:v>
                </c:pt>
                <c:pt idx="97">
                  <c:v>510.36880000000002</c:v>
                </c:pt>
                <c:pt idx="98">
                  <c:v>511.86219999999997</c:v>
                </c:pt>
                <c:pt idx="99">
                  <c:v>519.86</c:v>
                </c:pt>
                <c:pt idx="100">
                  <c:v>564.25779999999997</c:v>
                </c:pt>
                <c:pt idx="101">
                  <c:v>509.35559999999998</c:v>
                </c:pt>
                <c:pt idx="102">
                  <c:v>501.45440000000002</c:v>
                </c:pt>
                <c:pt idx="103">
                  <c:v>507.35079999999999</c:v>
                </c:pt>
                <c:pt idx="104">
                  <c:v>498.34570000000002</c:v>
                </c:pt>
                <c:pt idx="105">
                  <c:v>499.23250000000002</c:v>
                </c:pt>
                <c:pt idx="106">
                  <c:v>504.87630000000001</c:v>
                </c:pt>
                <c:pt idx="107">
                  <c:v>494.3381</c:v>
                </c:pt>
                <c:pt idx="108">
                  <c:v>466.08049999999997</c:v>
                </c:pt>
                <c:pt idx="109">
                  <c:v>412.32929999999999</c:v>
                </c:pt>
                <c:pt idx="110">
                  <c:v>451.32709999999997</c:v>
                </c:pt>
                <c:pt idx="111">
                  <c:v>383.32490000000001</c:v>
                </c:pt>
                <c:pt idx="112">
                  <c:v>354.3227</c:v>
                </c:pt>
                <c:pt idx="113">
                  <c:v>354.31400000000002</c:v>
                </c:pt>
                <c:pt idx="114">
                  <c:v>354.31180000000001</c:v>
                </c:pt>
                <c:pt idx="115">
                  <c:v>354.30959999999999</c:v>
                </c:pt>
                <c:pt idx="116">
                  <c:v>354.30739999999997</c:v>
                </c:pt>
                <c:pt idx="117">
                  <c:v>354.30079999999998</c:v>
                </c:pt>
                <c:pt idx="118">
                  <c:v>354.29860000000002</c:v>
                </c:pt>
                <c:pt idx="119">
                  <c:v>354.29640000000001</c:v>
                </c:pt>
                <c:pt idx="120">
                  <c:v>354.29419999999999</c:v>
                </c:pt>
                <c:pt idx="121">
                  <c:v>354.2921</c:v>
                </c:pt>
                <c:pt idx="122">
                  <c:v>354.28550000000001</c:v>
                </c:pt>
                <c:pt idx="123">
                  <c:v>354.2833</c:v>
                </c:pt>
                <c:pt idx="124">
                  <c:v>354.28109999999998</c:v>
                </c:pt>
                <c:pt idx="125">
                  <c:v>354.27890000000002</c:v>
                </c:pt>
                <c:pt idx="126">
                  <c:v>354.27670000000001</c:v>
                </c:pt>
                <c:pt idx="127">
                  <c:v>354.27010000000001</c:v>
                </c:pt>
                <c:pt idx="128">
                  <c:v>354.2679</c:v>
                </c:pt>
                <c:pt idx="129">
                  <c:v>354.26580000000001</c:v>
                </c:pt>
                <c:pt idx="130">
                  <c:v>354.2636</c:v>
                </c:pt>
                <c:pt idx="131">
                  <c:v>354.26139999999998</c:v>
                </c:pt>
              </c:numCache>
            </c:numRef>
          </c:val>
          <c:smooth val="0"/>
          <c:extLst>
            <c:ext xmlns:c16="http://schemas.microsoft.com/office/drawing/2014/chart" uri="{C3380CC4-5D6E-409C-BE32-E72D297353CC}">
              <c16:uniqueId val="{00000002-109E-4FFF-AA3F-0A11B3D0FF65}"/>
            </c:ext>
          </c:extLst>
        </c:ser>
        <c:dLbls>
          <c:showLegendKey val="0"/>
          <c:showVal val="0"/>
          <c:showCatName val="0"/>
          <c:showSerName val="0"/>
          <c:showPercent val="0"/>
          <c:showBubbleSize val="0"/>
        </c:dLbls>
        <c:marker val="1"/>
        <c:smooth val="0"/>
        <c:axId val="958775936"/>
        <c:axId val="958773640"/>
      </c:lineChart>
      <c:lineChart>
        <c:grouping val="standard"/>
        <c:varyColors val="0"/>
        <c:ser>
          <c:idx val="4"/>
          <c:order val="2"/>
          <c:tx>
            <c:strRef>
              <c:f>Sheet1!$B$5</c:f>
              <c:strCache>
                <c:ptCount val="1"/>
                <c:pt idx="0">
                  <c:v>正股价格(右)</c:v>
                </c:pt>
              </c:strCache>
            </c:strRef>
          </c:tx>
          <c:spPr>
            <a:ln w="25400" cap="rnd" cmpd="sng" algn="ctr">
              <a:solidFill>
                <a:srgbClr val="C00000"/>
              </a:solidFill>
              <a:prstDash val="solid"/>
              <a:round/>
              <a:headEnd type="none" w="med" len="med"/>
              <a:tailEnd type="none" w="med" len="med"/>
            </a:ln>
          </c:spPr>
          <c:marker>
            <c:symbol val="none"/>
          </c:marker>
          <c:cat>
            <c:numRef>
              <c:f>Sheet1!$A$6:$A$137</c:f>
              <c:numCache>
                <c:formatCode>yyyy\-mm\-dd</c:formatCode>
                <c:ptCount val="132"/>
                <c:pt idx="0">
                  <c:v>42009</c:v>
                </c:pt>
                <c:pt idx="1">
                  <c:v>42010</c:v>
                </c:pt>
                <c:pt idx="2">
                  <c:v>42011</c:v>
                </c:pt>
                <c:pt idx="3">
                  <c:v>42012</c:v>
                </c:pt>
                <c:pt idx="4">
                  <c:v>42013</c:v>
                </c:pt>
                <c:pt idx="5">
                  <c:v>42016</c:v>
                </c:pt>
                <c:pt idx="6">
                  <c:v>42017</c:v>
                </c:pt>
                <c:pt idx="7">
                  <c:v>42018</c:v>
                </c:pt>
                <c:pt idx="8">
                  <c:v>42019</c:v>
                </c:pt>
                <c:pt idx="9">
                  <c:v>42020</c:v>
                </c:pt>
                <c:pt idx="10">
                  <c:v>42023</c:v>
                </c:pt>
                <c:pt idx="11">
                  <c:v>42024</c:v>
                </c:pt>
                <c:pt idx="12">
                  <c:v>42025</c:v>
                </c:pt>
                <c:pt idx="13">
                  <c:v>42026</c:v>
                </c:pt>
                <c:pt idx="14">
                  <c:v>42027</c:v>
                </c:pt>
                <c:pt idx="15">
                  <c:v>42030</c:v>
                </c:pt>
                <c:pt idx="16">
                  <c:v>42031</c:v>
                </c:pt>
                <c:pt idx="17">
                  <c:v>42032</c:v>
                </c:pt>
                <c:pt idx="18">
                  <c:v>42033</c:v>
                </c:pt>
                <c:pt idx="19">
                  <c:v>42034</c:v>
                </c:pt>
                <c:pt idx="20">
                  <c:v>42037</c:v>
                </c:pt>
                <c:pt idx="21">
                  <c:v>42038</c:v>
                </c:pt>
                <c:pt idx="22">
                  <c:v>42039</c:v>
                </c:pt>
                <c:pt idx="23">
                  <c:v>42040</c:v>
                </c:pt>
                <c:pt idx="24">
                  <c:v>42041</c:v>
                </c:pt>
                <c:pt idx="25">
                  <c:v>42044</c:v>
                </c:pt>
                <c:pt idx="26">
                  <c:v>42045</c:v>
                </c:pt>
                <c:pt idx="27">
                  <c:v>42046</c:v>
                </c:pt>
                <c:pt idx="28">
                  <c:v>42047</c:v>
                </c:pt>
                <c:pt idx="29">
                  <c:v>42048</c:v>
                </c:pt>
                <c:pt idx="30">
                  <c:v>42051</c:v>
                </c:pt>
                <c:pt idx="31">
                  <c:v>42052</c:v>
                </c:pt>
                <c:pt idx="32">
                  <c:v>42060</c:v>
                </c:pt>
                <c:pt idx="33">
                  <c:v>42061</c:v>
                </c:pt>
                <c:pt idx="34">
                  <c:v>42062</c:v>
                </c:pt>
                <c:pt idx="35">
                  <c:v>42065</c:v>
                </c:pt>
                <c:pt idx="36">
                  <c:v>42066</c:v>
                </c:pt>
                <c:pt idx="37">
                  <c:v>42067</c:v>
                </c:pt>
                <c:pt idx="38">
                  <c:v>42068</c:v>
                </c:pt>
                <c:pt idx="39">
                  <c:v>42069</c:v>
                </c:pt>
                <c:pt idx="40">
                  <c:v>42072</c:v>
                </c:pt>
                <c:pt idx="41">
                  <c:v>42073</c:v>
                </c:pt>
                <c:pt idx="42">
                  <c:v>42074</c:v>
                </c:pt>
                <c:pt idx="43">
                  <c:v>42075</c:v>
                </c:pt>
                <c:pt idx="44">
                  <c:v>42076</c:v>
                </c:pt>
                <c:pt idx="45">
                  <c:v>42079</c:v>
                </c:pt>
                <c:pt idx="46">
                  <c:v>42080</c:v>
                </c:pt>
                <c:pt idx="47">
                  <c:v>42081</c:v>
                </c:pt>
                <c:pt idx="48">
                  <c:v>42082</c:v>
                </c:pt>
                <c:pt idx="49">
                  <c:v>42083</c:v>
                </c:pt>
                <c:pt idx="50">
                  <c:v>42086</c:v>
                </c:pt>
                <c:pt idx="51">
                  <c:v>42087</c:v>
                </c:pt>
                <c:pt idx="52">
                  <c:v>42088</c:v>
                </c:pt>
                <c:pt idx="53">
                  <c:v>42089</c:v>
                </c:pt>
                <c:pt idx="54">
                  <c:v>42090</c:v>
                </c:pt>
                <c:pt idx="55">
                  <c:v>42093</c:v>
                </c:pt>
                <c:pt idx="56">
                  <c:v>42094</c:v>
                </c:pt>
                <c:pt idx="57">
                  <c:v>42095</c:v>
                </c:pt>
                <c:pt idx="58">
                  <c:v>42096</c:v>
                </c:pt>
                <c:pt idx="59">
                  <c:v>42097</c:v>
                </c:pt>
                <c:pt idx="60">
                  <c:v>42101</c:v>
                </c:pt>
                <c:pt idx="61">
                  <c:v>42102</c:v>
                </c:pt>
                <c:pt idx="62">
                  <c:v>42103</c:v>
                </c:pt>
                <c:pt idx="63">
                  <c:v>42104</c:v>
                </c:pt>
                <c:pt idx="64">
                  <c:v>42107</c:v>
                </c:pt>
                <c:pt idx="65">
                  <c:v>42108</c:v>
                </c:pt>
                <c:pt idx="66">
                  <c:v>42109</c:v>
                </c:pt>
                <c:pt idx="67">
                  <c:v>42110</c:v>
                </c:pt>
                <c:pt idx="68">
                  <c:v>42111</c:v>
                </c:pt>
                <c:pt idx="69">
                  <c:v>42114</c:v>
                </c:pt>
                <c:pt idx="70">
                  <c:v>42115</c:v>
                </c:pt>
                <c:pt idx="71">
                  <c:v>42116</c:v>
                </c:pt>
                <c:pt idx="72">
                  <c:v>42117</c:v>
                </c:pt>
                <c:pt idx="73">
                  <c:v>42118</c:v>
                </c:pt>
                <c:pt idx="74">
                  <c:v>42121</c:v>
                </c:pt>
                <c:pt idx="75">
                  <c:v>42122</c:v>
                </c:pt>
                <c:pt idx="76">
                  <c:v>42123</c:v>
                </c:pt>
                <c:pt idx="77">
                  <c:v>42124</c:v>
                </c:pt>
                <c:pt idx="78">
                  <c:v>42128</c:v>
                </c:pt>
                <c:pt idx="79">
                  <c:v>42129</c:v>
                </c:pt>
                <c:pt idx="80">
                  <c:v>42130</c:v>
                </c:pt>
                <c:pt idx="81">
                  <c:v>42131</c:v>
                </c:pt>
                <c:pt idx="82">
                  <c:v>42132</c:v>
                </c:pt>
                <c:pt idx="83">
                  <c:v>42135</c:v>
                </c:pt>
                <c:pt idx="84">
                  <c:v>42136</c:v>
                </c:pt>
                <c:pt idx="85">
                  <c:v>42137</c:v>
                </c:pt>
                <c:pt idx="86">
                  <c:v>42138</c:v>
                </c:pt>
                <c:pt idx="87">
                  <c:v>42139</c:v>
                </c:pt>
                <c:pt idx="88">
                  <c:v>42142</c:v>
                </c:pt>
                <c:pt idx="89">
                  <c:v>42143</c:v>
                </c:pt>
                <c:pt idx="90">
                  <c:v>42144</c:v>
                </c:pt>
                <c:pt idx="91">
                  <c:v>42145</c:v>
                </c:pt>
                <c:pt idx="92">
                  <c:v>42146</c:v>
                </c:pt>
                <c:pt idx="93">
                  <c:v>42149</c:v>
                </c:pt>
                <c:pt idx="94">
                  <c:v>42150</c:v>
                </c:pt>
                <c:pt idx="95">
                  <c:v>42151</c:v>
                </c:pt>
                <c:pt idx="96">
                  <c:v>42152</c:v>
                </c:pt>
                <c:pt idx="97">
                  <c:v>42153</c:v>
                </c:pt>
                <c:pt idx="98">
                  <c:v>42156</c:v>
                </c:pt>
                <c:pt idx="99">
                  <c:v>42157</c:v>
                </c:pt>
                <c:pt idx="100">
                  <c:v>42158</c:v>
                </c:pt>
                <c:pt idx="101">
                  <c:v>42159</c:v>
                </c:pt>
                <c:pt idx="102">
                  <c:v>42160</c:v>
                </c:pt>
                <c:pt idx="103">
                  <c:v>42163</c:v>
                </c:pt>
                <c:pt idx="104">
                  <c:v>42164</c:v>
                </c:pt>
                <c:pt idx="105">
                  <c:v>42165</c:v>
                </c:pt>
                <c:pt idx="106">
                  <c:v>42166</c:v>
                </c:pt>
                <c:pt idx="107">
                  <c:v>42167</c:v>
                </c:pt>
                <c:pt idx="108">
                  <c:v>42170</c:v>
                </c:pt>
                <c:pt idx="109">
                  <c:v>42171</c:v>
                </c:pt>
                <c:pt idx="110">
                  <c:v>42172</c:v>
                </c:pt>
                <c:pt idx="111">
                  <c:v>42173</c:v>
                </c:pt>
                <c:pt idx="112">
                  <c:v>42174</c:v>
                </c:pt>
                <c:pt idx="113">
                  <c:v>42178</c:v>
                </c:pt>
                <c:pt idx="114">
                  <c:v>42179</c:v>
                </c:pt>
                <c:pt idx="115">
                  <c:v>42180</c:v>
                </c:pt>
                <c:pt idx="116">
                  <c:v>42181</c:v>
                </c:pt>
                <c:pt idx="117">
                  <c:v>42184</c:v>
                </c:pt>
                <c:pt idx="118">
                  <c:v>42185</c:v>
                </c:pt>
                <c:pt idx="119">
                  <c:v>42186</c:v>
                </c:pt>
                <c:pt idx="120">
                  <c:v>42187</c:v>
                </c:pt>
                <c:pt idx="121">
                  <c:v>42188</c:v>
                </c:pt>
                <c:pt idx="122">
                  <c:v>42191</c:v>
                </c:pt>
                <c:pt idx="123">
                  <c:v>42192</c:v>
                </c:pt>
                <c:pt idx="124">
                  <c:v>42193</c:v>
                </c:pt>
                <c:pt idx="125">
                  <c:v>42194</c:v>
                </c:pt>
                <c:pt idx="126">
                  <c:v>42195</c:v>
                </c:pt>
                <c:pt idx="127">
                  <c:v>42198</c:v>
                </c:pt>
                <c:pt idx="128">
                  <c:v>42199</c:v>
                </c:pt>
                <c:pt idx="129">
                  <c:v>42200</c:v>
                </c:pt>
                <c:pt idx="130">
                  <c:v>42201</c:v>
                </c:pt>
                <c:pt idx="131">
                  <c:v>42202</c:v>
                </c:pt>
              </c:numCache>
            </c:numRef>
          </c:cat>
          <c:val>
            <c:numRef>
              <c:f>Sheet1!$B$6:$B$147</c:f>
              <c:numCache>
                <c:formatCode>_(* #,##0.00_);_(* \(#,##0.00\);_(* "-"??_);_(@_)</c:formatCode>
                <c:ptCount val="142"/>
                <c:pt idx="0">
                  <c:v>19.77</c:v>
                </c:pt>
                <c:pt idx="1">
                  <c:v>20.12</c:v>
                </c:pt>
                <c:pt idx="2">
                  <c:v>20.45</c:v>
                </c:pt>
                <c:pt idx="3">
                  <c:v>20.399999999999999</c:v>
                </c:pt>
                <c:pt idx="4">
                  <c:v>20.059999999999999</c:v>
                </c:pt>
                <c:pt idx="5">
                  <c:v>19.739999999999998</c:v>
                </c:pt>
                <c:pt idx="6">
                  <c:v>20.399999999999999</c:v>
                </c:pt>
                <c:pt idx="7">
                  <c:v>20</c:v>
                </c:pt>
                <c:pt idx="8">
                  <c:v>19.86</c:v>
                </c:pt>
                <c:pt idx="9">
                  <c:v>18.850000000000001</c:v>
                </c:pt>
                <c:pt idx="10">
                  <c:v>18.850000000000001</c:v>
                </c:pt>
                <c:pt idx="11">
                  <c:v>18.850000000000001</c:v>
                </c:pt>
                <c:pt idx="12">
                  <c:v>18.850000000000001</c:v>
                </c:pt>
                <c:pt idx="13">
                  <c:v>18.850000000000001</c:v>
                </c:pt>
                <c:pt idx="14">
                  <c:v>18.850000000000001</c:v>
                </c:pt>
                <c:pt idx="15">
                  <c:v>18.850000000000001</c:v>
                </c:pt>
                <c:pt idx="16">
                  <c:v>18.850000000000001</c:v>
                </c:pt>
                <c:pt idx="17">
                  <c:v>18.850000000000001</c:v>
                </c:pt>
                <c:pt idx="18">
                  <c:v>18.850000000000001</c:v>
                </c:pt>
                <c:pt idx="19">
                  <c:v>18.850000000000001</c:v>
                </c:pt>
                <c:pt idx="20">
                  <c:v>18.850000000000001</c:v>
                </c:pt>
                <c:pt idx="21">
                  <c:v>18.850000000000001</c:v>
                </c:pt>
                <c:pt idx="22">
                  <c:v>18.850000000000001</c:v>
                </c:pt>
                <c:pt idx="23">
                  <c:v>18.850000000000001</c:v>
                </c:pt>
                <c:pt idx="24">
                  <c:v>18.850000000000001</c:v>
                </c:pt>
                <c:pt idx="25">
                  <c:v>18.850000000000001</c:v>
                </c:pt>
                <c:pt idx="26">
                  <c:v>18.850000000000001</c:v>
                </c:pt>
                <c:pt idx="27">
                  <c:v>18.850000000000001</c:v>
                </c:pt>
                <c:pt idx="28">
                  <c:v>18.850000000000001</c:v>
                </c:pt>
                <c:pt idx="29">
                  <c:v>18.850000000000001</c:v>
                </c:pt>
                <c:pt idx="30">
                  <c:v>18.850000000000001</c:v>
                </c:pt>
                <c:pt idx="31">
                  <c:v>18.850000000000001</c:v>
                </c:pt>
                <c:pt idx="32">
                  <c:v>18.850000000000001</c:v>
                </c:pt>
                <c:pt idx="33">
                  <c:v>18.850000000000001</c:v>
                </c:pt>
                <c:pt idx="34">
                  <c:v>18.850000000000001</c:v>
                </c:pt>
                <c:pt idx="35">
                  <c:v>18.850000000000001</c:v>
                </c:pt>
                <c:pt idx="36">
                  <c:v>18.850000000000001</c:v>
                </c:pt>
                <c:pt idx="37">
                  <c:v>18.850000000000001</c:v>
                </c:pt>
                <c:pt idx="38">
                  <c:v>18.850000000000001</c:v>
                </c:pt>
                <c:pt idx="39">
                  <c:v>18.850000000000001</c:v>
                </c:pt>
                <c:pt idx="40">
                  <c:v>18.850000000000001</c:v>
                </c:pt>
                <c:pt idx="41">
                  <c:v>18.850000000000001</c:v>
                </c:pt>
                <c:pt idx="42">
                  <c:v>18.850000000000001</c:v>
                </c:pt>
                <c:pt idx="43">
                  <c:v>18.850000000000001</c:v>
                </c:pt>
                <c:pt idx="44">
                  <c:v>18.850000000000001</c:v>
                </c:pt>
                <c:pt idx="45">
                  <c:v>18.850000000000001</c:v>
                </c:pt>
                <c:pt idx="46">
                  <c:v>18.850000000000001</c:v>
                </c:pt>
                <c:pt idx="47">
                  <c:v>18.850000000000001</c:v>
                </c:pt>
                <c:pt idx="48">
                  <c:v>18.850000000000001</c:v>
                </c:pt>
                <c:pt idx="49">
                  <c:v>18.850000000000001</c:v>
                </c:pt>
                <c:pt idx="50">
                  <c:v>18.850000000000001</c:v>
                </c:pt>
                <c:pt idx="51">
                  <c:v>18.850000000000001</c:v>
                </c:pt>
                <c:pt idx="52">
                  <c:v>18.850000000000001</c:v>
                </c:pt>
                <c:pt idx="53">
                  <c:v>18.850000000000001</c:v>
                </c:pt>
                <c:pt idx="54">
                  <c:v>18.850000000000001</c:v>
                </c:pt>
                <c:pt idx="55">
                  <c:v>18.850000000000001</c:v>
                </c:pt>
                <c:pt idx="56">
                  <c:v>18.850000000000001</c:v>
                </c:pt>
                <c:pt idx="57">
                  <c:v>18.850000000000001</c:v>
                </c:pt>
                <c:pt idx="58">
                  <c:v>18.850000000000001</c:v>
                </c:pt>
                <c:pt idx="59">
                  <c:v>18.850000000000001</c:v>
                </c:pt>
                <c:pt idx="60">
                  <c:v>18.850000000000001</c:v>
                </c:pt>
                <c:pt idx="61">
                  <c:v>18.850000000000001</c:v>
                </c:pt>
                <c:pt idx="62">
                  <c:v>18.850000000000001</c:v>
                </c:pt>
                <c:pt idx="63">
                  <c:v>18.850000000000001</c:v>
                </c:pt>
                <c:pt idx="64">
                  <c:v>18.850000000000001</c:v>
                </c:pt>
                <c:pt idx="65">
                  <c:v>18.850000000000001</c:v>
                </c:pt>
                <c:pt idx="66">
                  <c:v>18.850000000000001</c:v>
                </c:pt>
                <c:pt idx="67">
                  <c:v>18.850000000000001</c:v>
                </c:pt>
                <c:pt idx="68">
                  <c:v>18.850000000000001</c:v>
                </c:pt>
                <c:pt idx="69">
                  <c:v>18.850000000000001</c:v>
                </c:pt>
                <c:pt idx="70">
                  <c:v>18.850000000000001</c:v>
                </c:pt>
                <c:pt idx="71">
                  <c:v>18.850000000000001</c:v>
                </c:pt>
                <c:pt idx="72">
                  <c:v>18.850000000000001</c:v>
                </c:pt>
                <c:pt idx="73">
                  <c:v>18.850000000000001</c:v>
                </c:pt>
                <c:pt idx="74">
                  <c:v>18.850000000000001</c:v>
                </c:pt>
                <c:pt idx="75">
                  <c:v>20.74</c:v>
                </c:pt>
                <c:pt idx="76">
                  <c:v>22.81</c:v>
                </c:pt>
                <c:pt idx="77">
                  <c:v>25.09</c:v>
                </c:pt>
                <c:pt idx="78">
                  <c:v>27.6</c:v>
                </c:pt>
                <c:pt idx="79">
                  <c:v>30.36</c:v>
                </c:pt>
                <c:pt idx="80">
                  <c:v>33.4</c:v>
                </c:pt>
                <c:pt idx="81">
                  <c:v>36.74</c:v>
                </c:pt>
                <c:pt idx="82">
                  <c:v>40.409999999999997</c:v>
                </c:pt>
                <c:pt idx="83">
                  <c:v>44.45</c:v>
                </c:pt>
                <c:pt idx="84">
                  <c:v>48.9</c:v>
                </c:pt>
                <c:pt idx="85">
                  <c:v>53.79</c:v>
                </c:pt>
                <c:pt idx="86">
                  <c:v>59.17</c:v>
                </c:pt>
                <c:pt idx="87">
                  <c:v>65.09</c:v>
                </c:pt>
                <c:pt idx="88">
                  <c:v>71.599999999999994</c:v>
                </c:pt>
                <c:pt idx="89">
                  <c:v>78.760000000000005</c:v>
                </c:pt>
                <c:pt idx="90">
                  <c:v>28.84</c:v>
                </c:pt>
                <c:pt idx="91">
                  <c:v>31.72</c:v>
                </c:pt>
                <c:pt idx="92">
                  <c:v>34.89</c:v>
                </c:pt>
                <c:pt idx="93">
                  <c:v>31.45</c:v>
                </c:pt>
                <c:pt idx="94">
                  <c:v>31.14</c:v>
                </c:pt>
                <c:pt idx="95">
                  <c:v>34.25</c:v>
                </c:pt>
                <c:pt idx="96">
                  <c:v>30.83</c:v>
                </c:pt>
                <c:pt idx="97">
                  <c:v>28.95</c:v>
                </c:pt>
                <c:pt idx="98">
                  <c:v>29.61</c:v>
                </c:pt>
                <c:pt idx="99">
                  <c:v>30.16</c:v>
                </c:pt>
                <c:pt idx="100">
                  <c:v>31.8</c:v>
                </c:pt>
                <c:pt idx="101">
                  <c:v>29.58</c:v>
                </c:pt>
                <c:pt idx="102">
                  <c:v>29.04</c:v>
                </c:pt>
                <c:pt idx="103">
                  <c:v>29.57</c:v>
                </c:pt>
                <c:pt idx="104">
                  <c:v>28.72</c:v>
                </c:pt>
                <c:pt idx="105">
                  <c:v>28.85</c:v>
                </c:pt>
                <c:pt idx="106">
                  <c:v>29.18</c:v>
                </c:pt>
                <c:pt idx="107">
                  <c:v>28.51</c:v>
                </c:pt>
                <c:pt idx="108">
                  <c:v>27</c:v>
                </c:pt>
                <c:pt idx="109">
                  <c:v>24.3</c:v>
                </c:pt>
                <c:pt idx="110">
                  <c:v>25.48</c:v>
                </c:pt>
                <c:pt idx="111">
                  <c:v>22.93</c:v>
                </c:pt>
                <c:pt idx="112">
                  <c:v>20.68</c:v>
                </c:pt>
                <c:pt idx="113">
                  <c:v>21.18</c:v>
                </c:pt>
                <c:pt idx="114">
                  <c:v>21.47</c:v>
                </c:pt>
                <c:pt idx="115">
                  <c:v>21.45</c:v>
                </c:pt>
                <c:pt idx="116">
                  <c:v>19.309999999999999</c:v>
                </c:pt>
                <c:pt idx="117">
                  <c:v>17.38</c:v>
                </c:pt>
                <c:pt idx="118">
                  <c:v>18.16</c:v>
                </c:pt>
                <c:pt idx="119">
                  <c:v>17.8</c:v>
                </c:pt>
                <c:pt idx="120">
                  <c:v>16.02</c:v>
                </c:pt>
                <c:pt idx="121">
                  <c:v>14.42</c:v>
                </c:pt>
                <c:pt idx="122">
                  <c:v>14.42</c:v>
                </c:pt>
                <c:pt idx="123">
                  <c:v>14.42</c:v>
                </c:pt>
                <c:pt idx="124">
                  <c:v>14.42</c:v>
                </c:pt>
                <c:pt idx="125">
                  <c:v>14.42</c:v>
                </c:pt>
                <c:pt idx="126">
                  <c:v>14.42</c:v>
                </c:pt>
                <c:pt idx="127">
                  <c:v>14.42</c:v>
                </c:pt>
                <c:pt idx="128">
                  <c:v>14.42</c:v>
                </c:pt>
                <c:pt idx="129">
                  <c:v>15.44</c:v>
                </c:pt>
                <c:pt idx="130">
                  <c:v>15.43</c:v>
                </c:pt>
                <c:pt idx="131">
                  <c:v>16.71</c:v>
                </c:pt>
              </c:numCache>
            </c:numRef>
          </c:val>
          <c:smooth val="0"/>
          <c:extLst>
            <c:ext xmlns:c16="http://schemas.microsoft.com/office/drawing/2014/chart" uri="{C3380CC4-5D6E-409C-BE32-E72D297353CC}">
              <c16:uniqueId val="{00000003-109E-4FFF-AA3F-0A11B3D0FF65}"/>
            </c:ext>
          </c:extLst>
        </c:ser>
        <c:dLbls>
          <c:showLegendKey val="0"/>
          <c:showVal val="0"/>
          <c:showCatName val="0"/>
          <c:showSerName val="0"/>
          <c:showPercent val="0"/>
          <c:showBubbleSize val="0"/>
        </c:dLbls>
        <c:marker val="1"/>
        <c:smooth val="0"/>
        <c:axId val="573523944"/>
        <c:axId val="578269296"/>
      </c:lineChart>
      <c:catAx>
        <c:axId val="958775936"/>
        <c:scaling>
          <c:orientation val="minMax"/>
        </c:scaling>
        <c:delete val="0"/>
        <c:axPos val="b"/>
        <c:numFmt formatCode="yy\-mm" sourceLinked="0"/>
        <c:majorTickMark val="in"/>
        <c:minorTickMark val="none"/>
        <c:tickLblPos val="low"/>
        <c:spPr>
          <a:noFill/>
          <a:ln w="9525" cap="flat" cmpd="sng" algn="ctr">
            <a:solidFill>
              <a:sysClr val="windowText" lastClr="000000"/>
            </a:solidFill>
            <a:round/>
          </a:ln>
          <a:effectLst/>
        </c:spPr>
        <c:txPr>
          <a:bodyPr rot="-5400000" vert="horz"/>
          <a:lstStyle/>
          <a:p>
            <a:pPr>
              <a:defRPr/>
            </a:pPr>
            <a:endParaRPr lang="zh-CN"/>
          </a:p>
        </c:txPr>
        <c:crossAx val="958773640"/>
        <c:crosses val="autoZero"/>
        <c:auto val="0"/>
        <c:lblAlgn val="ctr"/>
        <c:lblOffset val="100"/>
        <c:tickLblSkip val="15"/>
        <c:tickMarkSkip val="15"/>
        <c:noMultiLvlLbl val="0"/>
      </c:catAx>
      <c:valAx>
        <c:axId val="958773640"/>
        <c:scaling>
          <c:orientation val="minMax"/>
          <c:max val="1500"/>
        </c:scaling>
        <c:delete val="0"/>
        <c:axPos val="l"/>
        <c:majorGridlines>
          <c:spPr>
            <a:ln w="1270" cap="flat" cmpd="sng" algn="ctr">
              <a:solidFill>
                <a:schemeClr val="tx1">
                  <a:lumMod val="15000"/>
                  <a:lumOff val="85000"/>
                </a:schemeClr>
              </a:solidFill>
              <a:prstDash val="dash"/>
              <a:round/>
            </a:ln>
            <a:effectLst/>
          </c:spPr>
        </c:majorGridlines>
        <c:numFmt formatCode="#,##0_ " sourceLinked="0"/>
        <c:majorTickMark val="in"/>
        <c:minorTickMark val="none"/>
        <c:tickLblPos val="nextTo"/>
        <c:spPr>
          <a:noFill/>
          <a:ln>
            <a:solidFill>
              <a:sysClr val="windowText" lastClr="000000">
                <a:lumMod val="50000"/>
                <a:lumOff val="50000"/>
              </a:sysClr>
            </a:solidFill>
          </a:ln>
          <a:effectLst/>
        </c:spPr>
        <c:txPr>
          <a:bodyPr rot="-60000000" vert="horz"/>
          <a:lstStyle/>
          <a:p>
            <a:pPr>
              <a:defRPr/>
            </a:pPr>
            <a:endParaRPr lang="zh-CN"/>
          </a:p>
        </c:txPr>
        <c:crossAx val="958775936"/>
        <c:crosses val="autoZero"/>
        <c:crossBetween val="between"/>
        <c:majorUnit val="300"/>
      </c:valAx>
      <c:valAx>
        <c:axId val="578269296"/>
        <c:scaling>
          <c:orientation val="minMax"/>
        </c:scaling>
        <c:delete val="0"/>
        <c:axPos val="r"/>
        <c:numFmt formatCode="General" sourceLinked="0"/>
        <c:majorTickMark val="in"/>
        <c:minorTickMark val="none"/>
        <c:tickLblPos val="nextTo"/>
        <c:spPr>
          <a:ln/>
        </c:spPr>
        <c:crossAx val="573523944"/>
        <c:crosses val="max"/>
        <c:crossBetween val="between"/>
        <c:majorUnit val="20"/>
      </c:valAx>
      <c:dateAx>
        <c:axId val="573523944"/>
        <c:scaling>
          <c:orientation val="minMax"/>
        </c:scaling>
        <c:delete val="1"/>
        <c:axPos val="b"/>
        <c:numFmt formatCode="yyyy\-mm\-dd" sourceLinked="1"/>
        <c:majorTickMark val="out"/>
        <c:minorTickMark val="none"/>
        <c:tickLblPos val="nextTo"/>
        <c:crossAx val="578269296"/>
        <c:crosses val="autoZero"/>
        <c:auto val="1"/>
        <c:lblOffset val="100"/>
        <c:baseTimeUnit val="days"/>
      </c:dateAx>
    </c:plotArea>
    <c:legend>
      <c:legendPos val="r"/>
      <c:layout>
        <c:manualLayout>
          <c:xMode val="edge"/>
          <c:yMode val="edge"/>
          <c:x val="0.12380086060971447"/>
          <c:y val="7.5220513901201297E-2"/>
          <c:w val="0.43446784970137042"/>
          <c:h val="0.40567836236118709"/>
        </c:manualLayout>
      </c:layout>
      <c:overlay val="0"/>
      <c:spPr>
        <a:noFill/>
        <a:ln>
          <a:noFill/>
        </a:ln>
        <a:effectLst/>
      </c:spPr>
      <c:txPr>
        <a:bodyPr rot="0" vert="horz"/>
        <a:lstStyle/>
        <a:p>
          <a:pPr>
            <a:defRPr/>
          </a:pPr>
          <a:endParaRPr lang="zh-CN"/>
        </a:p>
      </c:txPr>
    </c:legend>
    <c:plotVisOnly val="1"/>
    <c:dispBlanksAs val="gap"/>
    <c:showDLblsOverMax val="0"/>
  </c:chart>
  <c:spPr>
    <a:ln>
      <a:noFill/>
    </a:ln>
  </c:spPr>
  <c:txPr>
    <a:bodyPr/>
    <a:lstStyle/>
    <a:p>
      <a:pPr>
        <a:defRPr sz="1800" b="1">
          <a:solidFill>
            <a:sysClr val="windowText" lastClr="000000"/>
          </a:solidFill>
          <a:latin typeface="微软雅黑" panose="020B0503020204020204" pitchFamily="34" charset="-122"/>
          <a:ea typeface="微软雅黑" panose="020B0503020204020204" pitchFamily="34" charset="-122"/>
        </a:defRPr>
      </a:pPr>
      <a:endParaRPr lang="zh-CN"/>
    </a:p>
  </c:txPr>
  <c:externalData r:id="rId2">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9.8509449611004912E-2"/>
          <c:y val="5.1716045452763947E-2"/>
          <c:w val="0.82468109096042397"/>
          <c:h val="0.79470263025632437"/>
        </c:manualLayout>
      </c:layout>
      <c:scatterChart>
        <c:scatterStyle val="lineMarker"/>
        <c:varyColors val="0"/>
        <c:ser>
          <c:idx val="2"/>
          <c:order val="0"/>
          <c:tx>
            <c:strRef>
              <c:f>Sheet1!$E$5</c:f>
              <c:strCache>
                <c:ptCount val="1"/>
                <c:pt idx="0">
                  <c:v>按转股价行权后的价值</c:v>
                </c:pt>
              </c:strCache>
            </c:strRef>
          </c:tx>
          <c:spPr>
            <a:ln w="12700" cap="rnd">
              <a:noFill/>
              <a:round/>
            </a:ln>
            <a:effectLst/>
          </c:spPr>
          <c:marker>
            <c:symbol val="circle"/>
            <c:size val="10"/>
            <c:spPr>
              <a:solidFill>
                <a:schemeClr val="bg2">
                  <a:lumMod val="75000"/>
                </a:schemeClr>
              </a:solidFill>
              <a:ln w="1270">
                <a:noFill/>
              </a:ln>
              <a:effectLst/>
            </c:spPr>
          </c:marker>
          <c:xVal>
            <c:numRef>
              <c:f>Sheet1!$E$6:$E$215</c:f>
              <c:numCache>
                <c:formatCode>_(* #,##0.00_);_(* \(#,##0.00\);_(* "-"??_);_(@_)</c:formatCode>
                <c:ptCount val="210"/>
                <c:pt idx="0">
                  <c:v>129.44693142857142</c:v>
                </c:pt>
                <c:pt idx="1">
                  <c:v>140.47227257142859</c:v>
                </c:pt>
                <c:pt idx="2">
                  <c:v>140.46977211428572</c:v>
                </c:pt>
                <c:pt idx="3">
                  <c:v>145.6341936</c:v>
                </c:pt>
                <c:pt idx="4">
                  <c:v>140.8108416</c:v>
                </c:pt>
                <c:pt idx="5">
                  <c:v>138.40111571428571</c:v>
                </c:pt>
                <c:pt idx="6">
                  <c:v>129.91090057142858</c:v>
                </c:pt>
                <c:pt idx="7">
                  <c:v>131.36390142857144</c:v>
                </c:pt>
                <c:pt idx="8">
                  <c:v>128.96452440000002</c:v>
                </c:pt>
                <c:pt idx="9">
                  <c:v>134.86518771428572</c:v>
                </c:pt>
                <c:pt idx="10">
                  <c:v>139.48478571428569</c:v>
                </c:pt>
                <c:pt idx="11">
                  <c:v>140.31274988571428</c:v>
                </c:pt>
                <c:pt idx="12">
                  <c:v>145.609488</c:v>
                </c:pt>
                <c:pt idx="13">
                  <c:v>143.79241239999999</c:v>
                </c:pt>
                <c:pt idx="14">
                  <c:v>145.36554240000001</c:v>
                </c:pt>
                <c:pt idx="15">
                  <c:v>142.32714697142856</c:v>
                </c:pt>
                <c:pt idx="16">
                  <c:v>141.30977142857142</c:v>
                </c:pt>
                <c:pt idx="17">
                  <c:v>142.59063</c:v>
                </c:pt>
                <c:pt idx="18">
                  <c:v>145.4714496</c:v>
                </c:pt>
                <c:pt idx="19">
                  <c:v>139.94347011428573</c:v>
                </c:pt>
                <c:pt idx="20">
                  <c:v>133.74183142857143</c:v>
                </c:pt>
                <c:pt idx="21">
                  <c:v>139.55432297142855</c:v>
                </c:pt>
                <c:pt idx="22">
                  <c:v>138.78566742857143</c:v>
                </c:pt>
                <c:pt idx="23">
                  <c:v>146.31046022857143</c:v>
                </c:pt>
                <c:pt idx="24">
                  <c:v>139.13143200000002</c:v>
                </c:pt>
                <c:pt idx="25">
                  <c:v>140.12923519999998</c:v>
                </c:pt>
                <c:pt idx="26">
                  <c:v>139.04109771428571</c:v>
                </c:pt>
                <c:pt idx="27">
                  <c:v>134.36624731428572</c:v>
                </c:pt>
                <c:pt idx="28">
                  <c:v>126.04550399999999</c:v>
                </c:pt>
                <c:pt idx="29">
                  <c:v>126.29229817142858</c:v>
                </c:pt>
                <c:pt idx="30">
                  <c:v>126.01803325714286</c:v>
                </c:pt>
                <c:pt idx="31">
                  <c:v>136.07763360000001</c:v>
                </c:pt>
                <c:pt idx="32">
                  <c:v>143.94400057142857</c:v>
                </c:pt>
                <c:pt idx="33">
                  <c:v>152.47455817142858</c:v>
                </c:pt>
                <c:pt idx="34">
                  <c:v>153.56675199999998</c:v>
                </c:pt>
                <c:pt idx="35">
                  <c:v>169.08489428571428</c:v>
                </c:pt>
                <c:pt idx="36">
                  <c:v>163.66337691428572</c:v>
                </c:pt>
                <c:pt idx="37">
                  <c:v>165.99003457142859</c:v>
                </c:pt>
                <c:pt idx="38">
                  <c:v>173.87848748571429</c:v>
                </c:pt>
                <c:pt idx="39">
                  <c:v>169.59365342857143</c:v>
                </c:pt>
                <c:pt idx="40">
                  <c:v>163.29341159999998</c:v>
                </c:pt>
                <c:pt idx="41">
                  <c:v>167.39818542857142</c:v>
                </c:pt>
                <c:pt idx="42">
                  <c:v>170.39261885714285</c:v>
                </c:pt>
                <c:pt idx="43">
                  <c:v>166.88635714285715</c:v>
                </c:pt>
                <c:pt idx="44">
                  <c:v>163.09819885714285</c:v>
                </c:pt>
                <c:pt idx="45">
                  <c:v>171.25801348571429</c:v>
                </c:pt>
                <c:pt idx="46">
                  <c:v>175.3039436571429</c:v>
                </c:pt>
                <c:pt idx="47">
                  <c:v>174.6384393142857</c:v>
                </c:pt>
                <c:pt idx="48">
                  <c:v>186.43815359999999</c:v>
                </c:pt>
                <c:pt idx="49">
                  <c:v>198.20526685714285</c:v>
                </c:pt>
                <c:pt idx="50">
                  <c:v>199.07109485714284</c:v>
                </c:pt>
                <c:pt idx="51">
                  <c:v>201.28998102857139</c:v>
                </c:pt>
                <c:pt idx="52">
                  <c:v>194.09786668571431</c:v>
                </c:pt>
                <c:pt idx="53">
                  <c:v>189.30243714285712</c:v>
                </c:pt>
                <c:pt idx="54">
                  <c:v>183.30346514285711</c:v>
                </c:pt>
                <c:pt idx="55">
                  <c:v>145.33804388571428</c:v>
                </c:pt>
                <c:pt idx="56">
                  <c:v>145.33541897142857</c:v>
                </c:pt>
                <c:pt idx="57">
                  <c:v>145.33279405714285</c:v>
                </c:pt>
                <c:pt idx="58">
                  <c:v>145.33016914285716</c:v>
                </c:pt>
                <c:pt idx="59">
                  <c:v>145.32754422857141</c:v>
                </c:pt>
                <c:pt idx="60">
                  <c:v>145.3197888</c:v>
                </c:pt>
                <c:pt idx="61">
                  <c:v>130.28621920000001</c:v>
                </c:pt>
                <c:pt idx="62">
                  <c:v>140.26991154285713</c:v>
                </c:pt>
                <c:pt idx="63">
                  <c:v>137.49751440000003</c:v>
                </c:pt>
                <c:pt idx="64">
                  <c:v>135.46508</c:v>
                </c:pt>
                <c:pt idx="65">
                  <c:v>151.86398994285713</c:v>
                </c:pt>
                <c:pt idx="66">
                  <c:v>147.68592274285714</c:v>
                </c:pt>
                <c:pt idx="67">
                  <c:v>144.08887542857144</c:v>
                </c:pt>
                <c:pt idx="68">
                  <c:v>144.30589714285713</c:v>
                </c:pt>
                <c:pt idx="69">
                  <c:v>144.21940342857144</c:v>
                </c:pt>
                <c:pt idx="70">
                  <c:v>134.47938914285717</c:v>
                </c:pt>
                <c:pt idx="71">
                  <c:v>133.77400571428572</c:v>
                </c:pt>
                <c:pt idx="72">
                  <c:v>140.24342365714287</c:v>
                </c:pt>
                <c:pt idx="73">
                  <c:v>148.09839571428572</c:v>
                </c:pt>
                <c:pt idx="74">
                  <c:v>163.24055125714287</c:v>
                </c:pt>
                <c:pt idx="75">
                  <c:v>164.26086000000001</c:v>
                </c:pt>
                <c:pt idx="76">
                  <c:v>155.20331057142857</c:v>
                </c:pt>
                <c:pt idx="77">
                  <c:v>154.38878</c:v>
                </c:pt>
                <c:pt idx="78">
                  <c:v>149.33060502857143</c:v>
                </c:pt>
                <c:pt idx="79">
                  <c:v>153.69633508571428</c:v>
                </c:pt>
                <c:pt idx="80">
                  <c:v>162.64060285714285</c:v>
                </c:pt>
                <c:pt idx="81">
                  <c:v>166.08840685714284</c:v>
                </c:pt>
                <c:pt idx="82">
                  <c:v>161.13980205714284</c:v>
                </c:pt>
                <c:pt idx="83">
                  <c:v>155.85463199999998</c:v>
                </c:pt>
                <c:pt idx="84">
                  <c:v>161.76360685714283</c:v>
                </c:pt>
                <c:pt idx="85">
                  <c:v>158.7025142857143</c:v>
                </c:pt>
                <c:pt idx="86">
                  <c:v>157.47561428571427</c:v>
                </c:pt>
                <c:pt idx="87">
                  <c:v>149.04888885714286</c:v>
                </c:pt>
                <c:pt idx="88">
                  <c:v>149.04177971428572</c:v>
                </c:pt>
                <c:pt idx="89">
                  <c:v>149.03941</c:v>
                </c:pt>
                <c:pt idx="90">
                  <c:v>149.03704028571431</c:v>
                </c:pt>
                <c:pt idx="91">
                  <c:v>149.03467057142856</c:v>
                </c:pt>
                <c:pt idx="92">
                  <c:v>149.03230085714287</c:v>
                </c:pt>
                <c:pt idx="93">
                  <c:v>149.02529942857143</c:v>
                </c:pt>
                <c:pt idx="94">
                  <c:v>149.02292971428574</c:v>
                </c:pt>
                <c:pt idx="95">
                  <c:v>149.02056000000002</c:v>
                </c:pt>
                <c:pt idx="96">
                  <c:v>149.0181902857143</c:v>
                </c:pt>
                <c:pt idx="97">
                  <c:v>149.01582057142861</c:v>
                </c:pt>
                <c:pt idx="98">
                  <c:v>149.00871142857142</c:v>
                </c:pt>
                <c:pt idx="99">
                  <c:v>149.00634171428572</c:v>
                </c:pt>
                <c:pt idx="100">
                  <c:v>149.00397200000003</c:v>
                </c:pt>
                <c:pt idx="101">
                  <c:v>149.00160228571428</c:v>
                </c:pt>
                <c:pt idx="102">
                  <c:v>148.99923257142859</c:v>
                </c:pt>
                <c:pt idx="103">
                  <c:v>148.99223114285715</c:v>
                </c:pt>
                <c:pt idx="104">
                  <c:v>148.98986142857143</c:v>
                </c:pt>
                <c:pt idx="105">
                  <c:v>148.98749171428571</c:v>
                </c:pt>
                <c:pt idx="106">
                  <c:v>148.98512200000002</c:v>
                </c:pt>
                <c:pt idx="107">
                  <c:v>148.98275228571433</c:v>
                </c:pt>
                <c:pt idx="108">
                  <c:v>148.97564314285714</c:v>
                </c:pt>
                <c:pt idx="109">
                  <c:v>148.97327342857145</c:v>
                </c:pt>
                <c:pt idx="110">
                  <c:v>148.95442342857143</c:v>
                </c:pt>
                <c:pt idx="111">
                  <c:v>148.95205371428574</c:v>
                </c:pt>
                <c:pt idx="112">
                  <c:v>148.94968399999999</c:v>
                </c:pt>
                <c:pt idx="113">
                  <c:v>148.94257485714286</c:v>
                </c:pt>
                <c:pt idx="114">
                  <c:v>148.94031285714289</c:v>
                </c:pt>
                <c:pt idx="115">
                  <c:v>148.93794314285716</c:v>
                </c:pt>
                <c:pt idx="116">
                  <c:v>148.93557342857144</c:v>
                </c:pt>
                <c:pt idx="117">
                  <c:v>148.9332037142857</c:v>
                </c:pt>
                <c:pt idx="118">
                  <c:v>148.92609457142856</c:v>
                </c:pt>
                <c:pt idx="119">
                  <c:v>148.9237248571429</c:v>
                </c:pt>
                <c:pt idx="120">
                  <c:v>148.92135514285715</c:v>
                </c:pt>
                <c:pt idx="121">
                  <c:v>148.91898542857143</c:v>
                </c:pt>
                <c:pt idx="122">
                  <c:v>148.91661571428571</c:v>
                </c:pt>
                <c:pt idx="123">
                  <c:v>148.9096142857143</c:v>
                </c:pt>
                <c:pt idx="124">
                  <c:v>148.90724457142858</c:v>
                </c:pt>
                <c:pt idx="125">
                  <c:v>148.90487485714286</c:v>
                </c:pt>
                <c:pt idx="126">
                  <c:v>148.90250514285717</c:v>
                </c:pt>
                <c:pt idx="127">
                  <c:v>148.90013542857145</c:v>
                </c:pt>
                <c:pt idx="128">
                  <c:v>148.89302628571431</c:v>
                </c:pt>
                <c:pt idx="129">
                  <c:v>148.89065657142856</c:v>
                </c:pt>
                <c:pt idx="130">
                  <c:v>148.88828685714287</c:v>
                </c:pt>
                <c:pt idx="131">
                  <c:v>148.88591714285715</c:v>
                </c:pt>
                <c:pt idx="132">
                  <c:v>148.88354742857143</c:v>
                </c:pt>
                <c:pt idx="133">
                  <c:v>148.87654600000002</c:v>
                </c:pt>
                <c:pt idx="134">
                  <c:v>148.8741762857143</c:v>
                </c:pt>
                <c:pt idx="135">
                  <c:v>148.87180657142858</c:v>
                </c:pt>
                <c:pt idx="136">
                  <c:v>148.86943685714286</c:v>
                </c:pt>
                <c:pt idx="137">
                  <c:v>148.86706714285717</c:v>
                </c:pt>
                <c:pt idx="138">
                  <c:v>148.85758828571429</c:v>
                </c:pt>
                <c:pt idx="139">
                  <c:v>148.85521857142859</c:v>
                </c:pt>
                <c:pt idx="140">
                  <c:v>148.85295657142859</c:v>
                </c:pt>
                <c:pt idx="141">
                  <c:v>148.85058685714287</c:v>
                </c:pt>
                <c:pt idx="142">
                  <c:v>148.84347771428574</c:v>
                </c:pt>
                <c:pt idx="143">
                  <c:v>148.84110799999999</c:v>
                </c:pt>
                <c:pt idx="144">
                  <c:v>148.8387382857143</c:v>
                </c:pt>
                <c:pt idx="145">
                  <c:v>148.83636857142858</c:v>
                </c:pt>
                <c:pt idx="146">
                  <c:v>148.83399885714286</c:v>
                </c:pt>
                <c:pt idx="147">
                  <c:v>148.82688971428573</c:v>
                </c:pt>
                <c:pt idx="148">
                  <c:v>148.82462771428573</c:v>
                </c:pt>
                <c:pt idx="149">
                  <c:v>148.82225800000003</c:v>
                </c:pt>
                <c:pt idx="150">
                  <c:v>148.81988828571428</c:v>
                </c:pt>
                <c:pt idx="151">
                  <c:v>148.81751857142859</c:v>
                </c:pt>
                <c:pt idx="152">
                  <c:v>148.81040942857143</c:v>
                </c:pt>
                <c:pt idx="153">
                  <c:v>222.0207518857143</c:v>
                </c:pt>
                <c:pt idx="154">
                  <c:v>259.9486254285714</c:v>
                </c:pt>
                <c:pt idx="155">
                  <c:v>298.11550897142854</c:v>
                </c:pt>
                <c:pt idx="156">
                  <c:v>352.52864914285715</c:v>
                </c:pt>
                <c:pt idx="157">
                  <c:v>350.85993737142854</c:v>
                </c:pt>
                <c:pt idx="158">
                  <c:v>417.82293028571428</c:v>
                </c:pt>
                <c:pt idx="159">
                  <c:v>471.14746171428573</c:v>
                </c:pt>
                <c:pt idx="160">
                  <c:v>542.84438674285707</c:v>
                </c:pt>
                <c:pt idx="161">
                  <c:v>694.45682800000009</c:v>
                </c:pt>
                <c:pt idx="162">
                  <c:v>909.36116571428556</c:v>
                </c:pt>
                <c:pt idx="163">
                  <c:v>1227.6531658285714</c:v>
                </c:pt>
                <c:pt idx="164">
                  <c:v>1783.1863412571431</c:v>
                </c:pt>
                <c:pt idx="165">
                  <c:v>1433.4659117142858</c:v>
                </c:pt>
                <c:pt idx="166">
                  <c:v>1701.5960937142856</c:v>
                </c:pt>
                <c:pt idx="167">
                  <c:v>2094.5240875428572</c:v>
                </c:pt>
                <c:pt idx="168">
                  <c:v>877.37624800000003</c:v>
                </c:pt>
                <c:pt idx="169">
                  <c:v>1120.8693392</c:v>
                </c:pt>
                <c:pt idx="170">
                  <c:v>1175.0654936571427</c:v>
                </c:pt>
                <c:pt idx="171">
                  <c:v>928.00413571428578</c:v>
                </c:pt>
                <c:pt idx="172">
                  <c:v>947.32381954285722</c:v>
                </c:pt>
                <c:pt idx="173">
                  <c:v>1159.3785485714286</c:v>
                </c:pt>
                <c:pt idx="174">
                  <c:v>899.30405314285713</c:v>
                </c:pt>
                <c:pt idx="175">
                  <c:v>844.29581485714289</c:v>
                </c:pt>
                <c:pt idx="176">
                  <c:v>866.07084239999995</c:v>
                </c:pt>
                <c:pt idx="177">
                  <c:v>895.94157714285723</c:v>
                </c:pt>
                <c:pt idx="178">
                  <c:v>1025.337030857143</c:v>
                </c:pt>
                <c:pt idx="179">
                  <c:v>860.9564941714284</c:v>
                </c:pt>
                <c:pt idx="180">
                  <c:v>832.12775862857143</c:v>
                </c:pt>
                <c:pt idx="181">
                  <c:v>857.2778946285714</c:v>
                </c:pt>
                <c:pt idx="182">
                  <c:v>817.85648594285715</c:v>
                </c:pt>
                <c:pt idx="183">
                  <c:v>823.02043571428578</c:v>
                </c:pt>
                <c:pt idx="184">
                  <c:v>841.84516765714284</c:v>
                </c:pt>
                <c:pt idx="185">
                  <c:v>805.34738462857149</c:v>
                </c:pt>
                <c:pt idx="186">
                  <c:v>719.09562857142851</c:v>
                </c:pt>
                <c:pt idx="187">
                  <c:v>572.54868514285715</c:v>
                </c:pt>
                <c:pt idx="188">
                  <c:v>657.1322576</c:v>
                </c:pt>
                <c:pt idx="189">
                  <c:v>502.26514040000001</c:v>
                </c:pt>
                <c:pt idx="190">
                  <c:v>418.70819634285715</c:v>
                </c:pt>
                <c:pt idx="191">
                  <c:v>428.82117257142858</c:v>
                </c:pt>
                <c:pt idx="192">
                  <c:v>434.68996262857144</c:v>
                </c:pt>
                <c:pt idx="193">
                  <c:v>434.28233828571427</c:v>
                </c:pt>
                <c:pt idx="194">
                  <c:v>390.95290822857135</c:v>
                </c:pt>
                <c:pt idx="195">
                  <c:v>351.87130880000001</c:v>
                </c:pt>
                <c:pt idx="196">
                  <c:v>367.66071862857149</c:v>
                </c:pt>
                <c:pt idx="197">
                  <c:v>360.37005257142863</c:v>
                </c:pt>
                <c:pt idx="198">
                  <c:v>324.33103337142859</c:v>
                </c:pt>
                <c:pt idx="199">
                  <c:v>291.93669040000003</c:v>
                </c:pt>
                <c:pt idx="200">
                  <c:v>291.93125200000003</c:v>
                </c:pt>
                <c:pt idx="201">
                  <c:v>291.92943919999999</c:v>
                </c:pt>
                <c:pt idx="202">
                  <c:v>291.92762639999995</c:v>
                </c:pt>
                <c:pt idx="203">
                  <c:v>291.92581360000003</c:v>
                </c:pt>
                <c:pt idx="204">
                  <c:v>291.92400079999999</c:v>
                </c:pt>
                <c:pt idx="205">
                  <c:v>291.91856240000004</c:v>
                </c:pt>
                <c:pt idx="206">
                  <c:v>291.9167496</c:v>
                </c:pt>
                <c:pt idx="207">
                  <c:v>312.56365440000002</c:v>
                </c:pt>
                <c:pt idx="208">
                  <c:v>312.35927702857146</c:v>
                </c:pt>
                <c:pt idx="209">
                  <c:v>338.26902822857141</c:v>
                </c:pt>
              </c:numCache>
            </c:numRef>
          </c:xVal>
          <c:yVal>
            <c:numRef>
              <c:f>Sheet1!$C$6:$C$215</c:f>
              <c:numCache>
                <c:formatCode>_(* #,##0.00_);_(* \(#,##0.00\);_(* "-"??_);_(@_)</c:formatCode>
                <c:ptCount val="210"/>
                <c:pt idx="0">
                  <c:v>122.4498</c:v>
                </c:pt>
                <c:pt idx="1">
                  <c:v>123.593</c:v>
                </c:pt>
                <c:pt idx="2">
                  <c:v>123.5908</c:v>
                </c:pt>
                <c:pt idx="3">
                  <c:v>123.8386</c:v>
                </c:pt>
                <c:pt idx="4">
                  <c:v>123.0864</c:v>
                </c:pt>
                <c:pt idx="5">
                  <c:v>122.6339</c:v>
                </c:pt>
                <c:pt idx="6">
                  <c:v>120.9277</c:v>
                </c:pt>
                <c:pt idx="7">
                  <c:v>120.6755</c:v>
                </c:pt>
                <c:pt idx="8">
                  <c:v>120.7533</c:v>
                </c:pt>
                <c:pt idx="9">
                  <c:v>121.97110000000001</c:v>
                </c:pt>
                <c:pt idx="10">
                  <c:v>122.66249999999999</c:v>
                </c:pt>
                <c:pt idx="11">
                  <c:v>122.7123</c:v>
                </c:pt>
                <c:pt idx="12">
                  <c:v>124.9101</c:v>
                </c:pt>
                <c:pt idx="13">
                  <c:v>124.3879</c:v>
                </c:pt>
                <c:pt idx="14">
                  <c:v>124.4568</c:v>
                </c:pt>
                <c:pt idx="15">
                  <c:v>125.0992</c:v>
                </c:pt>
                <c:pt idx="16">
                  <c:v>124.895</c:v>
                </c:pt>
                <c:pt idx="17">
                  <c:v>125.0795</c:v>
                </c:pt>
                <c:pt idx="18">
                  <c:v>126.2773</c:v>
                </c:pt>
                <c:pt idx="19">
                  <c:v>123.8751</c:v>
                </c:pt>
                <c:pt idx="20">
                  <c:v>121.2685</c:v>
                </c:pt>
                <c:pt idx="21">
                  <c:v>121.8663</c:v>
                </c:pt>
                <c:pt idx="22">
                  <c:v>122.6641</c:v>
                </c:pt>
                <c:pt idx="23">
                  <c:v>123.9319</c:v>
                </c:pt>
                <c:pt idx="24">
                  <c:v>122.9697</c:v>
                </c:pt>
                <c:pt idx="25">
                  <c:v>123.3532</c:v>
                </c:pt>
                <c:pt idx="26">
                  <c:v>123.45099999999999</c:v>
                </c:pt>
                <c:pt idx="27">
                  <c:v>123.36879999999999</c:v>
                </c:pt>
                <c:pt idx="28">
                  <c:v>121.19759999999999</c:v>
                </c:pt>
                <c:pt idx="29">
                  <c:v>121.6354</c:v>
                </c:pt>
                <c:pt idx="30">
                  <c:v>121.23779999999999</c:v>
                </c:pt>
                <c:pt idx="31">
                  <c:v>123.8356</c:v>
                </c:pt>
                <c:pt idx="32">
                  <c:v>125.0134</c:v>
                </c:pt>
                <c:pt idx="33">
                  <c:v>127.7312</c:v>
                </c:pt>
                <c:pt idx="34">
                  <c:v>127.729</c:v>
                </c:pt>
                <c:pt idx="35">
                  <c:v>130.1225</c:v>
                </c:pt>
                <c:pt idx="36">
                  <c:v>128.3203</c:v>
                </c:pt>
                <c:pt idx="37">
                  <c:v>128.81710000000001</c:v>
                </c:pt>
                <c:pt idx="38">
                  <c:v>131.2149</c:v>
                </c:pt>
                <c:pt idx="39">
                  <c:v>131.61369999999999</c:v>
                </c:pt>
                <c:pt idx="40">
                  <c:v>130.30709999999999</c:v>
                </c:pt>
                <c:pt idx="41">
                  <c:v>129.90989999999999</c:v>
                </c:pt>
                <c:pt idx="42">
                  <c:v>130.21270000000001</c:v>
                </c:pt>
                <c:pt idx="43">
                  <c:v>129.8005</c:v>
                </c:pt>
                <c:pt idx="44">
                  <c:v>128.5684</c:v>
                </c:pt>
                <c:pt idx="45">
                  <c:v>130.1918</c:v>
                </c:pt>
                <c:pt idx="46">
                  <c:v>132.29060000000001</c:v>
                </c:pt>
                <c:pt idx="47">
                  <c:v>132.1874</c:v>
                </c:pt>
                <c:pt idx="48">
                  <c:v>136.2852</c:v>
                </c:pt>
                <c:pt idx="49">
                  <c:v>141.63300000000001</c:v>
                </c:pt>
                <c:pt idx="50">
                  <c:v>142.7764</c:v>
                </c:pt>
                <c:pt idx="51">
                  <c:v>143.54419999999999</c:v>
                </c:pt>
                <c:pt idx="52">
                  <c:v>141.1181</c:v>
                </c:pt>
                <c:pt idx="53">
                  <c:v>140.9699</c:v>
                </c:pt>
                <c:pt idx="54">
                  <c:v>138.26769999999999</c:v>
                </c:pt>
                <c:pt idx="55">
                  <c:v>121.8111</c:v>
                </c:pt>
                <c:pt idx="56">
                  <c:v>121.80889999999999</c:v>
                </c:pt>
                <c:pt idx="57">
                  <c:v>121.80670000000001</c:v>
                </c:pt>
                <c:pt idx="58">
                  <c:v>121.8045</c:v>
                </c:pt>
                <c:pt idx="59">
                  <c:v>121.8023</c:v>
                </c:pt>
                <c:pt idx="60">
                  <c:v>121.7958</c:v>
                </c:pt>
                <c:pt idx="61">
                  <c:v>116.86360000000001</c:v>
                </c:pt>
                <c:pt idx="62">
                  <c:v>121.6414</c:v>
                </c:pt>
                <c:pt idx="63">
                  <c:v>120.25020000000001</c:v>
                </c:pt>
                <c:pt idx="64">
                  <c:v>120.337</c:v>
                </c:pt>
                <c:pt idx="65">
                  <c:v>125.5964</c:v>
                </c:pt>
                <c:pt idx="66">
                  <c:v>125.2182</c:v>
                </c:pt>
                <c:pt idx="67">
                  <c:v>124.706</c:v>
                </c:pt>
                <c:pt idx="68">
                  <c:v>124.7088</c:v>
                </c:pt>
                <c:pt idx="69">
                  <c:v>124.02160000000001</c:v>
                </c:pt>
                <c:pt idx="70">
                  <c:v>123.2141</c:v>
                </c:pt>
                <c:pt idx="71">
                  <c:v>123.2129</c:v>
                </c:pt>
                <c:pt idx="72">
                  <c:v>125.08969999999999</c:v>
                </c:pt>
                <c:pt idx="73">
                  <c:v>127.1075</c:v>
                </c:pt>
                <c:pt idx="74">
                  <c:v>131.7063</c:v>
                </c:pt>
                <c:pt idx="75">
                  <c:v>133.70070000000001</c:v>
                </c:pt>
                <c:pt idx="76">
                  <c:v>131.7835</c:v>
                </c:pt>
                <c:pt idx="77">
                  <c:v>131.7953</c:v>
                </c:pt>
                <c:pt idx="78">
                  <c:v>132.18440000000001</c:v>
                </c:pt>
                <c:pt idx="79">
                  <c:v>133.68219999999999</c:v>
                </c:pt>
                <c:pt idx="80">
                  <c:v>139.179</c:v>
                </c:pt>
                <c:pt idx="81">
                  <c:v>142.4778</c:v>
                </c:pt>
                <c:pt idx="82">
                  <c:v>140.57560000000001</c:v>
                </c:pt>
                <c:pt idx="83">
                  <c:v>138.16900000000001</c:v>
                </c:pt>
                <c:pt idx="84">
                  <c:v>138.76779999999999</c:v>
                </c:pt>
                <c:pt idx="85">
                  <c:v>138.8647</c:v>
                </c:pt>
                <c:pt idx="86">
                  <c:v>138.76249999999999</c:v>
                </c:pt>
                <c:pt idx="87">
                  <c:v>138.37430000000001</c:v>
                </c:pt>
                <c:pt idx="88">
                  <c:v>138.36770000000001</c:v>
                </c:pt>
                <c:pt idx="89">
                  <c:v>138.3655</c:v>
                </c:pt>
                <c:pt idx="90">
                  <c:v>138.36330000000001</c:v>
                </c:pt>
                <c:pt idx="91">
                  <c:v>138.36109999999999</c:v>
                </c:pt>
                <c:pt idx="92">
                  <c:v>138.35890000000001</c:v>
                </c:pt>
                <c:pt idx="93">
                  <c:v>138.35239999999999</c:v>
                </c:pt>
                <c:pt idx="94">
                  <c:v>138.3502</c:v>
                </c:pt>
                <c:pt idx="95">
                  <c:v>138.34800000000001</c:v>
                </c:pt>
                <c:pt idx="96">
                  <c:v>138.3458</c:v>
                </c:pt>
                <c:pt idx="97">
                  <c:v>138.34360000000001</c:v>
                </c:pt>
                <c:pt idx="98">
                  <c:v>138.33699999999999</c:v>
                </c:pt>
                <c:pt idx="99">
                  <c:v>138.3348</c:v>
                </c:pt>
                <c:pt idx="100">
                  <c:v>138.33260000000001</c:v>
                </c:pt>
                <c:pt idx="101">
                  <c:v>138.3304</c:v>
                </c:pt>
                <c:pt idx="102">
                  <c:v>138.32820000000001</c:v>
                </c:pt>
                <c:pt idx="103">
                  <c:v>138.32169999999999</c:v>
                </c:pt>
                <c:pt idx="104">
                  <c:v>138.31950000000001</c:v>
                </c:pt>
                <c:pt idx="105">
                  <c:v>138.31729999999999</c:v>
                </c:pt>
                <c:pt idx="106">
                  <c:v>138.3151</c:v>
                </c:pt>
                <c:pt idx="107">
                  <c:v>138.31290000000001</c:v>
                </c:pt>
                <c:pt idx="108">
                  <c:v>138.30629999999999</c:v>
                </c:pt>
                <c:pt idx="109">
                  <c:v>138.30410000000001</c:v>
                </c:pt>
                <c:pt idx="110">
                  <c:v>138.28659999999999</c:v>
                </c:pt>
                <c:pt idx="111">
                  <c:v>138.28440000000001</c:v>
                </c:pt>
                <c:pt idx="112">
                  <c:v>138.28219999999999</c:v>
                </c:pt>
                <c:pt idx="113">
                  <c:v>138.2756</c:v>
                </c:pt>
                <c:pt idx="114">
                  <c:v>138.27350000000001</c:v>
                </c:pt>
                <c:pt idx="115">
                  <c:v>138.2713</c:v>
                </c:pt>
                <c:pt idx="116">
                  <c:v>138.26910000000001</c:v>
                </c:pt>
                <c:pt idx="117">
                  <c:v>138.26689999999999</c:v>
                </c:pt>
                <c:pt idx="118">
                  <c:v>138.2603</c:v>
                </c:pt>
                <c:pt idx="119">
                  <c:v>138.25810000000001</c:v>
                </c:pt>
                <c:pt idx="120">
                  <c:v>138.2559</c:v>
                </c:pt>
                <c:pt idx="121">
                  <c:v>138.25370000000001</c:v>
                </c:pt>
                <c:pt idx="122">
                  <c:v>138.25149999999999</c:v>
                </c:pt>
                <c:pt idx="123">
                  <c:v>138.245</c:v>
                </c:pt>
                <c:pt idx="124">
                  <c:v>138.24279999999999</c:v>
                </c:pt>
                <c:pt idx="125">
                  <c:v>138.2406</c:v>
                </c:pt>
                <c:pt idx="126">
                  <c:v>138.23840000000001</c:v>
                </c:pt>
                <c:pt idx="127">
                  <c:v>138.2362</c:v>
                </c:pt>
                <c:pt idx="128">
                  <c:v>138.2296</c:v>
                </c:pt>
                <c:pt idx="129">
                  <c:v>138.22739999999999</c:v>
                </c:pt>
                <c:pt idx="130">
                  <c:v>138.2252</c:v>
                </c:pt>
                <c:pt idx="131">
                  <c:v>138.22300000000001</c:v>
                </c:pt>
                <c:pt idx="132">
                  <c:v>138.2208</c:v>
                </c:pt>
                <c:pt idx="133">
                  <c:v>138.21430000000001</c:v>
                </c:pt>
                <c:pt idx="134">
                  <c:v>138.21209999999999</c:v>
                </c:pt>
                <c:pt idx="135">
                  <c:v>138.2099</c:v>
                </c:pt>
                <c:pt idx="136">
                  <c:v>138.20769999999999</c:v>
                </c:pt>
                <c:pt idx="137">
                  <c:v>138.2055</c:v>
                </c:pt>
                <c:pt idx="138">
                  <c:v>138.19669999999999</c:v>
                </c:pt>
                <c:pt idx="139">
                  <c:v>138.19450000000001</c:v>
                </c:pt>
                <c:pt idx="140">
                  <c:v>138.19239999999999</c:v>
                </c:pt>
                <c:pt idx="141">
                  <c:v>138.1902</c:v>
                </c:pt>
                <c:pt idx="142">
                  <c:v>138.18360000000001</c:v>
                </c:pt>
                <c:pt idx="143">
                  <c:v>138.1814</c:v>
                </c:pt>
                <c:pt idx="144">
                  <c:v>138.17920000000001</c:v>
                </c:pt>
                <c:pt idx="145">
                  <c:v>138.17699999999999</c:v>
                </c:pt>
                <c:pt idx="146">
                  <c:v>138.1748</c:v>
                </c:pt>
                <c:pt idx="147">
                  <c:v>138.16820000000001</c:v>
                </c:pt>
                <c:pt idx="148">
                  <c:v>138.1661</c:v>
                </c:pt>
                <c:pt idx="149">
                  <c:v>138.16390000000001</c:v>
                </c:pt>
                <c:pt idx="150">
                  <c:v>138.1617</c:v>
                </c:pt>
                <c:pt idx="151">
                  <c:v>138.15950000000001</c:v>
                </c:pt>
                <c:pt idx="152">
                  <c:v>138.15289999999999</c:v>
                </c:pt>
                <c:pt idx="153">
                  <c:v>187.33670000000001</c:v>
                </c:pt>
                <c:pt idx="154">
                  <c:v>199.43450000000001</c:v>
                </c:pt>
                <c:pt idx="155">
                  <c:v>207.9323</c:v>
                </c:pt>
                <c:pt idx="156">
                  <c:v>223.52359999999999</c:v>
                </c:pt>
                <c:pt idx="157">
                  <c:v>202.2414</c:v>
                </c:pt>
                <c:pt idx="158">
                  <c:v>218.91919999999999</c:v>
                </c:pt>
                <c:pt idx="159">
                  <c:v>224.417</c:v>
                </c:pt>
                <c:pt idx="160">
                  <c:v>235.0848</c:v>
                </c:pt>
                <c:pt idx="161">
                  <c:v>273.40820000000002</c:v>
                </c:pt>
                <c:pt idx="162">
                  <c:v>325.43599999999998</c:v>
                </c:pt>
                <c:pt idx="163">
                  <c:v>399.40379999999999</c:v>
                </c:pt>
                <c:pt idx="164">
                  <c:v>527.39160000000004</c:v>
                </c:pt>
                <c:pt idx="165">
                  <c:v>385.39949999999999</c:v>
                </c:pt>
                <c:pt idx="166">
                  <c:v>415.8929</c:v>
                </c:pt>
                <c:pt idx="167">
                  <c:v>465.39069999999998</c:v>
                </c:pt>
                <c:pt idx="168">
                  <c:v>532.38850000000002</c:v>
                </c:pt>
                <c:pt idx="169">
                  <c:v>618.38630000000001</c:v>
                </c:pt>
                <c:pt idx="170">
                  <c:v>589.38509999999997</c:v>
                </c:pt>
                <c:pt idx="171">
                  <c:v>516.37750000000005</c:v>
                </c:pt>
                <c:pt idx="172">
                  <c:v>532.37530000000004</c:v>
                </c:pt>
                <c:pt idx="173">
                  <c:v>592.38319999999999</c:v>
                </c:pt>
                <c:pt idx="174">
                  <c:v>510.471</c:v>
                </c:pt>
                <c:pt idx="175">
                  <c:v>510.36880000000002</c:v>
                </c:pt>
                <c:pt idx="176">
                  <c:v>511.86219999999997</c:v>
                </c:pt>
                <c:pt idx="177">
                  <c:v>519.86</c:v>
                </c:pt>
                <c:pt idx="178">
                  <c:v>564.25779999999997</c:v>
                </c:pt>
                <c:pt idx="179">
                  <c:v>509.35559999999998</c:v>
                </c:pt>
                <c:pt idx="180">
                  <c:v>501.45440000000002</c:v>
                </c:pt>
                <c:pt idx="181">
                  <c:v>507.35079999999999</c:v>
                </c:pt>
                <c:pt idx="182">
                  <c:v>498.34570000000002</c:v>
                </c:pt>
                <c:pt idx="183">
                  <c:v>499.23250000000002</c:v>
                </c:pt>
                <c:pt idx="184">
                  <c:v>504.87630000000001</c:v>
                </c:pt>
                <c:pt idx="185">
                  <c:v>494.3381</c:v>
                </c:pt>
                <c:pt idx="186">
                  <c:v>466.08049999999997</c:v>
                </c:pt>
                <c:pt idx="187">
                  <c:v>412.32929999999999</c:v>
                </c:pt>
                <c:pt idx="188">
                  <c:v>451.32709999999997</c:v>
                </c:pt>
                <c:pt idx="189">
                  <c:v>383.32490000000001</c:v>
                </c:pt>
                <c:pt idx="190">
                  <c:v>354.3227</c:v>
                </c:pt>
                <c:pt idx="191">
                  <c:v>354.31400000000002</c:v>
                </c:pt>
                <c:pt idx="192">
                  <c:v>354.31180000000001</c:v>
                </c:pt>
                <c:pt idx="193">
                  <c:v>354.30959999999999</c:v>
                </c:pt>
                <c:pt idx="194">
                  <c:v>354.30739999999997</c:v>
                </c:pt>
                <c:pt idx="195">
                  <c:v>354.30079999999998</c:v>
                </c:pt>
                <c:pt idx="196">
                  <c:v>354.29860000000002</c:v>
                </c:pt>
                <c:pt idx="197">
                  <c:v>354.29640000000001</c:v>
                </c:pt>
                <c:pt idx="198">
                  <c:v>354.29419999999999</c:v>
                </c:pt>
                <c:pt idx="199">
                  <c:v>354.2921</c:v>
                </c:pt>
                <c:pt idx="200">
                  <c:v>354.28550000000001</c:v>
                </c:pt>
                <c:pt idx="201">
                  <c:v>354.2833</c:v>
                </c:pt>
                <c:pt idx="202">
                  <c:v>354.28109999999998</c:v>
                </c:pt>
                <c:pt idx="203">
                  <c:v>354.27890000000002</c:v>
                </c:pt>
                <c:pt idx="204">
                  <c:v>354.27670000000001</c:v>
                </c:pt>
                <c:pt idx="205">
                  <c:v>354.27010000000001</c:v>
                </c:pt>
                <c:pt idx="206">
                  <c:v>354.2679</c:v>
                </c:pt>
                <c:pt idx="207">
                  <c:v>354.26580000000001</c:v>
                </c:pt>
                <c:pt idx="208">
                  <c:v>354.2636</c:v>
                </c:pt>
                <c:pt idx="209">
                  <c:v>354.26139999999998</c:v>
                </c:pt>
              </c:numCache>
            </c:numRef>
          </c:yVal>
          <c:smooth val="0"/>
          <c:extLst>
            <c:ext xmlns:c16="http://schemas.microsoft.com/office/drawing/2014/chart" uri="{C3380CC4-5D6E-409C-BE32-E72D297353CC}">
              <c16:uniqueId val="{00000000-BD7A-4A25-886A-FAF8889839B7}"/>
            </c:ext>
          </c:extLst>
        </c:ser>
        <c:dLbls>
          <c:showLegendKey val="0"/>
          <c:showVal val="0"/>
          <c:showCatName val="0"/>
          <c:showSerName val="0"/>
          <c:showPercent val="0"/>
          <c:showBubbleSize val="0"/>
        </c:dLbls>
        <c:axId val="729509456"/>
        <c:axId val="728689400"/>
      </c:scatterChart>
      <c:scatterChart>
        <c:scatterStyle val="smoothMarker"/>
        <c:varyColors val="0"/>
        <c:ser>
          <c:idx val="0"/>
          <c:order val="1"/>
          <c:tx>
            <c:v>普通债价值(右)</c:v>
          </c:tx>
          <c:spPr>
            <a:ln w="12700" cap="rnd">
              <a:noFill/>
              <a:round/>
            </a:ln>
            <a:effectLst/>
          </c:spPr>
          <c:marker>
            <c:symbol val="circle"/>
            <c:size val="10"/>
            <c:spPr>
              <a:solidFill>
                <a:schemeClr val="accent5">
                  <a:lumMod val="20000"/>
                  <a:lumOff val="80000"/>
                </a:schemeClr>
              </a:solidFill>
              <a:ln w="9525">
                <a:solidFill>
                  <a:schemeClr val="accent1"/>
                </a:solidFill>
              </a:ln>
              <a:effectLst/>
            </c:spPr>
          </c:marker>
          <c:xVal>
            <c:numRef>
              <c:f>Sheet1!$F$6:$F$215</c:f>
              <c:numCache>
                <c:formatCode>_(* #,##0.00_);_(* \(#,##0.00\);_(* "-"??_);_(@_)</c:formatCode>
                <c:ptCount val="210"/>
                <c:pt idx="0">
                  <c:v>110.94693142857142</c:v>
                </c:pt>
                <c:pt idx="1">
                  <c:v>120.58227257142859</c:v>
                </c:pt>
                <c:pt idx="2">
                  <c:v>120.57977211428572</c:v>
                </c:pt>
                <c:pt idx="3">
                  <c:v>125.0541936</c:v>
                </c:pt>
                <c:pt idx="4">
                  <c:v>120.79084160000001</c:v>
                </c:pt>
                <c:pt idx="5">
                  <c:v>118.65111571428571</c:v>
                </c:pt>
                <c:pt idx="6">
                  <c:v>111.11090057142859</c:v>
                </c:pt>
                <c:pt idx="7">
                  <c:v>112.31390142857144</c:v>
                </c:pt>
                <c:pt idx="8">
                  <c:v>110.27452440000002</c:v>
                </c:pt>
                <c:pt idx="9">
                  <c:v>115.51518771428573</c:v>
                </c:pt>
                <c:pt idx="10">
                  <c:v>119.58478571428569</c:v>
                </c:pt>
                <c:pt idx="11">
                  <c:v>120.30274988571428</c:v>
                </c:pt>
                <c:pt idx="12">
                  <c:v>125.20948799999999</c:v>
                </c:pt>
                <c:pt idx="13">
                  <c:v>123.56241239999999</c:v>
                </c:pt>
                <c:pt idx="14">
                  <c:v>124.92554240000001</c:v>
                </c:pt>
                <c:pt idx="15">
                  <c:v>122.41714697142856</c:v>
                </c:pt>
                <c:pt idx="16">
                  <c:v>121.50977142857143</c:v>
                </c:pt>
                <c:pt idx="17">
                  <c:v>122.64063</c:v>
                </c:pt>
                <c:pt idx="18">
                  <c:v>125.3114496</c:v>
                </c:pt>
                <c:pt idx="19">
                  <c:v>120.17347011428573</c:v>
                </c:pt>
                <c:pt idx="20">
                  <c:v>114.44183142857143</c:v>
                </c:pt>
                <c:pt idx="21">
                  <c:v>119.51432297142856</c:v>
                </c:pt>
                <c:pt idx="22">
                  <c:v>118.98566742857143</c:v>
                </c:pt>
                <c:pt idx="23">
                  <c:v>125.65046022857143</c:v>
                </c:pt>
                <c:pt idx="24">
                  <c:v>119.33143200000002</c:v>
                </c:pt>
                <c:pt idx="25">
                  <c:v>120.24923519999999</c:v>
                </c:pt>
                <c:pt idx="26">
                  <c:v>119.3310977142857</c:v>
                </c:pt>
                <c:pt idx="27">
                  <c:v>115.30624731428571</c:v>
                </c:pt>
                <c:pt idx="28">
                  <c:v>107.84550399999999</c:v>
                </c:pt>
                <c:pt idx="29">
                  <c:v>108.12229817142858</c:v>
                </c:pt>
                <c:pt idx="30">
                  <c:v>107.82803325714286</c:v>
                </c:pt>
                <c:pt idx="31">
                  <c:v>116.84763360000001</c:v>
                </c:pt>
                <c:pt idx="32">
                  <c:v>123.79400057142857</c:v>
                </c:pt>
                <c:pt idx="33">
                  <c:v>131.58455817142857</c:v>
                </c:pt>
                <c:pt idx="34">
                  <c:v>132.52675199999999</c:v>
                </c:pt>
                <c:pt idx="35">
                  <c:v>146.34489428571428</c:v>
                </c:pt>
                <c:pt idx="36">
                  <c:v>141.34337691428573</c:v>
                </c:pt>
                <c:pt idx="37">
                  <c:v>143.44003457142858</c:v>
                </c:pt>
                <c:pt idx="38">
                  <c:v>150.68848748571429</c:v>
                </c:pt>
                <c:pt idx="39">
                  <c:v>147.04365342857142</c:v>
                </c:pt>
                <c:pt idx="40">
                  <c:v>141.36341159999998</c:v>
                </c:pt>
                <c:pt idx="41">
                  <c:v>144.84818542857141</c:v>
                </c:pt>
                <c:pt idx="42">
                  <c:v>147.49261885714284</c:v>
                </c:pt>
                <c:pt idx="43">
                  <c:v>144.38635714285715</c:v>
                </c:pt>
                <c:pt idx="44">
                  <c:v>140.89819885714286</c:v>
                </c:pt>
                <c:pt idx="45">
                  <c:v>148.23801348571428</c:v>
                </c:pt>
                <c:pt idx="46">
                  <c:v>152.1139436571429</c:v>
                </c:pt>
                <c:pt idx="47">
                  <c:v>151.5184393142857</c:v>
                </c:pt>
                <c:pt idx="48">
                  <c:v>162.49815359999999</c:v>
                </c:pt>
                <c:pt idx="49">
                  <c:v>173.71526685714284</c:v>
                </c:pt>
                <c:pt idx="50">
                  <c:v>174.67109485714283</c:v>
                </c:pt>
                <c:pt idx="51">
                  <c:v>176.7499810285714</c:v>
                </c:pt>
                <c:pt idx="52">
                  <c:v>170.02786668571432</c:v>
                </c:pt>
                <c:pt idx="53">
                  <c:v>165.80243714285712</c:v>
                </c:pt>
                <c:pt idx="54">
                  <c:v>160.10346514285712</c:v>
                </c:pt>
                <c:pt idx="55">
                  <c:v>124.45804388571429</c:v>
                </c:pt>
                <c:pt idx="56">
                  <c:v>124.45541897142857</c:v>
                </c:pt>
                <c:pt idx="57">
                  <c:v>124.45279405714285</c:v>
                </c:pt>
                <c:pt idx="58">
                  <c:v>124.45016914285716</c:v>
                </c:pt>
                <c:pt idx="59">
                  <c:v>124.44754422857142</c:v>
                </c:pt>
                <c:pt idx="60">
                  <c:v>124.4397888</c:v>
                </c:pt>
                <c:pt idx="61">
                  <c:v>110.7762192</c:v>
                </c:pt>
                <c:pt idx="62">
                  <c:v>120.08991154285712</c:v>
                </c:pt>
                <c:pt idx="63">
                  <c:v>117.48751440000002</c:v>
                </c:pt>
                <c:pt idx="64">
                  <c:v>115.76508</c:v>
                </c:pt>
                <c:pt idx="65">
                  <c:v>130.70398994285713</c:v>
                </c:pt>
                <c:pt idx="66">
                  <c:v>127.04592274285714</c:v>
                </c:pt>
                <c:pt idx="67">
                  <c:v>123.86887542857144</c:v>
                </c:pt>
                <c:pt idx="68">
                  <c:v>124.05589714285713</c:v>
                </c:pt>
                <c:pt idx="69">
                  <c:v>123.86940342857145</c:v>
                </c:pt>
                <c:pt idx="70">
                  <c:v>115.37938914285718</c:v>
                </c:pt>
                <c:pt idx="71">
                  <c:v>114.77400571428572</c:v>
                </c:pt>
                <c:pt idx="72">
                  <c:v>120.62342365714287</c:v>
                </c:pt>
                <c:pt idx="73">
                  <c:v>127.70839571428571</c:v>
                </c:pt>
                <c:pt idx="74">
                  <c:v>141.55055125714287</c:v>
                </c:pt>
                <c:pt idx="75">
                  <c:v>142.76086000000001</c:v>
                </c:pt>
                <c:pt idx="76">
                  <c:v>134.59331057142856</c:v>
                </c:pt>
                <c:pt idx="77">
                  <c:v>133.88878</c:v>
                </c:pt>
                <c:pt idx="78">
                  <c:v>129.56060502857142</c:v>
                </c:pt>
                <c:pt idx="79">
                  <c:v>133.57633508571428</c:v>
                </c:pt>
                <c:pt idx="80">
                  <c:v>142.19060285714286</c:v>
                </c:pt>
                <c:pt idx="81">
                  <c:v>145.68840685714284</c:v>
                </c:pt>
                <c:pt idx="82">
                  <c:v>141.07980205714284</c:v>
                </c:pt>
                <c:pt idx="83">
                  <c:v>136.11463199999997</c:v>
                </c:pt>
                <c:pt idx="84">
                  <c:v>141.36360685714283</c:v>
                </c:pt>
                <c:pt idx="85">
                  <c:v>138.7025142857143</c:v>
                </c:pt>
                <c:pt idx="86">
                  <c:v>137.61561428571429</c:v>
                </c:pt>
                <c:pt idx="87">
                  <c:v>130.19888885714286</c:v>
                </c:pt>
                <c:pt idx="88">
                  <c:v>130.19177971428573</c:v>
                </c:pt>
                <c:pt idx="89">
                  <c:v>130.18941000000001</c:v>
                </c:pt>
                <c:pt idx="90">
                  <c:v>130.18704028571432</c:v>
                </c:pt>
                <c:pt idx="91">
                  <c:v>130.18467057142857</c:v>
                </c:pt>
                <c:pt idx="92">
                  <c:v>130.18230085714288</c:v>
                </c:pt>
                <c:pt idx="93">
                  <c:v>130.17529942857144</c:v>
                </c:pt>
                <c:pt idx="94">
                  <c:v>130.17292971428574</c:v>
                </c:pt>
                <c:pt idx="95">
                  <c:v>130.17056000000002</c:v>
                </c:pt>
                <c:pt idx="96">
                  <c:v>130.1681902857143</c:v>
                </c:pt>
                <c:pt idx="97">
                  <c:v>130.16582057142861</c:v>
                </c:pt>
                <c:pt idx="98">
                  <c:v>130.15871142857142</c:v>
                </c:pt>
                <c:pt idx="99">
                  <c:v>130.15634171428573</c:v>
                </c:pt>
                <c:pt idx="100">
                  <c:v>130.15397200000004</c:v>
                </c:pt>
                <c:pt idx="101">
                  <c:v>130.15160228571429</c:v>
                </c:pt>
                <c:pt idx="102">
                  <c:v>130.1492325714286</c:v>
                </c:pt>
                <c:pt idx="103">
                  <c:v>130.14223114285716</c:v>
                </c:pt>
                <c:pt idx="104">
                  <c:v>130.13986142857144</c:v>
                </c:pt>
                <c:pt idx="105">
                  <c:v>130.13749171428572</c:v>
                </c:pt>
                <c:pt idx="106">
                  <c:v>130.13512200000002</c:v>
                </c:pt>
                <c:pt idx="107">
                  <c:v>130.13275228571433</c:v>
                </c:pt>
                <c:pt idx="108">
                  <c:v>130.12564314285714</c:v>
                </c:pt>
                <c:pt idx="109">
                  <c:v>130.12327342857145</c:v>
                </c:pt>
                <c:pt idx="110">
                  <c:v>130.10442342857144</c:v>
                </c:pt>
                <c:pt idx="111">
                  <c:v>130.10205371428574</c:v>
                </c:pt>
                <c:pt idx="112">
                  <c:v>130.099684</c:v>
                </c:pt>
                <c:pt idx="113">
                  <c:v>130.09257485714286</c:v>
                </c:pt>
                <c:pt idx="114">
                  <c:v>130.09031285714289</c:v>
                </c:pt>
                <c:pt idx="115">
                  <c:v>130.08794314285717</c:v>
                </c:pt>
                <c:pt idx="116">
                  <c:v>130.08557342857145</c:v>
                </c:pt>
                <c:pt idx="117">
                  <c:v>130.0832037142857</c:v>
                </c:pt>
                <c:pt idx="118">
                  <c:v>130.07609457142857</c:v>
                </c:pt>
                <c:pt idx="119">
                  <c:v>130.07372485714291</c:v>
                </c:pt>
                <c:pt idx="120">
                  <c:v>130.07135514285716</c:v>
                </c:pt>
                <c:pt idx="121">
                  <c:v>130.06898542857144</c:v>
                </c:pt>
                <c:pt idx="122">
                  <c:v>130.06661571428572</c:v>
                </c:pt>
                <c:pt idx="123">
                  <c:v>130.0596142857143</c:v>
                </c:pt>
                <c:pt idx="124">
                  <c:v>130.05724457142858</c:v>
                </c:pt>
                <c:pt idx="125">
                  <c:v>130.05487485714286</c:v>
                </c:pt>
                <c:pt idx="126">
                  <c:v>130.05250514285717</c:v>
                </c:pt>
                <c:pt idx="127">
                  <c:v>130.05013542857145</c:v>
                </c:pt>
                <c:pt idx="128">
                  <c:v>130.04302628571432</c:v>
                </c:pt>
                <c:pt idx="129">
                  <c:v>130.04065657142857</c:v>
                </c:pt>
                <c:pt idx="130">
                  <c:v>130.03828685714288</c:v>
                </c:pt>
                <c:pt idx="131">
                  <c:v>130.03591714285716</c:v>
                </c:pt>
                <c:pt idx="132">
                  <c:v>130.03354742857144</c:v>
                </c:pt>
                <c:pt idx="133">
                  <c:v>130.02654600000002</c:v>
                </c:pt>
                <c:pt idx="134">
                  <c:v>130.0241762857143</c:v>
                </c:pt>
                <c:pt idx="135">
                  <c:v>130.02180657142858</c:v>
                </c:pt>
                <c:pt idx="136">
                  <c:v>130.01943685714286</c:v>
                </c:pt>
                <c:pt idx="137">
                  <c:v>130.01706714285717</c:v>
                </c:pt>
                <c:pt idx="138">
                  <c:v>130.00758828571429</c:v>
                </c:pt>
                <c:pt idx="139">
                  <c:v>130.0052185714286</c:v>
                </c:pt>
                <c:pt idx="140">
                  <c:v>130.0029565714286</c:v>
                </c:pt>
                <c:pt idx="141">
                  <c:v>130.00058685714288</c:v>
                </c:pt>
                <c:pt idx="142">
                  <c:v>129.99347771428575</c:v>
                </c:pt>
                <c:pt idx="143">
                  <c:v>129.991108</c:v>
                </c:pt>
                <c:pt idx="144">
                  <c:v>129.98873828571431</c:v>
                </c:pt>
                <c:pt idx="145">
                  <c:v>129.98636857142859</c:v>
                </c:pt>
                <c:pt idx="146">
                  <c:v>129.98399885714286</c:v>
                </c:pt>
                <c:pt idx="147">
                  <c:v>129.97688971428573</c:v>
                </c:pt>
                <c:pt idx="148">
                  <c:v>129.97462771428573</c:v>
                </c:pt>
                <c:pt idx="149">
                  <c:v>129.97225800000004</c:v>
                </c:pt>
                <c:pt idx="150">
                  <c:v>129.96988828571429</c:v>
                </c:pt>
                <c:pt idx="151">
                  <c:v>129.9675185714286</c:v>
                </c:pt>
                <c:pt idx="152">
                  <c:v>129.96040942857144</c:v>
                </c:pt>
                <c:pt idx="153">
                  <c:v>201.2807518857143</c:v>
                </c:pt>
                <c:pt idx="154">
                  <c:v>237.1386254285714</c:v>
                </c:pt>
                <c:pt idx="155">
                  <c:v>273.02550897142856</c:v>
                </c:pt>
                <c:pt idx="156">
                  <c:v>324.92864914285713</c:v>
                </c:pt>
                <c:pt idx="157">
                  <c:v>320.49993737142853</c:v>
                </c:pt>
                <c:pt idx="158">
                  <c:v>384.4229302857143</c:v>
                </c:pt>
                <c:pt idx="159">
                  <c:v>434.40746171428572</c:v>
                </c:pt>
                <c:pt idx="160">
                  <c:v>502.4343867428571</c:v>
                </c:pt>
                <c:pt idx="161">
                  <c:v>650.00682800000004</c:v>
                </c:pt>
                <c:pt idx="162">
                  <c:v>860.46116571428558</c:v>
                </c:pt>
                <c:pt idx="163">
                  <c:v>1173.8631658285715</c:v>
                </c:pt>
                <c:pt idx="164">
                  <c:v>1724.016341257143</c:v>
                </c:pt>
                <c:pt idx="165">
                  <c:v>1368.3759117142858</c:v>
                </c:pt>
                <c:pt idx="166">
                  <c:v>1629.9960937142857</c:v>
                </c:pt>
                <c:pt idx="167">
                  <c:v>2015.7640875428572</c:v>
                </c:pt>
                <c:pt idx="168">
                  <c:v>848.536248</c:v>
                </c:pt>
                <c:pt idx="169">
                  <c:v>1089.1493392</c:v>
                </c:pt>
                <c:pt idx="170">
                  <c:v>1140.1754936571426</c:v>
                </c:pt>
                <c:pt idx="171">
                  <c:v>896.55413571428574</c:v>
                </c:pt>
                <c:pt idx="172">
                  <c:v>916.18381954285724</c:v>
                </c:pt>
                <c:pt idx="173">
                  <c:v>1125.1285485714286</c:v>
                </c:pt>
                <c:pt idx="174">
                  <c:v>868.47405314285709</c:v>
                </c:pt>
                <c:pt idx="175">
                  <c:v>815.34581485714284</c:v>
                </c:pt>
                <c:pt idx="176">
                  <c:v>836.46084239999993</c:v>
                </c:pt>
                <c:pt idx="177">
                  <c:v>865.78157714285726</c:v>
                </c:pt>
                <c:pt idx="178">
                  <c:v>993.53703085714301</c:v>
                </c:pt>
                <c:pt idx="179">
                  <c:v>831.37649417142836</c:v>
                </c:pt>
                <c:pt idx="180">
                  <c:v>803.08775862857146</c:v>
                </c:pt>
                <c:pt idx="181">
                  <c:v>827.70789462857135</c:v>
                </c:pt>
                <c:pt idx="182">
                  <c:v>789.13648594285712</c:v>
                </c:pt>
                <c:pt idx="183">
                  <c:v>794.17043571428576</c:v>
                </c:pt>
                <c:pt idx="184">
                  <c:v>812.66516765714289</c:v>
                </c:pt>
                <c:pt idx="185">
                  <c:v>776.8373846285715</c:v>
                </c:pt>
                <c:pt idx="186">
                  <c:v>692.09562857142851</c:v>
                </c:pt>
                <c:pt idx="187">
                  <c:v>548.2486851428572</c:v>
                </c:pt>
                <c:pt idx="188">
                  <c:v>631.65225759999998</c:v>
                </c:pt>
                <c:pt idx="189">
                  <c:v>479.3351404</c:v>
                </c:pt>
                <c:pt idx="190">
                  <c:v>398.02819634285714</c:v>
                </c:pt>
                <c:pt idx="191">
                  <c:v>407.64117257142857</c:v>
                </c:pt>
                <c:pt idx="192">
                  <c:v>413.21996262857147</c:v>
                </c:pt>
                <c:pt idx="193">
                  <c:v>412.83233828571429</c:v>
                </c:pt>
                <c:pt idx="194">
                  <c:v>371.64290822857134</c:v>
                </c:pt>
                <c:pt idx="195">
                  <c:v>334.49130880000001</c:v>
                </c:pt>
                <c:pt idx="196">
                  <c:v>349.50071862857146</c:v>
                </c:pt>
                <c:pt idx="197">
                  <c:v>342.57005257142862</c:v>
                </c:pt>
                <c:pt idx="198">
                  <c:v>308.31103337142861</c:v>
                </c:pt>
                <c:pt idx="199">
                  <c:v>277.51669040000002</c:v>
                </c:pt>
                <c:pt idx="200">
                  <c:v>277.51125200000001</c:v>
                </c:pt>
                <c:pt idx="201">
                  <c:v>277.50943919999997</c:v>
                </c:pt>
                <c:pt idx="202">
                  <c:v>277.50762639999994</c:v>
                </c:pt>
                <c:pt idx="203">
                  <c:v>277.50581360000001</c:v>
                </c:pt>
                <c:pt idx="204">
                  <c:v>277.50400079999997</c:v>
                </c:pt>
                <c:pt idx="205">
                  <c:v>277.49856240000003</c:v>
                </c:pt>
                <c:pt idx="206">
                  <c:v>277.49674959999999</c:v>
                </c:pt>
                <c:pt idx="207">
                  <c:v>297.12365440000002</c:v>
                </c:pt>
                <c:pt idx="208">
                  <c:v>296.92927702857145</c:v>
                </c:pt>
                <c:pt idx="209">
                  <c:v>321.55902822857144</c:v>
                </c:pt>
              </c:numCache>
            </c:numRef>
          </c:xVal>
          <c:yVal>
            <c:numRef>
              <c:f>Sheet1!$D$6:$D$215</c:f>
              <c:numCache>
                <c:formatCode>_ * #,##0.0000_ ;_ * \-#,##0.0000_ ;_ * "-"??_ ;_ @_ </c:formatCode>
                <c:ptCount val="210"/>
                <c:pt idx="0">
                  <c:v>100.00218579234972</c:v>
                </c:pt>
                <c:pt idx="1">
                  <c:v>100.01092896174863</c:v>
                </c:pt>
                <c:pt idx="2">
                  <c:v>100.01311475409837</c:v>
                </c:pt>
                <c:pt idx="3">
                  <c:v>100.01530054644809</c:v>
                </c:pt>
                <c:pt idx="4">
                  <c:v>100.01748633879781</c:v>
                </c:pt>
                <c:pt idx="5">
                  <c:v>100.024043715847</c:v>
                </c:pt>
                <c:pt idx="6">
                  <c:v>100.02622950819672</c:v>
                </c:pt>
                <c:pt idx="7">
                  <c:v>100.02841530054644</c:v>
                </c:pt>
                <c:pt idx="8">
                  <c:v>100.03060109289618</c:v>
                </c:pt>
                <c:pt idx="9">
                  <c:v>100.0327868852459</c:v>
                </c:pt>
                <c:pt idx="10">
                  <c:v>100.03934426229509</c:v>
                </c:pt>
                <c:pt idx="11">
                  <c:v>100.04153005464481</c:v>
                </c:pt>
                <c:pt idx="12">
                  <c:v>100.04371584699453</c:v>
                </c:pt>
                <c:pt idx="13">
                  <c:v>100.04590163934427</c:v>
                </c:pt>
                <c:pt idx="14">
                  <c:v>100.04808743169399</c:v>
                </c:pt>
                <c:pt idx="15">
                  <c:v>100.05464480874316</c:v>
                </c:pt>
                <c:pt idx="16">
                  <c:v>100.0568306010929</c:v>
                </c:pt>
                <c:pt idx="17">
                  <c:v>100.07431693989071</c:v>
                </c:pt>
                <c:pt idx="18">
                  <c:v>100.07650273224044</c:v>
                </c:pt>
                <c:pt idx="19">
                  <c:v>100.07868852459016</c:v>
                </c:pt>
                <c:pt idx="20">
                  <c:v>100.08524590163934</c:v>
                </c:pt>
                <c:pt idx="21">
                  <c:v>100.08743169398907</c:v>
                </c:pt>
                <c:pt idx="22">
                  <c:v>100.0896174863388</c:v>
                </c:pt>
                <c:pt idx="23">
                  <c:v>100.09180327868853</c:v>
                </c:pt>
                <c:pt idx="24">
                  <c:v>100.09398907103825</c:v>
                </c:pt>
                <c:pt idx="25">
                  <c:v>100.10054644808743</c:v>
                </c:pt>
                <c:pt idx="26">
                  <c:v>100.10273224043716</c:v>
                </c:pt>
                <c:pt idx="27">
                  <c:v>100.10491803278688</c:v>
                </c:pt>
                <c:pt idx="28">
                  <c:v>100.10710382513662</c:v>
                </c:pt>
                <c:pt idx="29">
                  <c:v>100.10928961748634</c:v>
                </c:pt>
                <c:pt idx="30">
                  <c:v>100.11584699453552</c:v>
                </c:pt>
                <c:pt idx="31">
                  <c:v>100.11803278688525</c:v>
                </c:pt>
                <c:pt idx="32">
                  <c:v>100.12021857923497</c:v>
                </c:pt>
                <c:pt idx="33">
                  <c:v>100.12240437158469</c:v>
                </c:pt>
                <c:pt idx="34">
                  <c:v>100.12459016393443</c:v>
                </c:pt>
                <c:pt idx="35">
                  <c:v>100.1311475409836</c:v>
                </c:pt>
                <c:pt idx="36">
                  <c:v>100.13333333333334</c:v>
                </c:pt>
                <c:pt idx="37">
                  <c:v>100.13551912568306</c:v>
                </c:pt>
                <c:pt idx="38">
                  <c:v>100.13770491803278</c:v>
                </c:pt>
                <c:pt idx="39">
                  <c:v>100.13989071038252</c:v>
                </c:pt>
                <c:pt idx="40">
                  <c:v>100.14644808743169</c:v>
                </c:pt>
                <c:pt idx="41">
                  <c:v>100.14863387978141</c:v>
                </c:pt>
                <c:pt idx="42">
                  <c:v>100.15081967213115</c:v>
                </c:pt>
                <c:pt idx="43">
                  <c:v>100.15300546448087</c:v>
                </c:pt>
                <c:pt idx="44">
                  <c:v>100.15519125683061</c:v>
                </c:pt>
                <c:pt idx="45">
                  <c:v>100.16174863387978</c:v>
                </c:pt>
                <c:pt idx="46">
                  <c:v>100.1639344262295</c:v>
                </c:pt>
                <c:pt idx="47">
                  <c:v>100.16612021857924</c:v>
                </c:pt>
                <c:pt idx="48">
                  <c:v>100.16830601092896</c:v>
                </c:pt>
                <c:pt idx="49">
                  <c:v>100.17049180327869</c:v>
                </c:pt>
                <c:pt idx="50">
                  <c:v>100.17704918032787</c:v>
                </c:pt>
                <c:pt idx="51">
                  <c:v>100.17923497267759</c:v>
                </c:pt>
                <c:pt idx="52">
                  <c:v>100.18142076502733</c:v>
                </c:pt>
                <c:pt idx="53">
                  <c:v>100.18360655737705</c:v>
                </c:pt>
                <c:pt idx="54">
                  <c:v>100.18579234972678</c:v>
                </c:pt>
                <c:pt idx="55">
                  <c:v>100.19234972677596</c:v>
                </c:pt>
                <c:pt idx="56">
                  <c:v>100.19453551912568</c:v>
                </c:pt>
                <c:pt idx="57">
                  <c:v>100.19672131147541</c:v>
                </c:pt>
                <c:pt idx="58">
                  <c:v>100.19890710382514</c:v>
                </c:pt>
                <c:pt idx="59">
                  <c:v>100.20109289617487</c:v>
                </c:pt>
                <c:pt idx="60">
                  <c:v>100.20765027322405</c:v>
                </c:pt>
                <c:pt idx="61">
                  <c:v>100.20983606557377</c:v>
                </c:pt>
                <c:pt idx="62">
                  <c:v>100.2120218579235</c:v>
                </c:pt>
                <c:pt idx="63">
                  <c:v>100.21420765027322</c:v>
                </c:pt>
                <c:pt idx="64">
                  <c:v>100.21639344262294</c:v>
                </c:pt>
                <c:pt idx="65">
                  <c:v>100.22295081967214</c:v>
                </c:pt>
                <c:pt idx="66">
                  <c:v>100.22513661202186</c:v>
                </c:pt>
                <c:pt idx="67">
                  <c:v>100.22732240437159</c:v>
                </c:pt>
                <c:pt idx="68">
                  <c:v>100.22950819672131</c:v>
                </c:pt>
                <c:pt idx="69">
                  <c:v>100.23169398907103</c:v>
                </c:pt>
                <c:pt idx="70">
                  <c:v>100.23825136612022</c:v>
                </c:pt>
                <c:pt idx="71">
                  <c:v>100.24043715846994</c:v>
                </c:pt>
                <c:pt idx="72">
                  <c:v>100.24262295081967</c:v>
                </c:pt>
                <c:pt idx="73">
                  <c:v>100.2448087431694</c:v>
                </c:pt>
                <c:pt idx="74">
                  <c:v>100.24699453551912</c:v>
                </c:pt>
                <c:pt idx="75">
                  <c:v>100.25355191256831</c:v>
                </c:pt>
                <c:pt idx="76">
                  <c:v>100.25573770491803</c:v>
                </c:pt>
                <c:pt idx="77">
                  <c:v>100.25792349726775</c:v>
                </c:pt>
                <c:pt idx="78">
                  <c:v>100.26885245901639</c:v>
                </c:pt>
                <c:pt idx="79">
                  <c:v>100.27103825136612</c:v>
                </c:pt>
                <c:pt idx="80">
                  <c:v>100.27322404371584</c:v>
                </c:pt>
                <c:pt idx="81">
                  <c:v>100.27540983606558</c:v>
                </c:pt>
                <c:pt idx="82">
                  <c:v>100.2775956284153</c:v>
                </c:pt>
                <c:pt idx="83">
                  <c:v>100.28415300546447</c:v>
                </c:pt>
                <c:pt idx="84">
                  <c:v>100.28633879781421</c:v>
                </c:pt>
                <c:pt idx="85">
                  <c:v>100.28852459016393</c:v>
                </c:pt>
                <c:pt idx="86">
                  <c:v>100.29071038251367</c:v>
                </c:pt>
                <c:pt idx="87">
                  <c:v>100.29289617486339</c:v>
                </c:pt>
                <c:pt idx="88">
                  <c:v>100.29945355191256</c:v>
                </c:pt>
                <c:pt idx="89">
                  <c:v>100.3016393442623</c:v>
                </c:pt>
                <c:pt idx="90">
                  <c:v>100.30382513661202</c:v>
                </c:pt>
                <c:pt idx="91">
                  <c:v>100.30601092896175</c:v>
                </c:pt>
                <c:pt idx="92">
                  <c:v>100.30819672131148</c:v>
                </c:pt>
                <c:pt idx="93">
                  <c:v>100.31475409836065</c:v>
                </c:pt>
                <c:pt idx="94">
                  <c:v>100.31693989071039</c:v>
                </c:pt>
                <c:pt idx="95">
                  <c:v>100.31912568306011</c:v>
                </c:pt>
                <c:pt idx="96">
                  <c:v>100.32131147540984</c:v>
                </c:pt>
                <c:pt idx="97">
                  <c:v>100.32349726775956</c:v>
                </c:pt>
                <c:pt idx="98">
                  <c:v>100.33005464480874</c:v>
                </c:pt>
                <c:pt idx="99">
                  <c:v>100.33224043715848</c:v>
                </c:pt>
                <c:pt idx="100">
                  <c:v>100.3344262295082</c:v>
                </c:pt>
                <c:pt idx="101">
                  <c:v>100.33661202185792</c:v>
                </c:pt>
                <c:pt idx="102">
                  <c:v>100.33879781420765</c:v>
                </c:pt>
                <c:pt idx="103">
                  <c:v>100.34535519125683</c:v>
                </c:pt>
                <c:pt idx="104">
                  <c:v>100.34754098360656</c:v>
                </c:pt>
                <c:pt idx="105">
                  <c:v>100.34972677595628</c:v>
                </c:pt>
                <c:pt idx="106">
                  <c:v>100.35191256830601</c:v>
                </c:pt>
                <c:pt idx="107">
                  <c:v>100.35409836065574</c:v>
                </c:pt>
                <c:pt idx="108">
                  <c:v>100.36065573770492</c:v>
                </c:pt>
                <c:pt idx="109">
                  <c:v>100.36284153005464</c:v>
                </c:pt>
                <c:pt idx="110">
                  <c:v>100.38032786885246</c:v>
                </c:pt>
                <c:pt idx="111">
                  <c:v>100.38251366120218</c:v>
                </c:pt>
                <c:pt idx="112">
                  <c:v>100.38469945355192</c:v>
                </c:pt>
                <c:pt idx="113">
                  <c:v>100.39125683060109</c:v>
                </c:pt>
                <c:pt idx="114">
                  <c:v>100.39344262295081</c:v>
                </c:pt>
                <c:pt idx="115">
                  <c:v>100.39562841530055</c:v>
                </c:pt>
                <c:pt idx="116">
                  <c:v>100.39781420765027</c:v>
                </c:pt>
                <c:pt idx="117">
                  <c:v>100.4</c:v>
                </c:pt>
                <c:pt idx="118">
                  <c:v>100.40655737704918</c:v>
                </c:pt>
                <c:pt idx="119">
                  <c:v>100.4087431693989</c:v>
                </c:pt>
                <c:pt idx="120">
                  <c:v>100.41092896174864</c:v>
                </c:pt>
                <c:pt idx="121">
                  <c:v>100.41311475409836</c:v>
                </c:pt>
                <c:pt idx="122">
                  <c:v>100.41530054644809</c:v>
                </c:pt>
                <c:pt idx="123">
                  <c:v>100.42185792349727</c:v>
                </c:pt>
                <c:pt idx="124">
                  <c:v>100.42404371584699</c:v>
                </c:pt>
                <c:pt idx="125">
                  <c:v>100.42622950819673</c:v>
                </c:pt>
                <c:pt idx="126">
                  <c:v>100.42841530054645</c:v>
                </c:pt>
                <c:pt idx="127">
                  <c:v>100.43060109289617</c:v>
                </c:pt>
                <c:pt idx="128">
                  <c:v>100.43715846994536</c:v>
                </c:pt>
                <c:pt idx="129">
                  <c:v>100.43934426229508</c:v>
                </c:pt>
                <c:pt idx="130">
                  <c:v>100.44153005464482</c:v>
                </c:pt>
                <c:pt idx="131">
                  <c:v>100.44371584699454</c:v>
                </c:pt>
                <c:pt idx="132">
                  <c:v>100.44590163934426</c:v>
                </c:pt>
                <c:pt idx="133">
                  <c:v>100.45245901639345</c:v>
                </c:pt>
                <c:pt idx="134">
                  <c:v>100.45464480874317</c:v>
                </c:pt>
                <c:pt idx="135">
                  <c:v>100.45683060109289</c:v>
                </c:pt>
                <c:pt idx="136">
                  <c:v>100.45901639344262</c:v>
                </c:pt>
                <c:pt idx="137">
                  <c:v>100.46120218579235</c:v>
                </c:pt>
                <c:pt idx="138">
                  <c:v>100.46994535519126</c:v>
                </c:pt>
                <c:pt idx="139">
                  <c:v>100.47213114754098</c:v>
                </c:pt>
                <c:pt idx="140">
                  <c:v>100.47431693989071</c:v>
                </c:pt>
                <c:pt idx="141">
                  <c:v>100.47650273224043</c:v>
                </c:pt>
                <c:pt idx="142">
                  <c:v>100.48306010928962</c:v>
                </c:pt>
                <c:pt idx="143">
                  <c:v>100.48524590163935</c:v>
                </c:pt>
                <c:pt idx="144">
                  <c:v>100.48743169398907</c:v>
                </c:pt>
                <c:pt idx="145">
                  <c:v>100.4896174863388</c:v>
                </c:pt>
                <c:pt idx="146">
                  <c:v>100.49180327868852</c:v>
                </c:pt>
                <c:pt idx="147">
                  <c:v>100.4983606557377</c:v>
                </c:pt>
                <c:pt idx="148">
                  <c:v>100.50054644808743</c:v>
                </c:pt>
                <c:pt idx="149">
                  <c:v>100.50273224043715</c:v>
                </c:pt>
                <c:pt idx="150">
                  <c:v>100.50491803278689</c:v>
                </c:pt>
                <c:pt idx="151">
                  <c:v>100.50710382513661</c:v>
                </c:pt>
                <c:pt idx="152">
                  <c:v>100.51366120218579</c:v>
                </c:pt>
                <c:pt idx="153">
                  <c:v>100.51584699453552</c:v>
                </c:pt>
                <c:pt idx="154">
                  <c:v>100.51803278688524</c:v>
                </c:pt>
                <c:pt idx="155">
                  <c:v>100.52021857923498</c:v>
                </c:pt>
                <c:pt idx="156">
                  <c:v>100.52896174863388</c:v>
                </c:pt>
                <c:pt idx="157">
                  <c:v>100.53114754098361</c:v>
                </c:pt>
                <c:pt idx="158">
                  <c:v>100.53333333333333</c:v>
                </c:pt>
                <c:pt idx="159">
                  <c:v>100.53551912568307</c:v>
                </c:pt>
                <c:pt idx="160">
                  <c:v>100.53770491803279</c:v>
                </c:pt>
                <c:pt idx="161">
                  <c:v>100.54426229508196</c:v>
                </c:pt>
                <c:pt idx="162">
                  <c:v>100.5464480874317</c:v>
                </c:pt>
                <c:pt idx="163">
                  <c:v>100.54863387978142</c:v>
                </c:pt>
                <c:pt idx="164">
                  <c:v>100.55081967213114</c:v>
                </c:pt>
                <c:pt idx="165">
                  <c:v>100.55300546448088</c:v>
                </c:pt>
                <c:pt idx="166">
                  <c:v>100.55956284153005</c:v>
                </c:pt>
                <c:pt idx="167">
                  <c:v>100.56174863387979</c:v>
                </c:pt>
                <c:pt idx="168">
                  <c:v>100.56393442622951</c:v>
                </c:pt>
                <c:pt idx="169">
                  <c:v>100.56612021857923</c:v>
                </c:pt>
                <c:pt idx="170">
                  <c:v>100.56830601092896</c:v>
                </c:pt>
                <c:pt idx="171">
                  <c:v>100.57486338797814</c:v>
                </c:pt>
                <c:pt idx="172">
                  <c:v>100.57704918032788</c:v>
                </c:pt>
                <c:pt idx="173">
                  <c:v>100.5792349726776</c:v>
                </c:pt>
                <c:pt idx="174">
                  <c:v>100.58142076502732</c:v>
                </c:pt>
                <c:pt idx="175">
                  <c:v>100.58360655737705</c:v>
                </c:pt>
                <c:pt idx="176">
                  <c:v>100.59016393442623</c:v>
                </c:pt>
                <c:pt idx="177">
                  <c:v>100.59234972677595</c:v>
                </c:pt>
                <c:pt idx="178">
                  <c:v>100.59453551912569</c:v>
                </c:pt>
                <c:pt idx="179">
                  <c:v>100.59672131147541</c:v>
                </c:pt>
                <c:pt idx="180">
                  <c:v>100.59890710382514</c:v>
                </c:pt>
                <c:pt idx="181">
                  <c:v>100.60546448087432</c:v>
                </c:pt>
                <c:pt idx="182">
                  <c:v>100.60765027322404</c:v>
                </c:pt>
                <c:pt idx="183">
                  <c:v>100.60983606557377</c:v>
                </c:pt>
                <c:pt idx="184">
                  <c:v>100.61202185792349</c:v>
                </c:pt>
                <c:pt idx="185">
                  <c:v>100.61420765027323</c:v>
                </c:pt>
                <c:pt idx="186">
                  <c:v>100.62076502732241</c:v>
                </c:pt>
                <c:pt idx="187">
                  <c:v>100.62295081967213</c:v>
                </c:pt>
                <c:pt idx="188">
                  <c:v>100.62513661202186</c:v>
                </c:pt>
                <c:pt idx="189">
                  <c:v>100.62732240437158</c:v>
                </c:pt>
                <c:pt idx="190">
                  <c:v>100.62950819672132</c:v>
                </c:pt>
                <c:pt idx="191">
                  <c:v>100.63825136612022</c:v>
                </c:pt>
                <c:pt idx="192">
                  <c:v>100.64043715846995</c:v>
                </c:pt>
                <c:pt idx="193">
                  <c:v>100.64262295081967</c:v>
                </c:pt>
                <c:pt idx="194">
                  <c:v>100.64480874316939</c:v>
                </c:pt>
                <c:pt idx="195">
                  <c:v>100.65136612021858</c:v>
                </c:pt>
                <c:pt idx="196">
                  <c:v>100.6535519125683</c:v>
                </c:pt>
                <c:pt idx="197">
                  <c:v>100.65573770491804</c:v>
                </c:pt>
                <c:pt idx="198">
                  <c:v>100.65792349726776</c:v>
                </c:pt>
                <c:pt idx="199">
                  <c:v>100.66010928961748</c:v>
                </c:pt>
                <c:pt idx="200">
                  <c:v>100.66666666666667</c:v>
                </c:pt>
                <c:pt idx="201">
                  <c:v>100.66885245901639</c:v>
                </c:pt>
                <c:pt idx="202">
                  <c:v>100.67103825136613</c:v>
                </c:pt>
                <c:pt idx="203">
                  <c:v>100.67322404371585</c:v>
                </c:pt>
                <c:pt idx="204">
                  <c:v>100.67540983606557</c:v>
                </c:pt>
                <c:pt idx="205">
                  <c:v>100.68196721311476</c:v>
                </c:pt>
                <c:pt idx="206">
                  <c:v>100.68415300546448</c:v>
                </c:pt>
                <c:pt idx="207">
                  <c:v>100.6863387978142</c:v>
                </c:pt>
                <c:pt idx="208">
                  <c:v>100.68852459016394</c:v>
                </c:pt>
                <c:pt idx="209">
                  <c:v>100.69071038251366</c:v>
                </c:pt>
              </c:numCache>
            </c:numRef>
          </c:yVal>
          <c:smooth val="1"/>
          <c:extLst>
            <c:ext xmlns:c16="http://schemas.microsoft.com/office/drawing/2014/chart" uri="{C3380CC4-5D6E-409C-BE32-E72D297353CC}">
              <c16:uniqueId val="{00000001-BD7A-4A25-886A-FAF8889839B7}"/>
            </c:ext>
          </c:extLst>
        </c:ser>
        <c:dLbls>
          <c:showLegendKey val="0"/>
          <c:showVal val="0"/>
          <c:showCatName val="0"/>
          <c:showSerName val="0"/>
          <c:showPercent val="0"/>
          <c:showBubbleSize val="0"/>
        </c:dLbls>
        <c:axId val="785654720"/>
        <c:axId val="785650128"/>
      </c:scatterChart>
      <c:valAx>
        <c:axId val="729509456"/>
        <c:scaling>
          <c:orientation val="minMax"/>
          <c:max val="1500"/>
        </c:scaling>
        <c:delete val="0"/>
        <c:axPos val="b"/>
        <c:majorGridlines>
          <c:spPr>
            <a:ln w="1270" cap="flat" cmpd="sng" algn="ctr">
              <a:solidFill>
                <a:schemeClr val="tx1">
                  <a:lumMod val="15000"/>
                  <a:lumOff val="85000"/>
                </a:schemeClr>
              </a:solidFill>
              <a:prstDash val="dash"/>
              <a:round/>
            </a:ln>
            <a:effectLst/>
          </c:spPr>
        </c:majorGridlines>
        <c:numFmt formatCode="General" sourceLinked="0"/>
        <c:majorTickMark val="in"/>
        <c:minorTickMark val="none"/>
        <c:tickLblPos val="nextTo"/>
        <c:spPr>
          <a:noFill/>
          <a:ln w="9525" cap="flat" cmpd="sng" algn="ctr">
            <a:solidFill>
              <a:schemeClr val="tx1"/>
            </a:solidFill>
            <a:round/>
          </a:ln>
          <a:effectLst/>
        </c:spPr>
        <c:txPr>
          <a:bodyPr rot="-60000000" spcFirstLastPara="1" vertOverflow="ellipsis" vert="horz" wrap="square" anchor="ctr" anchorCtr="1"/>
          <a:lstStyle/>
          <a:p>
            <a:pPr>
              <a:defRPr sz="1800" b="1" i="0" u="none" strike="noStrike" kern="1200" baseline="0">
                <a:solidFill>
                  <a:sysClr val="windowText" lastClr="000000"/>
                </a:solidFill>
                <a:latin typeface="微软雅黑" panose="020B0503020204020204" pitchFamily="34" charset="-122"/>
                <a:ea typeface="微软雅黑" panose="020B0503020204020204" pitchFamily="34" charset="-122"/>
                <a:cs typeface="+mn-cs"/>
              </a:defRPr>
            </a:pPr>
            <a:endParaRPr lang="zh-CN"/>
          </a:p>
        </c:txPr>
        <c:crossAx val="728689400"/>
        <c:crosses val="autoZero"/>
        <c:crossBetween val="midCat"/>
      </c:valAx>
      <c:valAx>
        <c:axId val="728689400"/>
        <c:scaling>
          <c:orientation val="minMax"/>
          <c:min val="0"/>
        </c:scaling>
        <c:delete val="0"/>
        <c:axPos val="l"/>
        <c:majorGridlines>
          <c:spPr>
            <a:ln w="1270" cap="flat" cmpd="sng" algn="ctr">
              <a:solidFill>
                <a:schemeClr val="tx1">
                  <a:lumMod val="15000"/>
                  <a:lumOff val="85000"/>
                </a:schemeClr>
              </a:solidFill>
              <a:prstDash val="dash"/>
              <a:round/>
            </a:ln>
            <a:effectLst/>
          </c:spPr>
        </c:majorGridlines>
        <c:numFmt formatCode="General" sourceLinked="0"/>
        <c:majorTickMark val="in"/>
        <c:minorTickMark val="none"/>
        <c:tickLblPos val="nextTo"/>
        <c:spPr>
          <a:noFill/>
          <a:ln w="9525" cap="flat" cmpd="sng" algn="ctr">
            <a:solidFill>
              <a:schemeClr val="tx1">
                <a:lumMod val="50000"/>
                <a:lumOff val="50000"/>
              </a:schemeClr>
            </a:solidFill>
            <a:round/>
          </a:ln>
          <a:effectLst/>
        </c:spPr>
        <c:txPr>
          <a:bodyPr rot="-60000000" spcFirstLastPara="1" vertOverflow="ellipsis" vert="horz" wrap="square" anchor="ctr" anchorCtr="1"/>
          <a:lstStyle/>
          <a:p>
            <a:pPr>
              <a:defRPr sz="1800" b="1" i="0" u="none" strike="noStrike" kern="1200" baseline="0">
                <a:solidFill>
                  <a:sysClr val="windowText" lastClr="000000"/>
                </a:solidFill>
                <a:latin typeface="微软雅黑" panose="020B0503020204020204" pitchFamily="34" charset="-122"/>
                <a:ea typeface="微软雅黑" panose="020B0503020204020204" pitchFamily="34" charset="-122"/>
                <a:cs typeface="+mn-cs"/>
              </a:defRPr>
            </a:pPr>
            <a:endParaRPr lang="zh-CN"/>
          </a:p>
        </c:txPr>
        <c:crossAx val="729509456"/>
        <c:crosses val="autoZero"/>
        <c:crossBetween val="midCat"/>
        <c:majorUnit val="200"/>
      </c:valAx>
      <c:valAx>
        <c:axId val="785650128"/>
        <c:scaling>
          <c:orientation val="minMax"/>
          <c:max val="102"/>
          <c:min val="100"/>
        </c:scaling>
        <c:delete val="0"/>
        <c:axPos val="r"/>
        <c:numFmt formatCode="#,##0.0_);[Red]\(#,##0.0\)" sourceLinked="0"/>
        <c:majorTickMark val="in"/>
        <c:minorTickMark val="none"/>
        <c:tickLblPos val="nextTo"/>
        <c:spPr>
          <a:noFill/>
          <a:ln w="9525" cap="flat" cmpd="sng" algn="ctr">
            <a:solidFill>
              <a:schemeClr val="tx1">
                <a:lumMod val="50000"/>
                <a:lumOff val="50000"/>
              </a:schemeClr>
            </a:solidFill>
            <a:round/>
          </a:ln>
          <a:effectLst/>
        </c:spPr>
        <c:txPr>
          <a:bodyPr rot="-60000000" spcFirstLastPara="1" vertOverflow="ellipsis" vert="horz" wrap="square" anchor="ctr" anchorCtr="1"/>
          <a:lstStyle/>
          <a:p>
            <a:pPr>
              <a:defRPr sz="1800" b="1" i="0" u="none" strike="noStrike" kern="1200" baseline="0">
                <a:solidFill>
                  <a:sysClr val="windowText" lastClr="000000"/>
                </a:solidFill>
                <a:latin typeface="微软雅黑" panose="020B0503020204020204" pitchFamily="34" charset="-122"/>
                <a:ea typeface="微软雅黑" panose="020B0503020204020204" pitchFamily="34" charset="-122"/>
                <a:cs typeface="+mn-cs"/>
              </a:defRPr>
            </a:pPr>
            <a:endParaRPr lang="zh-CN"/>
          </a:p>
        </c:txPr>
        <c:crossAx val="785654720"/>
        <c:crosses val="max"/>
        <c:crossBetween val="midCat"/>
        <c:majorUnit val="0.5"/>
      </c:valAx>
      <c:valAx>
        <c:axId val="785654720"/>
        <c:scaling>
          <c:orientation val="minMax"/>
        </c:scaling>
        <c:delete val="1"/>
        <c:axPos val="b"/>
        <c:numFmt formatCode="_(* #,##0.00_);_(* \(#,##0.00\);_(* &quot;-&quot;??_);_(@_)" sourceLinked="1"/>
        <c:majorTickMark val="out"/>
        <c:minorTickMark val="none"/>
        <c:tickLblPos val="nextTo"/>
        <c:crossAx val="785650128"/>
        <c:crosses val="autoZero"/>
        <c:crossBetween val="midCat"/>
      </c:valAx>
      <c:spPr>
        <a:noFill/>
        <a:ln>
          <a:noFill/>
        </a:ln>
        <a:effectLst/>
      </c:spPr>
    </c:plotArea>
    <c:legend>
      <c:legendPos val="r"/>
      <c:layout>
        <c:manualLayout>
          <c:xMode val="edge"/>
          <c:yMode val="edge"/>
          <c:x val="0.10157017664733851"/>
          <c:y val="1.2368449108271505E-2"/>
          <c:w val="0.77747513250593381"/>
          <c:h val="0.19623052437594238"/>
        </c:manualLayout>
      </c:layout>
      <c:overlay val="0"/>
      <c:spPr>
        <a:noFill/>
        <a:ln>
          <a:noFill/>
        </a:ln>
        <a:effectLst/>
      </c:spPr>
      <c:txPr>
        <a:bodyPr rot="0" spcFirstLastPara="1" vertOverflow="ellipsis" vert="horz" wrap="square" anchor="ctr" anchorCtr="1"/>
        <a:lstStyle/>
        <a:p>
          <a:pPr>
            <a:defRPr sz="1800" b="1" i="0" u="none" strike="noStrike" kern="1200" baseline="0">
              <a:solidFill>
                <a:sysClr val="windowText" lastClr="000000"/>
              </a:solidFill>
              <a:latin typeface="微软雅黑" panose="020B0503020204020204" pitchFamily="34" charset="-122"/>
              <a:ea typeface="微软雅黑" panose="020B0503020204020204" pitchFamily="34" charset="-122"/>
              <a:cs typeface="+mn-cs"/>
            </a:defRPr>
          </a:pPr>
          <a:endParaRPr lang="zh-CN"/>
        </a:p>
      </c:txPr>
    </c:legend>
    <c:plotVisOnly val="1"/>
    <c:dispBlanksAs val="gap"/>
    <c:showDLblsOverMax val="0"/>
  </c:chart>
  <c:spPr>
    <a:solidFill>
      <a:schemeClr val="bg1"/>
    </a:solidFill>
    <a:ln>
      <a:noFill/>
    </a:ln>
    <a:effectLst/>
  </c:spPr>
  <c:txPr>
    <a:bodyPr/>
    <a:lstStyle/>
    <a:p>
      <a:pPr>
        <a:defRPr sz="1800" b="1">
          <a:solidFill>
            <a:sysClr val="windowText" lastClr="000000"/>
          </a:solidFill>
          <a:latin typeface="微软雅黑" panose="020B0503020204020204" pitchFamily="34" charset="-122"/>
          <a:ea typeface="微软雅黑" panose="020B0503020204020204" pitchFamily="34" charset="-122"/>
        </a:defRPr>
      </a:pPr>
      <a:endParaRPr lang="zh-CN"/>
    </a:p>
  </c:txPr>
  <c:externalData r:id="rId3">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17022465757475916"/>
          <c:y val="5.1338604813067797E-2"/>
          <c:w val="0.80959257392046113"/>
          <c:h val="0.83758489363034483"/>
        </c:manualLayout>
      </c:layout>
      <c:lineChart>
        <c:grouping val="standard"/>
        <c:varyColors val="0"/>
        <c:ser>
          <c:idx val="1"/>
          <c:order val="0"/>
          <c:tx>
            <c:strRef>
              <c:f>Sheet2!$C$2</c:f>
              <c:strCache>
                <c:ptCount val="1"/>
                <c:pt idx="0">
                  <c:v>到期收益率</c:v>
                </c:pt>
              </c:strCache>
            </c:strRef>
          </c:tx>
          <c:spPr>
            <a:ln w="12700" cap="rnd">
              <a:solidFill>
                <a:srgbClr val="FF0000"/>
              </a:solidFill>
              <a:round/>
            </a:ln>
            <a:effectLst/>
          </c:spPr>
          <c:marker>
            <c:symbol val="none"/>
          </c:marker>
          <c:val>
            <c:numRef>
              <c:f>Sheet2!$C$3:$C$5</c:f>
              <c:numCache>
                <c:formatCode>0.00%</c:formatCode>
                <c:ptCount val="3"/>
                <c:pt idx="0">
                  <c:v>0.05</c:v>
                </c:pt>
                <c:pt idx="1">
                  <c:v>5.0999999999999997E-2</c:v>
                </c:pt>
                <c:pt idx="2">
                  <c:v>5.1999999999999998E-2</c:v>
                </c:pt>
              </c:numCache>
            </c:numRef>
          </c:val>
          <c:smooth val="0"/>
          <c:extLst>
            <c:ext xmlns:c16="http://schemas.microsoft.com/office/drawing/2014/chart" uri="{C3380CC4-5D6E-409C-BE32-E72D297353CC}">
              <c16:uniqueId val="{00000000-A74B-4AD2-B391-54FD85F6AE24}"/>
            </c:ext>
          </c:extLst>
        </c:ser>
        <c:ser>
          <c:idx val="2"/>
          <c:order val="1"/>
          <c:tx>
            <c:strRef>
              <c:f>Sheet2!$D$2</c:f>
              <c:strCache>
                <c:ptCount val="1"/>
                <c:pt idx="0">
                  <c:v>即期收益率</c:v>
                </c:pt>
              </c:strCache>
            </c:strRef>
          </c:tx>
          <c:spPr>
            <a:ln w="12700" cap="rnd">
              <a:solidFill>
                <a:schemeClr val="tx1"/>
              </a:solidFill>
              <a:round/>
            </a:ln>
            <a:effectLst/>
          </c:spPr>
          <c:marker>
            <c:symbol val="none"/>
          </c:marker>
          <c:val>
            <c:numRef>
              <c:f>Sheet2!$D$3:$D$5</c:f>
              <c:numCache>
                <c:formatCode>0.00%</c:formatCode>
                <c:ptCount val="3"/>
                <c:pt idx="0">
                  <c:v>0.05</c:v>
                </c:pt>
                <c:pt idx="1">
                  <c:v>5.1026000000000002E-2</c:v>
                </c:pt>
                <c:pt idx="2">
                  <c:v>5.2070999999999999E-2</c:v>
                </c:pt>
              </c:numCache>
            </c:numRef>
          </c:val>
          <c:smooth val="0"/>
          <c:extLst>
            <c:ext xmlns:c16="http://schemas.microsoft.com/office/drawing/2014/chart" uri="{C3380CC4-5D6E-409C-BE32-E72D297353CC}">
              <c16:uniqueId val="{00000001-A74B-4AD2-B391-54FD85F6AE24}"/>
            </c:ext>
          </c:extLst>
        </c:ser>
        <c:ser>
          <c:idx val="3"/>
          <c:order val="2"/>
          <c:tx>
            <c:strRef>
              <c:f>Sheet2!$E$2</c:f>
              <c:strCache>
                <c:ptCount val="1"/>
                <c:pt idx="0">
                  <c:v>远期收益率</c:v>
                </c:pt>
              </c:strCache>
            </c:strRef>
          </c:tx>
          <c:spPr>
            <a:ln w="19050" cap="rnd">
              <a:solidFill>
                <a:srgbClr val="00B0F0"/>
              </a:solidFill>
              <a:round/>
            </a:ln>
            <a:effectLst/>
          </c:spPr>
          <c:marker>
            <c:symbol val="none"/>
          </c:marker>
          <c:val>
            <c:numRef>
              <c:f>Sheet2!$E$3:$E$5</c:f>
              <c:numCache>
                <c:formatCode>0.00%</c:formatCode>
                <c:ptCount val="3"/>
                <c:pt idx="0">
                  <c:v>0.05</c:v>
                </c:pt>
                <c:pt idx="1">
                  <c:v>5.2053000000000002E-2</c:v>
                </c:pt>
                <c:pt idx="2">
                  <c:v>5.4163999999999997E-2</c:v>
                </c:pt>
              </c:numCache>
            </c:numRef>
          </c:val>
          <c:smooth val="0"/>
          <c:extLst>
            <c:ext xmlns:c16="http://schemas.microsoft.com/office/drawing/2014/chart" uri="{C3380CC4-5D6E-409C-BE32-E72D297353CC}">
              <c16:uniqueId val="{00000002-A74B-4AD2-B391-54FD85F6AE24}"/>
            </c:ext>
          </c:extLst>
        </c:ser>
        <c:dLbls>
          <c:showLegendKey val="0"/>
          <c:showVal val="0"/>
          <c:showCatName val="0"/>
          <c:showSerName val="0"/>
          <c:showPercent val="0"/>
          <c:showBubbleSize val="0"/>
        </c:dLbls>
        <c:smooth val="0"/>
        <c:axId val="1037336640"/>
        <c:axId val="1037344840"/>
      </c:lineChart>
      <c:catAx>
        <c:axId val="1037336640"/>
        <c:scaling>
          <c:orientation val="minMax"/>
        </c:scaling>
        <c:delete val="0"/>
        <c:axPos val="b"/>
        <c:numFmt formatCode="General" sourceLinked="1"/>
        <c:majorTickMark val="none"/>
        <c:minorTickMark val="none"/>
        <c:tickLblPos val="nextTo"/>
        <c:spPr>
          <a:noFill/>
          <a:ln w="12700" cap="flat" cmpd="sng" algn="ctr">
            <a:solidFill>
              <a:schemeClr val="tx1"/>
            </a:solidFill>
            <a:round/>
          </a:ln>
          <a:effectLst/>
        </c:spPr>
        <c:txPr>
          <a:bodyPr rot="-60000000" spcFirstLastPara="1" vertOverflow="ellipsis" vert="horz" wrap="square" anchor="ctr" anchorCtr="1"/>
          <a:lstStyle/>
          <a:p>
            <a:pPr>
              <a:defRPr sz="1800" b="0" i="0" u="none" strike="noStrike" kern="1200" baseline="0">
                <a:solidFill>
                  <a:schemeClr val="tx1">
                    <a:lumMod val="65000"/>
                    <a:lumOff val="35000"/>
                  </a:schemeClr>
                </a:solidFill>
                <a:latin typeface="+mn-lt"/>
                <a:ea typeface="+mn-ea"/>
                <a:cs typeface="+mn-cs"/>
              </a:defRPr>
            </a:pPr>
            <a:endParaRPr lang="zh-CN"/>
          </a:p>
        </c:txPr>
        <c:crossAx val="1037344840"/>
        <c:crosses val="autoZero"/>
        <c:auto val="1"/>
        <c:lblAlgn val="ctr"/>
        <c:lblOffset val="100"/>
        <c:noMultiLvlLbl val="0"/>
      </c:catAx>
      <c:valAx>
        <c:axId val="1037344840"/>
        <c:scaling>
          <c:orientation val="minMax"/>
          <c:max val="5.5000000000000007E-2"/>
          <c:min val="5.000000000000001E-2"/>
        </c:scaling>
        <c:delete val="0"/>
        <c:axPos val="l"/>
        <c:majorGridlines>
          <c:spPr>
            <a:ln w="1270" cap="flat" cmpd="sng" algn="ctr">
              <a:solidFill>
                <a:schemeClr val="tx1">
                  <a:lumMod val="15000"/>
                  <a:lumOff val="85000"/>
                </a:schemeClr>
              </a:solidFill>
              <a:prstDash val="dash"/>
              <a:round/>
            </a:ln>
            <a:effectLst/>
          </c:spPr>
        </c:majorGridlines>
        <c:numFmt formatCode="0.0%" sourceLinked="0"/>
        <c:majorTickMark val="in"/>
        <c:minorTickMark val="none"/>
        <c:tickLblPos val="nextTo"/>
        <c:spPr>
          <a:noFill/>
          <a:ln>
            <a:solidFill>
              <a:schemeClr val="tx1"/>
            </a:solidFill>
          </a:ln>
          <a:effectLst/>
        </c:spPr>
        <c:txPr>
          <a:bodyPr rot="-60000000" spcFirstLastPara="1" vertOverflow="ellipsis" vert="horz" wrap="square" anchor="ctr" anchorCtr="1"/>
          <a:lstStyle/>
          <a:p>
            <a:pPr>
              <a:defRPr sz="1800" b="0" i="0" u="none" strike="noStrike" kern="1200" baseline="0">
                <a:solidFill>
                  <a:schemeClr val="tx1">
                    <a:lumMod val="65000"/>
                    <a:lumOff val="35000"/>
                  </a:schemeClr>
                </a:solidFill>
                <a:latin typeface="+mn-lt"/>
                <a:ea typeface="+mn-ea"/>
                <a:cs typeface="+mn-cs"/>
              </a:defRPr>
            </a:pPr>
            <a:endParaRPr lang="zh-CN"/>
          </a:p>
        </c:txPr>
        <c:crossAx val="1037336640"/>
        <c:crosses val="autoZero"/>
        <c:crossBetween val="between"/>
        <c:majorUnit val="1.0000000000000002E-3"/>
      </c:valAx>
      <c:spPr>
        <a:solidFill>
          <a:schemeClr val="bg1"/>
        </a:solidFill>
        <a:ln>
          <a:noFill/>
        </a:ln>
        <a:effectLst/>
      </c:spPr>
    </c:plotArea>
    <c:legend>
      <c:legendPos val="b"/>
      <c:layout>
        <c:manualLayout>
          <c:xMode val="edge"/>
          <c:yMode val="edge"/>
          <c:x val="0.21264923299202021"/>
          <c:y val="7.1544782791719511E-2"/>
          <c:w val="0.55368964989784841"/>
          <c:h val="0.24852324379285445"/>
        </c:manualLayout>
      </c:layout>
      <c:overlay val="0"/>
      <c:spPr>
        <a:noFill/>
        <a:ln>
          <a:noFill/>
        </a:ln>
        <a:effectLst/>
      </c:spPr>
      <c:txPr>
        <a:bodyPr rot="0" spcFirstLastPara="1" vertOverflow="ellipsis" vert="horz" wrap="square" anchor="ctr" anchorCtr="1"/>
        <a:lstStyle/>
        <a:p>
          <a:pPr>
            <a:defRPr sz="1800" b="0" i="0" u="none" strike="noStrike" kern="1200" baseline="0">
              <a:solidFill>
                <a:schemeClr val="tx1">
                  <a:lumMod val="65000"/>
                  <a:lumOff val="35000"/>
                </a:schemeClr>
              </a:solidFill>
              <a:latin typeface="+mn-lt"/>
              <a:ea typeface="+mn-ea"/>
              <a:cs typeface="+mn-cs"/>
            </a:defRPr>
          </a:pPr>
          <a:endParaRPr lang="zh-CN"/>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solidFill>
      <a:schemeClr val="bg1">
        <a:lumMod val="95000"/>
      </a:schemeClr>
    </a:solidFill>
    <a:ln>
      <a:noFill/>
    </a:ln>
    <a:effectLst/>
  </c:spPr>
  <c:txPr>
    <a:bodyPr/>
    <a:lstStyle/>
    <a:p>
      <a:pPr>
        <a:defRPr sz="1800" b="0"/>
      </a:pPr>
      <a:endParaRPr lang="zh-CN"/>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40">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19050"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drawings/_rels/vmlDrawing1.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5.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6.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7.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8.vml.rels><?xml version="1.0" encoding="UTF-8" standalone="yes"?>
<Relationships xmlns="http://schemas.openxmlformats.org/package/2006/relationships"><Relationship Id="rId1" Type="http://schemas.openxmlformats.org/officeDocument/2006/relationships/image" Target="../media/image1.e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99AE140-4B24-4281-9FE3-03EDA98AAC88}" type="datetimeFigureOut">
              <a:rPr lang="zh-CN" altLang="en-US" smtClean="0"/>
              <a:t>2018/04/03</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C9EDB89-1D0E-4D22-BCE0-E55E481BDC83}" type="slidenum">
              <a:rPr lang="zh-CN" altLang="en-US" smtClean="0"/>
              <a:t>‹#›</a:t>
            </a:fld>
            <a:endParaRPr lang="zh-CN" altLang="en-US"/>
          </a:p>
        </p:txBody>
      </p:sp>
    </p:spTree>
    <p:extLst>
      <p:ext uri="{BB962C8B-B14F-4D97-AF65-F5344CB8AC3E}">
        <p14:creationId xmlns:p14="http://schemas.microsoft.com/office/powerpoint/2010/main" val="2951156235"/>
      </p:ext>
    </p:extLst>
  </p:cSld>
  <p:clrMap bg1="lt1" tx1="dk1" bg2="lt2" tx2="dk2" accent1="accent1" accent2="accent2" accent3="accent3" accent4="accent4" accent5="accent5" accent6="accent6" hlink="hlink" folHlink="folHlink"/>
  <p:notesStyle>
    <a:lvl1pPr marL="0" algn="l" defTabSz="1295856" rtl="0" eaLnBrk="1" latinLnBrk="0" hangingPunct="1">
      <a:defRPr sz="1701" kern="1200">
        <a:solidFill>
          <a:schemeClr val="tx1"/>
        </a:solidFill>
        <a:latin typeface="+mn-lt"/>
        <a:ea typeface="+mn-ea"/>
        <a:cs typeface="+mn-cs"/>
      </a:defRPr>
    </a:lvl1pPr>
    <a:lvl2pPr marL="647929" algn="l" defTabSz="1295856" rtl="0" eaLnBrk="1" latinLnBrk="0" hangingPunct="1">
      <a:defRPr sz="1701" kern="1200">
        <a:solidFill>
          <a:schemeClr val="tx1"/>
        </a:solidFill>
        <a:latin typeface="+mn-lt"/>
        <a:ea typeface="+mn-ea"/>
        <a:cs typeface="+mn-cs"/>
      </a:defRPr>
    </a:lvl2pPr>
    <a:lvl3pPr marL="1295856" algn="l" defTabSz="1295856" rtl="0" eaLnBrk="1" latinLnBrk="0" hangingPunct="1">
      <a:defRPr sz="1701" kern="1200">
        <a:solidFill>
          <a:schemeClr val="tx1"/>
        </a:solidFill>
        <a:latin typeface="+mn-lt"/>
        <a:ea typeface="+mn-ea"/>
        <a:cs typeface="+mn-cs"/>
      </a:defRPr>
    </a:lvl3pPr>
    <a:lvl4pPr marL="1943784" algn="l" defTabSz="1295856" rtl="0" eaLnBrk="1" latinLnBrk="0" hangingPunct="1">
      <a:defRPr sz="1701" kern="1200">
        <a:solidFill>
          <a:schemeClr val="tx1"/>
        </a:solidFill>
        <a:latin typeface="+mn-lt"/>
        <a:ea typeface="+mn-ea"/>
        <a:cs typeface="+mn-cs"/>
      </a:defRPr>
    </a:lvl4pPr>
    <a:lvl5pPr marL="2591712" algn="l" defTabSz="1295856" rtl="0" eaLnBrk="1" latinLnBrk="0" hangingPunct="1">
      <a:defRPr sz="1701" kern="1200">
        <a:solidFill>
          <a:schemeClr val="tx1"/>
        </a:solidFill>
        <a:latin typeface="+mn-lt"/>
        <a:ea typeface="+mn-ea"/>
        <a:cs typeface="+mn-cs"/>
      </a:defRPr>
    </a:lvl5pPr>
    <a:lvl6pPr marL="3239640" algn="l" defTabSz="1295856" rtl="0" eaLnBrk="1" latinLnBrk="0" hangingPunct="1">
      <a:defRPr sz="1701" kern="1200">
        <a:solidFill>
          <a:schemeClr val="tx1"/>
        </a:solidFill>
        <a:latin typeface="+mn-lt"/>
        <a:ea typeface="+mn-ea"/>
        <a:cs typeface="+mn-cs"/>
      </a:defRPr>
    </a:lvl6pPr>
    <a:lvl7pPr marL="3887569" algn="l" defTabSz="1295856" rtl="0" eaLnBrk="1" latinLnBrk="0" hangingPunct="1">
      <a:defRPr sz="1701" kern="1200">
        <a:solidFill>
          <a:schemeClr val="tx1"/>
        </a:solidFill>
        <a:latin typeface="+mn-lt"/>
        <a:ea typeface="+mn-ea"/>
        <a:cs typeface="+mn-cs"/>
      </a:defRPr>
    </a:lvl7pPr>
    <a:lvl8pPr marL="4535496" algn="l" defTabSz="1295856" rtl="0" eaLnBrk="1" latinLnBrk="0" hangingPunct="1">
      <a:defRPr sz="1701" kern="1200">
        <a:solidFill>
          <a:schemeClr val="tx1"/>
        </a:solidFill>
        <a:latin typeface="+mn-lt"/>
        <a:ea typeface="+mn-ea"/>
        <a:cs typeface="+mn-cs"/>
      </a:defRPr>
    </a:lvl8pPr>
    <a:lvl9pPr marL="5183425" algn="l" defTabSz="1295856" rtl="0" eaLnBrk="1" latinLnBrk="0" hangingPunct="1">
      <a:defRPr sz="1701"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CC9EDB89-1D0E-4D22-BCE0-E55E481BDC83}" type="slidenum">
              <a:rPr lang="zh-CN" altLang="en-US" smtClean="0"/>
              <a:t>5</a:t>
            </a:fld>
            <a:endParaRPr lang="zh-CN" altLang="en-US"/>
          </a:p>
        </p:txBody>
      </p:sp>
    </p:spTree>
    <p:extLst>
      <p:ext uri="{BB962C8B-B14F-4D97-AF65-F5344CB8AC3E}">
        <p14:creationId xmlns:p14="http://schemas.microsoft.com/office/powerpoint/2010/main" val="128854470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CC9EDB89-1D0E-4D22-BCE0-E55E481BDC83}" type="slidenum">
              <a:rPr lang="zh-CN" altLang="en-US" smtClean="0"/>
              <a:t>7</a:t>
            </a:fld>
            <a:endParaRPr lang="zh-CN" altLang="en-US"/>
          </a:p>
        </p:txBody>
      </p:sp>
    </p:spTree>
    <p:extLst>
      <p:ext uri="{BB962C8B-B14F-4D97-AF65-F5344CB8AC3E}">
        <p14:creationId xmlns:p14="http://schemas.microsoft.com/office/powerpoint/2010/main" val="93732708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CC9EDB89-1D0E-4D22-BCE0-E55E481BDC83}" type="slidenum">
              <a:rPr lang="zh-CN" altLang="en-US" smtClean="0"/>
              <a:t>9</a:t>
            </a:fld>
            <a:endParaRPr lang="zh-CN" altLang="en-US"/>
          </a:p>
        </p:txBody>
      </p:sp>
    </p:spTree>
    <p:extLst>
      <p:ext uri="{BB962C8B-B14F-4D97-AF65-F5344CB8AC3E}">
        <p14:creationId xmlns:p14="http://schemas.microsoft.com/office/powerpoint/2010/main" val="216517164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CC9EDB89-1D0E-4D22-BCE0-E55E481BDC83}" type="slidenum">
              <a:rPr lang="zh-CN" altLang="en-US" smtClean="0"/>
              <a:t>10</a:t>
            </a:fld>
            <a:endParaRPr lang="zh-CN" altLang="en-US"/>
          </a:p>
        </p:txBody>
      </p:sp>
    </p:spTree>
    <p:extLst>
      <p:ext uri="{BB962C8B-B14F-4D97-AF65-F5344CB8AC3E}">
        <p14:creationId xmlns:p14="http://schemas.microsoft.com/office/powerpoint/2010/main" val="269609272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CC9EDB89-1D0E-4D22-BCE0-E55E481BDC83}" type="slidenum">
              <a:rPr lang="zh-CN" altLang="en-US" smtClean="0"/>
              <a:t>18</a:t>
            </a:fld>
            <a:endParaRPr lang="zh-CN" altLang="en-US"/>
          </a:p>
        </p:txBody>
      </p:sp>
    </p:spTree>
    <p:extLst>
      <p:ext uri="{BB962C8B-B14F-4D97-AF65-F5344CB8AC3E}">
        <p14:creationId xmlns:p14="http://schemas.microsoft.com/office/powerpoint/2010/main" val="373820688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CC9EDB89-1D0E-4D22-BCE0-E55E481BDC83}" type="slidenum">
              <a:rPr lang="zh-CN" altLang="en-US" smtClean="0"/>
              <a:t>19</a:t>
            </a:fld>
            <a:endParaRPr lang="zh-CN" altLang="en-US"/>
          </a:p>
        </p:txBody>
      </p:sp>
    </p:spTree>
    <p:extLst>
      <p:ext uri="{BB962C8B-B14F-4D97-AF65-F5344CB8AC3E}">
        <p14:creationId xmlns:p14="http://schemas.microsoft.com/office/powerpoint/2010/main" val="26071193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CC9EDB89-1D0E-4D22-BCE0-E55E481BDC83}" type="slidenum">
              <a:rPr lang="zh-CN" altLang="en-US" smtClean="0"/>
              <a:t>20</a:t>
            </a:fld>
            <a:endParaRPr lang="zh-CN" altLang="en-US"/>
          </a:p>
        </p:txBody>
      </p:sp>
    </p:spTree>
    <p:extLst>
      <p:ext uri="{BB962C8B-B14F-4D97-AF65-F5344CB8AC3E}">
        <p14:creationId xmlns:p14="http://schemas.microsoft.com/office/powerpoint/2010/main" val="311071233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CC9EDB89-1D0E-4D22-BCE0-E55E481BDC83}" type="slidenum">
              <a:rPr lang="zh-CN" altLang="en-US" smtClean="0"/>
              <a:t>21</a:t>
            </a:fld>
            <a:endParaRPr lang="zh-CN" altLang="en-US"/>
          </a:p>
        </p:txBody>
      </p:sp>
    </p:spTree>
    <p:extLst>
      <p:ext uri="{BB962C8B-B14F-4D97-AF65-F5344CB8AC3E}">
        <p14:creationId xmlns:p14="http://schemas.microsoft.com/office/powerpoint/2010/main" val="167493371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CC9EDB89-1D0E-4D22-BCE0-E55E481BDC83}" type="slidenum">
              <a:rPr lang="zh-CN" altLang="en-US" smtClean="0"/>
              <a:t>22</a:t>
            </a:fld>
            <a:endParaRPr lang="zh-CN" altLang="en-US"/>
          </a:p>
        </p:txBody>
      </p:sp>
    </p:spTree>
    <p:extLst>
      <p:ext uri="{BB962C8B-B14F-4D97-AF65-F5344CB8AC3E}">
        <p14:creationId xmlns:p14="http://schemas.microsoft.com/office/powerpoint/2010/main" val="325865558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D7E98FB9-DCF2-48F0-A918-023407CCD489}" type="slidenum">
              <a:rPr lang="zh-CN" altLang="en-US" smtClean="0"/>
              <a:pPr/>
              <a:t>33</a:t>
            </a:fld>
            <a:endParaRPr lang="zh-CN" altLang="en-US"/>
          </a:p>
        </p:txBody>
      </p:sp>
    </p:spTree>
    <p:extLst>
      <p:ext uri="{BB962C8B-B14F-4D97-AF65-F5344CB8AC3E}">
        <p14:creationId xmlns:p14="http://schemas.microsoft.com/office/powerpoint/2010/main" val="228564163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2.xml"/><Relationship Id="rId1" Type="http://schemas.openxmlformats.org/officeDocument/2006/relationships/vmlDrawing" Target="../drawings/vmlDrawing1.vml"/><Relationship Id="rId5" Type="http://schemas.openxmlformats.org/officeDocument/2006/relationships/image" Target="../media/image1.emf"/><Relationship Id="rId4" Type="http://schemas.openxmlformats.org/officeDocument/2006/relationships/oleObject" Target="../embeddings/oleObject1.bin"/></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3.xml"/><Relationship Id="rId1" Type="http://schemas.openxmlformats.org/officeDocument/2006/relationships/vmlDrawing" Target="../drawings/vmlDrawing2.vml"/><Relationship Id="rId5" Type="http://schemas.openxmlformats.org/officeDocument/2006/relationships/image" Target="../media/image1.emf"/><Relationship Id="rId4" Type="http://schemas.openxmlformats.org/officeDocument/2006/relationships/oleObject" Target="../embeddings/oleObject2.bin"/></Relationships>
</file>

<file path=ppt/slideLayouts/_rels/slideLayout11.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4.xml"/><Relationship Id="rId1" Type="http://schemas.openxmlformats.org/officeDocument/2006/relationships/vmlDrawing" Target="../drawings/vmlDrawing3.vml"/><Relationship Id="rId5" Type="http://schemas.openxmlformats.org/officeDocument/2006/relationships/image" Target="../media/image1.emf"/><Relationship Id="rId4" Type="http://schemas.openxmlformats.org/officeDocument/2006/relationships/oleObject" Target="../embeddings/oleObject3.bin"/></Relationships>
</file>

<file path=ppt/slideLayouts/_rels/slideLayout12.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5.xml"/><Relationship Id="rId1" Type="http://schemas.openxmlformats.org/officeDocument/2006/relationships/vmlDrawing" Target="../drawings/vmlDrawing4.vml"/><Relationship Id="rId5" Type="http://schemas.openxmlformats.org/officeDocument/2006/relationships/image" Target="../media/image1.emf"/><Relationship Id="rId4" Type="http://schemas.openxmlformats.org/officeDocument/2006/relationships/oleObject" Target="../embeddings/oleObject4.bin"/></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6.xml"/><Relationship Id="rId1" Type="http://schemas.openxmlformats.org/officeDocument/2006/relationships/vmlDrawing" Target="../drawings/vmlDrawing5.vml"/><Relationship Id="rId5" Type="http://schemas.openxmlformats.org/officeDocument/2006/relationships/image" Target="../media/image1.emf"/><Relationship Id="rId4" Type="http://schemas.openxmlformats.org/officeDocument/2006/relationships/oleObject" Target="../embeddings/oleObject5.bin"/></Relationships>
</file>

<file path=ppt/slideLayouts/_rels/slideLayout15.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7.xml"/><Relationship Id="rId1" Type="http://schemas.openxmlformats.org/officeDocument/2006/relationships/vmlDrawing" Target="../drawings/vmlDrawing6.vml"/><Relationship Id="rId5" Type="http://schemas.openxmlformats.org/officeDocument/2006/relationships/image" Target="../media/image1.emf"/><Relationship Id="rId4" Type="http://schemas.openxmlformats.org/officeDocument/2006/relationships/oleObject" Target="../embeddings/oleObject6.bin"/></Relationships>
</file>

<file path=ppt/slideLayouts/_rels/slideLayout16.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8.xml"/><Relationship Id="rId1" Type="http://schemas.openxmlformats.org/officeDocument/2006/relationships/vmlDrawing" Target="../drawings/vmlDrawing7.vml"/><Relationship Id="rId5" Type="http://schemas.openxmlformats.org/officeDocument/2006/relationships/image" Target="../media/image1.emf"/><Relationship Id="rId4" Type="http://schemas.openxmlformats.org/officeDocument/2006/relationships/oleObject" Target="../embeddings/oleObject4.bin"/></Relationships>
</file>

<file path=ppt/slideLayouts/_rels/slideLayout17.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9.xml"/><Relationship Id="rId1" Type="http://schemas.openxmlformats.org/officeDocument/2006/relationships/vmlDrawing" Target="../drawings/vmlDrawing8.vml"/><Relationship Id="rId5" Type="http://schemas.openxmlformats.org/officeDocument/2006/relationships/image" Target="../media/image1.emf"/><Relationship Id="rId4" Type="http://schemas.openxmlformats.org/officeDocument/2006/relationships/oleObject" Target="../embeddings/oleObject7.bin"/></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标题幻灯片">
    <p:spTree>
      <p:nvGrpSpPr>
        <p:cNvPr id="1" name=""/>
        <p:cNvGrpSpPr/>
        <p:nvPr/>
      </p:nvGrpSpPr>
      <p:grpSpPr>
        <a:xfrm>
          <a:off x="0" y="0"/>
          <a:ext cx="0" cy="0"/>
          <a:chOff x="0" y="0"/>
          <a:chExt cx="0" cy="0"/>
        </a:xfrm>
      </p:grpSpPr>
      <p:sp>
        <p:nvSpPr>
          <p:cNvPr id="98" name="Rectangle 27"/>
          <p:cNvSpPr/>
          <p:nvPr userDrawn="1"/>
        </p:nvSpPr>
        <p:spPr>
          <a:xfrm>
            <a:off x="-9642" y="0"/>
            <a:ext cx="17289581" cy="626464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sz="1350"/>
          </a:p>
        </p:txBody>
      </p:sp>
      <p:grpSp>
        <p:nvGrpSpPr>
          <p:cNvPr id="99" name="Group 29"/>
          <p:cNvGrpSpPr/>
          <p:nvPr userDrawn="1"/>
        </p:nvGrpSpPr>
        <p:grpSpPr>
          <a:xfrm rot="1800000">
            <a:off x="12176073" y="1238428"/>
            <a:ext cx="4418616" cy="4600873"/>
            <a:chOff x="8349573" y="-1673337"/>
            <a:chExt cx="6162676" cy="6416675"/>
          </a:xfrm>
          <a:solidFill>
            <a:schemeClr val="bg1">
              <a:alpha val="16000"/>
            </a:schemeClr>
          </a:solidFill>
        </p:grpSpPr>
        <p:sp>
          <p:nvSpPr>
            <p:cNvPr id="100" name="Freeform 319"/>
            <p:cNvSpPr>
              <a:spLocks noEditPoints="1"/>
            </p:cNvSpPr>
            <p:nvPr/>
          </p:nvSpPr>
          <p:spPr bwMode="auto">
            <a:xfrm>
              <a:off x="8349573" y="-1673337"/>
              <a:ext cx="2501900" cy="2171700"/>
            </a:xfrm>
            <a:custGeom>
              <a:avLst/>
              <a:gdLst>
                <a:gd name="T0" fmla="*/ 1576 w 1576"/>
                <a:gd name="T1" fmla="*/ 1368 h 1368"/>
                <a:gd name="T2" fmla="*/ 0 w 1576"/>
                <a:gd name="T3" fmla="*/ 1368 h 1368"/>
                <a:gd name="T4" fmla="*/ 788 w 1576"/>
                <a:gd name="T5" fmla="*/ 0 h 1368"/>
                <a:gd name="T6" fmla="*/ 1576 w 1576"/>
                <a:gd name="T7" fmla="*/ 1368 h 1368"/>
                <a:gd name="T8" fmla="*/ 40 w 1576"/>
                <a:gd name="T9" fmla="*/ 1344 h 1368"/>
                <a:gd name="T10" fmla="*/ 1536 w 1576"/>
                <a:gd name="T11" fmla="*/ 1344 h 1368"/>
                <a:gd name="T12" fmla="*/ 788 w 1576"/>
                <a:gd name="T13" fmla="*/ 47 h 1368"/>
                <a:gd name="T14" fmla="*/ 40 w 1576"/>
                <a:gd name="T15" fmla="*/ 1344 h 1368"/>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576" h="1368">
                  <a:moveTo>
                    <a:pt x="1576" y="1368"/>
                  </a:moveTo>
                  <a:lnTo>
                    <a:pt x="0" y="1368"/>
                  </a:lnTo>
                  <a:lnTo>
                    <a:pt x="788" y="0"/>
                  </a:lnTo>
                  <a:lnTo>
                    <a:pt x="1576" y="1368"/>
                  </a:lnTo>
                  <a:close/>
                  <a:moveTo>
                    <a:pt x="40" y="1344"/>
                  </a:moveTo>
                  <a:lnTo>
                    <a:pt x="1536" y="1344"/>
                  </a:lnTo>
                  <a:lnTo>
                    <a:pt x="788" y="47"/>
                  </a:lnTo>
                  <a:lnTo>
                    <a:pt x="40" y="1344"/>
                  </a:lnTo>
                  <a:close/>
                </a:path>
              </a:pathLst>
            </a:custGeom>
            <a:grpFill/>
            <a:ln w="0">
              <a:noFill/>
              <a:round/>
              <a:headEnd/>
              <a:tailEnd/>
            </a:ln>
            <a:extLst/>
          </p:spPr>
          <p:txBody>
            <a:bodyPr vert="horz" wrap="square" lIns="68580" tIns="34290" rIns="68580" bIns="34290" numCol="1" anchor="t" anchorCtr="0" compatLnSpc="1">
              <a:prstTxWarp prst="textNoShape">
                <a:avLst/>
              </a:prstTxWarp>
            </a:bodyPr>
            <a:lstStyle/>
            <a:p>
              <a:endParaRPr lang="id-ID" sz="1350"/>
            </a:p>
          </p:txBody>
        </p:sp>
        <p:sp>
          <p:nvSpPr>
            <p:cNvPr id="101" name="Freeform 320"/>
            <p:cNvSpPr>
              <a:spLocks noEditPoints="1"/>
            </p:cNvSpPr>
            <p:nvPr/>
          </p:nvSpPr>
          <p:spPr bwMode="auto">
            <a:xfrm>
              <a:off x="9570361" y="-1655875"/>
              <a:ext cx="2503488" cy="2171700"/>
            </a:xfrm>
            <a:custGeom>
              <a:avLst/>
              <a:gdLst>
                <a:gd name="T0" fmla="*/ 788 w 1577"/>
                <a:gd name="T1" fmla="*/ 1368 h 1368"/>
                <a:gd name="T2" fmla="*/ 0 w 1577"/>
                <a:gd name="T3" fmla="*/ 0 h 1368"/>
                <a:gd name="T4" fmla="*/ 1577 w 1577"/>
                <a:gd name="T5" fmla="*/ 0 h 1368"/>
                <a:gd name="T6" fmla="*/ 788 w 1577"/>
                <a:gd name="T7" fmla="*/ 1368 h 1368"/>
                <a:gd name="T8" fmla="*/ 41 w 1577"/>
                <a:gd name="T9" fmla="*/ 24 h 1368"/>
                <a:gd name="T10" fmla="*/ 788 w 1577"/>
                <a:gd name="T11" fmla="*/ 1321 h 1368"/>
                <a:gd name="T12" fmla="*/ 1536 w 1577"/>
                <a:gd name="T13" fmla="*/ 24 h 1368"/>
                <a:gd name="T14" fmla="*/ 41 w 1577"/>
                <a:gd name="T15" fmla="*/ 24 h 1368"/>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577" h="1368">
                  <a:moveTo>
                    <a:pt x="788" y="1368"/>
                  </a:moveTo>
                  <a:lnTo>
                    <a:pt x="0" y="0"/>
                  </a:lnTo>
                  <a:lnTo>
                    <a:pt x="1577" y="0"/>
                  </a:lnTo>
                  <a:lnTo>
                    <a:pt x="788" y="1368"/>
                  </a:lnTo>
                  <a:close/>
                  <a:moveTo>
                    <a:pt x="41" y="24"/>
                  </a:moveTo>
                  <a:lnTo>
                    <a:pt x="788" y="1321"/>
                  </a:lnTo>
                  <a:lnTo>
                    <a:pt x="1536" y="24"/>
                  </a:lnTo>
                  <a:lnTo>
                    <a:pt x="41" y="24"/>
                  </a:lnTo>
                  <a:close/>
                </a:path>
              </a:pathLst>
            </a:custGeom>
            <a:grpFill/>
            <a:ln w="0">
              <a:noFill/>
              <a:round/>
              <a:headEnd/>
              <a:tailEnd/>
            </a:ln>
            <a:extLst/>
          </p:spPr>
          <p:txBody>
            <a:bodyPr vert="horz" wrap="square" lIns="68580" tIns="34290" rIns="68580" bIns="34290" numCol="1" anchor="t" anchorCtr="0" compatLnSpc="1">
              <a:prstTxWarp prst="textNoShape">
                <a:avLst/>
              </a:prstTxWarp>
            </a:bodyPr>
            <a:lstStyle/>
            <a:p>
              <a:endParaRPr lang="id-ID" sz="1350"/>
            </a:p>
          </p:txBody>
        </p:sp>
        <p:sp>
          <p:nvSpPr>
            <p:cNvPr id="102" name="Freeform 321"/>
            <p:cNvSpPr>
              <a:spLocks noEditPoints="1"/>
            </p:cNvSpPr>
            <p:nvPr/>
          </p:nvSpPr>
          <p:spPr bwMode="auto">
            <a:xfrm>
              <a:off x="10787973" y="-1673337"/>
              <a:ext cx="2501900" cy="2171700"/>
            </a:xfrm>
            <a:custGeom>
              <a:avLst/>
              <a:gdLst>
                <a:gd name="T0" fmla="*/ 1576 w 1576"/>
                <a:gd name="T1" fmla="*/ 1368 h 1368"/>
                <a:gd name="T2" fmla="*/ 0 w 1576"/>
                <a:gd name="T3" fmla="*/ 1368 h 1368"/>
                <a:gd name="T4" fmla="*/ 788 w 1576"/>
                <a:gd name="T5" fmla="*/ 0 h 1368"/>
                <a:gd name="T6" fmla="*/ 1576 w 1576"/>
                <a:gd name="T7" fmla="*/ 1368 h 1368"/>
                <a:gd name="T8" fmla="*/ 40 w 1576"/>
                <a:gd name="T9" fmla="*/ 1344 h 1368"/>
                <a:gd name="T10" fmla="*/ 1536 w 1576"/>
                <a:gd name="T11" fmla="*/ 1344 h 1368"/>
                <a:gd name="T12" fmla="*/ 788 w 1576"/>
                <a:gd name="T13" fmla="*/ 47 h 1368"/>
                <a:gd name="T14" fmla="*/ 40 w 1576"/>
                <a:gd name="T15" fmla="*/ 1344 h 1368"/>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576" h="1368">
                  <a:moveTo>
                    <a:pt x="1576" y="1368"/>
                  </a:moveTo>
                  <a:lnTo>
                    <a:pt x="0" y="1368"/>
                  </a:lnTo>
                  <a:lnTo>
                    <a:pt x="788" y="0"/>
                  </a:lnTo>
                  <a:lnTo>
                    <a:pt x="1576" y="1368"/>
                  </a:lnTo>
                  <a:close/>
                  <a:moveTo>
                    <a:pt x="40" y="1344"/>
                  </a:moveTo>
                  <a:lnTo>
                    <a:pt x="1536" y="1344"/>
                  </a:lnTo>
                  <a:lnTo>
                    <a:pt x="788" y="47"/>
                  </a:lnTo>
                  <a:lnTo>
                    <a:pt x="40" y="1344"/>
                  </a:lnTo>
                  <a:close/>
                </a:path>
              </a:pathLst>
            </a:custGeom>
            <a:grpFill/>
            <a:ln w="0">
              <a:noFill/>
              <a:round/>
              <a:headEnd/>
              <a:tailEnd/>
            </a:ln>
            <a:extLst/>
          </p:spPr>
          <p:txBody>
            <a:bodyPr vert="horz" wrap="square" lIns="68580" tIns="34290" rIns="68580" bIns="34290" numCol="1" anchor="t" anchorCtr="0" compatLnSpc="1">
              <a:prstTxWarp prst="textNoShape">
                <a:avLst/>
              </a:prstTxWarp>
            </a:bodyPr>
            <a:lstStyle/>
            <a:p>
              <a:endParaRPr lang="id-ID" sz="1350"/>
            </a:p>
          </p:txBody>
        </p:sp>
        <p:sp>
          <p:nvSpPr>
            <p:cNvPr id="103" name="Freeform 322"/>
            <p:cNvSpPr>
              <a:spLocks noEditPoints="1"/>
            </p:cNvSpPr>
            <p:nvPr/>
          </p:nvSpPr>
          <p:spPr bwMode="auto">
            <a:xfrm>
              <a:off x="12008761" y="-1655875"/>
              <a:ext cx="2503488" cy="2171700"/>
            </a:xfrm>
            <a:custGeom>
              <a:avLst/>
              <a:gdLst>
                <a:gd name="T0" fmla="*/ 789 w 1577"/>
                <a:gd name="T1" fmla="*/ 1368 h 1368"/>
                <a:gd name="T2" fmla="*/ 0 w 1577"/>
                <a:gd name="T3" fmla="*/ 0 h 1368"/>
                <a:gd name="T4" fmla="*/ 1577 w 1577"/>
                <a:gd name="T5" fmla="*/ 0 h 1368"/>
                <a:gd name="T6" fmla="*/ 789 w 1577"/>
                <a:gd name="T7" fmla="*/ 1368 h 1368"/>
                <a:gd name="T8" fmla="*/ 41 w 1577"/>
                <a:gd name="T9" fmla="*/ 24 h 1368"/>
                <a:gd name="T10" fmla="*/ 789 w 1577"/>
                <a:gd name="T11" fmla="*/ 1321 h 1368"/>
                <a:gd name="T12" fmla="*/ 1536 w 1577"/>
                <a:gd name="T13" fmla="*/ 24 h 1368"/>
                <a:gd name="T14" fmla="*/ 41 w 1577"/>
                <a:gd name="T15" fmla="*/ 24 h 1368"/>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577" h="1368">
                  <a:moveTo>
                    <a:pt x="789" y="1368"/>
                  </a:moveTo>
                  <a:lnTo>
                    <a:pt x="0" y="0"/>
                  </a:lnTo>
                  <a:lnTo>
                    <a:pt x="1577" y="0"/>
                  </a:lnTo>
                  <a:lnTo>
                    <a:pt x="789" y="1368"/>
                  </a:lnTo>
                  <a:close/>
                  <a:moveTo>
                    <a:pt x="41" y="24"/>
                  </a:moveTo>
                  <a:lnTo>
                    <a:pt x="789" y="1321"/>
                  </a:lnTo>
                  <a:lnTo>
                    <a:pt x="1536" y="24"/>
                  </a:lnTo>
                  <a:lnTo>
                    <a:pt x="41" y="24"/>
                  </a:lnTo>
                  <a:close/>
                </a:path>
              </a:pathLst>
            </a:custGeom>
            <a:grpFill/>
            <a:ln w="0">
              <a:noFill/>
              <a:round/>
              <a:headEnd/>
              <a:tailEnd/>
            </a:ln>
            <a:extLst/>
          </p:spPr>
          <p:txBody>
            <a:bodyPr vert="horz" wrap="square" lIns="68580" tIns="34290" rIns="68580" bIns="34290" numCol="1" anchor="t" anchorCtr="0" compatLnSpc="1">
              <a:prstTxWarp prst="textNoShape">
                <a:avLst/>
              </a:prstTxWarp>
            </a:bodyPr>
            <a:lstStyle/>
            <a:p>
              <a:endParaRPr lang="id-ID" sz="1350"/>
            </a:p>
          </p:txBody>
        </p:sp>
        <p:sp>
          <p:nvSpPr>
            <p:cNvPr id="104" name="Freeform 323"/>
            <p:cNvSpPr>
              <a:spLocks noEditPoints="1"/>
            </p:cNvSpPr>
            <p:nvPr/>
          </p:nvSpPr>
          <p:spPr bwMode="auto">
            <a:xfrm>
              <a:off x="8349573" y="460263"/>
              <a:ext cx="2501900" cy="2168525"/>
            </a:xfrm>
            <a:custGeom>
              <a:avLst/>
              <a:gdLst>
                <a:gd name="T0" fmla="*/ 788 w 1576"/>
                <a:gd name="T1" fmla="*/ 1366 h 1366"/>
                <a:gd name="T2" fmla="*/ 0 w 1576"/>
                <a:gd name="T3" fmla="*/ 0 h 1366"/>
                <a:gd name="T4" fmla="*/ 1576 w 1576"/>
                <a:gd name="T5" fmla="*/ 0 h 1366"/>
                <a:gd name="T6" fmla="*/ 788 w 1576"/>
                <a:gd name="T7" fmla="*/ 1366 h 1366"/>
                <a:gd name="T8" fmla="*/ 40 w 1576"/>
                <a:gd name="T9" fmla="*/ 24 h 1366"/>
                <a:gd name="T10" fmla="*/ 788 w 1576"/>
                <a:gd name="T11" fmla="*/ 1318 h 1366"/>
                <a:gd name="T12" fmla="*/ 1536 w 1576"/>
                <a:gd name="T13" fmla="*/ 24 h 1366"/>
                <a:gd name="T14" fmla="*/ 40 w 1576"/>
                <a:gd name="T15" fmla="*/ 24 h 136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576" h="1366">
                  <a:moveTo>
                    <a:pt x="788" y="1366"/>
                  </a:moveTo>
                  <a:lnTo>
                    <a:pt x="0" y="0"/>
                  </a:lnTo>
                  <a:lnTo>
                    <a:pt x="1576" y="0"/>
                  </a:lnTo>
                  <a:lnTo>
                    <a:pt x="788" y="1366"/>
                  </a:lnTo>
                  <a:close/>
                  <a:moveTo>
                    <a:pt x="40" y="24"/>
                  </a:moveTo>
                  <a:lnTo>
                    <a:pt x="788" y="1318"/>
                  </a:lnTo>
                  <a:lnTo>
                    <a:pt x="1536" y="24"/>
                  </a:lnTo>
                  <a:lnTo>
                    <a:pt x="40" y="24"/>
                  </a:lnTo>
                  <a:close/>
                </a:path>
              </a:pathLst>
            </a:custGeom>
            <a:grpFill/>
            <a:ln w="0">
              <a:noFill/>
              <a:round/>
              <a:headEnd/>
              <a:tailEnd/>
            </a:ln>
            <a:extLst/>
          </p:spPr>
          <p:txBody>
            <a:bodyPr vert="horz" wrap="square" lIns="68580" tIns="34290" rIns="68580" bIns="34290" numCol="1" anchor="t" anchorCtr="0" compatLnSpc="1">
              <a:prstTxWarp prst="textNoShape">
                <a:avLst/>
              </a:prstTxWarp>
            </a:bodyPr>
            <a:lstStyle/>
            <a:p>
              <a:endParaRPr lang="id-ID" sz="1350"/>
            </a:p>
          </p:txBody>
        </p:sp>
        <p:sp>
          <p:nvSpPr>
            <p:cNvPr id="105" name="Freeform 324"/>
            <p:cNvSpPr>
              <a:spLocks noEditPoints="1"/>
            </p:cNvSpPr>
            <p:nvPr/>
          </p:nvSpPr>
          <p:spPr bwMode="auto">
            <a:xfrm>
              <a:off x="9570361" y="441213"/>
              <a:ext cx="2503488" cy="2168525"/>
            </a:xfrm>
            <a:custGeom>
              <a:avLst/>
              <a:gdLst>
                <a:gd name="T0" fmla="*/ 1577 w 1577"/>
                <a:gd name="T1" fmla="*/ 1366 h 1366"/>
                <a:gd name="T2" fmla="*/ 0 w 1577"/>
                <a:gd name="T3" fmla="*/ 1366 h 1366"/>
                <a:gd name="T4" fmla="*/ 788 w 1577"/>
                <a:gd name="T5" fmla="*/ 0 h 1366"/>
                <a:gd name="T6" fmla="*/ 1577 w 1577"/>
                <a:gd name="T7" fmla="*/ 1366 h 1366"/>
                <a:gd name="T8" fmla="*/ 41 w 1577"/>
                <a:gd name="T9" fmla="*/ 1342 h 1366"/>
                <a:gd name="T10" fmla="*/ 1536 w 1577"/>
                <a:gd name="T11" fmla="*/ 1342 h 1366"/>
                <a:gd name="T12" fmla="*/ 788 w 1577"/>
                <a:gd name="T13" fmla="*/ 47 h 1366"/>
                <a:gd name="T14" fmla="*/ 41 w 1577"/>
                <a:gd name="T15" fmla="*/ 1342 h 136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577" h="1366">
                  <a:moveTo>
                    <a:pt x="1577" y="1366"/>
                  </a:moveTo>
                  <a:lnTo>
                    <a:pt x="0" y="1366"/>
                  </a:lnTo>
                  <a:lnTo>
                    <a:pt x="788" y="0"/>
                  </a:lnTo>
                  <a:lnTo>
                    <a:pt x="1577" y="1366"/>
                  </a:lnTo>
                  <a:close/>
                  <a:moveTo>
                    <a:pt x="41" y="1342"/>
                  </a:moveTo>
                  <a:lnTo>
                    <a:pt x="1536" y="1342"/>
                  </a:lnTo>
                  <a:lnTo>
                    <a:pt x="788" y="47"/>
                  </a:lnTo>
                  <a:lnTo>
                    <a:pt x="41" y="1342"/>
                  </a:lnTo>
                  <a:close/>
                </a:path>
              </a:pathLst>
            </a:custGeom>
            <a:grpFill/>
            <a:ln w="0">
              <a:noFill/>
              <a:round/>
              <a:headEnd/>
              <a:tailEnd/>
            </a:ln>
            <a:extLst/>
          </p:spPr>
          <p:txBody>
            <a:bodyPr vert="horz" wrap="square" lIns="68580" tIns="34290" rIns="68580" bIns="34290" numCol="1" anchor="t" anchorCtr="0" compatLnSpc="1">
              <a:prstTxWarp prst="textNoShape">
                <a:avLst/>
              </a:prstTxWarp>
            </a:bodyPr>
            <a:lstStyle/>
            <a:p>
              <a:endParaRPr lang="id-ID" sz="1350"/>
            </a:p>
          </p:txBody>
        </p:sp>
        <p:sp>
          <p:nvSpPr>
            <p:cNvPr id="106" name="Freeform 325"/>
            <p:cNvSpPr>
              <a:spLocks noEditPoints="1"/>
            </p:cNvSpPr>
            <p:nvPr/>
          </p:nvSpPr>
          <p:spPr bwMode="auto">
            <a:xfrm>
              <a:off x="10787973" y="460263"/>
              <a:ext cx="2501900" cy="2168525"/>
            </a:xfrm>
            <a:custGeom>
              <a:avLst/>
              <a:gdLst>
                <a:gd name="T0" fmla="*/ 788 w 1576"/>
                <a:gd name="T1" fmla="*/ 1366 h 1366"/>
                <a:gd name="T2" fmla="*/ 0 w 1576"/>
                <a:gd name="T3" fmla="*/ 0 h 1366"/>
                <a:gd name="T4" fmla="*/ 1576 w 1576"/>
                <a:gd name="T5" fmla="*/ 0 h 1366"/>
                <a:gd name="T6" fmla="*/ 788 w 1576"/>
                <a:gd name="T7" fmla="*/ 1366 h 1366"/>
                <a:gd name="T8" fmla="*/ 40 w 1576"/>
                <a:gd name="T9" fmla="*/ 24 h 1366"/>
                <a:gd name="T10" fmla="*/ 788 w 1576"/>
                <a:gd name="T11" fmla="*/ 1318 h 1366"/>
                <a:gd name="T12" fmla="*/ 1536 w 1576"/>
                <a:gd name="T13" fmla="*/ 24 h 1366"/>
                <a:gd name="T14" fmla="*/ 40 w 1576"/>
                <a:gd name="T15" fmla="*/ 24 h 136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576" h="1366">
                  <a:moveTo>
                    <a:pt x="788" y="1366"/>
                  </a:moveTo>
                  <a:lnTo>
                    <a:pt x="0" y="0"/>
                  </a:lnTo>
                  <a:lnTo>
                    <a:pt x="1576" y="0"/>
                  </a:lnTo>
                  <a:lnTo>
                    <a:pt x="788" y="1366"/>
                  </a:lnTo>
                  <a:close/>
                  <a:moveTo>
                    <a:pt x="40" y="24"/>
                  </a:moveTo>
                  <a:lnTo>
                    <a:pt x="788" y="1318"/>
                  </a:lnTo>
                  <a:lnTo>
                    <a:pt x="1536" y="24"/>
                  </a:lnTo>
                  <a:lnTo>
                    <a:pt x="40" y="24"/>
                  </a:lnTo>
                  <a:close/>
                </a:path>
              </a:pathLst>
            </a:custGeom>
            <a:grpFill/>
            <a:ln w="0">
              <a:noFill/>
              <a:round/>
              <a:headEnd/>
              <a:tailEnd/>
            </a:ln>
            <a:extLst/>
          </p:spPr>
          <p:txBody>
            <a:bodyPr vert="horz" wrap="square" lIns="68580" tIns="34290" rIns="68580" bIns="34290" numCol="1" anchor="t" anchorCtr="0" compatLnSpc="1">
              <a:prstTxWarp prst="textNoShape">
                <a:avLst/>
              </a:prstTxWarp>
            </a:bodyPr>
            <a:lstStyle/>
            <a:p>
              <a:endParaRPr lang="id-ID" sz="1350"/>
            </a:p>
          </p:txBody>
        </p:sp>
        <p:sp>
          <p:nvSpPr>
            <p:cNvPr id="107" name="Freeform 326"/>
            <p:cNvSpPr>
              <a:spLocks noEditPoints="1"/>
            </p:cNvSpPr>
            <p:nvPr/>
          </p:nvSpPr>
          <p:spPr bwMode="auto">
            <a:xfrm>
              <a:off x="12008761" y="441213"/>
              <a:ext cx="2503488" cy="2168525"/>
            </a:xfrm>
            <a:custGeom>
              <a:avLst/>
              <a:gdLst>
                <a:gd name="T0" fmla="*/ 1577 w 1577"/>
                <a:gd name="T1" fmla="*/ 1366 h 1366"/>
                <a:gd name="T2" fmla="*/ 0 w 1577"/>
                <a:gd name="T3" fmla="*/ 1366 h 1366"/>
                <a:gd name="T4" fmla="*/ 789 w 1577"/>
                <a:gd name="T5" fmla="*/ 0 h 1366"/>
                <a:gd name="T6" fmla="*/ 1577 w 1577"/>
                <a:gd name="T7" fmla="*/ 1366 h 1366"/>
                <a:gd name="T8" fmla="*/ 41 w 1577"/>
                <a:gd name="T9" fmla="*/ 1342 h 1366"/>
                <a:gd name="T10" fmla="*/ 1536 w 1577"/>
                <a:gd name="T11" fmla="*/ 1342 h 1366"/>
                <a:gd name="T12" fmla="*/ 789 w 1577"/>
                <a:gd name="T13" fmla="*/ 47 h 1366"/>
                <a:gd name="T14" fmla="*/ 41 w 1577"/>
                <a:gd name="T15" fmla="*/ 1342 h 136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577" h="1366">
                  <a:moveTo>
                    <a:pt x="1577" y="1366"/>
                  </a:moveTo>
                  <a:lnTo>
                    <a:pt x="0" y="1366"/>
                  </a:lnTo>
                  <a:lnTo>
                    <a:pt x="789" y="0"/>
                  </a:lnTo>
                  <a:lnTo>
                    <a:pt x="1577" y="1366"/>
                  </a:lnTo>
                  <a:close/>
                  <a:moveTo>
                    <a:pt x="41" y="1342"/>
                  </a:moveTo>
                  <a:lnTo>
                    <a:pt x="1536" y="1342"/>
                  </a:lnTo>
                  <a:lnTo>
                    <a:pt x="789" y="47"/>
                  </a:lnTo>
                  <a:lnTo>
                    <a:pt x="41" y="1342"/>
                  </a:lnTo>
                  <a:close/>
                </a:path>
              </a:pathLst>
            </a:custGeom>
            <a:grpFill/>
            <a:ln w="0">
              <a:noFill/>
              <a:round/>
              <a:headEnd/>
              <a:tailEnd/>
            </a:ln>
            <a:extLst/>
          </p:spPr>
          <p:txBody>
            <a:bodyPr vert="horz" wrap="square" lIns="68580" tIns="34290" rIns="68580" bIns="34290" numCol="1" anchor="t" anchorCtr="0" compatLnSpc="1">
              <a:prstTxWarp prst="textNoShape">
                <a:avLst/>
              </a:prstTxWarp>
            </a:bodyPr>
            <a:lstStyle/>
            <a:p>
              <a:endParaRPr lang="id-ID" sz="1350"/>
            </a:p>
          </p:txBody>
        </p:sp>
        <p:sp>
          <p:nvSpPr>
            <p:cNvPr id="108" name="Freeform 327"/>
            <p:cNvSpPr>
              <a:spLocks noEditPoints="1"/>
            </p:cNvSpPr>
            <p:nvPr/>
          </p:nvSpPr>
          <p:spPr bwMode="auto">
            <a:xfrm>
              <a:off x="8349573" y="2552588"/>
              <a:ext cx="2501900" cy="2171700"/>
            </a:xfrm>
            <a:custGeom>
              <a:avLst/>
              <a:gdLst>
                <a:gd name="T0" fmla="*/ 1576 w 1576"/>
                <a:gd name="T1" fmla="*/ 1368 h 1368"/>
                <a:gd name="T2" fmla="*/ 0 w 1576"/>
                <a:gd name="T3" fmla="*/ 1368 h 1368"/>
                <a:gd name="T4" fmla="*/ 788 w 1576"/>
                <a:gd name="T5" fmla="*/ 0 h 1368"/>
                <a:gd name="T6" fmla="*/ 1576 w 1576"/>
                <a:gd name="T7" fmla="*/ 1368 h 1368"/>
                <a:gd name="T8" fmla="*/ 40 w 1576"/>
                <a:gd name="T9" fmla="*/ 1345 h 1368"/>
                <a:gd name="T10" fmla="*/ 1536 w 1576"/>
                <a:gd name="T11" fmla="*/ 1345 h 1368"/>
                <a:gd name="T12" fmla="*/ 788 w 1576"/>
                <a:gd name="T13" fmla="*/ 48 h 1368"/>
                <a:gd name="T14" fmla="*/ 40 w 1576"/>
                <a:gd name="T15" fmla="*/ 1345 h 1368"/>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576" h="1368">
                  <a:moveTo>
                    <a:pt x="1576" y="1368"/>
                  </a:moveTo>
                  <a:lnTo>
                    <a:pt x="0" y="1368"/>
                  </a:lnTo>
                  <a:lnTo>
                    <a:pt x="788" y="0"/>
                  </a:lnTo>
                  <a:lnTo>
                    <a:pt x="1576" y="1368"/>
                  </a:lnTo>
                  <a:close/>
                  <a:moveTo>
                    <a:pt x="40" y="1345"/>
                  </a:moveTo>
                  <a:lnTo>
                    <a:pt x="1536" y="1345"/>
                  </a:lnTo>
                  <a:lnTo>
                    <a:pt x="788" y="48"/>
                  </a:lnTo>
                  <a:lnTo>
                    <a:pt x="40" y="1345"/>
                  </a:lnTo>
                  <a:close/>
                </a:path>
              </a:pathLst>
            </a:custGeom>
            <a:grpFill/>
            <a:ln w="0">
              <a:noFill/>
              <a:round/>
              <a:headEnd/>
              <a:tailEnd/>
            </a:ln>
            <a:extLst/>
          </p:spPr>
          <p:txBody>
            <a:bodyPr vert="horz" wrap="square" lIns="68580" tIns="34290" rIns="68580" bIns="34290" numCol="1" anchor="t" anchorCtr="0" compatLnSpc="1">
              <a:prstTxWarp prst="textNoShape">
                <a:avLst/>
              </a:prstTxWarp>
            </a:bodyPr>
            <a:lstStyle/>
            <a:p>
              <a:endParaRPr lang="id-ID" sz="1350"/>
            </a:p>
          </p:txBody>
        </p:sp>
        <p:sp>
          <p:nvSpPr>
            <p:cNvPr id="109" name="Freeform 328"/>
            <p:cNvSpPr>
              <a:spLocks noEditPoints="1"/>
            </p:cNvSpPr>
            <p:nvPr/>
          </p:nvSpPr>
          <p:spPr bwMode="auto">
            <a:xfrm>
              <a:off x="9570361" y="2571638"/>
              <a:ext cx="2503488" cy="2171700"/>
            </a:xfrm>
            <a:custGeom>
              <a:avLst/>
              <a:gdLst>
                <a:gd name="T0" fmla="*/ 788 w 1577"/>
                <a:gd name="T1" fmla="*/ 1368 h 1368"/>
                <a:gd name="T2" fmla="*/ 0 w 1577"/>
                <a:gd name="T3" fmla="*/ 0 h 1368"/>
                <a:gd name="T4" fmla="*/ 1577 w 1577"/>
                <a:gd name="T5" fmla="*/ 0 h 1368"/>
                <a:gd name="T6" fmla="*/ 788 w 1577"/>
                <a:gd name="T7" fmla="*/ 1368 h 1368"/>
                <a:gd name="T8" fmla="*/ 41 w 1577"/>
                <a:gd name="T9" fmla="*/ 24 h 1368"/>
                <a:gd name="T10" fmla="*/ 788 w 1577"/>
                <a:gd name="T11" fmla="*/ 1321 h 1368"/>
                <a:gd name="T12" fmla="*/ 1536 w 1577"/>
                <a:gd name="T13" fmla="*/ 24 h 1368"/>
                <a:gd name="T14" fmla="*/ 41 w 1577"/>
                <a:gd name="T15" fmla="*/ 24 h 1368"/>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577" h="1368">
                  <a:moveTo>
                    <a:pt x="788" y="1368"/>
                  </a:moveTo>
                  <a:lnTo>
                    <a:pt x="0" y="0"/>
                  </a:lnTo>
                  <a:lnTo>
                    <a:pt x="1577" y="0"/>
                  </a:lnTo>
                  <a:lnTo>
                    <a:pt x="788" y="1368"/>
                  </a:lnTo>
                  <a:close/>
                  <a:moveTo>
                    <a:pt x="41" y="24"/>
                  </a:moveTo>
                  <a:lnTo>
                    <a:pt x="788" y="1321"/>
                  </a:lnTo>
                  <a:lnTo>
                    <a:pt x="1536" y="24"/>
                  </a:lnTo>
                  <a:lnTo>
                    <a:pt x="41" y="24"/>
                  </a:lnTo>
                  <a:close/>
                </a:path>
              </a:pathLst>
            </a:custGeom>
            <a:grpFill/>
            <a:ln w="0">
              <a:noFill/>
              <a:round/>
              <a:headEnd/>
              <a:tailEnd/>
            </a:ln>
            <a:extLst/>
          </p:spPr>
          <p:txBody>
            <a:bodyPr vert="horz" wrap="square" lIns="68580" tIns="34290" rIns="68580" bIns="34290" numCol="1" anchor="t" anchorCtr="0" compatLnSpc="1">
              <a:prstTxWarp prst="textNoShape">
                <a:avLst/>
              </a:prstTxWarp>
            </a:bodyPr>
            <a:lstStyle/>
            <a:p>
              <a:endParaRPr lang="id-ID" sz="1350"/>
            </a:p>
          </p:txBody>
        </p:sp>
        <p:sp>
          <p:nvSpPr>
            <p:cNvPr id="110" name="Freeform 329"/>
            <p:cNvSpPr>
              <a:spLocks noEditPoints="1"/>
            </p:cNvSpPr>
            <p:nvPr/>
          </p:nvSpPr>
          <p:spPr bwMode="auto">
            <a:xfrm>
              <a:off x="10787973" y="2552588"/>
              <a:ext cx="2501900" cy="2171700"/>
            </a:xfrm>
            <a:custGeom>
              <a:avLst/>
              <a:gdLst>
                <a:gd name="T0" fmla="*/ 1576 w 1576"/>
                <a:gd name="T1" fmla="*/ 1368 h 1368"/>
                <a:gd name="T2" fmla="*/ 0 w 1576"/>
                <a:gd name="T3" fmla="*/ 1368 h 1368"/>
                <a:gd name="T4" fmla="*/ 788 w 1576"/>
                <a:gd name="T5" fmla="*/ 0 h 1368"/>
                <a:gd name="T6" fmla="*/ 1576 w 1576"/>
                <a:gd name="T7" fmla="*/ 1368 h 1368"/>
                <a:gd name="T8" fmla="*/ 40 w 1576"/>
                <a:gd name="T9" fmla="*/ 1345 h 1368"/>
                <a:gd name="T10" fmla="*/ 1536 w 1576"/>
                <a:gd name="T11" fmla="*/ 1345 h 1368"/>
                <a:gd name="T12" fmla="*/ 788 w 1576"/>
                <a:gd name="T13" fmla="*/ 48 h 1368"/>
                <a:gd name="T14" fmla="*/ 40 w 1576"/>
                <a:gd name="T15" fmla="*/ 1345 h 1368"/>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576" h="1368">
                  <a:moveTo>
                    <a:pt x="1576" y="1368"/>
                  </a:moveTo>
                  <a:lnTo>
                    <a:pt x="0" y="1368"/>
                  </a:lnTo>
                  <a:lnTo>
                    <a:pt x="788" y="0"/>
                  </a:lnTo>
                  <a:lnTo>
                    <a:pt x="1576" y="1368"/>
                  </a:lnTo>
                  <a:close/>
                  <a:moveTo>
                    <a:pt x="40" y="1345"/>
                  </a:moveTo>
                  <a:lnTo>
                    <a:pt x="1536" y="1345"/>
                  </a:lnTo>
                  <a:lnTo>
                    <a:pt x="788" y="48"/>
                  </a:lnTo>
                  <a:lnTo>
                    <a:pt x="40" y="1345"/>
                  </a:lnTo>
                  <a:close/>
                </a:path>
              </a:pathLst>
            </a:custGeom>
            <a:grpFill/>
            <a:ln w="0">
              <a:noFill/>
              <a:round/>
              <a:headEnd/>
              <a:tailEnd/>
            </a:ln>
            <a:extLst/>
          </p:spPr>
          <p:txBody>
            <a:bodyPr vert="horz" wrap="square" lIns="68580" tIns="34290" rIns="68580" bIns="34290" numCol="1" anchor="t" anchorCtr="0" compatLnSpc="1">
              <a:prstTxWarp prst="textNoShape">
                <a:avLst/>
              </a:prstTxWarp>
            </a:bodyPr>
            <a:lstStyle/>
            <a:p>
              <a:endParaRPr lang="id-ID" sz="1350"/>
            </a:p>
          </p:txBody>
        </p:sp>
        <p:sp>
          <p:nvSpPr>
            <p:cNvPr id="111" name="Freeform 330"/>
            <p:cNvSpPr>
              <a:spLocks noEditPoints="1"/>
            </p:cNvSpPr>
            <p:nvPr/>
          </p:nvSpPr>
          <p:spPr bwMode="auto">
            <a:xfrm>
              <a:off x="12008761" y="2571638"/>
              <a:ext cx="2503488" cy="2171700"/>
            </a:xfrm>
            <a:custGeom>
              <a:avLst/>
              <a:gdLst>
                <a:gd name="T0" fmla="*/ 789 w 1577"/>
                <a:gd name="T1" fmla="*/ 1368 h 1368"/>
                <a:gd name="T2" fmla="*/ 0 w 1577"/>
                <a:gd name="T3" fmla="*/ 0 h 1368"/>
                <a:gd name="T4" fmla="*/ 1577 w 1577"/>
                <a:gd name="T5" fmla="*/ 0 h 1368"/>
                <a:gd name="T6" fmla="*/ 789 w 1577"/>
                <a:gd name="T7" fmla="*/ 1368 h 1368"/>
                <a:gd name="T8" fmla="*/ 41 w 1577"/>
                <a:gd name="T9" fmla="*/ 24 h 1368"/>
                <a:gd name="T10" fmla="*/ 789 w 1577"/>
                <a:gd name="T11" fmla="*/ 1321 h 1368"/>
                <a:gd name="T12" fmla="*/ 1536 w 1577"/>
                <a:gd name="T13" fmla="*/ 24 h 1368"/>
                <a:gd name="T14" fmla="*/ 41 w 1577"/>
                <a:gd name="T15" fmla="*/ 24 h 1368"/>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577" h="1368">
                  <a:moveTo>
                    <a:pt x="789" y="1368"/>
                  </a:moveTo>
                  <a:lnTo>
                    <a:pt x="0" y="0"/>
                  </a:lnTo>
                  <a:lnTo>
                    <a:pt x="1577" y="0"/>
                  </a:lnTo>
                  <a:lnTo>
                    <a:pt x="789" y="1368"/>
                  </a:lnTo>
                  <a:close/>
                  <a:moveTo>
                    <a:pt x="41" y="24"/>
                  </a:moveTo>
                  <a:lnTo>
                    <a:pt x="789" y="1321"/>
                  </a:lnTo>
                  <a:lnTo>
                    <a:pt x="1536" y="24"/>
                  </a:lnTo>
                  <a:lnTo>
                    <a:pt x="41" y="24"/>
                  </a:lnTo>
                  <a:close/>
                </a:path>
              </a:pathLst>
            </a:custGeom>
            <a:grpFill/>
            <a:ln w="0">
              <a:noFill/>
              <a:round/>
              <a:headEnd/>
              <a:tailEnd/>
            </a:ln>
            <a:extLst/>
          </p:spPr>
          <p:txBody>
            <a:bodyPr vert="horz" wrap="square" lIns="68580" tIns="34290" rIns="68580" bIns="34290" numCol="1" anchor="t" anchorCtr="0" compatLnSpc="1">
              <a:prstTxWarp prst="textNoShape">
                <a:avLst/>
              </a:prstTxWarp>
            </a:bodyPr>
            <a:lstStyle/>
            <a:p>
              <a:endParaRPr lang="id-ID" sz="1350"/>
            </a:p>
          </p:txBody>
        </p:sp>
      </p:grpSp>
      <p:grpSp>
        <p:nvGrpSpPr>
          <p:cNvPr id="4" name="组合 3"/>
          <p:cNvGrpSpPr/>
          <p:nvPr userDrawn="1"/>
        </p:nvGrpSpPr>
        <p:grpSpPr>
          <a:xfrm>
            <a:off x="828581" y="349110"/>
            <a:ext cx="3696591" cy="3036227"/>
            <a:chOff x="2607344" y="-649181"/>
            <a:chExt cx="2608160" cy="2142169"/>
          </a:xfrm>
        </p:grpSpPr>
        <p:grpSp>
          <p:nvGrpSpPr>
            <p:cNvPr id="113" name="Group 74"/>
            <p:cNvGrpSpPr/>
            <p:nvPr userDrawn="1"/>
          </p:nvGrpSpPr>
          <p:grpSpPr>
            <a:xfrm rot="1800000">
              <a:off x="3246128" y="-649181"/>
              <a:ext cx="1314075" cy="1368235"/>
              <a:chOff x="8349573" y="-1673337"/>
              <a:chExt cx="6162676" cy="6416675"/>
            </a:xfrm>
            <a:solidFill>
              <a:schemeClr val="bg1">
                <a:alpha val="15000"/>
              </a:schemeClr>
            </a:solidFill>
          </p:grpSpPr>
          <p:sp>
            <p:nvSpPr>
              <p:cNvPr id="146" name="Freeform 319"/>
              <p:cNvSpPr>
                <a:spLocks noEditPoints="1"/>
              </p:cNvSpPr>
              <p:nvPr/>
            </p:nvSpPr>
            <p:spPr bwMode="auto">
              <a:xfrm>
                <a:off x="8349573" y="-1673337"/>
                <a:ext cx="2501900" cy="2171700"/>
              </a:xfrm>
              <a:custGeom>
                <a:avLst/>
                <a:gdLst>
                  <a:gd name="T0" fmla="*/ 1576 w 1576"/>
                  <a:gd name="T1" fmla="*/ 1368 h 1368"/>
                  <a:gd name="T2" fmla="*/ 0 w 1576"/>
                  <a:gd name="T3" fmla="*/ 1368 h 1368"/>
                  <a:gd name="T4" fmla="*/ 788 w 1576"/>
                  <a:gd name="T5" fmla="*/ 0 h 1368"/>
                  <a:gd name="T6" fmla="*/ 1576 w 1576"/>
                  <a:gd name="T7" fmla="*/ 1368 h 1368"/>
                  <a:gd name="T8" fmla="*/ 40 w 1576"/>
                  <a:gd name="T9" fmla="*/ 1344 h 1368"/>
                  <a:gd name="T10" fmla="*/ 1536 w 1576"/>
                  <a:gd name="T11" fmla="*/ 1344 h 1368"/>
                  <a:gd name="T12" fmla="*/ 788 w 1576"/>
                  <a:gd name="T13" fmla="*/ 47 h 1368"/>
                  <a:gd name="T14" fmla="*/ 40 w 1576"/>
                  <a:gd name="T15" fmla="*/ 1344 h 1368"/>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576" h="1368">
                    <a:moveTo>
                      <a:pt x="1576" y="1368"/>
                    </a:moveTo>
                    <a:lnTo>
                      <a:pt x="0" y="1368"/>
                    </a:lnTo>
                    <a:lnTo>
                      <a:pt x="788" y="0"/>
                    </a:lnTo>
                    <a:lnTo>
                      <a:pt x="1576" y="1368"/>
                    </a:lnTo>
                    <a:close/>
                    <a:moveTo>
                      <a:pt x="40" y="1344"/>
                    </a:moveTo>
                    <a:lnTo>
                      <a:pt x="1536" y="1344"/>
                    </a:lnTo>
                    <a:lnTo>
                      <a:pt x="788" y="47"/>
                    </a:lnTo>
                    <a:lnTo>
                      <a:pt x="40" y="134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68580" tIns="34290" rIns="68580" bIns="34290" numCol="1" anchor="t" anchorCtr="0" compatLnSpc="1">
                <a:prstTxWarp prst="textNoShape">
                  <a:avLst/>
                </a:prstTxWarp>
              </a:bodyPr>
              <a:lstStyle/>
              <a:p>
                <a:endParaRPr lang="id-ID" sz="1350"/>
              </a:p>
            </p:txBody>
          </p:sp>
          <p:sp>
            <p:nvSpPr>
              <p:cNvPr id="147" name="Freeform 320"/>
              <p:cNvSpPr>
                <a:spLocks noEditPoints="1"/>
              </p:cNvSpPr>
              <p:nvPr/>
            </p:nvSpPr>
            <p:spPr bwMode="auto">
              <a:xfrm>
                <a:off x="9570361" y="-1655875"/>
                <a:ext cx="2503488" cy="2171700"/>
              </a:xfrm>
              <a:custGeom>
                <a:avLst/>
                <a:gdLst>
                  <a:gd name="T0" fmla="*/ 788 w 1577"/>
                  <a:gd name="T1" fmla="*/ 1368 h 1368"/>
                  <a:gd name="T2" fmla="*/ 0 w 1577"/>
                  <a:gd name="T3" fmla="*/ 0 h 1368"/>
                  <a:gd name="T4" fmla="*/ 1577 w 1577"/>
                  <a:gd name="T5" fmla="*/ 0 h 1368"/>
                  <a:gd name="T6" fmla="*/ 788 w 1577"/>
                  <a:gd name="T7" fmla="*/ 1368 h 1368"/>
                  <a:gd name="T8" fmla="*/ 41 w 1577"/>
                  <a:gd name="T9" fmla="*/ 24 h 1368"/>
                  <a:gd name="T10" fmla="*/ 788 w 1577"/>
                  <a:gd name="T11" fmla="*/ 1321 h 1368"/>
                  <a:gd name="T12" fmla="*/ 1536 w 1577"/>
                  <a:gd name="T13" fmla="*/ 24 h 1368"/>
                  <a:gd name="T14" fmla="*/ 41 w 1577"/>
                  <a:gd name="T15" fmla="*/ 24 h 1368"/>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577" h="1368">
                    <a:moveTo>
                      <a:pt x="788" y="1368"/>
                    </a:moveTo>
                    <a:lnTo>
                      <a:pt x="0" y="0"/>
                    </a:lnTo>
                    <a:lnTo>
                      <a:pt x="1577" y="0"/>
                    </a:lnTo>
                    <a:lnTo>
                      <a:pt x="788" y="1368"/>
                    </a:lnTo>
                    <a:close/>
                    <a:moveTo>
                      <a:pt x="41" y="24"/>
                    </a:moveTo>
                    <a:lnTo>
                      <a:pt x="788" y="1321"/>
                    </a:lnTo>
                    <a:lnTo>
                      <a:pt x="1536" y="24"/>
                    </a:lnTo>
                    <a:lnTo>
                      <a:pt x="41" y="2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68580" tIns="34290" rIns="68580" bIns="34290" numCol="1" anchor="t" anchorCtr="0" compatLnSpc="1">
                <a:prstTxWarp prst="textNoShape">
                  <a:avLst/>
                </a:prstTxWarp>
              </a:bodyPr>
              <a:lstStyle/>
              <a:p>
                <a:endParaRPr lang="id-ID" sz="1350"/>
              </a:p>
            </p:txBody>
          </p:sp>
          <p:sp>
            <p:nvSpPr>
              <p:cNvPr id="148" name="Freeform 321"/>
              <p:cNvSpPr>
                <a:spLocks noEditPoints="1"/>
              </p:cNvSpPr>
              <p:nvPr/>
            </p:nvSpPr>
            <p:spPr bwMode="auto">
              <a:xfrm>
                <a:off x="10787973" y="-1673337"/>
                <a:ext cx="2501900" cy="2171700"/>
              </a:xfrm>
              <a:custGeom>
                <a:avLst/>
                <a:gdLst>
                  <a:gd name="T0" fmla="*/ 1576 w 1576"/>
                  <a:gd name="T1" fmla="*/ 1368 h 1368"/>
                  <a:gd name="T2" fmla="*/ 0 w 1576"/>
                  <a:gd name="T3" fmla="*/ 1368 h 1368"/>
                  <a:gd name="T4" fmla="*/ 788 w 1576"/>
                  <a:gd name="T5" fmla="*/ 0 h 1368"/>
                  <a:gd name="T6" fmla="*/ 1576 w 1576"/>
                  <a:gd name="T7" fmla="*/ 1368 h 1368"/>
                  <a:gd name="T8" fmla="*/ 40 w 1576"/>
                  <a:gd name="T9" fmla="*/ 1344 h 1368"/>
                  <a:gd name="T10" fmla="*/ 1536 w 1576"/>
                  <a:gd name="T11" fmla="*/ 1344 h 1368"/>
                  <a:gd name="T12" fmla="*/ 788 w 1576"/>
                  <a:gd name="T13" fmla="*/ 47 h 1368"/>
                  <a:gd name="T14" fmla="*/ 40 w 1576"/>
                  <a:gd name="T15" fmla="*/ 1344 h 1368"/>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576" h="1368">
                    <a:moveTo>
                      <a:pt x="1576" y="1368"/>
                    </a:moveTo>
                    <a:lnTo>
                      <a:pt x="0" y="1368"/>
                    </a:lnTo>
                    <a:lnTo>
                      <a:pt x="788" y="0"/>
                    </a:lnTo>
                    <a:lnTo>
                      <a:pt x="1576" y="1368"/>
                    </a:lnTo>
                    <a:close/>
                    <a:moveTo>
                      <a:pt x="40" y="1344"/>
                    </a:moveTo>
                    <a:lnTo>
                      <a:pt x="1536" y="1344"/>
                    </a:lnTo>
                    <a:lnTo>
                      <a:pt x="788" y="47"/>
                    </a:lnTo>
                    <a:lnTo>
                      <a:pt x="40" y="134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68580" tIns="34290" rIns="68580" bIns="34290" numCol="1" anchor="t" anchorCtr="0" compatLnSpc="1">
                <a:prstTxWarp prst="textNoShape">
                  <a:avLst/>
                </a:prstTxWarp>
              </a:bodyPr>
              <a:lstStyle/>
              <a:p>
                <a:endParaRPr lang="id-ID" sz="1350"/>
              </a:p>
            </p:txBody>
          </p:sp>
          <p:sp>
            <p:nvSpPr>
              <p:cNvPr id="149" name="Freeform 322"/>
              <p:cNvSpPr>
                <a:spLocks noEditPoints="1"/>
              </p:cNvSpPr>
              <p:nvPr/>
            </p:nvSpPr>
            <p:spPr bwMode="auto">
              <a:xfrm>
                <a:off x="12008761" y="-1655875"/>
                <a:ext cx="2503488" cy="2171700"/>
              </a:xfrm>
              <a:custGeom>
                <a:avLst/>
                <a:gdLst>
                  <a:gd name="T0" fmla="*/ 789 w 1577"/>
                  <a:gd name="T1" fmla="*/ 1368 h 1368"/>
                  <a:gd name="T2" fmla="*/ 0 w 1577"/>
                  <a:gd name="T3" fmla="*/ 0 h 1368"/>
                  <a:gd name="T4" fmla="*/ 1577 w 1577"/>
                  <a:gd name="T5" fmla="*/ 0 h 1368"/>
                  <a:gd name="T6" fmla="*/ 789 w 1577"/>
                  <a:gd name="T7" fmla="*/ 1368 h 1368"/>
                  <a:gd name="T8" fmla="*/ 41 w 1577"/>
                  <a:gd name="T9" fmla="*/ 24 h 1368"/>
                  <a:gd name="T10" fmla="*/ 789 w 1577"/>
                  <a:gd name="T11" fmla="*/ 1321 h 1368"/>
                  <a:gd name="T12" fmla="*/ 1536 w 1577"/>
                  <a:gd name="T13" fmla="*/ 24 h 1368"/>
                  <a:gd name="T14" fmla="*/ 41 w 1577"/>
                  <a:gd name="T15" fmla="*/ 24 h 1368"/>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577" h="1368">
                    <a:moveTo>
                      <a:pt x="789" y="1368"/>
                    </a:moveTo>
                    <a:lnTo>
                      <a:pt x="0" y="0"/>
                    </a:lnTo>
                    <a:lnTo>
                      <a:pt x="1577" y="0"/>
                    </a:lnTo>
                    <a:lnTo>
                      <a:pt x="789" y="1368"/>
                    </a:lnTo>
                    <a:close/>
                    <a:moveTo>
                      <a:pt x="41" y="24"/>
                    </a:moveTo>
                    <a:lnTo>
                      <a:pt x="789" y="1321"/>
                    </a:lnTo>
                    <a:lnTo>
                      <a:pt x="1536" y="24"/>
                    </a:lnTo>
                    <a:lnTo>
                      <a:pt x="41" y="2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68580" tIns="34290" rIns="68580" bIns="34290" numCol="1" anchor="t" anchorCtr="0" compatLnSpc="1">
                <a:prstTxWarp prst="textNoShape">
                  <a:avLst/>
                </a:prstTxWarp>
              </a:bodyPr>
              <a:lstStyle/>
              <a:p>
                <a:endParaRPr lang="id-ID" sz="1350"/>
              </a:p>
            </p:txBody>
          </p:sp>
          <p:sp>
            <p:nvSpPr>
              <p:cNvPr id="150" name="Freeform 323"/>
              <p:cNvSpPr>
                <a:spLocks noEditPoints="1"/>
              </p:cNvSpPr>
              <p:nvPr/>
            </p:nvSpPr>
            <p:spPr bwMode="auto">
              <a:xfrm>
                <a:off x="8349573" y="460263"/>
                <a:ext cx="2501900" cy="2168525"/>
              </a:xfrm>
              <a:custGeom>
                <a:avLst/>
                <a:gdLst>
                  <a:gd name="T0" fmla="*/ 788 w 1576"/>
                  <a:gd name="T1" fmla="*/ 1366 h 1366"/>
                  <a:gd name="T2" fmla="*/ 0 w 1576"/>
                  <a:gd name="T3" fmla="*/ 0 h 1366"/>
                  <a:gd name="T4" fmla="*/ 1576 w 1576"/>
                  <a:gd name="T5" fmla="*/ 0 h 1366"/>
                  <a:gd name="T6" fmla="*/ 788 w 1576"/>
                  <a:gd name="T7" fmla="*/ 1366 h 1366"/>
                  <a:gd name="T8" fmla="*/ 40 w 1576"/>
                  <a:gd name="T9" fmla="*/ 24 h 1366"/>
                  <a:gd name="T10" fmla="*/ 788 w 1576"/>
                  <a:gd name="T11" fmla="*/ 1318 h 1366"/>
                  <a:gd name="T12" fmla="*/ 1536 w 1576"/>
                  <a:gd name="T13" fmla="*/ 24 h 1366"/>
                  <a:gd name="T14" fmla="*/ 40 w 1576"/>
                  <a:gd name="T15" fmla="*/ 24 h 136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576" h="1366">
                    <a:moveTo>
                      <a:pt x="788" y="1366"/>
                    </a:moveTo>
                    <a:lnTo>
                      <a:pt x="0" y="0"/>
                    </a:lnTo>
                    <a:lnTo>
                      <a:pt x="1576" y="0"/>
                    </a:lnTo>
                    <a:lnTo>
                      <a:pt x="788" y="1366"/>
                    </a:lnTo>
                    <a:close/>
                    <a:moveTo>
                      <a:pt x="40" y="24"/>
                    </a:moveTo>
                    <a:lnTo>
                      <a:pt x="788" y="1318"/>
                    </a:lnTo>
                    <a:lnTo>
                      <a:pt x="1536" y="24"/>
                    </a:lnTo>
                    <a:lnTo>
                      <a:pt x="40" y="2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68580" tIns="34290" rIns="68580" bIns="34290" numCol="1" anchor="t" anchorCtr="0" compatLnSpc="1">
                <a:prstTxWarp prst="textNoShape">
                  <a:avLst/>
                </a:prstTxWarp>
              </a:bodyPr>
              <a:lstStyle/>
              <a:p>
                <a:endParaRPr lang="id-ID" sz="1350"/>
              </a:p>
            </p:txBody>
          </p:sp>
          <p:sp>
            <p:nvSpPr>
              <p:cNvPr id="151" name="Freeform 324"/>
              <p:cNvSpPr>
                <a:spLocks noEditPoints="1"/>
              </p:cNvSpPr>
              <p:nvPr/>
            </p:nvSpPr>
            <p:spPr bwMode="auto">
              <a:xfrm>
                <a:off x="9570361" y="441213"/>
                <a:ext cx="2503488" cy="2168525"/>
              </a:xfrm>
              <a:custGeom>
                <a:avLst/>
                <a:gdLst>
                  <a:gd name="T0" fmla="*/ 1577 w 1577"/>
                  <a:gd name="T1" fmla="*/ 1366 h 1366"/>
                  <a:gd name="T2" fmla="*/ 0 w 1577"/>
                  <a:gd name="T3" fmla="*/ 1366 h 1366"/>
                  <a:gd name="T4" fmla="*/ 788 w 1577"/>
                  <a:gd name="T5" fmla="*/ 0 h 1366"/>
                  <a:gd name="T6" fmla="*/ 1577 w 1577"/>
                  <a:gd name="T7" fmla="*/ 1366 h 1366"/>
                  <a:gd name="T8" fmla="*/ 41 w 1577"/>
                  <a:gd name="T9" fmla="*/ 1342 h 1366"/>
                  <a:gd name="T10" fmla="*/ 1536 w 1577"/>
                  <a:gd name="T11" fmla="*/ 1342 h 1366"/>
                  <a:gd name="T12" fmla="*/ 788 w 1577"/>
                  <a:gd name="T13" fmla="*/ 47 h 1366"/>
                  <a:gd name="T14" fmla="*/ 41 w 1577"/>
                  <a:gd name="T15" fmla="*/ 1342 h 136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577" h="1366">
                    <a:moveTo>
                      <a:pt x="1577" y="1366"/>
                    </a:moveTo>
                    <a:lnTo>
                      <a:pt x="0" y="1366"/>
                    </a:lnTo>
                    <a:lnTo>
                      <a:pt x="788" y="0"/>
                    </a:lnTo>
                    <a:lnTo>
                      <a:pt x="1577" y="1366"/>
                    </a:lnTo>
                    <a:close/>
                    <a:moveTo>
                      <a:pt x="41" y="1342"/>
                    </a:moveTo>
                    <a:lnTo>
                      <a:pt x="1536" y="1342"/>
                    </a:lnTo>
                    <a:lnTo>
                      <a:pt x="788" y="47"/>
                    </a:lnTo>
                    <a:lnTo>
                      <a:pt x="41" y="134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68580" tIns="34290" rIns="68580" bIns="34290" numCol="1" anchor="t" anchorCtr="0" compatLnSpc="1">
                <a:prstTxWarp prst="textNoShape">
                  <a:avLst/>
                </a:prstTxWarp>
              </a:bodyPr>
              <a:lstStyle/>
              <a:p>
                <a:endParaRPr lang="id-ID" sz="1350"/>
              </a:p>
            </p:txBody>
          </p:sp>
          <p:sp>
            <p:nvSpPr>
              <p:cNvPr id="152" name="Freeform 325"/>
              <p:cNvSpPr>
                <a:spLocks noEditPoints="1"/>
              </p:cNvSpPr>
              <p:nvPr/>
            </p:nvSpPr>
            <p:spPr bwMode="auto">
              <a:xfrm>
                <a:off x="10787973" y="460263"/>
                <a:ext cx="2501900" cy="2168525"/>
              </a:xfrm>
              <a:custGeom>
                <a:avLst/>
                <a:gdLst>
                  <a:gd name="T0" fmla="*/ 788 w 1576"/>
                  <a:gd name="T1" fmla="*/ 1366 h 1366"/>
                  <a:gd name="T2" fmla="*/ 0 w 1576"/>
                  <a:gd name="T3" fmla="*/ 0 h 1366"/>
                  <a:gd name="T4" fmla="*/ 1576 w 1576"/>
                  <a:gd name="T5" fmla="*/ 0 h 1366"/>
                  <a:gd name="T6" fmla="*/ 788 w 1576"/>
                  <a:gd name="T7" fmla="*/ 1366 h 1366"/>
                  <a:gd name="T8" fmla="*/ 40 w 1576"/>
                  <a:gd name="T9" fmla="*/ 24 h 1366"/>
                  <a:gd name="T10" fmla="*/ 788 w 1576"/>
                  <a:gd name="T11" fmla="*/ 1318 h 1366"/>
                  <a:gd name="T12" fmla="*/ 1536 w 1576"/>
                  <a:gd name="T13" fmla="*/ 24 h 1366"/>
                  <a:gd name="T14" fmla="*/ 40 w 1576"/>
                  <a:gd name="T15" fmla="*/ 24 h 136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576" h="1366">
                    <a:moveTo>
                      <a:pt x="788" y="1366"/>
                    </a:moveTo>
                    <a:lnTo>
                      <a:pt x="0" y="0"/>
                    </a:lnTo>
                    <a:lnTo>
                      <a:pt x="1576" y="0"/>
                    </a:lnTo>
                    <a:lnTo>
                      <a:pt x="788" y="1366"/>
                    </a:lnTo>
                    <a:close/>
                    <a:moveTo>
                      <a:pt x="40" y="24"/>
                    </a:moveTo>
                    <a:lnTo>
                      <a:pt x="788" y="1318"/>
                    </a:lnTo>
                    <a:lnTo>
                      <a:pt x="1536" y="24"/>
                    </a:lnTo>
                    <a:lnTo>
                      <a:pt x="40" y="2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68580" tIns="34290" rIns="68580" bIns="34290" numCol="1" anchor="t" anchorCtr="0" compatLnSpc="1">
                <a:prstTxWarp prst="textNoShape">
                  <a:avLst/>
                </a:prstTxWarp>
              </a:bodyPr>
              <a:lstStyle/>
              <a:p>
                <a:endParaRPr lang="id-ID" sz="1350"/>
              </a:p>
            </p:txBody>
          </p:sp>
          <p:sp>
            <p:nvSpPr>
              <p:cNvPr id="153" name="Freeform 326"/>
              <p:cNvSpPr>
                <a:spLocks noEditPoints="1"/>
              </p:cNvSpPr>
              <p:nvPr/>
            </p:nvSpPr>
            <p:spPr bwMode="auto">
              <a:xfrm>
                <a:off x="12008761" y="441213"/>
                <a:ext cx="2503488" cy="2168525"/>
              </a:xfrm>
              <a:custGeom>
                <a:avLst/>
                <a:gdLst>
                  <a:gd name="T0" fmla="*/ 1577 w 1577"/>
                  <a:gd name="T1" fmla="*/ 1366 h 1366"/>
                  <a:gd name="T2" fmla="*/ 0 w 1577"/>
                  <a:gd name="T3" fmla="*/ 1366 h 1366"/>
                  <a:gd name="T4" fmla="*/ 789 w 1577"/>
                  <a:gd name="T5" fmla="*/ 0 h 1366"/>
                  <a:gd name="T6" fmla="*/ 1577 w 1577"/>
                  <a:gd name="T7" fmla="*/ 1366 h 1366"/>
                  <a:gd name="T8" fmla="*/ 41 w 1577"/>
                  <a:gd name="T9" fmla="*/ 1342 h 1366"/>
                  <a:gd name="T10" fmla="*/ 1536 w 1577"/>
                  <a:gd name="T11" fmla="*/ 1342 h 1366"/>
                  <a:gd name="T12" fmla="*/ 789 w 1577"/>
                  <a:gd name="T13" fmla="*/ 47 h 1366"/>
                  <a:gd name="T14" fmla="*/ 41 w 1577"/>
                  <a:gd name="T15" fmla="*/ 1342 h 136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577" h="1366">
                    <a:moveTo>
                      <a:pt x="1577" y="1366"/>
                    </a:moveTo>
                    <a:lnTo>
                      <a:pt x="0" y="1366"/>
                    </a:lnTo>
                    <a:lnTo>
                      <a:pt x="789" y="0"/>
                    </a:lnTo>
                    <a:lnTo>
                      <a:pt x="1577" y="1366"/>
                    </a:lnTo>
                    <a:close/>
                    <a:moveTo>
                      <a:pt x="41" y="1342"/>
                    </a:moveTo>
                    <a:lnTo>
                      <a:pt x="1536" y="1342"/>
                    </a:lnTo>
                    <a:lnTo>
                      <a:pt x="789" y="47"/>
                    </a:lnTo>
                    <a:lnTo>
                      <a:pt x="41" y="134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68580" tIns="34290" rIns="68580" bIns="34290" numCol="1" anchor="t" anchorCtr="0" compatLnSpc="1">
                <a:prstTxWarp prst="textNoShape">
                  <a:avLst/>
                </a:prstTxWarp>
              </a:bodyPr>
              <a:lstStyle/>
              <a:p>
                <a:endParaRPr lang="id-ID" sz="1350"/>
              </a:p>
            </p:txBody>
          </p:sp>
          <p:sp>
            <p:nvSpPr>
              <p:cNvPr id="154" name="Freeform 327"/>
              <p:cNvSpPr>
                <a:spLocks noEditPoints="1"/>
              </p:cNvSpPr>
              <p:nvPr/>
            </p:nvSpPr>
            <p:spPr bwMode="auto">
              <a:xfrm>
                <a:off x="8349573" y="2552588"/>
                <a:ext cx="2501900" cy="2171700"/>
              </a:xfrm>
              <a:custGeom>
                <a:avLst/>
                <a:gdLst>
                  <a:gd name="T0" fmla="*/ 1576 w 1576"/>
                  <a:gd name="T1" fmla="*/ 1368 h 1368"/>
                  <a:gd name="T2" fmla="*/ 0 w 1576"/>
                  <a:gd name="T3" fmla="*/ 1368 h 1368"/>
                  <a:gd name="T4" fmla="*/ 788 w 1576"/>
                  <a:gd name="T5" fmla="*/ 0 h 1368"/>
                  <a:gd name="T6" fmla="*/ 1576 w 1576"/>
                  <a:gd name="T7" fmla="*/ 1368 h 1368"/>
                  <a:gd name="T8" fmla="*/ 40 w 1576"/>
                  <a:gd name="T9" fmla="*/ 1345 h 1368"/>
                  <a:gd name="T10" fmla="*/ 1536 w 1576"/>
                  <a:gd name="T11" fmla="*/ 1345 h 1368"/>
                  <a:gd name="T12" fmla="*/ 788 w 1576"/>
                  <a:gd name="T13" fmla="*/ 48 h 1368"/>
                  <a:gd name="T14" fmla="*/ 40 w 1576"/>
                  <a:gd name="T15" fmla="*/ 1345 h 1368"/>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576" h="1368">
                    <a:moveTo>
                      <a:pt x="1576" y="1368"/>
                    </a:moveTo>
                    <a:lnTo>
                      <a:pt x="0" y="1368"/>
                    </a:lnTo>
                    <a:lnTo>
                      <a:pt x="788" y="0"/>
                    </a:lnTo>
                    <a:lnTo>
                      <a:pt x="1576" y="1368"/>
                    </a:lnTo>
                    <a:close/>
                    <a:moveTo>
                      <a:pt x="40" y="1345"/>
                    </a:moveTo>
                    <a:lnTo>
                      <a:pt x="1536" y="1345"/>
                    </a:lnTo>
                    <a:lnTo>
                      <a:pt x="788" y="48"/>
                    </a:lnTo>
                    <a:lnTo>
                      <a:pt x="40" y="1345"/>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68580" tIns="34290" rIns="68580" bIns="34290" numCol="1" anchor="t" anchorCtr="0" compatLnSpc="1">
                <a:prstTxWarp prst="textNoShape">
                  <a:avLst/>
                </a:prstTxWarp>
              </a:bodyPr>
              <a:lstStyle/>
              <a:p>
                <a:endParaRPr lang="id-ID" sz="1350"/>
              </a:p>
            </p:txBody>
          </p:sp>
          <p:sp>
            <p:nvSpPr>
              <p:cNvPr id="155" name="Freeform 328"/>
              <p:cNvSpPr>
                <a:spLocks noEditPoints="1"/>
              </p:cNvSpPr>
              <p:nvPr/>
            </p:nvSpPr>
            <p:spPr bwMode="auto">
              <a:xfrm>
                <a:off x="9570361" y="2571638"/>
                <a:ext cx="2503488" cy="2171700"/>
              </a:xfrm>
              <a:custGeom>
                <a:avLst/>
                <a:gdLst>
                  <a:gd name="T0" fmla="*/ 788 w 1577"/>
                  <a:gd name="T1" fmla="*/ 1368 h 1368"/>
                  <a:gd name="T2" fmla="*/ 0 w 1577"/>
                  <a:gd name="T3" fmla="*/ 0 h 1368"/>
                  <a:gd name="T4" fmla="*/ 1577 w 1577"/>
                  <a:gd name="T5" fmla="*/ 0 h 1368"/>
                  <a:gd name="T6" fmla="*/ 788 w 1577"/>
                  <a:gd name="T7" fmla="*/ 1368 h 1368"/>
                  <a:gd name="T8" fmla="*/ 41 w 1577"/>
                  <a:gd name="T9" fmla="*/ 24 h 1368"/>
                  <a:gd name="T10" fmla="*/ 788 w 1577"/>
                  <a:gd name="T11" fmla="*/ 1321 h 1368"/>
                  <a:gd name="T12" fmla="*/ 1536 w 1577"/>
                  <a:gd name="T13" fmla="*/ 24 h 1368"/>
                  <a:gd name="T14" fmla="*/ 41 w 1577"/>
                  <a:gd name="T15" fmla="*/ 24 h 1368"/>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577" h="1368">
                    <a:moveTo>
                      <a:pt x="788" y="1368"/>
                    </a:moveTo>
                    <a:lnTo>
                      <a:pt x="0" y="0"/>
                    </a:lnTo>
                    <a:lnTo>
                      <a:pt x="1577" y="0"/>
                    </a:lnTo>
                    <a:lnTo>
                      <a:pt x="788" y="1368"/>
                    </a:lnTo>
                    <a:close/>
                    <a:moveTo>
                      <a:pt x="41" y="24"/>
                    </a:moveTo>
                    <a:lnTo>
                      <a:pt x="788" y="1321"/>
                    </a:lnTo>
                    <a:lnTo>
                      <a:pt x="1536" y="24"/>
                    </a:lnTo>
                    <a:lnTo>
                      <a:pt x="41" y="2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68580" tIns="34290" rIns="68580" bIns="34290" numCol="1" anchor="t" anchorCtr="0" compatLnSpc="1">
                <a:prstTxWarp prst="textNoShape">
                  <a:avLst/>
                </a:prstTxWarp>
              </a:bodyPr>
              <a:lstStyle/>
              <a:p>
                <a:endParaRPr lang="id-ID" sz="1350"/>
              </a:p>
            </p:txBody>
          </p:sp>
          <p:sp>
            <p:nvSpPr>
              <p:cNvPr id="156" name="Freeform 329"/>
              <p:cNvSpPr>
                <a:spLocks noEditPoints="1"/>
              </p:cNvSpPr>
              <p:nvPr/>
            </p:nvSpPr>
            <p:spPr bwMode="auto">
              <a:xfrm>
                <a:off x="10787973" y="2552588"/>
                <a:ext cx="2501900" cy="2171700"/>
              </a:xfrm>
              <a:custGeom>
                <a:avLst/>
                <a:gdLst>
                  <a:gd name="T0" fmla="*/ 1576 w 1576"/>
                  <a:gd name="T1" fmla="*/ 1368 h 1368"/>
                  <a:gd name="T2" fmla="*/ 0 w 1576"/>
                  <a:gd name="T3" fmla="*/ 1368 h 1368"/>
                  <a:gd name="T4" fmla="*/ 788 w 1576"/>
                  <a:gd name="T5" fmla="*/ 0 h 1368"/>
                  <a:gd name="T6" fmla="*/ 1576 w 1576"/>
                  <a:gd name="T7" fmla="*/ 1368 h 1368"/>
                  <a:gd name="T8" fmla="*/ 40 w 1576"/>
                  <a:gd name="T9" fmla="*/ 1345 h 1368"/>
                  <a:gd name="T10" fmla="*/ 1536 w 1576"/>
                  <a:gd name="T11" fmla="*/ 1345 h 1368"/>
                  <a:gd name="T12" fmla="*/ 788 w 1576"/>
                  <a:gd name="T13" fmla="*/ 48 h 1368"/>
                  <a:gd name="T14" fmla="*/ 40 w 1576"/>
                  <a:gd name="T15" fmla="*/ 1345 h 1368"/>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576" h="1368">
                    <a:moveTo>
                      <a:pt x="1576" y="1368"/>
                    </a:moveTo>
                    <a:lnTo>
                      <a:pt x="0" y="1368"/>
                    </a:lnTo>
                    <a:lnTo>
                      <a:pt x="788" y="0"/>
                    </a:lnTo>
                    <a:lnTo>
                      <a:pt x="1576" y="1368"/>
                    </a:lnTo>
                    <a:close/>
                    <a:moveTo>
                      <a:pt x="40" y="1345"/>
                    </a:moveTo>
                    <a:lnTo>
                      <a:pt x="1536" y="1345"/>
                    </a:lnTo>
                    <a:lnTo>
                      <a:pt x="788" y="48"/>
                    </a:lnTo>
                    <a:lnTo>
                      <a:pt x="40" y="1345"/>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68580" tIns="34290" rIns="68580" bIns="34290" numCol="1" anchor="t" anchorCtr="0" compatLnSpc="1">
                <a:prstTxWarp prst="textNoShape">
                  <a:avLst/>
                </a:prstTxWarp>
              </a:bodyPr>
              <a:lstStyle/>
              <a:p>
                <a:endParaRPr lang="id-ID" sz="1350"/>
              </a:p>
            </p:txBody>
          </p:sp>
          <p:sp>
            <p:nvSpPr>
              <p:cNvPr id="157" name="Freeform 330"/>
              <p:cNvSpPr>
                <a:spLocks noEditPoints="1"/>
              </p:cNvSpPr>
              <p:nvPr/>
            </p:nvSpPr>
            <p:spPr bwMode="auto">
              <a:xfrm>
                <a:off x="12008761" y="2571638"/>
                <a:ext cx="2503488" cy="2171700"/>
              </a:xfrm>
              <a:custGeom>
                <a:avLst/>
                <a:gdLst>
                  <a:gd name="T0" fmla="*/ 789 w 1577"/>
                  <a:gd name="T1" fmla="*/ 1368 h 1368"/>
                  <a:gd name="T2" fmla="*/ 0 w 1577"/>
                  <a:gd name="T3" fmla="*/ 0 h 1368"/>
                  <a:gd name="T4" fmla="*/ 1577 w 1577"/>
                  <a:gd name="T5" fmla="*/ 0 h 1368"/>
                  <a:gd name="T6" fmla="*/ 789 w 1577"/>
                  <a:gd name="T7" fmla="*/ 1368 h 1368"/>
                  <a:gd name="T8" fmla="*/ 41 w 1577"/>
                  <a:gd name="T9" fmla="*/ 24 h 1368"/>
                  <a:gd name="T10" fmla="*/ 789 w 1577"/>
                  <a:gd name="T11" fmla="*/ 1321 h 1368"/>
                  <a:gd name="T12" fmla="*/ 1536 w 1577"/>
                  <a:gd name="T13" fmla="*/ 24 h 1368"/>
                  <a:gd name="T14" fmla="*/ 41 w 1577"/>
                  <a:gd name="T15" fmla="*/ 24 h 1368"/>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577" h="1368">
                    <a:moveTo>
                      <a:pt x="789" y="1368"/>
                    </a:moveTo>
                    <a:lnTo>
                      <a:pt x="0" y="0"/>
                    </a:lnTo>
                    <a:lnTo>
                      <a:pt x="1577" y="0"/>
                    </a:lnTo>
                    <a:lnTo>
                      <a:pt x="789" y="1368"/>
                    </a:lnTo>
                    <a:close/>
                    <a:moveTo>
                      <a:pt x="41" y="24"/>
                    </a:moveTo>
                    <a:lnTo>
                      <a:pt x="789" y="1321"/>
                    </a:lnTo>
                    <a:lnTo>
                      <a:pt x="1536" y="24"/>
                    </a:lnTo>
                    <a:lnTo>
                      <a:pt x="41" y="2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68580" tIns="34290" rIns="68580" bIns="34290" numCol="1" anchor="t" anchorCtr="0" compatLnSpc="1">
                <a:prstTxWarp prst="textNoShape">
                  <a:avLst/>
                </a:prstTxWarp>
              </a:bodyPr>
              <a:lstStyle/>
              <a:p>
                <a:endParaRPr lang="id-ID" sz="1350"/>
              </a:p>
            </p:txBody>
          </p:sp>
        </p:grpSp>
        <p:grpSp>
          <p:nvGrpSpPr>
            <p:cNvPr id="115" name="Group 58"/>
            <p:cNvGrpSpPr/>
            <p:nvPr userDrawn="1"/>
          </p:nvGrpSpPr>
          <p:grpSpPr>
            <a:xfrm>
              <a:off x="2607344" y="-468621"/>
              <a:ext cx="2608160" cy="1961609"/>
              <a:chOff x="1925461" y="-469483"/>
              <a:chExt cx="5437137" cy="4089296"/>
            </a:xfrm>
            <a:solidFill>
              <a:schemeClr val="accent2">
                <a:lumMod val="60000"/>
                <a:lumOff val="40000"/>
                <a:alpha val="25000"/>
              </a:schemeClr>
            </a:solidFill>
          </p:grpSpPr>
          <p:sp>
            <p:nvSpPr>
              <p:cNvPr id="132" name="Freeform 61"/>
              <p:cNvSpPr>
                <a:spLocks/>
              </p:cNvSpPr>
              <p:nvPr/>
            </p:nvSpPr>
            <p:spPr bwMode="auto">
              <a:xfrm>
                <a:off x="1925461" y="2554358"/>
                <a:ext cx="921032" cy="1065455"/>
              </a:xfrm>
              <a:custGeom>
                <a:avLst/>
                <a:gdLst>
                  <a:gd name="T0" fmla="*/ 0 w 338"/>
                  <a:gd name="T1" fmla="*/ 197 h 391"/>
                  <a:gd name="T2" fmla="*/ 338 w 338"/>
                  <a:gd name="T3" fmla="*/ 391 h 391"/>
                  <a:gd name="T4" fmla="*/ 338 w 338"/>
                  <a:gd name="T5" fmla="*/ 0 h 391"/>
                  <a:gd name="T6" fmla="*/ 0 w 338"/>
                  <a:gd name="T7" fmla="*/ 197 h 391"/>
                </a:gdLst>
                <a:ahLst/>
                <a:cxnLst>
                  <a:cxn ang="0">
                    <a:pos x="T0" y="T1"/>
                  </a:cxn>
                  <a:cxn ang="0">
                    <a:pos x="T2" y="T3"/>
                  </a:cxn>
                  <a:cxn ang="0">
                    <a:pos x="T4" y="T5"/>
                  </a:cxn>
                  <a:cxn ang="0">
                    <a:pos x="T6" y="T7"/>
                  </a:cxn>
                </a:cxnLst>
                <a:rect l="0" t="0" r="r" b="b"/>
                <a:pathLst>
                  <a:path w="338" h="391">
                    <a:moveTo>
                      <a:pt x="0" y="197"/>
                    </a:moveTo>
                    <a:lnTo>
                      <a:pt x="338" y="391"/>
                    </a:lnTo>
                    <a:lnTo>
                      <a:pt x="338" y="0"/>
                    </a:lnTo>
                    <a:lnTo>
                      <a:pt x="0" y="197"/>
                    </a:lnTo>
                    <a:close/>
                  </a:path>
                </a:pathLst>
              </a:custGeom>
              <a:grpFill/>
              <a:ln w="15875" cap="flat">
                <a:solidFill>
                  <a:schemeClr val="bg1">
                    <a:alpha val="10000"/>
                  </a:schemeClr>
                </a:solidFill>
                <a:prstDash val="solid"/>
                <a:miter lim="800000"/>
                <a:headEnd/>
                <a:tailEnd/>
              </a:ln>
            </p:spPr>
            <p:txBody>
              <a:bodyPr vert="horz" wrap="square" lIns="68580" tIns="34290" rIns="68580" bIns="34290" numCol="1" anchor="t" anchorCtr="0" compatLnSpc="1">
                <a:prstTxWarp prst="textNoShape">
                  <a:avLst/>
                </a:prstTxWarp>
              </a:bodyPr>
              <a:lstStyle/>
              <a:p>
                <a:endParaRPr lang="id-ID" sz="1350"/>
              </a:p>
            </p:txBody>
          </p:sp>
          <p:sp>
            <p:nvSpPr>
              <p:cNvPr id="133" name="Freeform 6"/>
              <p:cNvSpPr>
                <a:spLocks/>
              </p:cNvSpPr>
              <p:nvPr/>
            </p:nvSpPr>
            <p:spPr bwMode="auto">
              <a:xfrm>
                <a:off x="4588603" y="-469483"/>
                <a:ext cx="929208" cy="1062729"/>
              </a:xfrm>
              <a:custGeom>
                <a:avLst/>
                <a:gdLst>
                  <a:gd name="T0" fmla="*/ 0 w 341"/>
                  <a:gd name="T1" fmla="*/ 196 h 390"/>
                  <a:gd name="T2" fmla="*/ 341 w 341"/>
                  <a:gd name="T3" fmla="*/ 390 h 390"/>
                  <a:gd name="T4" fmla="*/ 338 w 341"/>
                  <a:gd name="T5" fmla="*/ 0 h 390"/>
                  <a:gd name="T6" fmla="*/ 0 w 341"/>
                  <a:gd name="T7" fmla="*/ 196 h 390"/>
                </a:gdLst>
                <a:ahLst/>
                <a:cxnLst>
                  <a:cxn ang="0">
                    <a:pos x="T0" y="T1"/>
                  </a:cxn>
                  <a:cxn ang="0">
                    <a:pos x="T2" y="T3"/>
                  </a:cxn>
                  <a:cxn ang="0">
                    <a:pos x="T4" y="T5"/>
                  </a:cxn>
                  <a:cxn ang="0">
                    <a:pos x="T6" y="T7"/>
                  </a:cxn>
                </a:cxnLst>
                <a:rect l="0" t="0" r="r" b="b"/>
                <a:pathLst>
                  <a:path w="341" h="390">
                    <a:moveTo>
                      <a:pt x="0" y="196"/>
                    </a:moveTo>
                    <a:lnTo>
                      <a:pt x="341" y="390"/>
                    </a:lnTo>
                    <a:lnTo>
                      <a:pt x="338" y="0"/>
                    </a:lnTo>
                    <a:lnTo>
                      <a:pt x="0" y="196"/>
                    </a:lnTo>
                    <a:close/>
                  </a:path>
                </a:pathLst>
              </a:custGeom>
              <a:grpFill/>
              <a:ln w="15875" cap="flat">
                <a:solidFill>
                  <a:schemeClr val="bg1">
                    <a:alpha val="10000"/>
                  </a:schemeClr>
                </a:solidFill>
                <a:prstDash val="solid"/>
                <a:miter lim="800000"/>
                <a:headEnd/>
                <a:tailEnd/>
              </a:ln>
            </p:spPr>
            <p:txBody>
              <a:bodyPr vert="horz" wrap="square" lIns="68580" tIns="34290" rIns="68580" bIns="34290" numCol="1" anchor="t" anchorCtr="0" compatLnSpc="1">
                <a:prstTxWarp prst="textNoShape">
                  <a:avLst/>
                </a:prstTxWarp>
              </a:bodyPr>
              <a:lstStyle/>
              <a:p>
                <a:endParaRPr lang="id-ID" sz="1350"/>
              </a:p>
            </p:txBody>
          </p:sp>
          <p:sp>
            <p:nvSpPr>
              <p:cNvPr id="134" name="Freeform 42"/>
              <p:cNvSpPr>
                <a:spLocks/>
              </p:cNvSpPr>
              <p:nvPr/>
            </p:nvSpPr>
            <p:spPr bwMode="auto">
              <a:xfrm>
                <a:off x="5517809" y="64607"/>
                <a:ext cx="921032" cy="1065455"/>
              </a:xfrm>
              <a:custGeom>
                <a:avLst/>
                <a:gdLst>
                  <a:gd name="T0" fmla="*/ 0 w 338"/>
                  <a:gd name="T1" fmla="*/ 194 h 391"/>
                  <a:gd name="T2" fmla="*/ 338 w 338"/>
                  <a:gd name="T3" fmla="*/ 391 h 391"/>
                  <a:gd name="T4" fmla="*/ 338 w 338"/>
                  <a:gd name="T5" fmla="*/ 0 h 391"/>
                  <a:gd name="T6" fmla="*/ 0 w 338"/>
                  <a:gd name="T7" fmla="*/ 194 h 391"/>
                </a:gdLst>
                <a:ahLst/>
                <a:cxnLst>
                  <a:cxn ang="0">
                    <a:pos x="T0" y="T1"/>
                  </a:cxn>
                  <a:cxn ang="0">
                    <a:pos x="T2" y="T3"/>
                  </a:cxn>
                  <a:cxn ang="0">
                    <a:pos x="T4" y="T5"/>
                  </a:cxn>
                  <a:cxn ang="0">
                    <a:pos x="T6" y="T7"/>
                  </a:cxn>
                </a:cxnLst>
                <a:rect l="0" t="0" r="r" b="b"/>
                <a:pathLst>
                  <a:path w="338" h="391">
                    <a:moveTo>
                      <a:pt x="0" y="194"/>
                    </a:moveTo>
                    <a:lnTo>
                      <a:pt x="338" y="391"/>
                    </a:lnTo>
                    <a:lnTo>
                      <a:pt x="338" y="0"/>
                    </a:lnTo>
                    <a:lnTo>
                      <a:pt x="0" y="194"/>
                    </a:lnTo>
                    <a:close/>
                  </a:path>
                </a:pathLst>
              </a:custGeom>
              <a:grpFill/>
              <a:ln w="15875" cap="flat">
                <a:solidFill>
                  <a:schemeClr val="bg1">
                    <a:alpha val="10000"/>
                  </a:schemeClr>
                </a:solidFill>
                <a:prstDash val="solid"/>
                <a:miter lim="800000"/>
                <a:headEnd/>
                <a:tailEnd/>
              </a:ln>
            </p:spPr>
            <p:txBody>
              <a:bodyPr vert="horz" wrap="square" lIns="68580" tIns="34290" rIns="68580" bIns="34290" numCol="1" anchor="t" anchorCtr="0" compatLnSpc="1">
                <a:prstTxWarp prst="textNoShape">
                  <a:avLst/>
                </a:prstTxWarp>
              </a:bodyPr>
              <a:lstStyle/>
              <a:p>
                <a:endParaRPr lang="id-ID" sz="1350"/>
              </a:p>
            </p:txBody>
          </p:sp>
          <p:sp>
            <p:nvSpPr>
              <p:cNvPr id="135" name="Freeform 43"/>
              <p:cNvSpPr>
                <a:spLocks/>
              </p:cNvSpPr>
              <p:nvPr/>
            </p:nvSpPr>
            <p:spPr bwMode="auto">
              <a:xfrm>
                <a:off x="6438840" y="-469483"/>
                <a:ext cx="923758" cy="1062729"/>
              </a:xfrm>
              <a:custGeom>
                <a:avLst/>
                <a:gdLst>
                  <a:gd name="T0" fmla="*/ 0 w 339"/>
                  <a:gd name="T1" fmla="*/ 196 h 390"/>
                  <a:gd name="T2" fmla="*/ 339 w 339"/>
                  <a:gd name="T3" fmla="*/ 390 h 390"/>
                  <a:gd name="T4" fmla="*/ 339 w 339"/>
                  <a:gd name="T5" fmla="*/ 0 h 390"/>
                  <a:gd name="T6" fmla="*/ 0 w 339"/>
                  <a:gd name="T7" fmla="*/ 196 h 390"/>
                </a:gdLst>
                <a:ahLst/>
                <a:cxnLst>
                  <a:cxn ang="0">
                    <a:pos x="T0" y="T1"/>
                  </a:cxn>
                  <a:cxn ang="0">
                    <a:pos x="T2" y="T3"/>
                  </a:cxn>
                  <a:cxn ang="0">
                    <a:pos x="T4" y="T5"/>
                  </a:cxn>
                  <a:cxn ang="0">
                    <a:pos x="T6" y="T7"/>
                  </a:cxn>
                </a:cxnLst>
                <a:rect l="0" t="0" r="r" b="b"/>
                <a:pathLst>
                  <a:path w="339" h="390">
                    <a:moveTo>
                      <a:pt x="0" y="196"/>
                    </a:moveTo>
                    <a:lnTo>
                      <a:pt x="339" y="390"/>
                    </a:lnTo>
                    <a:lnTo>
                      <a:pt x="339" y="0"/>
                    </a:lnTo>
                    <a:lnTo>
                      <a:pt x="0" y="196"/>
                    </a:lnTo>
                    <a:close/>
                  </a:path>
                </a:pathLst>
              </a:custGeom>
              <a:grpFill/>
              <a:ln w="15875" cap="flat">
                <a:solidFill>
                  <a:schemeClr val="bg1">
                    <a:alpha val="10000"/>
                  </a:schemeClr>
                </a:solidFill>
                <a:prstDash val="solid"/>
                <a:miter lim="800000"/>
                <a:headEnd/>
                <a:tailEnd/>
              </a:ln>
            </p:spPr>
            <p:txBody>
              <a:bodyPr vert="horz" wrap="square" lIns="68580" tIns="34290" rIns="68580" bIns="34290" numCol="1" anchor="t" anchorCtr="0" compatLnSpc="1">
                <a:prstTxWarp prst="textNoShape">
                  <a:avLst/>
                </a:prstTxWarp>
              </a:bodyPr>
              <a:lstStyle/>
              <a:p>
                <a:endParaRPr lang="id-ID" sz="1350"/>
              </a:p>
            </p:txBody>
          </p:sp>
          <p:sp>
            <p:nvSpPr>
              <p:cNvPr id="136" name="Freeform 63"/>
              <p:cNvSpPr>
                <a:spLocks/>
              </p:cNvSpPr>
              <p:nvPr/>
            </p:nvSpPr>
            <p:spPr bwMode="auto">
              <a:xfrm>
                <a:off x="4594053" y="593246"/>
                <a:ext cx="923758" cy="1070905"/>
              </a:xfrm>
              <a:custGeom>
                <a:avLst/>
                <a:gdLst>
                  <a:gd name="T0" fmla="*/ 0 w 339"/>
                  <a:gd name="T1" fmla="*/ 197 h 393"/>
                  <a:gd name="T2" fmla="*/ 339 w 339"/>
                  <a:gd name="T3" fmla="*/ 393 h 393"/>
                  <a:gd name="T4" fmla="*/ 339 w 339"/>
                  <a:gd name="T5" fmla="*/ 0 h 393"/>
                  <a:gd name="T6" fmla="*/ 0 w 339"/>
                  <a:gd name="T7" fmla="*/ 197 h 393"/>
                </a:gdLst>
                <a:ahLst/>
                <a:cxnLst>
                  <a:cxn ang="0">
                    <a:pos x="T0" y="T1"/>
                  </a:cxn>
                  <a:cxn ang="0">
                    <a:pos x="T2" y="T3"/>
                  </a:cxn>
                  <a:cxn ang="0">
                    <a:pos x="T4" y="T5"/>
                  </a:cxn>
                  <a:cxn ang="0">
                    <a:pos x="T6" y="T7"/>
                  </a:cxn>
                </a:cxnLst>
                <a:rect l="0" t="0" r="r" b="b"/>
                <a:pathLst>
                  <a:path w="339" h="393">
                    <a:moveTo>
                      <a:pt x="0" y="197"/>
                    </a:moveTo>
                    <a:lnTo>
                      <a:pt x="339" y="393"/>
                    </a:lnTo>
                    <a:lnTo>
                      <a:pt x="339" y="0"/>
                    </a:lnTo>
                    <a:lnTo>
                      <a:pt x="0" y="197"/>
                    </a:lnTo>
                    <a:close/>
                  </a:path>
                </a:pathLst>
              </a:custGeom>
              <a:grpFill/>
              <a:ln w="15875" cap="flat">
                <a:solidFill>
                  <a:schemeClr val="bg1">
                    <a:alpha val="10000"/>
                  </a:schemeClr>
                </a:solidFill>
                <a:prstDash val="solid"/>
                <a:miter lim="800000"/>
                <a:headEnd/>
                <a:tailEnd/>
              </a:ln>
            </p:spPr>
            <p:txBody>
              <a:bodyPr vert="horz" wrap="square" lIns="68580" tIns="34290" rIns="68580" bIns="34290" numCol="1" anchor="t" anchorCtr="0" compatLnSpc="1">
                <a:prstTxWarp prst="textNoShape">
                  <a:avLst/>
                </a:prstTxWarp>
              </a:bodyPr>
              <a:lstStyle/>
              <a:p>
                <a:endParaRPr lang="id-ID" sz="1350"/>
              </a:p>
            </p:txBody>
          </p:sp>
          <p:sp>
            <p:nvSpPr>
              <p:cNvPr id="137" name="Freeform 76"/>
              <p:cNvSpPr>
                <a:spLocks/>
              </p:cNvSpPr>
              <p:nvPr/>
            </p:nvSpPr>
            <p:spPr bwMode="auto">
              <a:xfrm>
                <a:off x="3646908" y="1658700"/>
                <a:ext cx="923758" cy="1062729"/>
              </a:xfrm>
              <a:custGeom>
                <a:avLst/>
                <a:gdLst>
                  <a:gd name="T0" fmla="*/ 0 w 339"/>
                  <a:gd name="T1" fmla="*/ 390 h 390"/>
                  <a:gd name="T2" fmla="*/ 0 w 339"/>
                  <a:gd name="T3" fmla="*/ 0 h 390"/>
                  <a:gd name="T4" fmla="*/ 339 w 339"/>
                  <a:gd name="T5" fmla="*/ 196 h 390"/>
                  <a:gd name="T6" fmla="*/ 0 w 339"/>
                  <a:gd name="T7" fmla="*/ 390 h 390"/>
                </a:gdLst>
                <a:ahLst/>
                <a:cxnLst>
                  <a:cxn ang="0">
                    <a:pos x="T0" y="T1"/>
                  </a:cxn>
                  <a:cxn ang="0">
                    <a:pos x="T2" y="T3"/>
                  </a:cxn>
                  <a:cxn ang="0">
                    <a:pos x="T4" y="T5"/>
                  </a:cxn>
                  <a:cxn ang="0">
                    <a:pos x="T6" y="T7"/>
                  </a:cxn>
                </a:cxnLst>
                <a:rect l="0" t="0" r="r" b="b"/>
                <a:pathLst>
                  <a:path w="339" h="390">
                    <a:moveTo>
                      <a:pt x="0" y="390"/>
                    </a:moveTo>
                    <a:lnTo>
                      <a:pt x="0" y="0"/>
                    </a:lnTo>
                    <a:lnTo>
                      <a:pt x="339" y="196"/>
                    </a:lnTo>
                    <a:lnTo>
                      <a:pt x="0" y="390"/>
                    </a:lnTo>
                    <a:close/>
                  </a:path>
                </a:pathLst>
              </a:custGeom>
              <a:grpFill/>
              <a:ln w="15875" cap="flat">
                <a:solidFill>
                  <a:schemeClr val="bg1">
                    <a:alpha val="10000"/>
                  </a:schemeClr>
                </a:solidFill>
                <a:prstDash val="solid"/>
                <a:miter lim="800000"/>
                <a:headEnd/>
                <a:tailEnd/>
              </a:ln>
            </p:spPr>
            <p:txBody>
              <a:bodyPr vert="horz" wrap="square" lIns="68580" tIns="34290" rIns="68580" bIns="34290" numCol="1" anchor="t" anchorCtr="0" compatLnSpc="1">
                <a:prstTxWarp prst="textNoShape">
                  <a:avLst/>
                </a:prstTxWarp>
              </a:bodyPr>
              <a:lstStyle/>
              <a:p>
                <a:endParaRPr lang="id-ID" sz="1350"/>
              </a:p>
            </p:txBody>
          </p:sp>
          <p:sp>
            <p:nvSpPr>
              <p:cNvPr id="138" name="Freeform 77"/>
              <p:cNvSpPr>
                <a:spLocks/>
              </p:cNvSpPr>
              <p:nvPr/>
            </p:nvSpPr>
            <p:spPr bwMode="auto">
              <a:xfrm>
                <a:off x="5548104" y="1683977"/>
                <a:ext cx="921032" cy="1065455"/>
              </a:xfrm>
              <a:custGeom>
                <a:avLst/>
                <a:gdLst>
                  <a:gd name="T0" fmla="*/ 0 w 338"/>
                  <a:gd name="T1" fmla="*/ 391 h 391"/>
                  <a:gd name="T2" fmla="*/ 0 w 338"/>
                  <a:gd name="T3" fmla="*/ 0 h 391"/>
                  <a:gd name="T4" fmla="*/ 338 w 338"/>
                  <a:gd name="T5" fmla="*/ 197 h 391"/>
                  <a:gd name="T6" fmla="*/ 0 w 338"/>
                  <a:gd name="T7" fmla="*/ 391 h 391"/>
                </a:gdLst>
                <a:ahLst/>
                <a:cxnLst>
                  <a:cxn ang="0">
                    <a:pos x="T0" y="T1"/>
                  </a:cxn>
                  <a:cxn ang="0">
                    <a:pos x="T2" y="T3"/>
                  </a:cxn>
                  <a:cxn ang="0">
                    <a:pos x="T4" y="T5"/>
                  </a:cxn>
                  <a:cxn ang="0">
                    <a:pos x="T6" y="T7"/>
                  </a:cxn>
                </a:cxnLst>
                <a:rect l="0" t="0" r="r" b="b"/>
                <a:pathLst>
                  <a:path w="338" h="391">
                    <a:moveTo>
                      <a:pt x="0" y="391"/>
                    </a:moveTo>
                    <a:lnTo>
                      <a:pt x="0" y="0"/>
                    </a:lnTo>
                    <a:lnTo>
                      <a:pt x="338" y="197"/>
                    </a:lnTo>
                    <a:lnTo>
                      <a:pt x="0" y="391"/>
                    </a:lnTo>
                    <a:close/>
                  </a:path>
                </a:pathLst>
              </a:custGeom>
              <a:grpFill/>
              <a:ln w="15875" cap="flat">
                <a:solidFill>
                  <a:schemeClr val="bg1">
                    <a:alpha val="10000"/>
                  </a:schemeClr>
                </a:solidFill>
                <a:prstDash val="solid"/>
                <a:miter lim="800000"/>
                <a:headEnd/>
                <a:tailEnd/>
              </a:ln>
            </p:spPr>
            <p:txBody>
              <a:bodyPr vert="horz" wrap="square" lIns="68580" tIns="34290" rIns="68580" bIns="34290" numCol="1" anchor="t" anchorCtr="0" compatLnSpc="1">
                <a:prstTxWarp prst="textNoShape">
                  <a:avLst/>
                </a:prstTxWarp>
              </a:bodyPr>
              <a:lstStyle/>
              <a:p>
                <a:endParaRPr lang="id-ID" sz="1350"/>
              </a:p>
            </p:txBody>
          </p:sp>
        </p:grpSp>
      </p:grpSp>
      <p:grpSp>
        <p:nvGrpSpPr>
          <p:cNvPr id="116" name="Group 42"/>
          <p:cNvGrpSpPr/>
          <p:nvPr/>
        </p:nvGrpSpPr>
        <p:grpSpPr>
          <a:xfrm>
            <a:off x="1560131" y="2510550"/>
            <a:ext cx="3696591" cy="2780308"/>
            <a:chOff x="1925461" y="-469483"/>
            <a:chExt cx="5437137" cy="4089296"/>
          </a:xfrm>
          <a:solidFill>
            <a:schemeClr val="accent2">
              <a:lumMod val="60000"/>
              <a:lumOff val="40000"/>
              <a:alpha val="45000"/>
            </a:schemeClr>
          </a:solidFill>
        </p:grpSpPr>
        <p:sp>
          <p:nvSpPr>
            <p:cNvPr id="125" name="Freeform 61"/>
            <p:cNvSpPr>
              <a:spLocks/>
            </p:cNvSpPr>
            <p:nvPr/>
          </p:nvSpPr>
          <p:spPr bwMode="auto">
            <a:xfrm>
              <a:off x="1925461" y="2554358"/>
              <a:ext cx="921032" cy="1065455"/>
            </a:xfrm>
            <a:custGeom>
              <a:avLst/>
              <a:gdLst>
                <a:gd name="T0" fmla="*/ 0 w 338"/>
                <a:gd name="T1" fmla="*/ 197 h 391"/>
                <a:gd name="T2" fmla="*/ 338 w 338"/>
                <a:gd name="T3" fmla="*/ 391 h 391"/>
                <a:gd name="T4" fmla="*/ 338 w 338"/>
                <a:gd name="T5" fmla="*/ 0 h 391"/>
                <a:gd name="T6" fmla="*/ 0 w 338"/>
                <a:gd name="T7" fmla="*/ 197 h 391"/>
              </a:gdLst>
              <a:ahLst/>
              <a:cxnLst>
                <a:cxn ang="0">
                  <a:pos x="T0" y="T1"/>
                </a:cxn>
                <a:cxn ang="0">
                  <a:pos x="T2" y="T3"/>
                </a:cxn>
                <a:cxn ang="0">
                  <a:pos x="T4" y="T5"/>
                </a:cxn>
                <a:cxn ang="0">
                  <a:pos x="T6" y="T7"/>
                </a:cxn>
              </a:cxnLst>
              <a:rect l="0" t="0" r="r" b="b"/>
              <a:pathLst>
                <a:path w="338" h="391">
                  <a:moveTo>
                    <a:pt x="0" y="197"/>
                  </a:moveTo>
                  <a:lnTo>
                    <a:pt x="338" y="391"/>
                  </a:lnTo>
                  <a:lnTo>
                    <a:pt x="338" y="0"/>
                  </a:lnTo>
                  <a:lnTo>
                    <a:pt x="0" y="197"/>
                  </a:lnTo>
                  <a:close/>
                </a:path>
              </a:pathLst>
            </a:custGeom>
            <a:grpFill/>
            <a:ln w="15875" cap="flat">
              <a:solidFill>
                <a:schemeClr val="bg1">
                  <a:alpha val="10000"/>
                </a:schemeClr>
              </a:solidFill>
              <a:prstDash val="solid"/>
              <a:miter lim="800000"/>
              <a:headEnd/>
              <a:tailEnd/>
            </a:ln>
          </p:spPr>
          <p:txBody>
            <a:bodyPr vert="horz" wrap="square" lIns="68580" tIns="34290" rIns="68580" bIns="34290" numCol="1" anchor="t" anchorCtr="0" compatLnSpc="1">
              <a:prstTxWarp prst="textNoShape">
                <a:avLst/>
              </a:prstTxWarp>
            </a:bodyPr>
            <a:lstStyle/>
            <a:p>
              <a:endParaRPr lang="id-ID" sz="1350"/>
            </a:p>
          </p:txBody>
        </p:sp>
        <p:sp>
          <p:nvSpPr>
            <p:cNvPr id="126" name="Freeform 6"/>
            <p:cNvSpPr>
              <a:spLocks/>
            </p:cNvSpPr>
            <p:nvPr/>
          </p:nvSpPr>
          <p:spPr bwMode="auto">
            <a:xfrm>
              <a:off x="4588603" y="-469483"/>
              <a:ext cx="929208" cy="1062729"/>
            </a:xfrm>
            <a:custGeom>
              <a:avLst/>
              <a:gdLst>
                <a:gd name="T0" fmla="*/ 0 w 341"/>
                <a:gd name="T1" fmla="*/ 196 h 390"/>
                <a:gd name="T2" fmla="*/ 341 w 341"/>
                <a:gd name="T3" fmla="*/ 390 h 390"/>
                <a:gd name="T4" fmla="*/ 338 w 341"/>
                <a:gd name="T5" fmla="*/ 0 h 390"/>
                <a:gd name="T6" fmla="*/ 0 w 341"/>
                <a:gd name="T7" fmla="*/ 196 h 390"/>
              </a:gdLst>
              <a:ahLst/>
              <a:cxnLst>
                <a:cxn ang="0">
                  <a:pos x="T0" y="T1"/>
                </a:cxn>
                <a:cxn ang="0">
                  <a:pos x="T2" y="T3"/>
                </a:cxn>
                <a:cxn ang="0">
                  <a:pos x="T4" y="T5"/>
                </a:cxn>
                <a:cxn ang="0">
                  <a:pos x="T6" y="T7"/>
                </a:cxn>
              </a:cxnLst>
              <a:rect l="0" t="0" r="r" b="b"/>
              <a:pathLst>
                <a:path w="341" h="390">
                  <a:moveTo>
                    <a:pt x="0" y="196"/>
                  </a:moveTo>
                  <a:lnTo>
                    <a:pt x="341" y="390"/>
                  </a:lnTo>
                  <a:lnTo>
                    <a:pt x="338" y="0"/>
                  </a:lnTo>
                  <a:lnTo>
                    <a:pt x="0" y="196"/>
                  </a:lnTo>
                  <a:close/>
                </a:path>
              </a:pathLst>
            </a:custGeom>
            <a:grpFill/>
            <a:ln w="15875" cap="flat">
              <a:solidFill>
                <a:schemeClr val="bg1">
                  <a:alpha val="10000"/>
                </a:schemeClr>
              </a:solidFill>
              <a:prstDash val="solid"/>
              <a:miter lim="800000"/>
              <a:headEnd/>
              <a:tailEnd/>
            </a:ln>
          </p:spPr>
          <p:txBody>
            <a:bodyPr vert="horz" wrap="square" lIns="68580" tIns="34290" rIns="68580" bIns="34290" numCol="1" anchor="t" anchorCtr="0" compatLnSpc="1">
              <a:prstTxWarp prst="textNoShape">
                <a:avLst/>
              </a:prstTxWarp>
            </a:bodyPr>
            <a:lstStyle/>
            <a:p>
              <a:endParaRPr lang="id-ID" sz="1350"/>
            </a:p>
          </p:txBody>
        </p:sp>
        <p:sp>
          <p:nvSpPr>
            <p:cNvPr id="127" name="Freeform 42"/>
            <p:cNvSpPr>
              <a:spLocks/>
            </p:cNvSpPr>
            <p:nvPr/>
          </p:nvSpPr>
          <p:spPr bwMode="auto">
            <a:xfrm>
              <a:off x="5517809" y="64607"/>
              <a:ext cx="921032" cy="1065455"/>
            </a:xfrm>
            <a:custGeom>
              <a:avLst/>
              <a:gdLst>
                <a:gd name="T0" fmla="*/ 0 w 338"/>
                <a:gd name="T1" fmla="*/ 194 h 391"/>
                <a:gd name="T2" fmla="*/ 338 w 338"/>
                <a:gd name="T3" fmla="*/ 391 h 391"/>
                <a:gd name="T4" fmla="*/ 338 w 338"/>
                <a:gd name="T5" fmla="*/ 0 h 391"/>
                <a:gd name="T6" fmla="*/ 0 w 338"/>
                <a:gd name="T7" fmla="*/ 194 h 391"/>
              </a:gdLst>
              <a:ahLst/>
              <a:cxnLst>
                <a:cxn ang="0">
                  <a:pos x="T0" y="T1"/>
                </a:cxn>
                <a:cxn ang="0">
                  <a:pos x="T2" y="T3"/>
                </a:cxn>
                <a:cxn ang="0">
                  <a:pos x="T4" y="T5"/>
                </a:cxn>
                <a:cxn ang="0">
                  <a:pos x="T6" y="T7"/>
                </a:cxn>
              </a:cxnLst>
              <a:rect l="0" t="0" r="r" b="b"/>
              <a:pathLst>
                <a:path w="338" h="391">
                  <a:moveTo>
                    <a:pt x="0" y="194"/>
                  </a:moveTo>
                  <a:lnTo>
                    <a:pt x="338" y="391"/>
                  </a:lnTo>
                  <a:lnTo>
                    <a:pt x="338" y="0"/>
                  </a:lnTo>
                  <a:lnTo>
                    <a:pt x="0" y="194"/>
                  </a:lnTo>
                  <a:close/>
                </a:path>
              </a:pathLst>
            </a:custGeom>
            <a:grpFill/>
            <a:ln w="15875" cap="flat">
              <a:solidFill>
                <a:schemeClr val="bg1">
                  <a:alpha val="10000"/>
                </a:schemeClr>
              </a:solidFill>
              <a:prstDash val="solid"/>
              <a:miter lim="800000"/>
              <a:headEnd/>
              <a:tailEnd/>
            </a:ln>
          </p:spPr>
          <p:txBody>
            <a:bodyPr vert="horz" wrap="square" lIns="68580" tIns="34290" rIns="68580" bIns="34290" numCol="1" anchor="t" anchorCtr="0" compatLnSpc="1">
              <a:prstTxWarp prst="textNoShape">
                <a:avLst/>
              </a:prstTxWarp>
            </a:bodyPr>
            <a:lstStyle/>
            <a:p>
              <a:endParaRPr lang="id-ID" sz="1350"/>
            </a:p>
          </p:txBody>
        </p:sp>
        <p:sp>
          <p:nvSpPr>
            <p:cNvPr id="128" name="Freeform 43"/>
            <p:cNvSpPr>
              <a:spLocks/>
            </p:cNvSpPr>
            <p:nvPr/>
          </p:nvSpPr>
          <p:spPr bwMode="auto">
            <a:xfrm>
              <a:off x="6438840" y="-469483"/>
              <a:ext cx="923758" cy="1062729"/>
            </a:xfrm>
            <a:custGeom>
              <a:avLst/>
              <a:gdLst>
                <a:gd name="T0" fmla="*/ 0 w 339"/>
                <a:gd name="T1" fmla="*/ 196 h 390"/>
                <a:gd name="T2" fmla="*/ 339 w 339"/>
                <a:gd name="T3" fmla="*/ 390 h 390"/>
                <a:gd name="T4" fmla="*/ 339 w 339"/>
                <a:gd name="T5" fmla="*/ 0 h 390"/>
                <a:gd name="T6" fmla="*/ 0 w 339"/>
                <a:gd name="T7" fmla="*/ 196 h 390"/>
              </a:gdLst>
              <a:ahLst/>
              <a:cxnLst>
                <a:cxn ang="0">
                  <a:pos x="T0" y="T1"/>
                </a:cxn>
                <a:cxn ang="0">
                  <a:pos x="T2" y="T3"/>
                </a:cxn>
                <a:cxn ang="0">
                  <a:pos x="T4" y="T5"/>
                </a:cxn>
                <a:cxn ang="0">
                  <a:pos x="T6" y="T7"/>
                </a:cxn>
              </a:cxnLst>
              <a:rect l="0" t="0" r="r" b="b"/>
              <a:pathLst>
                <a:path w="339" h="390">
                  <a:moveTo>
                    <a:pt x="0" y="196"/>
                  </a:moveTo>
                  <a:lnTo>
                    <a:pt x="339" y="390"/>
                  </a:lnTo>
                  <a:lnTo>
                    <a:pt x="339" y="0"/>
                  </a:lnTo>
                  <a:lnTo>
                    <a:pt x="0" y="196"/>
                  </a:lnTo>
                  <a:close/>
                </a:path>
              </a:pathLst>
            </a:custGeom>
            <a:grpFill/>
            <a:ln w="15875" cap="flat">
              <a:solidFill>
                <a:schemeClr val="bg1">
                  <a:alpha val="10000"/>
                </a:schemeClr>
              </a:solidFill>
              <a:prstDash val="solid"/>
              <a:miter lim="800000"/>
              <a:headEnd/>
              <a:tailEnd/>
            </a:ln>
          </p:spPr>
          <p:txBody>
            <a:bodyPr vert="horz" wrap="square" lIns="68580" tIns="34290" rIns="68580" bIns="34290" numCol="1" anchor="t" anchorCtr="0" compatLnSpc="1">
              <a:prstTxWarp prst="textNoShape">
                <a:avLst/>
              </a:prstTxWarp>
            </a:bodyPr>
            <a:lstStyle/>
            <a:p>
              <a:endParaRPr lang="id-ID" sz="1350"/>
            </a:p>
          </p:txBody>
        </p:sp>
        <p:sp>
          <p:nvSpPr>
            <p:cNvPr id="129" name="Freeform 47"/>
            <p:cNvSpPr>
              <a:spLocks/>
            </p:cNvSpPr>
            <p:nvPr/>
          </p:nvSpPr>
          <p:spPr bwMode="auto">
            <a:xfrm>
              <a:off x="4594053" y="593246"/>
              <a:ext cx="923758" cy="1070905"/>
            </a:xfrm>
            <a:custGeom>
              <a:avLst/>
              <a:gdLst>
                <a:gd name="T0" fmla="*/ 0 w 339"/>
                <a:gd name="T1" fmla="*/ 197 h 393"/>
                <a:gd name="T2" fmla="*/ 339 w 339"/>
                <a:gd name="T3" fmla="*/ 393 h 393"/>
                <a:gd name="T4" fmla="*/ 339 w 339"/>
                <a:gd name="T5" fmla="*/ 0 h 393"/>
                <a:gd name="T6" fmla="*/ 0 w 339"/>
                <a:gd name="T7" fmla="*/ 197 h 393"/>
              </a:gdLst>
              <a:ahLst/>
              <a:cxnLst>
                <a:cxn ang="0">
                  <a:pos x="T0" y="T1"/>
                </a:cxn>
                <a:cxn ang="0">
                  <a:pos x="T2" y="T3"/>
                </a:cxn>
                <a:cxn ang="0">
                  <a:pos x="T4" y="T5"/>
                </a:cxn>
                <a:cxn ang="0">
                  <a:pos x="T6" y="T7"/>
                </a:cxn>
              </a:cxnLst>
              <a:rect l="0" t="0" r="r" b="b"/>
              <a:pathLst>
                <a:path w="339" h="393">
                  <a:moveTo>
                    <a:pt x="0" y="197"/>
                  </a:moveTo>
                  <a:lnTo>
                    <a:pt x="339" y="393"/>
                  </a:lnTo>
                  <a:lnTo>
                    <a:pt x="339" y="0"/>
                  </a:lnTo>
                  <a:lnTo>
                    <a:pt x="0" y="197"/>
                  </a:lnTo>
                  <a:close/>
                </a:path>
              </a:pathLst>
            </a:custGeom>
            <a:grpFill/>
            <a:ln w="15875" cap="flat">
              <a:solidFill>
                <a:schemeClr val="bg1">
                  <a:alpha val="10000"/>
                </a:schemeClr>
              </a:solidFill>
              <a:prstDash val="solid"/>
              <a:miter lim="800000"/>
              <a:headEnd/>
              <a:tailEnd/>
            </a:ln>
          </p:spPr>
          <p:txBody>
            <a:bodyPr vert="horz" wrap="square" lIns="68580" tIns="34290" rIns="68580" bIns="34290" numCol="1" anchor="t" anchorCtr="0" compatLnSpc="1">
              <a:prstTxWarp prst="textNoShape">
                <a:avLst/>
              </a:prstTxWarp>
            </a:bodyPr>
            <a:lstStyle/>
            <a:p>
              <a:endParaRPr lang="id-ID" sz="1350"/>
            </a:p>
          </p:txBody>
        </p:sp>
        <p:sp>
          <p:nvSpPr>
            <p:cNvPr id="130" name="Freeform 76"/>
            <p:cNvSpPr>
              <a:spLocks/>
            </p:cNvSpPr>
            <p:nvPr/>
          </p:nvSpPr>
          <p:spPr bwMode="auto">
            <a:xfrm>
              <a:off x="3646908" y="1658700"/>
              <a:ext cx="923758" cy="1062729"/>
            </a:xfrm>
            <a:custGeom>
              <a:avLst/>
              <a:gdLst>
                <a:gd name="T0" fmla="*/ 0 w 339"/>
                <a:gd name="T1" fmla="*/ 390 h 390"/>
                <a:gd name="T2" fmla="*/ 0 w 339"/>
                <a:gd name="T3" fmla="*/ 0 h 390"/>
                <a:gd name="T4" fmla="*/ 339 w 339"/>
                <a:gd name="T5" fmla="*/ 196 h 390"/>
                <a:gd name="T6" fmla="*/ 0 w 339"/>
                <a:gd name="T7" fmla="*/ 390 h 390"/>
              </a:gdLst>
              <a:ahLst/>
              <a:cxnLst>
                <a:cxn ang="0">
                  <a:pos x="T0" y="T1"/>
                </a:cxn>
                <a:cxn ang="0">
                  <a:pos x="T2" y="T3"/>
                </a:cxn>
                <a:cxn ang="0">
                  <a:pos x="T4" y="T5"/>
                </a:cxn>
                <a:cxn ang="0">
                  <a:pos x="T6" y="T7"/>
                </a:cxn>
              </a:cxnLst>
              <a:rect l="0" t="0" r="r" b="b"/>
              <a:pathLst>
                <a:path w="339" h="390">
                  <a:moveTo>
                    <a:pt x="0" y="390"/>
                  </a:moveTo>
                  <a:lnTo>
                    <a:pt x="0" y="0"/>
                  </a:lnTo>
                  <a:lnTo>
                    <a:pt x="339" y="196"/>
                  </a:lnTo>
                  <a:lnTo>
                    <a:pt x="0" y="390"/>
                  </a:lnTo>
                  <a:close/>
                </a:path>
              </a:pathLst>
            </a:custGeom>
            <a:grpFill/>
            <a:ln w="15875" cap="flat">
              <a:solidFill>
                <a:schemeClr val="bg1">
                  <a:alpha val="10000"/>
                </a:schemeClr>
              </a:solidFill>
              <a:prstDash val="solid"/>
              <a:miter lim="800000"/>
              <a:headEnd/>
              <a:tailEnd/>
            </a:ln>
          </p:spPr>
          <p:txBody>
            <a:bodyPr vert="horz" wrap="square" lIns="68580" tIns="34290" rIns="68580" bIns="34290" numCol="1" anchor="t" anchorCtr="0" compatLnSpc="1">
              <a:prstTxWarp prst="textNoShape">
                <a:avLst/>
              </a:prstTxWarp>
            </a:bodyPr>
            <a:lstStyle/>
            <a:p>
              <a:endParaRPr lang="id-ID" sz="1350"/>
            </a:p>
          </p:txBody>
        </p:sp>
        <p:sp>
          <p:nvSpPr>
            <p:cNvPr id="131" name="Freeform 77"/>
            <p:cNvSpPr>
              <a:spLocks/>
            </p:cNvSpPr>
            <p:nvPr/>
          </p:nvSpPr>
          <p:spPr bwMode="auto">
            <a:xfrm>
              <a:off x="5548104" y="1683977"/>
              <a:ext cx="921032" cy="1065455"/>
            </a:xfrm>
            <a:custGeom>
              <a:avLst/>
              <a:gdLst>
                <a:gd name="T0" fmla="*/ 0 w 338"/>
                <a:gd name="T1" fmla="*/ 391 h 391"/>
                <a:gd name="T2" fmla="*/ 0 w 338"/>
                <a:gd name="T3" fmla="*/ 0 h 391"/>
                <a:gd name="T4" fmla="*/ 338 w 338"/>
                <a:gd name="T5" fmla="*/ 197 h 391"/>
                <a:gd name="T6" fmla="*/ 0 w 338"/>
                <a:gd name="T7" fmla="*/ 391 h 391"/>
              </a:gdLst>
              <a:ahLst/>
              <a:cxnLst>
                <a:cxn ang="0">
                  <a:pos x="T0" y="T1"/>
                </a:cxn>
                <a:cxn ang="0">
                  <a:pos x="T2" y="T3"/>
                </a:cxn>
                <a:cxn ang="0">
                  <a:pos x="T4" y="T5"/>
                </a:cxn>
                <a:cxn ang="0">
                  <a:pos x="T6" y="T7"/>
                </a:cxn>
              </a:cxnLst>
              <a:rect l="0" t="0" r="r" b="b"/>
              <a:pathLst>
                <a:path w="338" h="391">
                  <a:moveTo>
                    <a:pt x="0" y="391"/>
                  </a:moveTo>
                  <a:lnTo>
                    <a:pt x="0" y="0"/>
                  </a:lnTo>
                  <a:lnTo>
                    <a:pt x="338" y="197"/>
                  </a:lnTo>
                  <a:lnTo>
                    <a:pt x="0" y="391"/>
                  </a:lnTo>
                  <a:close/>
                </a:path>
              </a:pathLst>
            </a:custGeom>
            <a:grpFill/>
            <a:ln w="15875" cap="flat">
              <a:solidFill>
                <a:schemeClr val="bg1">
                  <a:alpha val="10000"/>
                </a:schemeClr>
              </a:solidFill>
              <a:prstDash val="solid"/>
              <a:miter lim="800000"/>
              <a:headEnd/>
              <a:tailEnd/>
            </a:ln>
          </p:spPr>
          <p:txBody>
            <a:bodyPr vert="horz" wrap="square" lIns="68580" tIns="34290" rIns="68580" bIns="34290" numCol="1" anchor="t" anchorCtr="0" compatLnSpc="1">
              <a:prstTxWarp prst="textNoShape">
                <a:avLst/>
              </a:prstTxWarp>
            </a:bodyPr>
            <a:lstStyle/>
            <a:p>
              <a:endParaRPr lang="id-ID" sz="1350"/>
            </a:p>
          </p:txBody>
        </p:sp>
      </p:grpSp>
      <p:grpSp>
        <p:nvGrpSpPr>
          <p:cNvPr id="117" name="Group 50"/>
          <p:cNvGrpSpPr/>
          <p:nvPr/>
        </p:nvGrpSpPr>
        <p:grpSpPr>
          <a:xfrm>
            <a:off x="4065969" y="1481669"/>
            <a:ext cx="3696591" cy="2780308"/>
            <a:chOff x="1925461" y="-469483"/>
            <a:chExt cx="5437137" cy="4089296"/>
          </a:xfrm>
          <a:solidFill>
            <a:schemeClr val="accent2">
              <a:alpha val="25000"/>
            </a:schemeClr>
          </a:solidFill>
        </p:grpSpPr>
        <p:sp>
          <p:nvSpPr>
            <p:cNvPr id="118" name="Freeform 61"/>
            <p:cNvSpPr>
              <a:spLocks/>
            </p:cNvSpPr>
            <p:nvPr/>
          </p:nvSpPr>
          <p:spPr bwMode="auto">
            <a:xfrm>
              <a:off x="1925461" y="2554358"/>
              <a:ext cx="921032" cy="1065455"/>
            </a:xfrm>
            <a:custGeom>
              <a:avLst/>
              <a:gdLst>
                <a:gd name="T0" fmla="*/ 0 w 338"/>
                <a:gd name="T1" fmla="*/ 197 h 391"/>
                <a:gd name="T2" fmla="*/ 338 w 338"/>
                <a:gd name="T3" fmla="*/ 391 h 391"/>
                <a:gd name="T4" fmla="*/ 338 w 338"/>
                <a:gd name="T5" fmla="*/ 0 h 391"/>
                <a:gd name="T6" fmla="*/ 0 w 338"/>
                <a:gd name="T7" fmla="*/ 197 h 391"/>
              </a:gdLst>
              <a:ahLst/>
              <a:cxnLst>
                <a:cxn ang="0">
                  <a:pos x="T0" y="T1"/>
                </a:cxn>
                <a:cxn ang="0">
                  <a:pos x="T2" y="T3"/>
                </a:cxn>
                <a:cxn ang="0">
                  <a:pos x="T4" y="T5"/>
                </a:cxn>
                <a:cxn ang="0">
                  <a:pos x="T6" y="T7"/>
                </a:cxn>
              </a:cxnLst>
              <a:rect l="0" t="0" r="r" b="b"/>
              <a:pathLst>
                <a:path w="338" h="391">
                  <a:moveTo>
                    <a:pt x="0" y="197"/>
                  </a:moveTo>
                  <a:lnTo>
                    <a:pt x="338" y="391"/>
                  </a:lnTo>
                  <a:lnTo>
                    <a:pt x="338" y="0"/>
                  </a:lnTo>
                  <a:lnTo>
                    <a:pt x="0" y="197"/>
                  </a:lnTo>
                  <a:close/>
                </a:path>
              </a:pathLst>
            </a:custGeom>
            <a:grpFill/>
            <a:ln w="15875" cap="flat">
              <a:solidFill>
                <a:schemeClr val="bg1">
                  <a:alpha val="10000"/>
                </a:schemeClr>
              </a:solidFill>
              <a:prstDash val="solid"/>
              <a:miter lim="800000"/>
              <a:headEnd/>
              <a:tailEnd/>
            </a:ln>
          </p:spPr>
          <p:txBody>
            <a:bodyPr vert="horz" wrap="square" lIns="68580" tIns="34290" rIns="68580" bIns="34290" numCol="1" anchor="t" anchorCtr="0" compatLnSpc="1">
              <a:prstTxWarp prst="textNoShape">
                <a:avLst/>
              </a:prstTxWarp>
            </a:bodyPr>
            <a:lstStyle/>
            <a:p>
              <a:endParaRPr lang="id-ID" sz="1350"/>
            </a:p>
          </p:txBody>
        </p:sp>
        <p:sp>
          <p:nvSpPr>
            <p:cNvPr id="119" name="Freeform 6"/>
            <p:cNvSpPr>
              <a:spLocks/>
            </p:cNvSpPr>
            <p:nvPr/>
          </p:nvSpPr>
          <p:spPr bwMode="auto">
            <a:xfrm>
              <a:off x="4588603" y="-469483"/>
              <a:ext cx="929208" cy="1062729"/>
            </a:xfrm>
            <a:custGeom>
              <a:avLst/>
              <a:gdLst>
                <a:gd name="T0" fmla="*/ 0 w 341"/>
                <a:gd name="T1" fmla="*/ 196 h 390"/>
                <a:gd name="T2" fmla="*/ 341 w 341"/>
                <a:gd name="T3" fmla="*/ 390 h 390"/>
                <a:gd name="T4" fmla="*/ 338 w 341"/>
                <a:gd name="T5" fmla="*/ 0 h 390"/>
                <a:gd name="T6" fmla="*/ 0 w 341"/>
                <a:gd name="T7" fmla="*/ 196 h 390"/>
              </a:gdLst>
              <a:ahLst/>
              <a:cxnLst>
                <a:cxn ang="0">
                  <a:pos x="T0" y="T1"/>
                </a:cxn>
                <a:cxn ang="0">
                  <a:pos x="T2" y="T3"/>
                </a:cxn>
                <a:cxn ang="0">
                  <a:pos x="T4" y="T5"/>
                </a:cxn>
                <a:cxn ang="0">
                  <a:pos x="T6" y="T7"/>
                </a:cxn>
              </a:cxnLst>
              <a:rect l="0" t="0" r="r" b="b"/>
              <a:pathLst>
                <a:path w="341" h="390">
                  <a:moveTo>
                    <a:pt x="0" y="196"/>
                  </a:moveTo>
                  <a:lnTo>
                    <a:pt x="341" y="390"/>
                  </a:lnTo>
                  <a:lnTo>
                    <a:pt x="338" y="0"/>
                  </a:lnTo>
                  <a:lnTo>
                    <a:pt x="0" y="196"/>
                  </a:lnTo>
                  <a:close/>
                </a:path>
              </a:pathLst>
            </a:custGeom>
            <a:grpFill/>
            <a:ln w="15875" cap="flat">
              <a:solidFill>
                <a:schemeClr val="bg1">
                  <a:alpha val="10000"/>
                </a:schemeClr>
              </a:solidFill>
              <a:prstDash val="solid"/>
              <a:miter lim="800000"/>
              <a:headEnd/>
              <a:tailEnd/>
            </a:ln>
          </p:spPr>
          <p:txBody>
            <a:bodyPr vert="horz" wrap="square" lIns="68580" tIns="34290" rIns="68580" bIns="34290" numCol="1" anchor="t" anchorCtr="0" compatLnSpc="1">
              <a:prstTxWarp prst="textNoShape">
                <a:avLst/>
              </a:prstTxWarp>
            </a:bodyPr>
            <a:lstStyle/>
            <a:p>
              <a:endParaRPr lang="id-ID" sz="1350"/>
            </a:p>
          </p:txBody>
        </p:sp>
        <p:sp>
          <p:nvSpPr>
            <p:cNvPr id="120" name="Freeform 42"/>
            <p:cNvSpPr>
              <a:spLocks/>
            </p:cNvSpPr>
            <p:nvPr/>
          </p:nvSpPr>
          <p:spPr bwMode="auto">
            <a:xfrm>
              <a:off x="5517809" y="64607"/>
              <a:ext cx="921032" cy="1065455"/>
            </a:xfrm>
            <a:custGeom>
              <a:avLst/>
              <a:gdLst>
                <a:gd name="T0" fmla="*/ 0 w 338"/>
                <a:gd name="T1" fmla="*/ 194 h 391"/>
                <a:gd name="T2" fmla="*/ 338 w 338"/>
                <a:gd name="T3" fmla="*/ 391 h 391"/>
                <a:gd name="T4" fmla="*/ 338 w 338"/>
                <a:gd name="T5" fmla="*/ 0 h 391"/>
                <a:gd name="T6" fmla="*/ 0 w 338"/>
                <a:gd name="T7" fmla="*/ 194 h 391"/>
              </a:gdLst>
              <a:ahLst/>
              <a:cxnLst>
                <a:cxn ang="0">
                  <a:pos x="T0" y="T1"/>
                </a:cxn>
                <a:cxn ang="0">
                  <a:pos x="T2" y="T3"/>
                </a:cxn>
                <a:cxn ang="0">
                  <a:pos x="T4" y="T5"/>
                </a:cxn>
                <a:cxn ang="0">
                  <a:pos x="T6" y="T7"/>
                </a:cxn>
              </a:cxnLst>
              <a:rect l="0" t="0" r="r" b="b"/>
              <a:pathLst>
                <a:path w="338" h="391">
                  <a:moveTo>
                    <a:pt x="0" y="194"/>
                  </a:moveTo>
                  <a:lnTo>
                    <a:pt x="338" y="391"/>
                  </a:lnTo>
                  <a:lnTo>
                    <a:pt x="338" y="0"/>
                  </a:lnTo>
                  <a:lnTo>
                    <a:pt x="0" y="194"/>
                  </a:lnTo>
                  <a:close/>
                </a:path>
              </a:pathLst>
            </a:custGeom>
            <a:grpFill/>
            <a:ln w="15875" cap="flat">
              <a:solidFill>
                <a:schemeClr val="bg1">
                  <a:alpha val="10000"/>
                </a:schemeClr>
              </a:solidFill>
              <a:prstDash val="solid"/>
              <a:miter lim="800000"/>
              <a:headEnd/>
              <a:tailEnd/>
            </a:ln>
          </p:spPr>
          <p:txBody>
            <a:bodyPr vert="horz" wrap="square" lIns="68580" tIns="34290" rIns="68580" bIns="34290" numCol="1" anchor="t" anchorCtr="0" compatLnSpc="1">
              <a:prstTxWarp prst="textNoShape">
                <a:avLst/>
              </a:prstTxWarp>
            </a:bodyPr>
            <a:lstStyle/>
            <a:p>
              <a:endParaRPr lang="id-ID" sz="1350"/>
            </a:p>
          </p:txBody>
        </p:sp>
        <p:sp>
          <p:nvSpPr>
            <p:cNvPr id="121" name="Freeform 43"/>
            <p:cNvSpPr>
              <a:spLocks/>
            </p:cNvSpPr>
            <p:nvPr/>
          </p:nvSpPr>
          <p:spPr bwMode="auto">
            <a:xfrm>
              <a:off x="6438840" y="-469483"/>
              <a:ext cx="923758" cy="1062729"/>
            </a:xfrm>
            <a:custGeom>
              <a:avLst/>
              <a:gdLst>
                <a:gd name="T0" fmla="*/ 0 w 339"/>
                <a:gd name="T1" fmla="*/ 196 h 390"/>
                <a:gd name="T2" fmla="*/ 339 w 339"/>
                <a:gd name="T3" fmla="*/ 390 h 390"/>
                <a:gd name="T4" fmla="*/ 339 w 339"/>
                <a:gd name="T5" fmla="*/ 0 h 390"/>
                <a:gd name="T6" fmla="*/ 0 w 339"/>
                <a:gd name="T7" fmla="*/ 196 h 390"/>
              </a:gdLst>
              <a:ahLst/>
              <a:cxnLst>
                <a:cxn ang="0">
                  <a:pos x="T0" y="T1"/>
                </a:cxn>
                <a:cxn ang="0">
                  <a:pos x="T2" y="T3"/>
                </a:cxn>
                <a:cxn ang="0">
                  <a:pos x="T4" y="T5"/>
                </a:cxn>
                <a:cxn ang="0">
                  <a:pos x="T6" y="T7"/>
                </a:cxn>
              </a:cxnLst>
              <a:rect l="0" t="0" r="r" b="b"/>
              <a:pathLst>
                <a:path w="339" h="390">
                  <a:moveTo>
                    <a:pt x="0" y="196"/>
                  </a:moveTo>
                  <a:lnTo>
                    <a:pt x="339" y="390"/>
                  </a:lnTo>
                  <a:lnTo>
                    <a:pt x="339" y="0"/>
                  </a:lnTo>
                  <a:lnTo>
                    <a:pt x="0" y="196"/>
                  </a:lnTo>
                  <a:close/>
                </a:path>
              </a:pathLst>
            </a:custGeom>
            <a:grpFill/>
            <a:ln w="15875" cap="flat">
              <a:solidFill>
                <a:schemeClr val="bg1">
                  <a:alpha val="10000"/>
                </a:schemeClr>
              </a:solidFill>
              <a:prstDash val="solid"/>
              <a:miter lim="800000"/>
              <a:headEnd/>
              <a:tailEnd/>
            </a:ln>
          </p:spPr>
          <p:txBody>
            <a:bodyPr vert="horz" wrap="square" lIns="68580" tIns="34290" rIns="68580" bIns="34290" numCol="1" anchor="t" anchorCtr="0" compatLnSpc="1">
              <a:prstTxWarp prst="textNoShape">
                <a:avLst/>
              </a:prstTxWarp>
            </a:bodyPr>
            <a:lstStyle/>
            <a:p>
              <a:endParaRPr lang="id-ID" sz="1350"/>
            </a:p>
          </p:txBody>
        </p:sp>
        <p:sp>
          <p:nvSpPr>
            <p:cNvPr id="122" name="Freeform 55"/>
            <p:cNvSpPr>
              <a:spLocks/>
            </p:cNvSpPr>
            <p:nvPr/>
          </p:nvSpPr>
          <p:spPr bwMode="auto">
            <a:xfrm>
              <a:off x="4594053" y="593246"/>
              <a:ext cx="923758" cy="1070905"/>
            </a:xfrm>
            <a:custGeom>
              <a:avLst/>
              <a:gdLst>
                <a:gd name="T0" fmla="*/ 0 w 339"/>
                <a:gd name="T1" fmla="*/ 197 h 393"/>
                <a:gd name="T2" fmla="*/ 339 w 339"/>
                <a:gd name="T3" fmla="*/ 393 h 393"/>
                <a:gd name="T4" fmla="*/ 339 w 339"/>
                <a:gd name="T5" fmla="*/ 0 h 393"/>
                <a:gd name="T6" fmla="*/ 0 w 339"/>
                <a:gd name="T7" fmla="*/ 197 h 393"/>
              </a:gdLst>
              <a:ahLst/>
              <a:cxnLst>
                <a:cxn ang="0">
                  <a:pos x="T0" y="T1"/>
                </a:cxn>
                <a:cxn ang="0">
                  <a:pos x="T2" y="T3"/>
                </a:cxn>
                <a:cxn ang="0">
                  <a:pos x="T4" y="T5"/>
                </a:cxn>
                <a:cxn ang="0">
                  <a:pos x="T6" y="T7"/>
                </a:cxn>
              </a:cxnLst>
              <a:rect l="0" t="0" r="r" b="b"/>
              <a:pathLst>
                <a:path w="339" h="393">
                  <a:moveTo>
                    <a:pt x="0" y="197"/>
                  </a:moveTo>
                  <a:lnTo>
                    <a:pt x="339" y="393"/>
                  </a:lnTo>
                  <a:lnTo>
                    <a:pt x="339" y="0"/>
                  </a:lnTo>
                  <a:lnTo>
                    <a:pt x="0" y="197"/>
                  </a:lnTo>
                  <a:close/>
                </a:path>
              </a:pathLst>
            </a:custGeom>
            <a:grpFill/>
            <a:ln w="15875" cap="flat">
              <a:solidFill>
                <a:schemeClr val="bg1">
                  <a:alpha val="10000"/>
                </a:schemeClr>
              </a:solidFill>
              <a:prstDash val="solid"/>
              <a:miter lim="800000"/>
              <a:headEnd/>
              <a:tailEnd/>
            </a:ln>
          </p:spPr>
          <p:txBody>
            <a:bodyPr vert="horz" wrap="square" lIns="68580" tIns="34290" rIns="68580" bIns="34290" numCol="1" anchor="t" anchorCtr="0" compatLnSpc="1">
              <a:prstTxWarp prst="textNoShape">
                <a:avLst/>
              </a:prstTxWarp>
            </a:bodyPr>
            <a:lstStyle/>
            <a:p>
              <a:endParaRPr lang="id-ID" sz="1350"/>
            </a:p>
          </p:txBody>
        </p:sp>
        <p:sp>
          <p:nvSpPr>
            <p:cNvPr id="123" name="Freeform 76"/>
            <p:cNvSpPr>
              <a:spLocks/>
            </p:cNvSpPr>
            <p:nvPr/>
          </p:nvSpPr>
          <p:spPr bwMode="auto">
            <a:xfrm>
              <a:off x="3646908" y="1658700"/>
              <a:ext cx="923758" cy="1062729"/>
            </a:xfrm>
            <a:custGeom>
              <a:avLst/>
              <a:gdLst>
                <a:gd name="T0" fmla="*/ 0 w 339"/>
                <a:gd name="T1" fmla="*/ 390 h 390"/>
                <a:gd name="T2" fmla="*/ 0 w 339"/>
                <a:gd name="T3" fmla="*/ 0 h 390"/>
                <a:gd name="T4" fmla="*/ 339 w 339"/>
                <a:gd name="T5" fmla="*/ 196 h 390"/>
                <a:gd name="T6" fmla="*/ 0 w 339"/>
                <a:gd name="T7" fmla="*/ 390 h 390"/>
              </a:gdLst>
              <a:ahLst/>
              <a:cxnLst>
                <a:cxn ang="0">
                  <a:pos x="T0" y="T1"/>
                </a:cxn>
                <a:cxn ang="0">
                  <a:pos x="T2" y="T3"/>
                </a:cxn>
                <a:cxn ang="0">
                  <a:pos x="T4" y="T5"/>
                </a:cxn>
                <a:cxn ang="0">
                  <a:pos x="T6" y="T7"/>
                </a:cxn>
              </a:cxnLst>
              <a:rect l="0" t="0" r="r" b="b"/>
              <a:pathLst>
                <a:path w="339" h="390">
                  <a:moveTo>
                    <a:pt x="0" y="390"/>
                  </a:moveTo>
                  <a:lnTo>
                    <a:pt x="0" y="0"/>
                  </a:lnTo>
                  <a:lnTo>
                    <a:pt x="339" y="196"/>
                  </a:lnTo>
                  <a:lnTo>
                    <a:pt x="0" y="390"/>
                  </a:lnTo>
                  <a:close/>
                </a:path>
              </a:pathLst>
            </a:custGeom>
            <a:grpFill/>
            <a:ln w="15875" cap="flat">
              <a:solidFill>
                <a:schemeClr val="bg1">
                  <a:alpha val="10000"/>
                </a:schemeClr>
              </a:solidFill>
              <a:prstDash val="solid"/>
              <a:miter lim="800000"/>
              <a:headEnd/>
              <a:tailEnd/>
            </a:ln>
          </p:spPr>
          <p:txBody>
            <a:bodyPr vert="horz" wrap="square" lIns="68580" tIns="34290" rIns="68580" bIns="34290" numCol="1" anchor="t" anchorCtr="0" compatLnSpc="1">
              <a:prstTxWarp prst="textNoShape">
                <a:avLst/>
              </a:prstTxWarp>
            </a:bodyPr>
            <a:lstStyle/>
            <a:p>
              <a:endParaRPr lang="id-ID" sz="1350"/>
            </a:p>
          </p:txBody>
        </p:sp>
        <p:sp>
          <p:nvSpPr>
            <p:cNvPr id="124" name="Freeform 77"/>
            <p:cNvSpPr>
              <a:spLocks/>
            </p:cNvSpPr>
            <p:nvPr/>
          </p:nvSpPr>
          <p:spPr bwMode="auto">
            <a:xfrm>
              <a:off x="5548104" y="1683977"/>
              <a:ext cx="921032" cy="1065455"/>
            </a:xfrm>
            <a:custGeom>
              <a:avLst/>
              <a:gdLst>
                <a:gd name="T0" fmla="*/ 0 w 338"/>
                <a:gd name="T1" fmla="*/ 391 h 391"/>
                <a:gd name="T2" fmla="*/ 0 w 338"/>
                <a:gd name="T3" fmla="*/ 0 h 391"/>
                <a:gd name="T4" fmla="*/ 338 w 338"/>
                <a:gd name="T5" fmla="*/ 197 h 391"/>
                <a:gd name="T6" fmla="*/ 0 w 338"/>
                <a:gd name="T7" fmla="*/ 391 h 391"/>
              </a:gdLst>
              <a:ahLst/>
              <a:cxnLst>
                <a:cxn ang="0">
                  <a:pos x="T0" y="T1"/>
                </a:cxn>
                <a:cxn ang="0">
                  <a:pos x="T2" y="T3"/>
                </a:cxn>
                <a:cxn ang="0">
                  <a:pos x="T4" y="T5"/>
                </a:cxn>
                <a:cxn ang="0">
                  <a:pos x="T6" y="T7"/>
                </a:cxn>
              </a:cxnLst>
              <a:rect l="0" t="0" r="r" b="b"/>
              <a:pathLst>
                <a:path w="338" h="391">
                  <a:moveTo>
                    <a:pt x="0" y="391"/>
                  </a:moveTo>
                  <a:lnTo>
                    <a:pt x="0" y="0"/>
                  </a:lnTo>
                  <a:lnTo>
                    <a:pt x="338" y="197"/>
                  </a:lnTo>
                  <a:lnTo>
                    <a:pt x="0" y="391"/>
                  </a:lnTo>
                  <a:close/>
                </a:path>
              </a:pathLst>
            </a:custGeom>
            <a:grpFill/>
            <a:ln w="15875" cap="flat">
              <a:solidFill>
                <a:schemeClr val="bg1">
                  <a:alpha val="10000"/>
                </a:schemeClr>
              </a:solidFill>
              <a:prstDash val="solid"/>
              <a:miter lim="800000"/>
              <a:headEnd/>
              <a:tailEnd/>
            </a:ln>
          </p:spPr>
          <p:txBody>
            <a:bodyPr vert="horz" wrap="square" lIns="68580" tIns="34290" rIns="68580" bIns="34290" numCol="1" anchor="t" anchorCtr="0" compatLnSpc="1">
              <a:prstTxWarp prst="textNoShape">
                <a:avLst/>
              </a:prstTxWarp>
            </a:bodyPr>
            <a:lstStyle/>
            <a:p>
              <a:endParaRPr lang="id-ID" sz="1350"/>
            </a:p>
          </p:txBody>
        </p:sp>
      </p:grpSp>
      <p:grpSp>
        <p:nvGrpSpPr>
          <p:cNvPr id="271" name="组合 270"/>
          <p:cNvGrpSpPr/>
          <p:nvPr userDrawn="1"/>
        </p:nvGrpSpPr>
        <p:grpSpPr>
          <a:xfrm>
            <a:off x="11431575" y="5114395"/>
            <a:ext cx="3619288" cy="1064058"/>
            <a:chOff x="0" y="3026106"/>
            <a:chExt cx="1581119" cy="710409"/>
          </a:xfrm>
        </p:grpSpPr>
        <p:sp>
          <p:nvSpPr>
            <p:cNvPr id="272" name="文本框 271"/>
            <p:cNvSpPr txBox="1"/>
            <p:nvPr/>
          </p:nvSpPr>
          <p:spPr>
            <a:xfrm>
              <a:off x="3662" y="3303495"/>
              <a:ext cx="1577457" cy="433020"/>
            </a:xfrm>
            <a:prstGeom prst="rect">
              <a:avLst/>
            </a:prstGeom>
            <a:noFill/>
          </p:spPr>
          <p:txBody>
            <a:bodyPr wrap="none" rtlCol="0">
              <a:prstTxWarp prst="textPlain">
                <a:avLst/>
              </a:prstTxWarp>
              <a:spAutoFit/>
            </a:bodyPr>
            <a:lstStyle/>
            <a:p>
              <a:endParaRPr lang="zh-CN" altLang="en-US" sz="16601" b="1" dirty="0">
                <a:solidFill>
                  <a:schemeClr val="bg1"/>
                </a:solidFill>
                <a:latin typeface="+mn-lt"/>
              </a:endParaRPr>
            </a:p>
          </p:txBody>
        </p:sp>
        <p:sp>
          <p:nvSpPr>
            <p:cNvPr id="273" name="矩形 272"/>
            <p:cNvSpPr/>
            <p:nvPr/>
          </p:nvSpPr>
          <p:spPr>
            <a:xfrm>
              <a:off x="0" y="3026106"/>
              <a:ext cx="1251032" cy="218356"/>
            </a:xfrm>
            <a:prstGeom prst="rect">
              <a:avLst/>
            </a:prstGeom>
            <a:noFill/>
          </p:spPr>
          <p:txBody>
            <a:bodyPr wrap="none" numCol="1" rtlCol="0">
              <a:prstTxWarp prst="textPlain">
                <a:avLst/>
              </a:prstTxWarp>
              <a:spAutoFit/>
            </a:bodyPr>
            <a:lstStyle/>
            <a:p>
              <a:pPr lvl="0"/>
              <a:endParaRPr lang="en-US" altLang="zh-CN" sz="16601" b="1" noProof="0" dirty="0">
                <a:solidFill>
                  <a:schemeClr val="bg1"/>
                </a:solidFill>
                <a:latin typeface="+mn-lt"/>
              </a:endParaRPr>
            </a:p>
          </p:txBody>
        </p:sp>
      </p:grpSp>
      <p:sp>
        <p:nvSpPr>
          <p:cNvPr id="12" name="文本占位符 13"/>
          <p:cNvSpPr>
            <a:spLocks noGrp="1"/>
          </p:cNvSpPr>
          <p:nvPr>
            <p:ph type="body" sz="quarter" idx="10" hasCustomPrompt="1"/>
          </p:nvPr>
        </p:nvSpPr>
        <p:spPr>
          <a:xfrm>
            <a:off x="953085" y="6528318"/>
            <a:ext cx="4186808" cy="526514"/>
          </a:xfrm>
        </p:spPr>
        <p:txBody>
          <a:bodyPr anchor="ctr">
            <a:noAutofit/>
          </a:bodyPr>
          <a:lstStyle>
            <a:lvl1pPr marL="0" indent="0" algn="l">
              <a:buNone/>
              <a:defRPr sz="2400" b="0">
                <a:solidFill>
                  <a:schemeClr val="tx1">
                    <a:lumMod val="50000"/>
                    <a:lumOff val="50000"/>
                  </a:schemeClr>
                </a:solidFill>
              </a:defRPr>
            </a:lvl1pPr>
            <a:lvl2pPr marL="457198" indent="0">
              <a:buNone/>
              <a:defRPr/>
            </a:lvl2pPr>
            <a:lvl3pPr marL="914396" indent="0">
              <a:buNone/>
              <a:defRPr/>
            </a:lvl3pPr>
            <a:lvl4pPr marL="1371595" indent="0">
              <a:buNone/>
              <a:defRPr/>
            </a:lvl4pPr>
            <a:lvl5pPr marL="1828795" indent="0">
              <a:buNone/>
              <a:defRPr/>
            </a:lvl5pPr>
          </a:lstStyle>
          <a:p>
            <a:pPr lvl="0"/>
            <a:r>
              <a:rPr lang="zh-CN" altLang="en-US" dirty="0"/>
              <a:t>署名</a:t>
            </a:r>
          </a:p>
        </p:txBody>
      </p:sp>
      <p:sp>
        <p:nvSpPr>
          <p:cNvPr id="13" name="文本占位符 13"/>
          <p:cNvSpPr>
            <a:spLocks noGrp="1"/>
          </p:cNvSpPr>
          <p:nvPr>
            <p:ph type="body" sz="quarter" idx="11" hasCustomPrompt="1"/>
          </p:nvPr>
        </p:nvSpPr>
        <p:spPr>
          <a:xfrm>
            <a:off x="953085" y="7054834"/>
            <a:ext cx="4186808" cy="526514"/>
          </a:xfrm>
        </p:spPr>
        <p:txBody>
          <a:bodyPr anchor="ctr">
            <a:noAutofit/>
          </a:bodyPr>
          <a:lstStyle>
            <a:lvl1pPr marL="0" indent="0" algn="l">
              <a:buNone/>
              <a:defRPr sz="2400" b="0">
                <a:solidFill>
                  <a:schemeClr val="tx1">
                    <a:lumMod val="50000"/>
                    <a:lumOff val="50000"/>
                  </a:schemeClr>
                </a:solidFill>
              </a:defRPr>
            </a:lvl1pPr>
            <a:lvl2pPr marL="457198" indent="0">
              <a:buNone/>
              <a:defRPr/>
            </a:lvl2pPr>
            <a:lvl3pPr marL="914396" indent="0">
              <a:buNone/>
              <a:defRPr/>
            </a:lvl3pPr>
            <a:lvl4pPr marL="1371595" indent="0">
              <a:buNone/>
              <a:defRPr/>
            </a:lvl4pPr>
            <a:lvl5pPr marL="1828795" indent="0">
              <a:buNone/>
              <a:defRPr/>
            </a:lvl5pPr>
          </a:lstStyle>
          <a:p>
            <a:pPr lvl="0"/>
            <a:r>
              <a:rPr lang="zh-CN" altLang="en-US" dirty="0"/>
              <a:t>日期</a:t>
            </a:r>
          </a:p>
        </p:txBody>
      </p:sp>
      <p:sp>
        <p:nvSpPr>
          <p:cNvPr id="9801" name="副标题 2"/>
          <p:cNvSpPr>
            <a:spLocks noGrp="1"/>
          </p:cNvSpPr>
          <p:nvPr userDrawn="1">
            <p:ph type="subTitle" idx="1"/>
          </p:nvPr>
        </p:nvSpPr>
        <p:spPr>
          <a:xfrm>
            <a:off x="952345" y="4301505"/>
            <a:ext cx="15378696" cy="792020"/>
          </a:xfrm>
        </p:spPr>
        <p:txBody>
          <a:bodyPr anchor="ctr">
            <a:normAutofit/>
          </a:bodyPr>
          <a:lstStyle>
            <a:lvl1pPr marL="0" indent="0" algn="l">
              <a:buNone/>
              <a:defRPr sz="2400">
                <a:solidFill>
                  <a:schemeClr val="bg1"/>
                </a:solidFill>
              </a:defRPr>
            </a:lvl1pPr>
            <a:lvl2pPr marL="457199" indent="0" algn="ctr">
              <a:buNone/>
              <a:defRPr sz="2000"/>
            </a:lvl2pPr>
            <a:lvl3pPr marL="914397" indent="0" algn="ctr">
              <a:buNone/>
              <a:defRPr sz="1800"/>
            </a:lvl3pPr>
            <a:lvl4pPr marL="1371596" indent="0" algn="ctr">
              <a:buNone/>
              <a:defRPr sz="1600"/>
            </a:lvl4pPr>
            <a:lvl5pPr marL="1828795" indent="0" algn="ctr">
              <a:buNone/>
              <a:defRPr sz="1600"/>
            </a:lvl5pPr>
            <a:lvl6pPr marL="2285993" indent="0" algn="ctr">
              <a:buNone/>
              <a:defRPr sz="1600"/>
            </a:lvl6pPr>
            <a:lvl7pPr marL="2743191" indent="0" algn="ctr">
              <a:buNone/>
              <a:defRPr sz="1600"/>
            </a:lvl7pPr>
            <a:lvl8pPr marL="3200390" indent="0" algn="ctr">
              <a:buNone/>
              <a:defRPr sz="1600"/>
            </a:lvl8pPr>
            <a:lvl9pPr marL="3657590" indent="0" algn="ctr">
              <a:buNone/>
              <a:defRPr sz="1600"/>
            </a:lvl9pPr>
          </a:lstStyle>
          <a:p>
            <a:endParaRPr lang="zh-CN" altLang="en-US" dirty="0"/>
          </a:p>
        </p:txBody>
      </p:sp>
      <p:sp>
        <p:nvSpPr>
          <p:cNvPr id="9802" name="标题 1"/>
          <p:cNvSpPr>
            <a:spLocks noGrp="1"/>
          </p:cNvSpPr>
          <p:nvPr userDrawn="1">
            <p:ph type="ctrTitle"/>
          </p:nvPr>
        </p:nvSpPr>
        <p:spPr>
          <a:xfrm>
            <a:off x="949497" y="1915624"/>
            <a:ext cx="15378696" cy="2205878"/>
          </a:xfrm>
        </p:spPr>
        <p:txBody>
          <a:bodyPr anchor="b">
            <a:normAutofit/>
          </a:bodyPr>
          <a:lstStyle>
            <a:lvl1pPr algn="l">
              <a:defRPr sz="8800">
                <a:solidFill>
                  <a:schemeClr val="bg1"/>
                </a:solidFill>
              </a:defRPr>
            </a:lvl1pPr>
          </a:lstStyle>
          <a:p>
            <a:endParaRPr lang="zh-CN" altLang="en-US" dirty="0"/>
          </a:p>
        </p:txBody>
      </p:sp>
      <p:sp>
        <p:nvSpPr>
          <p:cNvPr id="274" name="文本框 273"/>
          <p:cNvSpPr txBox="1"/>
          <p:nvPr userDrawn="1"/>
        </p:nvSpPr>
        <p:spPr>
          <a:xfrm>
            <a:off x="11431577" y="6324292"/>
            <a:ext cx="5258287" cy="916521"/>
          </a:xfrm>
          <a:prstGeom prst="rect">
            <a:avLst/>
          </a:prstGeom>
          <a:noFill/>
        </p:spPr>
        <p:txBody>
          <a:bodyPr wrap="none" rtlCol="0">
            <a:prstTxWarp prst="textPlain">
              <a:avLst/>
            </a:prstTxWarp>
            <a:spAutoFit/>
          </a:bodyPr>
          <a:lstStyle/>
          <a:p>
            <a:r>
              <a:rPr lang="en-US" altLang="zh-CN" sz="9600" dirty="0">
                <a:solidFill>
                  <a:srgbClr val="EAECEF"/>
                </a:solidFill>
                <a:latin typeface="Impact" panose="020B0806030902050204" pitchFamily="34" charset="0"/>
              </a:rPr>
              <a:t>BOND MARKET</a:t>
            </a:r>
            <a:endParaRPr lang="zh-CN" altLang="en-US" sz="9600" dirty="0">
              <a:solidFill>
                <a:srgbClr val="EAECEF"/>
              </a:solidFill>
              <a:latin typeface="Impact" panose="020B0806030902050204" pitchFamily="34" charset="0"/>
            </a:endParaRPr>
          </a:p>
        </p:txBody>
      </p:sp>
    </p:spTree>
    <p:extLst>
      <p:ext uri="{BB962C8B-B14F-4D97-AF65-F5344CB8AC3E}">
        <p14:creationId xmlns:p14="http://schemas.microsoft.com/office/powerpoint/2010/main" val="2882586885"/>
      </p:ext>
    </p:extLst>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solidFill>
                  <a:schemeClr val="tx1">
                    <a:lumMod val="85000"/>
                    <a:lumOff val="15000"/>
                  </a:schemeClr>
                </a:solidFill>
              </a:defRPr>
            </a:lvl1pPr>
          </a:lstStyle>
          <a:p>
            <a:r>
              <a:rPr lang="zh-CN" altLang="en-US" dirty="0"/>
              <a:t>单击此处编辑母版标题样式</a:t>
            </a:r>
          </a:p>
        </p:txBody>
      </p:sp>
      <p:sp>
        <p:nvSpPr>
          <p:cNvPr id="3" name="内容占位符 2"/>
          <p:cNvSpPr>
            <a:spLocks noGrp="1"/>
          </p:cNvSpPr>
          <p:nvPr>
            <p:ph idx="1"/>
          </p:nvPr>
        </p:nvSpPr>
        <p:spPr>
          <a:xfrm>
            <a:off x="949497" y="1593045"/>
            <a:ext cx="15378696" cy="7828747"/>
          </a:xfrm>
        </p:spPr>
        <p:txBody>
          <a:bodyPr>
            <a:normAutofit/>
          </a:bodyPr>
          <a:lstStyle>
            <a:lvl1pPr>
              <a:lnSpc>
                <a:spcPct val="150000"/>
              </a:lnSpc>
              <a:defRPr sz="2400">
                <a:solidFill>
                  <a:schemeClr val="tx1">
                    <a:lumMod val="65000"/>
                    <a:lumOff val="35000"/>
                  </a:schemeClr>
                </a:solidFill>
              </a:defRPr>
            </a:lvl1pPr>
            <a:lvl2pPr>
              <a:lnSpc>
                <a:spcPct val="150000"/>
              </a:lnSpc>
              <a:defRPr sz="2400">
                <a:solidFill>
                  <a:schemeClr val="tx1">
                    <a:lumMod val="65000"/>
                    <a:lumOff val="35000"/>
                  </a:schemeClr>
                </a:solidFill>
              </a:defRPr>
            </a:lvl2pPr>
            <a:lvl3pPr>
              <a:lnSpc>
                <a:spcPct val="150000"/>
              </a:lnSpc>
              <a:defRPr sz="2400">
                <a:solidFill>
                  <a:schemeClr val="tx1">
                    <a:lumMod val="65000"/>
                    <a:lumOff val="35000"/>
                  </a:schemeClr>
                </a:solidFill>
              </a:defRPr>
            </a:lvl3pPr>
            <a:lvl4pPr>
              <a:lnSpc>
                <a:spcPct val="150000"/>
              </a:lnSpc>
              <a:defRPr sz="2400">
                <a:solidFill>
                  <a:schemeClr val="tx1">
                    <a:lumMod val="65000"/>
                    <a:lumOff val="35000"/>
                  </a:schemeClr>
                </a:solidFill>
              </a:defRPr>
            </a:lvl4pPr>
            <a:lvl5pPr>
              <a:lnSpc>
                <a:spcPct val="150000"/>
              </a:lnSpc>
              <a:defRPr sz="2400">
                <a:solidFill>
                  <a:schemeClr val="tx1">
                    <a:lumMod val="65000"/>
                    <a:lumOff val="35000"/>
                  </a:schemeClr>
                </a:solidFill>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Tree>
    <p:extLst>
      <p:ext uri="{BB962C8B-B14F-4D97-AF65-F5344CB8AC3E}">
        <p14:creationId xmlns:p14="http://schemas.microsoft.com/office/powerpoint/2010/main" val="56896701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2_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949497" y="2"/>
            <a:ext cx="15378696" cy="1458038"/>
          </a:xfrm>
        </p:spPr>
        <p:txBody>
          <a:bodyPr/>
          <a:lstStyle>
            <a:lvl1pPr>
              <a:defRPr>
                <a:solidFill>
                  <a:schemeClr val="tx1">
                    <a:lumMod val="85000"/>
                    <a:lumOff val="15000"/>
                  </a:schemeClr>
                </a:solidFill>
              </a:defRPr>
            </a:lvl1pPr>
          </a:lstStyle>
          <a:p>
            <a:r>
              <a:rPr lang="zh-CN" altLang="en-US" dirty="0"/>
              <a:t>单击此处编辑母版标题样式</a:t>
            </a:r>
          </a:p>
        </p:txBody>
      </p:sp>
      <p:sp>
        <p:nvSpPr>
          <p:cNvPr id="3" name="内容占位符 2"/>
          <p:cNvSpPr>
            <a:spLocks noGrp="1"/>
          </p:cNvSpPr>
          <p:nvPr>
            <p:ph idx="1"/>
          </p:nvPr>
        </p:nvSpPr>
        <p:spPr>
          <a:xfrm>
            <a:off x="949497" y="2581154"/>
            <a:ext cx="15466444" cy="6794339"/>
          </a:xfrm>
        </p:spPr>
        <p:txBody>
          <a:bodyPr>
            <a:normAutofit/>
          </a:bodyPr>
          <a:lstStyle>
            <a:lvl1pPr>
              <a:lnSpc>
                <a:spcPct val="150000"/>
              </a:lnSpc>
              <a:defRPr sz="2400">
                <a:solidFill>
                  <a:schemeClr val="tx1">
                    <a:lumMod val="65000"/>
                    <a:lumOff val="35000"/>
                  </a:schemeClr>
                </a:solidFill>
              </a:defRPr>
            </a:lvl1pPr>
            <a:lvl2pPr>
              <a:lnSpc>
                <a:spcPct val="150000"/>
              </a:lnSpc>
              <a:defRPr sz="2400">
                <a:solidFill>
                  <a:schemeClr val="tx1">
                    <a:lumMod val="65000"/>
                    <a:lumOff val="35000"/>
                  </a:schemeClr>
                </a:solidFill>
              </a:defRPr>
            </a:lvl2pPr>
            <a:lvl3pPr>
              <a:lnSpc>
                <a:spcPct val="150000"/>
              </a:lnSpc>
              <a:defRPr sz="2400">
                <a:solidFill>
                  <a:schemeClr val="tx1">
                    <a:lumMod val="65000"/>
                    <a:lumOff val="35000"/>
                  </a:schemeClr>
                </a:solidFill>
              </a:defRPr>
            </a:lvl3pPr>
            <a:lvl4pPr>
              <a:lnSpc>
                <a:spcPct val="150000"/>
              </a:lnSpc>
              <a:defRPr sz="2400">
                <a:solidFill>
                  <a:schemeClr val="tx1">
                    <a:lumMod val="65000"/>
                    <a:lumOff val="35000"/>
                  </a:schemeClr>
                </a:solidFill>
              </a:defRPr>
            </a:lvl4pPr>
            <a:lvl5pPr>
              <a:lnSpc>
                <a:spcPct val="150000"/>
              </a:lnSpc>
              <a:defRPr sz="2400">
                <a:solidFill>
                  <a:schemeClr val="tx1">
                    <a:lumMod val="65000"/>
                    <a:lumOff val="35000"/>
                  </a:schemeClr>
                </a:solidFill>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 name="文本占位符 2">
            <a:extLst>
              <a:ext uri="{FF2B5EF4-FFF2-40B4-BE49-F238E27FC236}">
                <a16:creationId xmlns:a16="http://schemas.microsoft.com/office/drawing/2014/main" id="{25B6E052-3943-4930-B023-9775FD793AC5}"/>
              </a:ext>
            </a:extLst>
          </p:cNvPr>
          <p:cNvSpPr>
            <a:spLocks noGrp="1"/>
          </p:cNvSpPr>
          <p:nvPr>
            <p:ph type="body" idx="10"/>
          </p:nvPr>
        </p:nvSpPr>
        <p:spPr>
          <a:xfrm>
            <a:off x="949497" y="1503885"/>
            <a:ext cx="15466444" cy="906774"/>
          </a:xfrm>
        </p:spPr>
        <p:txBody>
          <a:bodyPr anchor="b">
            <a:noAutofit/>
          </a:bodyPr>
          <a:lstStyle>
            <a:lvl1pPr marL="285763" indent="-285763">
              <a:buFont typeface="Arial" panose="020B0604020202020204" pitchFamily="34" charset="0"/>
              <a:buChar char="•"/>
              <a:defRPr sz="2800" b="0">
                <a:latin typeface="微软雅黑" panose="020B0503020204020204" pitchFamily="34" charset="-122"/>
                <a:ea typeface="微软雅黑" panose="020B0503020204020204" pitchFamily="34" charset="-122"/>
              </a:defRPr>
            </a:lvl1pPr>
            <a:lvl2pPr marL="742985" indent="-285763">
              <a:buFont typeface="Arial" panose="020B0604020202020204" pitchFamily="34" charset="0"/>
              <a:buChar char="•"/>
              <a:defRPr sz="1400" b="0"/>
            </a:lvl2pPr>
            <a:lvl3pPr marL="914443" indent="0">
              <a:buNone/>
              <a:defRPr sz="1800" b="1"/>
            </a:lvl3pPr>
            <a:lvl4pPr marL="1371665" indent="0">
              <a:buNone/>
              <a:defRPr sz="1600" b="1"/>
            </a:lvl4pPr>
            <a:lvl5pPr marL="1828886" indent="0">
              <a:buNone/>
              <a:defRPr sz="1600" b="1"/>
            </a:lvl5pPr>
            <a:lvl6pPr marL="2286107" indent="0">
              <a:buNone/>
              <a:defRPr sz="1600" b="1"/>
            </a:lvl6pPr>
            <a:lvl7pPr marL="2743328" indent="0">
              <a:buNone/>
              <a:defRPr sz="1600" b="1"/>
            </a:lvl7pPr>
            <a:lvl8pPr marL="3200550" indent="0">
              <a:buNone/>
              <a:defRPr sz="1600" b="1"/>
            </a:lvl8pPr>
            <a:lvl9pPr marL="3657771" indent="0">
              <a:buNone/>
              <a:defRPr sz="1600" b="1"/>
            </a:lvl9pPr>
          </a:lstStyle>
          <a:p>
            <a:pPr lvl="0"/>
            <a:r>
              <a:rPr lang="zh-CN" altLang="en-US" dirty="0"/>
              <a:t>编辑母版文本样式</a:t>
            </a:r>
          </a:p>
        </p:txBody>
      </p:sp>
    </p:spTree>
    <p:extLst>
      <p:ext uri="{BB962C8B-B14F-4D97-AF65-F5344CB8AC3E}">
        <p14:creationId xmlns:p14="http://schemas.microsoft.com/office/powerpoint/2010/main" val="284440139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3_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949497" y="2"/>
            <a:ext cx="15466444" cy="1458038"/>
          </a:xfrm>
        </p:spPr>
        <p:txBody>
          <a:bodyPr/>
          <a:lstStyle>
            <a:lvl1pPr>
              <a:defRPr>
                <a:solidFill>
                  <a:schemeClr val="tx1">
                    <a:lumMod val="85000"/>
                    <a:lumOff val="15000"/>
                  </a:schemeClr>
                </a:solidFill>
              </a:defRPr>
            </a:lvl1pPr>
          </a:lstStyle>
          <a:p>
            <a:r>
              <a:rPr lang="zh-CN" altLang="en-US" dirty="0"/>
              <a:t>单击此处编辑母版标题样式</a:t>
            </a:r>
          </a:p>
        </p:txBody>
      </p:sp>
      <p:sp>
        <p:nvSpPr>
          <p:cNvPr id="3" name="内容占位符 2"/>
          <p:cNvSpPr>
            <a:spLocks noGrp="1"/>
          </p:cNvSpPr>
          <p:nvPr>
            <p:ph idx="1"/>
          </p:nvPr>
        </p:nvSpPr>
        <p:spPr>
          <a:xfrm>
            <a:off x="949497" y="2963119"/>
            <a:ext cx="15466444" cy="6412374"/>
          </a:xfrm>
        </p:spPr>
        <p:txBody>
          <a:bodyPr>
            <a:normAutofit/>
          </a:bodyPr>
          <a:lstStyle>
            <a:lvl1pPr>
              <a:lnSpc>
                <a:spcPct val="150000"/>
              </a:lnSpc>
              <a:defRPr sz="2400">
                <a:solidFill>
                  <a:schemeClr val="tx1">
                    <a:lumMod val="65000"/>
                    <a:lumOff val="35000"/>
                  </a:schemeClr>
                </a:solidFill>
              </a:defRPr>
            </a:lvl1pPr>
            <a:lvl2pPr>
              <a:lnSpc>
                <a:spcPct val="150000"/>
              </a:lnSpc>
              <a:defRPr sz="2400">
                <a:solidFill>
                  <a:schemeClr val="tx1">
                    <a:lumMod val="65000"/>
                    <a:lumOff val="35000"/>
                  </a:schemeClr>
                </a:solidFill>
              </a:defRPr>
            </a:lvl2pPr>
            <a:lvl3pPr>
              <a:lnSpc>
                <a:spcPct val="150000"/>
              </a:lnSpc>
              <a:defRPr sz="2400">
                <a:solidFill>
                  <a:schemeClr val="tx1">
                    <a:lumMod val="65000"/>
                    <a:lumOff val="35000"/>
                  </a:schemeClr>
                </a:solidFill>
              </a:defRPr>
            </a:lvl3pPr>
            <a:lvl4pPr>
              <a:lnSpc>
                <a:spcPct val="150000"/>
              </a:lnSpc>
              <a:defRPr sz="2400">
                <a:solidFill>
                  <a:schemeClr val="tx1">
                    <a:lumMod val="65000"/>
                    <a:lumOff val="35000"/>
                  </a:schemeClr>
                </a:solidFill>
              </a:defRPr>
            </a:lvl4pPr>
            <a:lvl5pPr>
              <a:lnSpc>
                <a:spcPct val="150000"/>
              </a:lnSpc>
              <a:defRPr sz="2400">
                <a:solidFill>
                  <a:schemeClr val="tx1">
                    <a:lumMod val="65000"/>
                    <a:lumOff val="35000"/>
                  </a:schemeClr>
                </a:solidFill>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 name="文本占位符 2">
            <a:extLst>
              <a:ext uri="{FF2B5EF4-FFF2-40B4-BE49-F238E27FC236}">
                <a16:creationId xmlns:a16="http://schemas.microsoft.com/office/drawing/2014/main" id="{25B6E052-3943-4930-B023-9775FD793AC5}"/>
              </a:ext>
            </a:extLst>
          </p:cNvPr>
          <p:cNvSpPr>
            <a:spLocks noGrp="1"/>
          </p:cNvSpPr>
          <p:nvPr>
            <p:ph type="body" idx="10"/>
          </p:nvPr>
        </p:nvSpPr>
        <p:spPr>
          <a:xfrm>
            <a:off x="949497" y="1608881"/>
            <a:ext cx="15466444" cy="1203766"/>
          </a:xfrm>
        </p:spPr>
        <p:txBody>
          <a:bodyPr anchor="b">
            <a:noAutofit/>
          </a:bodyPr>
          <a:lstStyle>
            <a:lvl1pPr marL="342900" marR="0" indent="-342900" algn="l" defTabSz="914397" rtl="0" eaLnBrk="1" fontAlgn="auto" latinLnBrk="0" hangingPunct="1">
              <a:lnSpc>
                <a:spcPct val="150000"/>
              </a:lnSpc>
              <a:spcBef>
                <a:spcPts val="1000"/>
              </a:spcBef>
              <a:spcAft>
                <a:spcPts val="0"/>
              </a:spcAft>
              <a:buClrTx/>
              <a:buSzTx/>
              <a:buFont typeface="Arial" panose="020B0604020202020204" pitchFamily="34" charset="0"/>
              <a:buChar char="•"/>
              <a:tabLst/>
              <a:defRPr sz="2400" b="0">
                <a:latin typeface="微软雅黑" panose="020B0503020204020204" pitchFamily="34" charset="-122"/>
                <a:ea typeface="微软雅黑" panose="020B0503020204020204" pitchFamily="34" charset="-122"/>
              </a:defRPr>
            </a:lvl1pPr>
            <a:lvl2pPr marL="742985" indent="-285763">
              <a:buFont typeface="Arial" panose="020B0604020202020204" pitchFamily="34" charset="0"/>
              <a:buChar char="•"/>
              <a:defRPr sz="1400" b="0"/>
            </a:lvl2pPr>
            <a:lvl3pPr marL="914443" indent="0">
              <a:buNone/>
              <a:defRPr sz="1800" b="1"/>
            </a:lvl3pPr>
            <a:lvl4pPr marL="1371665" indent="0">
              <a:buNone/>
              <a:defRPr sz="1600" b="1"/>
            </a:lvl4pPr>
            <a:lvl5pPr marL="1828886" indent="0">
              <a:buNone/>
              <a:defRPr sz="1600" b="1"/>
            </a:lvl5pPr>
            <a:lvl6pPr marL="2286107" indent="0">
              <a:buNone/>
              <a:defRPr sz="1600" b="1"/>
            </a:lvl6pPr>
            <a:lvl7pPr marL="2743328" indent="0">
              <a:buNone/>
              <a:defRPr sz="1600" b="1"/>
            </a:lvl7pPr>
            <a:lvl8pPr marL="3200550" indent="0">
              <a:buNone/>
              <a:defRPr sz="1600" b="1"/>
            </a:lvl8pPr>
            <a:lvl9pPr marL="3657771" indent="0">
              <a:buNone/>
              <a:defRPr sz="1600" b="1"/>
            </a:lvl9pPr>
          </a:lstStyle>
          <a:p>
            <a:pPr lvl="0"/>
            <a:r>
              <a:rPr lang="zh-CN" altLang="en-US" dirty="0"/>
              <a:t>编辑母版文本样式</a:t>
            </a:r>
            <a:endParaRPr lang="en-US" altLang="zh-CN" dirty="0"/>
          </a:p>
          <a:p>
            <a:pPr marL="285763" marR="0" lvl="0" indent="-285763" algn="l" defTabSz="914397" rtl="0" eaLnBrk="1" fontAlgn="auto" latinLnBrk="0" hangingPunct="1">
              <a:lnSpc>
                <a:spcPct val="150000"/>
              </a:lnSpc>
              <a:spcBef>
                <a:spcPts val="1000"/>
              </a:spcBef>
              <a:spcAft>
                <a:spcPts val="0"/>
              </a:spcAft>
              <a:buClrTx/>
              <a:buSzTx/>
              <a:buFont typeface="Arial" panose="020B0604020202020204" pitchFamily="34" charset="0"/>
              <a:buChar char="•"/>
              <a:tabLst/>
              <a:defRPr/>
            </a:pPr>
            <a:r>
              <a:rPr lang="zh-CN" altLang="en-US" dirty="0"/>
              <a:t>编辑母版文本样式</a:t>
            </a:r>
          </a:p>
        </p:txBody>
      </p:sp>
    </p:spTree>
    <p:extLst>
      <p:ext uri="{BB962C8B-B14F-4D97-AF65-F5344CB8AC3E}">
        <p14:creationId xmlns:p14="http://schemas.microsoft.com/office/powerpoint/2010/main" val="394263364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1_标题和内容">
    <p:spTree>
      <p:nvGrpSpPr>
        <p:cNvPr id="1" name=""/>
        <p:cNvGrpSpPr/>
        <p:nvPr/>
      </p:nvGrpSpPr>
      <p:grpSpPr>
        <a:xfrm>
          <a:off x="0" y="0"/>
          <a:ext cx="0" cy="0"/>
          <a:chOff x="0" y="0"/>
          <a:chExt cx="0" cy="0"/>
        </a:xfrm>
      </p:grpSpPr>
      <p:sp>
        <p:nvSpPr>
          <p:cNvPr id="5" name="圆角矩形 5">
            <a:extLst>
              <a:ext uri="{FF2B5EF4-FFF2-40B4-BE49-F238E27FC236}">
                <a16:creationId xmlns:a16="http://schemas.microsoft.com/office/drawing/2014/main" id="{ED1F311C-D1FD-4E92-8BA5-CF12C8E3C835}"/>
              </a:ext>
            </a:extLst>
          </p:cNvPr>
          <p:cNvSpPr>
            <a:spLocks noChangeAspect="1" noChangeArrowheads="1"/>
          </p:cNvSpPr>
          <p:nvPr userDrawn="1"/>
        </p:nvSpPr>
        <p:spPr bwMode="auto">
          <a:xfrm>
            <a:off x="1" y="0"/>
            <a:ext cx="17279937" cy="1587642"/>
          </a:xfrm>
          <a:prstGeom prst="roundRect">
            <a:avLst>
              <a:gd name="adj" fmla="val 0"/>
            </a:avLst>
          </a:prstGeom>
          <a:solidFill>
            <a:schemeClr val="accent5"/>
          </a:solidFill>
          <a:ln>
            <a:noFill/>
          </a:ln>
        </p:spPr>
        <p:txBody>
          <a:bodyPr anchor="ctr"/>
          <a:lstStyle>
            <a:lvl1pPr>
              <a:lnSpc>
                <a:spcPct val="125000"/>
              </a:lnSpc>
              <a:spcBef>
                <a:spcPts val="1000"/>
              </a:spcBef>
              <a:buFont typeface="Arial" panose="020B0604020202020204" pitchFamily="34" charset="0"/>
              <a:buChar char="•"/>
              <a:defRPr sz="2000">
                <a:solidFill>
                  <a:schemeClr val="tx1"/>
                </a:solidFill>
                <a:latin typeface="Segoe UI" panose="020B0502040204020203" pitchFamily="34" charset="0"/>
                <a:ea typeface="微软雅黑" panose="020B0503020204020204" pitchFamily="34" charset="-122"/>
              </a:defRPr>
            </a:lvl1pPr>
            <a:lvl2pPr marL="742950" indent="-285750">
              <a:lnSpc>
                <a:spcPct val="125000"/>
              </a:lnSpc>
              <a:spcBef>
                <a:spcPts val="500"/>
              </a:spcBef>
              <a:buFont typeface="Arial" panose="020B0604020202020204" pitchFamily="34" charset="0"/>
              <a:buChar char="•"/>
              <a:defRPr>
                <a:solidFill>
                  <a:schemeClr val="tx1"/>
                </a:solidFill>
                <a:latin typeface="Segoe UI" panose="020B0502040204020203" pitchFamily="34" charset="0"/>
                <a:ea typeface="微软雅黑" panose="020B0503020204020204" pitchFamily="34" charset="-122"/>
              </a:defRPr>
            </a:lvl2pPr>
            <a:lvl3pPr marL="1143000" indent="-228600">
              <a:lnSpc>
                <a:spcPct val="125000"/>
              </a:lnSpc>
              <a:spcBef>
                <a:spcPts val="500"/>
              </a:spcBef>
              <a:buFont typeface="Arial" panose="020B0604020202020204" pitchFamily="34" charset="0"/>
              <a:buChar char="•"/>
              <a:defRPr sz="1600">
                <a:solidFill>
                  <a:schemeClr val="tx1"/>
                </a:solidFill>
                <a:latin typeface="Segoe UI" panose="020B0502040204020203" pitchFamily="34" charset="0"/>
                <a:ea typeface="微软雅黑" panose="020B0503020204020204" pitchFamily="34" charset="-122"/>
              </a:defRPr>
            </a:lvl3pPr>
            <a:lvl4pPr marL="1600200" indent="-228600">
              <a:lnSpc>
                <a:spcPct val="125000"/>
              </a:lnSpc>
              <a:spcBef>
                <a:spcPts val="500"/>
              </a:spcBef>
              <a:buFont typeface="Arial" panose="020B0604020202020204" pitchFamily="34" charset="0"/>
              <a:buChar char="•"/>
              <a:defRPr sz="1400">
                <a:solidFill>
                  <a:schemeClr val="tx1"/>
                </a:solidFill>
                <a:latin typeface="Segoe UI" panose="020B0502040204020203" pitchFamily="34" charset="0"/>
                <a:ea typeface="微软雅黑" panose="020B0503020204020204" pitchFamily="34" charset="-122"/>
              </a:defRPr>
            </a:lvl4pPr>
            <a:lvl5pPr marL="2057400" indent="-228600">
              <a:lnSpc>
                <a:spcPct val="125000"/>
              </a:lnSpc>
              <a:spcBef>
                <a:spcPts val="500"/>
              </a:spcBef>
              <a:buFont typeface="Arial" panose="020B0604020202020204" pitchFamily="34" charset="0"/>
              <a:buChar char="•"/>
              <a:defRPr sz="1400">
                <a:solidFill>
                  <a:schemeClr val="tx1"/>
                </a:solidFill>
                <a:latin typeface="Segoe UI" panose="020B0502040204020203" pitchFamily="34" charset="0"/>
                <a:ea typeface="微软雅黑" panose="020B0503020204020204" pitchFamily="34" charset="-122"/>
              </a:defRPr>
            </a:lvl5pPr>
            <a:lvl6pPr marL="2514600" indent="-228600" eaLnBrk="0" fontAlgn="base" hangingPunct="0">
              <a:lnSpc>
                <a:spcPct val="125000"/>
              </a:lnSpc>
              <a:spcBef>
                <a:spcPts val="500"/>
              </a:spcBef>
              <a:spcAft>
                <a:spcPct val="0"/>
              </a:spcAft>
              <a:buFont typeface="Arial" panose="020B0604020202020204" pitchFamily="34" charset="0"/>
              <a:buChar char="•"/>
              <a:defRPr sz="1400">
                <a:solidFill>
                  <a:schemeClr val="tx1"/>
                </a:solidFill>
                <a:latin typeface="Segoe UI" panose="020B0502040204020203" pitchFamily="34" charset="0"/>
                <a:ea typeface="微软雅黑" panose="020B0503020204020204" pitchFamily="34" charset="-122"/>
              </a:defRPr>
            </a:lvl6pPr>
            <a:lvl7pPr marL="2971800" indent="-228600" eaLnBrk="0" fontAlgn="base" hangingPunct="0">
              <a:lnSpc>
                <a:spcPct val="125000"/>
              </a:lnSpc>
              <a:spcBef>
                <a:spcPts val="500"/>
              </a:spcBef>
              <a:spcAft>
                <a:spcPct val="0"/>
              </a:spcAft>
              <a:buFont typeface="Arial" panose="020B0604020202020204" pitchFamily="34" charset="0"/>
              <a:buChar char="•"/>
              <a:defRPr sz="1400">
                <a:solidFill>
                  <a:schemeClr val="tx1"/>
                </a:solidFill>
                <a:latin typeface="Segoe UI" panose="020B0502040204020203" pitchFamily="34" charset="0"/>
                <a:ea typeface="微软雅黑" panose="020B0503020204020204" pitchFamily="34" charset="-122"/>
              </a:defRPr>
            </a:lvl7pPr>
            <a:lvl8pPr marL="3429000" indent="-228600" eaLnBrk="0" fontAlgn="base" hangingPunct="0">
              <a:lnSpc>
                <a:spcPct val="125000"/>
              </a:lnSpc>
              <a:spcBef>
                <a:spcPts val="500"/>
              </a:spcBef>
              <a:spcAft>
                <a:spcPct val="0"/>
              </a:spcAft>
              <a:buFont typeface="Arial" panose="020B0604020202020204" pitchFamily="34" charset="0"/>
              <a:buChar char="•"/>
              <a:defRPr sz="1400">
                <a:solidFill>
                  <a:schemeClr val="tx1"/>
                </a:solidFill>
                <a:latin typeface="Segoe UI" panose="020B0502040204020203" pitchFamily="34" charset="0"/>
                <a:ea typeface="微软雅黑" panose="020B0503020204020204" pitchFamily="34" charset="-122"/>
              </a:defRPr>
            </a:lvl8pPr>
            <a:lvl9pPr marL="3886200" indent="-228600" eaLnBrk="0" fontAlgn="base" hangingPunct="0">
              <a:lnSpc>
                <a:spcPct val="125000"/>
              </a:lnSpc>
              <a:spcBef>
                <a:spcPts val="500"/>
              </a:spcBef>
              <a:spcAft>
                <a:spcPct val="0"/>
              </a:spcAft>
              <a:buFont typeface="Arial" panose="020B0604020202020204" pitchFamily="34" charset="0"/>
              <a:buChar char="•"/>
              <a:defRPr sz="1400">
                <a:solidFill>
                  <a:schemeClr val="tx1"/>
                </a:solidFill>
                <a:latin typeface="Segoe UI" panose="020B0502040204020203" pitchFamily="34" charset="0"/>
                <a:ea typeface="微软雅黑" panose="020B0503020204020204" pitchFamily="34" charset="-122"/>
              </a:defRPr>
            </a:lvl9pPr>
          </a:lstStyle>
          <a:p>
            <a:pPr algn="ctr" eaLnBrk="1" hangingPunct="1">
              <a:lnSpc>
                <a:spcPct val="100000"/>
              </a:lnSpc>
              <a:spcBef>
                <a:spcPct val="0"/>
              </a:spcBef>
              <a:buFont typeface="Arial" panose="020B0604020202020204" pitchFamily="34" charset="0"/>
              <a:buNone/>
            </a:pPr>
            <a:endParaRPr lang="zh-CN" altLang="en-US" sz="1800" dirty="0">
              <a:solidFill>
                <a:srgbClr val="FFFFFF"/>
              </a:solidFill>
            </a:endParaRPr>
          </a:p>
        </p:txBody>
      </p:sp>
      <p:sp>
        <p:nvSpPr>
          <p:cNvPr id="2" name="标题 1"/>
          <p:cNvSpPr>
            <a:spLocks noGrp="1"/>
          </p:cNvSpPr>
          <p:nvPr>
            <p:ph type="title" hasCustomPrompt="1"/>
          </p:nvPr>
        </p:nvSpPr>
        <p:spPr>
          <a:xfrm>
            <a:off x="2563191" y="3"/>
            <a:ext cx="14716747" cy="1489646"/>
          </a:xfrm>
          <a:solidFill>
            <a:schemeClr val="bg1"/>
          </a:solidFill>
        </p:spPr>
        <p:txBody>
          <a:bodyPr/>
          <a:lstStyle>
            <a:lvl1pPr>
              <a:defRPr b="1">
                <a:solidFill>
                  <a:schemeClr val="accent5"/>
                </a:solidFill>
                <a:effectLst/>
              </a:defRPr>
            </a:lvl1pPr>
          </a:lstStyle>
          <a:p>
            <a:r>
              <a:rPr lang="zh-CN" altLang="en-US" dirty="0"/>
              <a:t>  单击此处编辑母版标题样式</a:t>
            </a:r>
          </a:p>
        </p:txBody>
      </p:sp>
      <p:sp>
        <p:nvSpPr>
          <p:cNvPr id="7" name="圆角矩形 5">
            <a:extLst>
              <a:ext uri="{FF2B5EF4-FFF2-40B4-BE49-F238E27FC236}">
                <a16:creationId xmlns:a16="http://schemas.microsoft.com/office/drawing/2014/main" id="{25B1474D-C9AF-4043-9615-F37494C3C669}"/>
              </a:ext>
            </a:extLst>
          </p:cNvPr>
          <p:cNvSpPr>
            <a:spLocks noChangeAspect="1" noChangeArrowheads="1"/>
          </p:cNvSpPr>
          <p:nvPr userDrawn="1"/>
        </p:nvSpPr>
        <p:spPr bwMode="auto">
          <a:xfrm>
            <a:off x="2" y="9674543"/>
            <a:ext cx="17279937" cy="45719"/>
          </a:xfrm>
          <a:prstGeom prst="roundRect">
            <a:avLst>
              <a:gd name="adj" fmla="val 0"/>
            </a:avLst>
          </a:prstGeom>
          <a:solidFill>
            <a:schemeClr val="accent5"/>
          </a:solidFill>
          <a:ln>
            <a:noFill/>
          </a:ln>
        </p:spPr>
        <p:txBody>
          <a:bodyPr anchor="ctr"/>
          <a:lstStyle>
            <a:lvl1pPr>
              <a:lnSpc>
                <a:spcPct val="125000"/>
              </a:lnSpc>
              <a:spcBef>
                <a:spcPts val="1000"/>
              </a:spcBef>
              <a:buFont typeface="Arial" panose="020B0604020202020204" pitchFamily="34" charset="0"/>
              <a:buChar char="•"/>
              <a:defRPr sz="2000">
                <a:solidFill>
                  <a:schemeClr val="tx1"/>
                </a:solidFill>
                <a:latin typeface="Segoe UI" panose="020B0502040204020203" pitchFamily="34" charset="0"/>
                <a:ea typeface="微软雅黑" panose="020B0503020204020204" pitchFamily="34" charset="-122"/>
              </a:defRPr>
            </a:lvl1pPr>
            <a:lvl2pPr marL="742950" indent="-285750">
              <a:lnSpc>
                <a:spcPct val="125000"/>
              </a:lnSpc>
              <a:spcBef>
                <a:spcPts val="500"/>
              </a:spcBef>
              <a:buFont typeface="Arial" panose="020B0604020202020204" pitchFamily="34" charset="0"/>
              <a:buChar char="•"/>
              <a:defRPr>
                <a:solidFill>
                  <a:schemeClr val="tx1"/>
                </a:solidFill>
                <a:latin typeface="Segoe UI" panose="020B0502040204020203" pitchFamily="34" charset="0"/>
                <a:ea typeface="微软雅黑" panose="020B0503020204020204" pitchFamily="34" charset="-122"/>
              </a:defRPr>
            </a:lvl2pPr>
            <a:lvl3pPr marL="1143000" indent="-228600">
              <a:lnSpc>
                <a:spcPct val="125000"/>
              </a:lnSpc>
              <a:spcBef>
                <a:spcPts val="500"/>
              </a:spcBef>
              <a:buFont typeface="Arial" panose="020B0604020202020204" pitchFamily="34" charset="0"/>
              <a:buChar char="•"/>
              <a:defRPr sz="1600">
                <a:solidFill>
                  <a:schemeClr val="tx1"/>
                </a:solidFill>
                <a:latin typeface="Segoe UI" panose="020B0502040204020203" pitchFamily="34" charset="0"/>
                <a:ea typeface="微软雅黑" panose="020B0503020204020204" pitchFamily="34" charset="-122"/>
              </a:defRPr>
            </a:lvl3pPr>
            <a:lvl4pPr marL="1600200" indent="-228600">
              <a:lnSpc>
                <a:spcPct val="125000"/>
              </a:lnSpc>
              <a:spcBef>
                <a:spcPts val="500"/>
              </a:spcBef>
              <a:buFont typeface="Arial" panose="020B0604020202020204" pitchFamily="34" charset="0"/>
              <a:buChar char="•"/>
              <a:defRPr sz="1400">
                <a:solidFill>
                  <a:schemeClr val="tx1"/>
                </a:solidFill>
                <a:latin typeface="Segoe UI" panose="020B0502040204020203" pitchFamily="34" charset="0"/>
                <a:ea typeface="微软雅黑" panose="020B0503020204020204" pitchFamily="34" charset="-122"/>
              </a:defRPr>
            </a:lvl4pPr>
            <a:lvl5pPr marL="2057400" indent="-228600">
              <a:lnSpc>
                <a:spcPct val="125000"/>
              </a:lnSpc>
              <a:spcBef>
                <a:spcPts val="500"/>
              </a:spcBef>
              <a:buFont typeface="Arial" panose="020B0604020202020204" pitchFamily="34" charset="0"/>
              <a:buChar char="•"/>
              <a:defRPr sz="1400">
                <a:solidFill>
                  <a:schemeClr val="tx1"/>
                </a:solidFill>
                <a:latin typeface="Segoe UI" panose="020B0502040204020203" pitchFamily="34" charset="0"/>
                <a:ea typeface="微软雅黑" panose="020B0503020204020204" pitchFamily="34" charset="-122"/>
              </a:defRPr>
            </a:lvl5pPr>
            <a:lvl6pPr marL="2514600" indent="-228600" eaLnBrk="0" fontAlgn="base" hangingPunct="0">
              <a:lnSpc>
                <a:spcPct val="125000"/>
              </a:lnSpc>
              <a:spcBef>
                <a:spcPts val="500"/>
              </a:spcBef>
              <a:spcAft>
                <a:spcPct val="0"/>
              </a:spcAft>
              <a:buFont typeface="Arial" panose="020B0604020202020204" pitchFamily="34" charset="0"/>
              <a:buChar char="•"/>
              <a:defRPr sz="1400">
                <a:solidFill>
                  <a:schemeClr val="tx1"/>
                </a:solidFill>
                <a:latin typeface="Segoe UI" panose="020B0502040204020203" pitchFamily="34" charset="0"/>
                <a:ea typeface="微软雅黑" panose="020B0503020204020204" pitchFamily="34" charset="-122"/>
              </a:defRPr>
            </a:lvl6pPr>
            <a:lvl7pPr marL="2971800" indent="-228600" eaLnBrk="0" fontAlgn="base" hangingPunct="0">
              <a:lnSpc>
                <a:spcPct val="125000"/>
              </a:lnSpc>
              <a:spcBef>
                <a:spcPts val="500"/>
              </a:spcBef>
              <a:spcAft>
                <a:spcPct val="0"/>
              </a:spcAft>
              <a:buFont typeface="Arial" panose="020B0604020202020204" pitchFamily="34" charset="0"/>
              <a:buChar char="•"/>
              <a:defRPr sz="1400">
                <a:solidFill>
                  <a:schemeClr val="tx1"/>
                </a:solidFill>
                <a:latin typeface="Segoe UI" panose="020B0502040204020203" pitchFamily="34" charset="0"/>
                <a:ea typeface="微软雅黑" panose="020B0503020204020204" pitchFamily="34" charset="-122"/>
              </a:defRPr>
            </a:lvl7pPr>
            <a:lvl8pPr marL="3429000" indent="-228600" eaLnBrk="0" fontAlgn="base" hangingPunct="0">
              <a:lnSpc>
                <a:spcPct val="125000"/>
              </a:lnSpc>
              <a:spcBef>
                <a:spcPts val="500"/>
              </a:spcBef>
              <a:spcAft>
                <a:spcPct val="0"/>
              </a:spcAft>
              <a:buFont typeface="Arial" panose="020B0604020202020204" pitchFamily="34" charset="0"/>
              <a:buChar char="•"/>
              <a:defRPr sz="1400">
                <a:solidFill>
                  <a:schemeClr val="tx1"/>
                </a:solidFill>
                <a:latin typeface="Segoe UI" panose="020B0502040204020203" pitchFamily="34" charset="0"/>
                <a:ea typeface="微软雅黑" panose="020B0503020204020204" pitchFamily="34" charset="-122"/>
              </a:defRPr>
            </a:lvl8pPr>
            <a:lvl9pPr marL="3886200" indent="-228600" eaLnBrk="0" fontAlgn="base" hangingPunct="0">
              <a:lnSpc>
                <a:spcPct val="125000"/>
              </a:lnSpc>
              <a:spcBef>
                <a:spcPts val="500"/>
              </a:spcBef>
              <a:spcAft>
                <a:spcPct val="0"/>
              </a:spcAft>
              <a:buFont typeface="Arial" panose="020B0604020202020204" pitchFamily="34" charset="0"/>
              <a:buChar char="•"/>
              <a:defRPr sz="1400">
                <a:solidFill>
                  <a:schemeClr val="tx1"/>
                </a:solidFill>
                <a:latin typeface="Segoe UI" panose="020B0502040204020203" pitchFamily="34" charset="0"/>
                <a:ea typeface="微软雅黑" panose="020B0503020204020204" pitchFamily="34" charset="-122"/>
              </a:defRPr>
            </a:lvl9pPr>
          </a:lstStyle>
          <a:p>
            <a:pPr algn="ctr" eaLnBrk="1" hangingPunct="1">
              <a:lnSpc>
                <a:spcPct val="100000"/>
              </a:lnSpc>
              <a:spcBef>
                <a:spcPct val="0"/>
              </a:spcBef>
              <a:buFont typeface="Arial" panose="020B0604020202020204" pitchFamily="34" charset="0"/>
              <a:buNone/>
            </a:pPr>
            <a:endParaRPr lang="zh-CN" altLang="en-US" sz="1800">
              <a:solidFill>
                <a:srgbClr val="FFFFFF"/>
              </a:solidFill>
            </a:endParaRPr>
          </a:p>
        </p:txBody>
      </p:sp>
      <p:sp>
        <p:nvSpPr>
          <p:cNvPr id="4" name="标题 1">
            <a:extLst>
              <a:ext uri="{FF2B5EF4-FFF2-40B4-BE49-F238E27FC236}">
                <a16:creationId xmlns:a16="http://schemas.microsoft.com/office/drawing/2014/main" id="{0DFF20E2-CFDC-4FDA-95D1-45C9C72B1174}"/>
              </a:ext>
            </a:extLst>
          </p:cNvPr>
          <p:cNvSpPr txBox="1">
            <a:spLocks/>
          </p:cNvSpPr>
          <p:nvPr userDrawn="1"/>
        </p:nvSpPr>
        <p:spPr>
          <a:xfrm>
            <a:off x="1220396" y="367252"/>
            <a:ext cx="1342795" cy="1035951"/>
          </a:xfrm>
          <a:prstGeom prst="rect">
            <a:avLst/>
          </a:prstGeom>
          <a:noFill/>
        </p:spPr>
        <p:txBody>
          <a:bodyPr vert="horz" lIns="91440" tIns="45720" rIns="91440" bIns="45720" rtlCol="0" anchor="b">
            <a:normAutofit/>
          </a:bodyPr>
          <a:lstStyle>
            <a:lvl1pPr algn="l" defTabSz="914397" rtl="0" eaLnBrk="1" latinLnBrk="0" hangingPunct="1">
              <a:lnSpc>
                <a:spcPct val="90000"/>
              </a:lnSpc>
              <a:spcBef>
                <a:spcPct val="0"/>
              </a:spcBef>
              <a:buNone/>
              <a:defRPr sz="2800" b="1" kern="1200">
                <a:solidFill>
                  <a:schemeClr val="tx1">
                    <a:lumMod val="85000"/>
                    <a:lumOff val="15000"/>
                  </a:schemeClr>
                </a:solidFill>
                <a:latin typeface="+mj-lt"/>
                <a:ea typeface="+mj-ea"/>
                <a:cs typeface="+mj-cs"/>
              </a:defRPr>
            </a:lvl1pPr>
          </a:lstStyle>
          <a:p>
            <a:r>
              <a:rPr lang="zh-CN" altLang="en-US" sz="2800" dirty="0">
                <a:solidFill>
                  <a:schemeClr val="bg1"/>
                </a:solidFill>
                <a:effectLst>
                  <a:outerShdw blurRad="38100" dist="38100" dir="2700000" algn="tl">
                    <a:srgbClr val="000000">
                      <a:alpha val="43137"/>
                    </a:srgbClr>
                  </a:outerShdw>
                </a:effectLst>
              </a:rPr>
              <a:t>案例</a:t>
            </a:r>
          </a:p>
        </p:txBody>
      </p:sp>
      <p:sp>
        <p:nvSpPr>
          <p:cNvPr id="6" name="KSO_Shape">
            <a:extLst>
              <a:ext uri="{FF2B5EF4-FFF2-40B4-BE49-F238E27FC236}">
                <a16:creationId xmlns:a16="http://schemas.microsoft.com/office/drawing/2014/main" id="{6AB9EAB4-4D31-40E6-BB6E-01D167ACF888}"/>
              </a:ext>
            </a:extLst>
          </p:cNvPr>
          <p:cNvSpPr>
            <a:spLocks noChangeAspect="1"/>
          </p:cNvSpPr>
          <p:nvPr userDrawn="1"/>
        </p:nvSpPr>
        <p:spPr bwMode="auto">
          <a:xfrm>
            <a:off x="80223" y="184437"/>
            <a:ext cx="1059950" cy="1218766"/>
          </a:xfrm>
          <a:custGeom>
            <a:avLst/>
            <a:gdLst>
              <a:gd name="T0" fmla="*/ 238092 w 4627563"/>
              <a:gd name="T1" fmla="*/ 409385 h 5299074"/>
              <a:gd name="T2" fmla="*/ 232614 w 4627563"/>
              <a:gd name="T3" fmla="*/ 414382 h 5299074"/>
              <a:gd name="T4" fmla="*/ 228238 w 4627563"/>
              <a:gd name="T5" fmla="*/ 408372 h 5299074"/>
              <a:gd name="T6" fmla="*/ 258792 w 4627563"/>
              <a:gd name="T7" fmla="*/ 361234 h 5299074"/>
              <a:gd name="T8" fmla="*/ 266340 w 4627563"/>
              <a:gd name="T9" fmla="*/ 369169 h 5299074"/>
              <a:gd name="T10" fmla="*/ 259601 w 4627563"/>
              <a:gd name="T11" fmla="*/ 377881 h 5299074"/>
              <a:gd name="T12" fmla="*/ 250503 w 4627563"/>
              <a:gd name="T13" fmla="*/ 373626 h 5299074"/>
              <a:gd name="T14" fmla="*/ 251986 w 4627563"/>
              <a:gd name="T15" fmla="*/ 363631 h 5299074"/>
              <a:gd name="T16" fmla="*/ 280733 w 4627563"/>
              <a:gd name="T17" fmla="*/ 321761 h 5299074"/>
              <a:gd name="T18" fmla="*/ 287257 w 4627563"/>
              <a:gd name="T19" fmla="*/ 326927 h 5299074"/>
              <a:gd name="T20" fmla="*/ 287896 w 4627563"/>
              <a:gd name="T21" fmla="*/ 335537 h 5299074"/>
              <a:gd name="T22" fmla="*/ 282146 w 4627563"/>
              <a:gd name="T23" fmla="*/ 341582 h 5299074"/>
              <a:gd name="T24" fmla="*/ 273570 w 4627563"/>
              <a:gd name="T25" fmla="*/ 341345 h 5299074"/>
              <a:gd name="T26" fmla="*/ 268156 w 4627563"/>
              <a:gd name="T27" fmla="*/ 335031 h 5299074"/>
              <a:gd name="T28" fmla="*/ 269199 w 4627563"/>
              <a:gd name="T29" fmla="*/ 326522 h 5299074"/>
              <a:gd name="T30" fmla="*/ 275992 w 4627563"/>
              <a:gd name="T31" fmla="*/ 321659 h 5299074"/>
              <a:gd name="T32" fmla="*/ 232954 w 4627563"/>
              <a:gd name="T33" fmla="*/ 311607 h 5299074"/>
              <a:gd name="T34" fmla="*/ 240412 w 4627563"/>
              <a:gd name="T35" fmla="*/ 324879 h 5299074"/>
              <a:gd name="T36" fmla="*/ 235608 w 4627563"/>
              <a:gd name="T37" fmla="*/ 339573 h 5299074"/>
              <a:gd name="T38" fmla="*/ 221664 w 4627563"/>
              <a:gd name="T39" fmla="*/ 345769 h 5299074"/>
              <a:gd name="T40" fmla="*/ 207721 w 4627563"/>
              <a:gd name="T41" fmla="*/ 339573 h 5299074"/>
              <a:gd name="T42" fmla="*/ 202950 w 4627563"/>
              <a:gd name="T43" fmla="*/ 324879 h 5299074"/>
              <a:gd name="T44" fmla="*/ 210409 w 4627563"/>
              <a:gd name="T45" fmla="*/ 311607 h 5299074"/>
              <a:gd name="T46" fmla="*/ 186827 w 4627563"/>
              <a:gd name="T47" fmla="*/ 290628 h 5299074"/>
              <a:gd name="T48" fmla="*/ 193396 w 4627563"/>
              <a:gd name="T49" fmla="*/ 294793 h 5299074"/>
              <a:gd name="T50" fmla="*/ 194744 w 4627563"/>
              <a:gd name="T51" fmla="*/ 302586 h 5299074"/>
              <a:gd name="T52" fmla="*/ 189960 w 4627563"/>
              <a:gd name="T53" fmla="*/ 308666 h 5299074"/>
              <a:gd name="T54" fmla="*/ 182044 w 4627563"/>
              <a:gd name="T55" fmla="*/ 309237 h 5299074"/>
              <a:gd name="T56" fmla="*/ 176452 w 4627563"/>
              <a:gd name="T57" fmla="*/ 303963 h 5299074"/>
              <a:gd name="T58" fmla="*/ 176654 w 4627563"/>
              <a:gd name="T59" fmla="*/ 296002 h 5299074"/>
              <a:gd name="T60" fmla="*/ 182482 w 4627563"/>
              <a:gd name="T61" fmla="*/ 290964 h 5299074"/>
              <a:gd name="T62" fmla="*/ 250510 w 4627563"/>
              <a:gd name="T63" fmla="*/ 275499 h 5299074"/>
              <a:gd name="T64" fmla="*/ 257429 w 4627563"/>
              <a:gd name="T65" fmla="*/ 284369 h 5299074"/>
              <a:gd name="T66" fmla="*/ 255481 w 4627563"/>
              <a:gd name="T67" fmla="*/ 295802 h 5299074"/>
              <a:gd name="T68" fmla="*/ 245942 w 4627563"/>
              <a:gd name="T69" fmla="*/ 301873 h 5299074"/>
              <a:gd name="T70" fmla="*/ 234858 w 4627563"/>
              <a:gd name="T71" fmla="*/ 298803 h 5299074"/>
              <a:gd name="T72" fmla="*/ 229752 w 4627563"/>
              <a:gd name="T73" fmla="*/ 288652 h 5299074"/>
              <a:gd name="T74" fmla="*/ 233883 w 4627563"/>
              <a:gd name="T75" fmla="*/ 277927 h 5299074"/>
              <a:gd name="T76" fmla="*/ 113649 w 4627563"/>
              <a:gd name="T77" fmla="*/ 255275 h 5299074"/>
              <a:gd name="T78" fmla="*/ 34200 w 4627563"/>
              <a:gd name="T79" fmla="*/ 398933 h 5299074"/>
              <a:gd name="T80" fmla="*/ 42270 w 4627563"/>
              <a:gd name="T81" fmla="*/ 417212 h 5299074"/>
              <a:gd name="T82" fmla="*/ 339386 w 4627563"/>
              <a:gd name="T83" fmla="*/ 426773 h 5299074"/>
              <a:gd name="T84" fmla="*/ 354583 w 4627563"/>
              <a:gd name="T85" fmla="*/ 409745 h 5299074"/>
              <a:gd name="T86" fmla="*/ 358853 w 4627563"/>
              <a:gd name="T87" fmla="*/ 387311 h 5299074"/>
              <a:gd name="T88" fmla="*/ 277236 w 4627563"/>
              <a:gd name="T89" fmla="*/ 256577 h 5299074"/>
              <a:gd name="T90" fmla="*/ 245127 w 4627563"/>
              <a:gd name="T91" fmla="*/ 261788 h 5299074"/>
              <a:gd name="T92" fmla="*/ 143623 w 4627563"/>
              <a:gd name="T93" fmla="*/ 261551 h 5299074"/>
              <a:gd name="T94" fmla="*/ 114338 w 4627563"/>
              <a:gd name="T95" fmla="*/ 256374 h 5299074"/>
              <a:gd name="T96" fmla="*/ 253852 w 4627563"/>
              <a:gd name="T97" fmla="*/ 3950 h 5299074"/>
              <a:gd name="T98" fmla="*/ 263773 w 4627563"/>
              <a:gd name="T99" fmla="*/ 17657 h 5299074"/>
              <a:gd name="T100" fmla="*/ 263134 w 4627563"/>
              <a:gd name="T101" fmla="*/ 32276 h 5299074"/>
              <a:gd name="T102" fmla="*/ 390161 w 4627563"/>
              <a:gd name="T103" fmla="*/ 382517 h 5299074"/>
              <a:gd name="T104" fmla="*/ 391574 w 4627563"/>
              <a:gd name="T105" fmla="*/ 407737 h 5299074"/>
              <a:gd name="T106" fmla="*/ 383435 w 4627563"/>
              <a:gd name="T107" fmla="*/ 431032 h 5299074"/>
              <a:gd name="T108" fmla="*/ 360599 w 4627563"/>
              <a:gd name="T109" fmla="*/ 450850 h 5299074"/>
              <a:gd name="T110" fmla="*/ 9585 w 4627563"/>
              <a:gd name="T111" fmla="*/ 432383 h 5299074"/>
              <a:gd name="T112" fmla="*/ 706 w 4627563"/>
              <a:gd name="T113" fmla="*/ 409053 h 5299074"/>
              <a:gd name="T114" fmla="*/ 1749 w 4627563"/>
              <a:gd name="T115" fmla="*/ 383260 h 5299074"/>
              <a:gd name="T116" fmla="*/ 129247 w 4627563"/>
              <a:gd name="T117" fmla="*/ 33221 h 5299074"/>
              <a:gd name="T118" fmla="*/ 128137 w 4627563"/>
              <a:gd name="T119" fmla="*/ 18467 h 5299074"/>
              <a:gd name="T120" fmla="*/ 137554 w 4627563"/>
              <a:gd name="T121" fmla="*/ 4490 h 5299074"/>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0" t="0" r="r" b="b"/>
            <a:pathLst>
              <a:path w="4627563" h="5299074">
                <a:moveTo>
                  <a:pt x="2751137" y="4752974"/>
                </a:moveTo>
                <a:lnTo>
                  <a:pt x="2757445" y="4753371"/>
                </a:lnTo>
                <a:lnTo>
                  <a:pt x="2762964" y="4754165"/>
                </a:lnTo>
                <a:lnTo>
                  <a:pt x="2768483" y="4755355"/>
                </a:lnTo>
                <a:lnTo>
                  <a:pt x="2774002" y="4757340"/>
                </a:lnTo>
                <a:lnTo>
                  <a:pt x="2779127" y="4760118"/>
                </a:lnTo>
                <a:lnTo>
                  <a:pt x="2783857" y="4762896"/>
                </a:lnTo>
                <a:lnTo>
                  <a:pt x="2788193" y="4766071"/>
                </a:lnTo>
                <a:lnTo>
                  <a:pt x="2792530" y="4770040"/>
                </a:lnTo>
                <a:lnTo>
                  <a:pt x="2796472" y="4774009"/>
                </a:lnTo>
                <a:lnTo>
                  <a:pt x="2800020" y="4778771"/>
                </a:lnTo>
                <a:lnTo>
                  <a:pt x="2802779" y="4783534"/>
                </a:lnTo>
                <a:lnTo>
                  <a:pt x="2805144" y="4788693"/>
                </a:lnTo>
                <a:lnTo>
                  <a:pt x="2807116" y="4793852"/>
                </a:lnTo>
                <a:lnTo>
                  <a:pt x="2808298" y="4799805"/>
                </a:lnTo>
                <a:lnTo>
                  <a:pt x="2809481" y="4805759"/>
                </a:lnTo>
                <a:lnTo>
                  <a:pt x="2809875" y="4811712"/>
                </a:lnTo>
                <a:lnTo>
                  <a:pt x="2809481" y="4817665"/>
                </a:lnTo>
                <a:lnTo>
                  <a:pt x="2808298" y="4823618"/>
                </a:lnTo>
                <a:lnTo>
                  <a:pt x="2807116" y="4829174"/>
                </a:lnTo>
                <a:lnTo>
                  <a:pt x="2805144" y="4834730"/>
                </a:lnTo>
                <a:lnTo>
                  <a:pt x="2802779" y="4839890"/>
                </a:lnTo>
                <a:lnTo>
                  <a:pt x="2800020" y="4844652"/>
                </a:lnTo>
                <a:lnTo>
                  <a:pt x="2796472" y="4849415"/>
                </a:lnTo>
                <a:lnTo>
                  <a:pt x="2792530" y="4853384"/>
                </a:lnTo>
                <a:lnTo>
                  <a:pt x="2788193" y="4857352"/>
                </a:lnTo>
                <a:lnTo>
                  <a:pt x="2783857" y="4860527"/>
                </a:lnTo>
                <a:lnTo>
                  <a:pt x="2779127" y="4863305"/>
                </a:lnTo>
                <a:lnTo>
                  <a:pt x="2774002" y="4866084"/>
                </a:lnTo>
                <a:lnTo>
                  <a:pt x="2768483" y="4868068"/>
                </a:lnTo>
                <a:lnTo>
                  <a:pt x="2762964" y="4869655"/>
                </a:lnTo>
                <a:lnTo>
                  <a:pt x="2757445" y="4870449"/>
                </a:lnTo>
                <a:lnTo>
                  <a:pt x="2751137" y="4870449"/>
                </a:lnTo>
                <a:lnTo>
                  <a:pt x="2745224" y="4870449"/>
                </a:lnTo>
                <a:lnTo>
                  <a:pt x="2739705" y="4869655"/>
                </a:lnTo>
                <a:lnTo>
                  <a:pt x="2733792" y="4868068"/>
                </a:lnTo>
                <a:lnTo>
                  <a:pt x="2728273" y="4866084"/>
                </a:lnTo>
                <a:lnTo>
                  <a:pt x="2723543" y="4863305"/>
                </a:lnTo>
                <a:lnTo>
                  <a:pt x="2718418" y="4860527"/>
                </a:lnTo>
                <a:lnTo>
                  <a:pt x="2714082" y="4857352"/>
                </a:lnTo>
                <a:lnTo>
                  <a:pt x="2709745" y="4853384"/>
                </a:lnTo>
                <a:lnTo>
                  <a:pt x="2706197" y="4849415"/>
                </a:lnTo>
                <a:lnTo>
                  <a:pt x="2702649" y="4844652"/>
                </a:lnTo>
                <a:lnTo>
                  <a:pt x="2699890" y="4839890"/>
                </a:lnTo>
                <a:lnTo>
                  <a:pt x="2697525" y="4834730"/>
                </a:lnTo>
                <a:lnTo>
                  <a:pt x="2695554" y="4829174"/>
                </a:lnTo>
                <a:lnTo>
                  <a:pt x="2693583" y="4823618"/>
                </a:lnTo>
                <a:lnTo>
                  <a:pt x="2692794" y="4817665"/>
                </a:lnTo>
                <a:lnTo>
                  <a:pt x="2692400" y="4811712"/>
                </a:lnTo>
                <a:lnTo>
                  <a:pt x="2692794" y="4805759"/>
                </a:lnTo>
                <a:lnTo>
                  <a:pt x="2693583" y="4799805"/>
                </a:lnTo>
                <a:lnTo>
                  <a:pt x="2695554" y="4793852"/>
                </a:lnTo>
                <a:lnTo>
                  <a:pt x="2697525" y="4788693"/>
                </a:lnTo>
                <a:lnTo>
                  <a:pt x="2699890" y="4783534"/>
                </a:lnTo>
                <a:lnTo>
                  <a:pt x="2702649" y="4778771"/>
                </a:lnTo>
                <a:lnTo>
                  <a:pt x="2706197" y="4774009"/>
                </a:lnTo>
                <a:lnTo>
                  <a:pt x="2709745" y="4770040"/>
                </a:lnTo>
                <a:lnTo>
                  <a:pt x="2714082" y="4766071"/>
                </a:lnTo>
                <a:lnTo>
                  <a:pt x="2718418" y="4762896"/>
                </a:lnTo>
                <a:lnTo>
                  <a:pt x="2723543" y="4760118"/>
                </a:lnTo>
                <a:lnTo>
                  <a:pt x="2728273" y="4757340"/>
                </a:lnTo>
                <a:lnTo>
                  <a:pt x="2733792" y="4755355"/>
                </a:lnTo>
                <a:lnTo>
                  <a:pt x="2739705" y="4754165"/>
                </a:lnTo>
                <a:lnTo>
                  <a:pt x="2745224" y="4753371"/>
                </a:lnTo>
                <a:lnTo>
                  <a:pt x="2751137" y="4752974"/>
                </a:lnTo>
                <a:close/>
                <a:moveTo>
                  <a:pt x="3043833" y="4244974"/>
                </a:moveTo>
                <a:lnTo>
                  <a:pt x="3049401" y="4245371"/>
                </a:lnTo>
                <a:lnTo>
                  <a:pt x="3054173" y="4245768"/>
                </a:lnTo>
                <a:lnTo>
                  <a:pt x="3059342" y="4246165"/>
                </a:lnTo>
                <a:lnTo>
                  <a:pt x="3063717" y="4246959"/>
                </a:lnTo>
                <a:lnTo>
                  <a:pt x="3073261" y="4249340"/>
                </a:lnTo>
                <a:lnTo>
                  <a:pt x="3082407" y="4252912"/>
                </a:lnTo>
                <a:lnTo>
                  <a:pt x="3091156" y="4256881"/>
                </a:lnTo>
                <a:lnTo>
                  <a:pt x="3099507" y="4262040"/>
                </a:lnTo>
                <a:lnTo>
                  <a:pt x="3107063" y="4267596"/>
                </a:lnTo>
                <a:lnTo>
                  <a:pt x="3114221" y="4273946"/>
                </a:lnTo>
                <a:lnTo>
                  <a:pt x="3120584" y="4281090"/>
                </a:lnTo>
                <a:lnTo>
                  <a:pt x="3126151" y="4289027"/>
                </a:lnTo>
                <a:lnTo>
                  <a:pt x="3131321" y="4296568"/>
                </a:lnTo>
                <a:lnTo>
                  <a:pt x="3135298" y="4305299"/>
                </a:lnTo>
                <a:lnTo>
                  <a:pt x="3138877" y="4314824"/>
                </a:lnTo>
                <a:lnTo>
                  <a:pt x="3141263" y="4324349"/>
                </a:lnTo>
                <a:lnTo>
                  <a:pt x="3142058" y="4329112"/>
                </a:lnTo>
                <a:lnTo>
                  <a:pt x="3142853" y="4334271"/>
                </a:lnTo>
                <a:lnTo>
                  <a:pt x="3143251" y="4339034"/>
                </a:lnTo>
                <a:lnTo>
                  <a:pt x="3143251" y="4344193"/>
                </a:lnTo>
                <a:lnTo>
                  <a:pt x="3143251" y="4348956"/>
                </a:lnTo>
                <a:lnTo>
                  <a:pt x="3142853" y="4354115"/>
                </a:lnTo>
                <a:lnTo>
                  <a:pt x="3142058" y="4359275"/>
                </a:lnTo>
                <a:lnTo>
                  <a:pt x="3141263" y="4364037"/>
                </a:lnTo>
                <a:lnTo>
                  <a:pt x="3138877" y="4373562"/>
                </a:lnTo>
                <a:lnTo>
                  <a:pt x="3135298" y="4382690"/>
                </a:lnTo>
                <a:lnTo>
                  <a:pt x="3131321" y="4391421"/>
                </a:lnTo>
                <a:lnTo>
                  <a:pt x="3126151" y="4399359"/>
                </a:lnTo>
                <a:lnTo>
                  <a:pt x="3120584" y="4407297"/>
                </a:lnTo>
                <a:lnTo>
                  <a:pt x="3114221" y="4414440"/>
                </a:lnTo>
                <a:lnTo>
                  <a:pt x="3107063" y="4420393"/>
                </a:lnTo>
                <a:lnTo>
                  <a:pt x="3099507" y="4426347"/>
                </a:lnTo>
                <a:lnTo>
                  <a:pt x="3091156" y="4431506"/>
                </a:lnTo>
                <a:lnTo>
                  <a:pt x="3082407" y="4435475"/>
                </a:lnTo>
                <a:lnTo>
                  <a:pt x="3073261" y="4438650"/>
                </a:lnTo>
                <a:lnTo>
                  <a:pt x="3063717" y="4441428"/>
                </a:lnTo>
                <a:lnTo>
                  <a:pt x="3059342" y="4442222"/>
                </a:lnTo>
                <a:lnTo>
                  <a:pt x="3054173" y="4442618"/>
                </a:lnTo>
                <a:lnTo>
                  <a:pt x="3049401" y="4443015"/>
                </a:lnTo>
                <a:lnTo>
                  <a:pt x="3043833" y="4443412"/>
                </a:lnTo>
                <a:lnTo>
                  <a:pt x="3038663" y="4443015"/>
                </a:lnTo>
                <a:lnTo>
                  <a:pt x="3033891" y="4442618"/>
                </a:lnTo>
                <a:lnTo>
                  <a:pt x="3028722" y="4442222"/>
                </a:lnTo>
                <a:lnTo>
                  <a:pt x="3023950" y="4441428"/>
                </a:lnTo>
                <a:lnTo>
                  <a:pt x="3014405" y="4438650"/>
                </a:lnTo>
                <a:lnTo>
                  <a:pt x="3005259" y="4435475"/>
                </a:lnTo>
                <a:lnTo>
                  <a:pt x="2996908" y="4431506"/>
                </a:lnTo>
                <a:lnTo>
                  <a:pt x="2988557" y="4426347"/>
                </a:lnTo>
                <a:lnTo>
                  <a:pt x="2981001" y="4420393"/>
                </a:lnTo>
                <a:lnTo>
                  <a:pt x="2973843" y="4414440"/>
                </a:lnTo>
                <a:lnTo>
                  <a:pt x="2967083" y="4407297"/>
                </a:lnTo>
                <a:lnTo>
                  <a:pt x="2961515" y="4399359"/>
                </a:lnTo>
                <a:lnTo>
                  <a:pt x="2956345" y="4391421"/>
                </a:lnTo>
                <a:lnTo>
                  <a:pt x="2952369" y="4382690"/>
                </a:lnTo>
                <a:lnTo>
                  <a:pt x="2948790" y="4373562"/>
                </a:lnTo>
                <a:lnTo>
                  <a:pt x="2946801" y="4364037"/>
                </a:lnTo>
                <a:lnTo>
                  <a:pt x="2945608" y="4359275"/>
                </a:lnTo>
                <a:lnTo>
                  <a:pt x="2945211" y="4354115"/>
                </a:lnTo>
                <a:lnTo>
                  <a:pt x="2944813" y="4348956"/>
                </a:lnTo>
                <a:lnTo>
                  <a:pt x="2944813" y="4344193"/>
                </a:lnTo>
                <a:lnTo>
                  <a:pt x="2944813" y="4339034"/>
                </a:lnTo>
                <a:lnTo>
                  <a:pt x="2945211" y="4334271"/>
                </a:lnTo>
                <a:lnTo>
                  <a:pt x="2945608" y="4329112"/>
                </a:lnTo>
                <a:lnTo>
                  <a:pt x="2946801" y="4324349"/>
                </a:lnTo>
                <a:lnTo>
                  <a:pt x="2948790" y="4314824"/>
                </a:lnTo>
                <a:lnTo>
                  <a:pt x="2952369" y="4305299"/>
                </a:lnTo>
                <a:lnTo>
                  <a:pt x="2956345" y="4296568"/>
                </a:lnTo>
                <a:lnTo>
                  <a:pt x="2961515" y="4289027"/>
                </a:lnTo>
                <a:lnTo>
                  <a:pt x="2967083" y="4281090"/>
                </a:lnTo>
                <a:lnTo>
                  <a:pt x="2973843" y="4273946"/>
                </a:lnTo>
                <a:lnTo>
                  <a:pt x="2981001" y="4267596"/>
                </a:lnTo>
                <a:lnTo>
                  <a:pt x="2988557" y="4262040"/>
                </a:lnTo>
                <a:lnTo>
                  <a:pt x="2996908" y="4256881"/>
                </a:lnTo>
                <a:lnTo>
                  <a:pt x="3005259" y="4252912"/>
                </a:lnTo>
                <a:lnTo>
                  <a:pt x="3014405" y="4249340"/>
                </a:lnTo>
                <a:lnTo>
                  <a:pt x="3023950" y="4246959"/>
                </a:lnTo>
                <a:lnTo>
                  <a:pt x="3028722" y="4246165"/>
                </a:lnTo>
                <a:lnTo>
                  <a:pt x="3033891" y="4245768"/>
                </a:lnTo>
                <a:lnTo>
                  <a:pt x="3038663" y="4245371"/>
                </a:lnTo>
                <a:lnTo>
                  <a:pt x="3043833" y="4244974"/>
                </a:lnTo>
                <a:close/>
                <a:moveTo>
                  <a:pt x="3275806" y="3778249"/>
                </a:moveTo>
                <a:lnTo>
                  <a:pt x="3282157" y="3778249"/>
                </a:lnTo>
                <a:lnTo>
                  <a:pt x="3288507" y="3778249"/>
                </a:lnTo>
                <a:lnTo>
                  <a:pt x="3294460" y="3779043"/>
                </a:lnTo>
                <a:lnTo>
                  <a:pt x="3300810" y="3779440"/>
                </a:lnTo>
                <a:lnTo>
                  <a:pt x="3306763" y="3780631"/>
                </a:lnTo>
                <a:lnTo>
                  <a:pt x="3313113" y="3781821"/>
                </a:lnTo>
                <a:lnTo>
                  <a:pt x="3318669" y="3783806"/>
                </a:lnTo>
                <a:lnTo>
                  <a:pt x="3324622" y="3785790"/>
                </a:lnTo>
                <a:lnTo>
                  <a:pt x="3329782" y="3787774"/>
                </a:lnTo>
                <a:lnTo>
                  <a:pt x="3335338" y="3790156"/>
                </a:lnTo>
                <a:lnTo>
                  <a:pt x="3340894" y="3793331"/>
                </a:lnTo>
                <a:lnTo>
                  <a:pt x="3345657" y="3796109"/>
                </a:lnTo>
                <a:lnTo>
                  <a:pt x="3350816" y="3799284"/>
                </a:lnTo>
                <a:lnTo>
                  <a:pt x="3355579" y="3802856"/>
                </a:lnTo>
                <a:lnTo>
                  <a:pt x="3360341" y="3806427"/>
                </a:lnTo>
                <a:lnTo>
                  <a:pt x="3364707" y="3810396"/>
                </a:lnTo>
                <a:lnTo>
                  <a:pt x="3369072" y="3814365"/>
                </a:lnTo>
                <a:lnTo>
                  <a:pt x="3373041" y="3818731"/>
                </a:lnTo>
                <a:lnTo>
                  <a:pt x="3377010" y="3823096"/>
                </a:lnTo>
                <a:lnTo>
                  <a:pt x="3380582" y="3827859"/>
                </a:lnTo>
                <a:lnTo>
                  <a:pt x="3384154" y="3832621"/>
                </a:lnTo>
                <a:lnTo>
                  <a:pt x="3387329" y="3837781"/>
                </a:lnTo>
                <a:lnTo>
                  <a:pt x="3390107" y="3842543"/>
                </a:lnTo>
                <a:lnTo>
                  <a:pt x="3393282" y="3848099"/>
                </a:lnTo>
                <a:lnTo>
                  <a:pt x="3395663" y="3853656"/>
                </a:lnTo>
                <a:lnTo>
                  <a:pt x="3397647" y="3858815"/>
                </a:lnTo>
                <a:lnTo>
                  <a:pt x="3399235" y="3864768"/>
                </a:lnTo>
                <a:lnTo>
                  <a:pt x="3401219" y="3870324"/>
                </a:lnTo>
                <a:lnTo>
                  <a:pt x="3402807" y="3876278"/>
                </a:lnTo>
                <a:lnTo>
                  <a:pt x="3403601" y="3882628"/>
                </a:lnTo>
                <a:lnTo>
                  <a:pt x="3404394" y="3888978"/>
                </a:lnTo>
                <a:lnTo>
                  <a:pt x="3404791" y="3894931"/>
                </a:lnTo>
                <a:lnTo>
                  <a:pt x="3405188" y="3901281"/>
                </a:lnTo>
                <a:lnTo>
                  <a:pt x="3404791" y="3907631"/>
                </a:lnTo>
                <a:lnTo>
                  <a:pt x="3404394" y="3913584"/>
                </a:lnTo>
                <a:lnTo>
                  <a:pt x="3403601" y="3919934"/>
                </a:lnTo>
                <a:lnTo>
                  <a:pt x="3402807" y="3926284"/>
                </a:lnTo>
                <a:lnTo>
                  <a:pt x="3401219" y="3931840"/>
                </a:lnTo>
                <a:lnTo>
                  <a:pt x="3399235" y="3937793"/>
                </a:lnTo>
                <a:lnTo>
                  <a:pt x="3397647" y="3943746"/>
                </a:lnTo>
                <a:lnTo>
                  <a:pt x="3395663" y="3948906"/>
                </a:lnTo>
                <a:lnTo>
                  <a:pt x="3393282" y="3954462"/>
                </a:lnTo>
                <a:lnTo>
                  <a:pt x="3390107" y="3960018"/>
                </a:lnTo>
                <a:lnTo>
                  <a:pt x="3387329" y="3964781"/>
                </a:lnTo>
                <a:lnTo>
                  <a:pt x="3384154" y="3969940"/>
                </a:lnTo>
                <a:lnTo>
                  <a:pt x="3380582" y="3974703"/>
                </a:lnTo>
                <a:lnTo>
                  <a:pt x="3377010" y="3979465"/>
                </a:lnTo>
                <a:lnTo>
                  <a:pt x="3373041" y="3983831"/>
                </a:lnTo>
                <a:lnTo>
                  <a:pt x="3369072" y="3988197"/>
                </a:lnTo>
                <a:lnTo>
                  <a:pt x="3364707" y="3992165"/>
                </a:lnTo>
                <a:lnTo>
                  <a:pt x="3360341" y="3996134"/>
                </a:lnTo>
                <a:lnTo>
                  <a:pt x="3355579" y="3999706"/>
                </a:lnTo>
                <a:lnTo>
                  <a:pt x="3350816" y="4002881"/>
                </a:lnTo>
                <a:lnTo>
                  <a:pt x="3345657" y="4006453"/>
                </a:lnTo>
                <a:lnTo>
                  <a:pt x="3340894" y="4009231"/>
                </a:lnTo>
                <a:lnTo>
                  <a:pt x="3335338" y="4012009"/>
                </a:lnTo>
                <a:lnTo>
                  <a:pt x="3329782" y="4014787"/>
                </a:lnTo>
                <a:lnTo>
                  <a:pt x="3324622" y="4016772"/>
                </a:lnTo>
                <a:lnTo>
                  <a:pt x="3318669" y="4018756"/>
                </a:lnTo>
                <a:lnTo>
                  <a:pt x="3313113" y="4020343"/>
                </a:lnTo>
                <a:lnTo>
                  <a:pt x="3306763" y="4021534"/>
                </a:lnTo>
                <a:lnTo>
                  <a:pt x="3300810" y="4023122"/>
                </a:lnTo>
                <a:lnTo>
                  <a:pt x="3294460" y="4023518"/>
                </a:lnTo>
                <a:lnTo>
                  <a:pt x="3288507" y="4024312"/>
                </a:lnTo>
                <a:lnTo>
                  <a:pt x="3282157" y="4024312"/>
                </a:lnTo>
                <a:lnTo>
                  <a:pt x="3275806" y="4024312"/>
                </a:lnTo>
                <a:lnTo>
                  <a:pt x="3269853" y="4023518"/>
                </a:lnTo>
                <a:lnTo>
                  <a:pt x="3263503" y="4023122"/>
                </a:lnTo>
                <a:lnTo>
                  <a:pt x="3257153" y="4021534"/>
                </a:lnTo>
                <a:lnTo>
                  <a:pt x="3251597" y="4020343"/>
                </a:lnTo>
                <a:lnTo>
                  <a:pt x="3245644" y="4018756"/>
                </a:lnTo>
                <a:lnTo>
                  <a:pt x="3239691" y="4016772"/>
                </a:lnTo>
                <a:lnTo>
                  <a:pt x="3234531" y="4014787"/>
                </a:lnTo>
                <a:lnTo>
                  <a:pt x="3228578" y="4012009"/>
                </a:lnTo>
                <a:lnTo>
                  <a:pt x="3223419" y="4009231"/>
                </a:lnTo>
                <a:lnTo>
                  <a:pt x="3218259" y="4006453"/>
                </a:lnTo>
                <a:lnTo>
                  <a:pt x="3213100" y="4002881"/>
                </a:lnTo>
                <a:lnTo>
                  <a:pt x="3208734" y="3999706"/>
                </a:lnTo>
                <a:lnTo>
                  <a:pt x="3203972" y="3996134"/>
                </a:lnTo>
                <a:lnTo>
                  <a:pt x="3199606" y="3992165"/>
                </a:lnTo>
                <a:lnTo>
                  <a:pt x="3195241" y="3988197"/>
                </a:lnTo>
                <a:lnTo>
                  <a:pt x="3191272" y="3983831"/>
                </a:lnTo>
                <a:lnTo>
                  <a:pt x="3186906" y="3979465"/>
                </a:lnTo>
                <a:lnTo>
                  <a:pt x="3183731" y="3974703"/>
                </a:lnTo>
                <a:lnTo>
                  <a:pt x="3180159" y="3969940"/>
                </a:lnTo>
                <a:lnTo>
                  <a:pt x="3176984" y="3964781"/>
                </a:lnTo>
                <a:lnTo>
                  <a:pt x="3174206" y="3960018"/>
                </a:lnTo>
                <a:lnTo>
                  <a:pt x="3171428" y="3954462"/>
                </a:lnTo>
                <a:lnTo>
                  <a:pt x="3168650" y="3948906"/>
                </a:lnTo>
                <a:lnTo>
                  <a:pt x="3166666" y="3943746"/>
                </a:lnTo>
                <a:lnTo>
                  <a:pt x="3164681" y="3937793"/>
                </a:lnTo>
                <a:lnTo>
                  <a:pt x="3163094" y="3931840"/>
                </a:lnTo>
                <a:lnTo>
                  <a:pt x="3161506" y="3926284"/>
                </a:lnTo>
                <a:lnTo>
                  <a:pt x="3160316" y="3919934"/>
                </a:lnTo>
                <a:lnTo>
                  <a:pt x="3159522" y="3913584"/>
                </a:lnTo>
                <a:lnTo>
                  <a:pt x="3159125" y="3907631"/>
                </a:lnTo>
                <a:lnTo>
                  <a:pt x="3159125" y="3901281"/>
                </a:lnTo>
                <a:lnTo>
                  <a:pt x="3159125" y="3894931"/>
                </a:lnTo>
                <a:lnTo>
                  <a:pt x="3159522" y="3888978"/>
                </a:lnTo>
                <a:lnTo>
                  <a:pt x="3160316" y="3882628"/>
                </a:lnTo>
                <a:lnTo>
                  <a:pt x="3161506" y="3876278"/>
                </a:lnTo>
                <a:lnTo>
                  <a:pt x="3163094" y="3870324"/>
                </a:lnTo>
                <a:lnTo>
                  <a:pt x="3164681" y="3864768"/>
                </a:lnTo>
                <a:lnTo>
                  <a:pt x="3166666" y="3858815"/>
                </a:lnTo>
                <a:lnTo>
                  <a:pt x="3168650" y="3853656"/>
                </a:lnTo>
                <a:lnTo>
                  <a:pt x="3171428" y="3848099"/>
                </a:lnTo>
                <a:lnTo>
                  <a:pt x="3174206" y="3842543"/>
                </a:lnTo>
                <a:lnTo>
                  <a:pt x="3176984" y="3837781"/>
                </a:lnTo>
                <a:lnTo>
                  <a:pt x="3180159" y="3832621"/>
                </a:lnTo>
                <a:lnTo>
                  <a:pt x="3183731" y="3827859"/>
                </a:lnTo>
                <a:lnTo>
                  <a:pt x="3186906" y="3823096"/>
                </a:lnTo>
                <a:lnTo>
                  <a:pt x="3191272" y="3818731"/>
                </a:lnTo>
                <a:lnTo>
                  <a:pt x="3195241" y="3814365"/>
                </a:lnTo>
                <a:lnTo>
                  <a:pt x="3199606" y="3810396"/>
                </a:lnTo>
                <a:lnTo>
                  <a:pt x="3203972" y="3806427"/>
                </a:lnTo>
                <a:lnTo>
                  <a:pt x="3208734" y="3802856"/>
                </a:lnTo>
                <a:lnTo>
                  <a:pt x="3213100" y="3799284"/>
                </a:lnTo>
                <a:lnTo>
                  <a:pt x="3218259" y="3796109"/>
                </a:lnTo>
                <a:lnTo>
                  <a:pt x="3223419" y="3793331"/>
                </a:lnTo>
                <a:lnTo>
                  <a:pt x="3228578" y="3790156"/>
                </a:lnTo>
                <a:lnTo>
                  <a:pt x="3234531" y="3787774"/>
                </a:lnTo>
                <a:lnTo>
                  <a:pt x="3239691" y="3785790"/>
                </a:lnTo>
                <a:lnTo>
                  <a:pt x="3245644" y="3783806"/>
                </a:lnTo>
                <a:lnTo>
                  <a:pt x="3251597" y="3781821"/>
                </a:lnTo>
                <a:lnTo>
                  <a:pt x="3257153" y="3780631"/>
                </a:lnTo>
                <a:lnTo>
                  <a:pt x="3263503" y="3779440"/>
                </a:lnTo>
                <a:lnTo>
                  <a:pt x="3269853" y="3779043"/>
                </a:lnTo>
                <a:lnTo>
                  <a:pt x="3275806" y="3778249"/>
                </a:lnTo>
                <a:close/>
                <a:moveTo>
                  <a:pt x="2616002" y="3617912"/>
                </a:moveTo>
                <a:lnTo>
                  <a:pt x="2627501" y="3618310"/>
                </a:lnTo>
                <a:lnTo>
                  <a:pt x="2638603" y="3619106"/>
                </a:lnTo>
                <a:lnTo>
                  <a:pt x="2650103" y="3620300"/>
                </a:lnTo>
                <a:lnTo>
                  <a:pt x="2660809" y="3622688"/>
                </a:lnTo>
                <a:lnTo>
                  <a:pt x="2671515" y="3625075"/>
                </a:lnTo>
                <a:lnTo>
                  <a:pt x="2682221" y="3627861"/>
                </a:lnTo>
                <a:lnTo>
                  <a:pt x="2692134" y="3631840"/>
                </a:lnTo>
                <a:lnTo>
                  <a:pt x="2702840" y="3635422"/>
                </a:lnTo>
                <a:lnTo>
                  <a:pt x="2712356" y="3640197"/>
                </a:lnTo>
                <a:lnTo>
                  <a:pt x="2722269" y="3644972"/>
                </a:lnTo>
                <a:lnTo>
                  <a:pt x="2731389" y="3650543"/>
                </a:lnTo>
                <a:lnTo>
                  <a:pt x="2740509" y="3656114"/>
                </a:lnTo>
                <a:lnTo>
                  <a:pt x="2749233" y="3662481"/>
                </a:lnTo>
                <a:lnTo>
                  <a:pt x="2757560" y="3669246"/>
                </a:lnTo>
                <a:lnTo>
                  <a:pt x="2765490" y="3676011"/>
                </a:lnTo>
                <a:lnTo>
                  <a:pt x="2773421" y="3683174"/>
                </a:lnTo>
                <a:lnTo>
                  <a:pt x="2780558" y="3691133"/>
                </a:lnTo>
                <a:lnTo>
                  <a:pt x="2787299" y="3699092"/>
                </a:lnTo>
                <a:lnTo>
                  <a:pt x="2794040" y="3707448"/>
                </a:lnTo>
                <a:lnTo>
                  <a:pt x="2800384" y="3716203"/>
                </a:lnTo>
                <a:lnTo>
                  <a:pt x="2805935" y="3725355"/>
                </a:lnTo>
                <a:lnTo>
                  <a:pt x="2811487" y="3734906"/>
                </a:lnTo>
                <a:lnTo>
                  <a:pt x="2816245" y="3744456"/>
                </a:lnTo>
                <a:lnTo>
                  <a:pt x="2821003" y="3754007"/>
                </a:lnTo>
                <a:lnTo>
                  <a:pt x="2824572" y="3764751"/>
                </a:lnTo>
                <a:lnTo>
                  <a:pt x="2828537" y="3775098"/>
                </a:lnTo>
                <a:lnTo>
                  <a:pt x="2831313" y="3785444"/>
                </a:lnTo>
                <a:lnTo>
                  <a:pt x="2833692" y="3796188"/>
                </a:lnTo>
                <a:lnTo>
                  <a:pt x="2835674" y="3806933"/>
                </a:lnTo>
                <a:lnTo>
                  <a:pt x="2837260" y="3818473"/>
                </a:lnTo>
                <a:lnTo>
                  <a:pt x="2838053" y="3829615"/>
                </a:lnTo>
                <a:lnTo>
                  <a:pt x="2838450" y="3841155"/>
                </a:lnTo>
                <a:lnTo>
                  <a:pt x="2838053" y="3852297"/>
                </a:lnTo>
                <a:lnTo>
                  <a:pt x="2837260" y="3864236"/>
                </a:lnTo>
                <a:lnTo>
                  <a:pt x="2835674" y="3874980"/>
                </a:lnTo>
                <a:lnTo>
                  <a:pt x="2833692" y="3886122"/>
                </a:lnTo>
                <a:lnTo>
                  <a:pt x="2831313" y="3896866"/>
                </a:lnTo>
                <a:lnTo>
                  <a:pt x="2828537" y="3907611"/>
                </a:lnTo>
                <a:lnTo>
                  <a:pt x="2824572" y="3917957"/>
                </a:lnTo>
                <a:lnTo>
                  <a:pt x="2821003" y="3927906"/>
                </a:lnTo>
                <a:lnTo>
                  <a:pt x="2816245" y="3937854"/>
                </a:lnTo>
                <a:lnTo>
                  <a:pt x="2811487" y="3947405"/>
                </a:lnTo>
                <a:lnTo>
                  <a:pt x="2805935" y="3956557"/>
                </a:lnTo>
                <a:lnTo>
                  <a:pt x="2800384" y="3965710"/>
                </a:lnTo>
                <a:lnTo>
                  <a:pt x="2794040" y="3974464"/>
                </a:lnTo>
                <a:lnTo>
                  <a:pt x="2787299" y="3982821"/>
                </a:lnTo>
                <a:lnTo>
                  <a:pt x="2780558" y="3991178"/>
                </a:lnTo>
                <a:lnTo>
                  <a:pt x="2773421" y="3998738"/>
                </a:lnTo>
                <a:lnTo>
                  <a:pt x="2765490" y="4006299"/>
                </a:lnTo>
                <a:lnTo>
                  <a:pt x="2757560" y="4013064"/>
                </a:lnTo>
                <a:lnTo>
                  <a:pt x="2749233" y="4019829"/>
                </a:lnTo>
                <a:lnTo>
                  <a:pt x="2740509" y="4026196"/>
                </a:lnTo>
                <a:lnTo>
                  <a:pt x="2731389" y="4032165"/>
                </a:lnTo>
                <a:lnTo>
                  <a:pt x="2722269" y="4037338"/>
                </a:lnTo>
                <a:lnTo>
                  <a:pt x="2712356" y="4042114"/>
                </a:lnTo>
                <a:lnTo>
                  <a:pt x="2702840" y="4046491"/>
                </a:lnTo>
                <a:lnTo>
                  <a:pt x="2692134" y="4050868"/>
                </a:lnTo>
                <a:lnTo>
                  <a:pt x="2682221" y="4054052"/>
                </a:lnTo>
                <a:lnTo>
                  <a:pt x="2671515" y="4056837"/>
                </a:lnTo>
                <a:lnTo>
                  <a:pt x="2660809" y="4059623"/>
                </a:lnTo>
                <a:lnTo>
                  <a:pt x="2650103" y="4061613"/>
                </a:lnTo>
                <a:lnTo>
                  <a:pt x="2638603" y="4062806"/>
                </a:lnTo>
                <a:lnTo>
                  <a:pt x="2627501" y="4063602"/>
                </a:lnTo>
                <a:lnTo>
                  <a:pt x="2616002" y="4064000"/>
                </a:lnTo>
                <a:lnTo>
                  <a:pt x="2604503" y="4063602"/>
                </a:lnTo>
                <a:lnTo>
                  <a:pt x="2593400" y="4062806"/>
                </a:lnTo>
                <a:lnTo>
                  <a:pt x="2582297" y="4061613"/>
                </a:lnTo>
                <a:lnTo>
                  <a:pt x="2571195" y="4059623"/>
                </a:lnTo>
                <a:lnTo>
                  <a:pt x="2560489" y="4056837"/>
                </a:lnTo>
                <a:lnTo>
                  <a:pt x="2549783" y="4054052"/>
                </a:lnTo>
                <a:lnTo>
                  <a:pt x="2539473" y="4050868"/>
                </a:lnTo>
                <a:lnTo>
                  <a:pt x="2529560" y="4046491"/>
                </a:lnTo>
                <a:lnTo>
                  <a:pt x="2519647" y="4042114"/>
                </a:lnTo>
                <a:lnTo>
                  <a:pt x="2510131" y="4037338"/>
                </a:lnTo>
                <a:lnTo>
                  <a:pt x="2501011" y="4032165"/>
                </a:lnTo>
                <a:lnTo>
                  <a:pt x="2491891" y="4026196"/>
                </a:lnTo>
                <a:lnTo>
                  <a:pt x="2483167" y="4019829"/>
                </a:lnTo>
                <a:lnTo>
                  <a:pt x="2474841" y="4013064"/>
                </a:lnTo>
                <a:lnTo>
                  <a:pt x="2466514" y="4006299"/>
                </a:lnTo>
                <a:lnTo>
                  <a:pt x="2458980" y="3998738"/>
                </a:lnTo>
                <a:lnTo>
                  <a:pt x="2451446" y="3991178"/>
                </a:lnTo>
                <a:lnTo>
                  <a:pt x="2444308" y="3982821"/>
                </a:lnTo>
                <a:lnTo>
                  <a:pt x="2437964" y="3974464"/>
                </a:lnTo>
                <a:lnTo>
                  <a:pt x="2431620" y="3965710"/>
                </a:lnTo>
                <a:lnTo>
                  <a:pt x="2425672" y="3956557"/>
                </a:lnTo>
                <a:lnTo>
                  <a:pt x="2420914" y="3947405"/>
                </a:lnTo>
                <a:lnTo>
                  <a:pt x="2415759" y="3937854"/>
                </a:lnTo>
                <a:lnTo>
                  <a:pt x="2411397" y="3927906"/>
                </a:lnTo>
                <a:lnTo>
                  <a:pt x="2407035" y="3917957"/>
                </a:lnTo>
                <a:lnTo>
                  <a:pt x="2403863" y="3907611"/>
                </a:lnTo>
                <a:lnTo>
                  <a:pt x="2400691" y="3896866"/>
                </a:lnTo>
                <a:lnTo>
                  <a:pt x="2398312" y="3886122"/>
                </a:lnTo>
                <a:lnTo>
                  <a:pt x="2396329" y="3874980"/>
                </a:lnTo>
                <a:lnTo>
                  <a:pt x="2395140" y="3864236"/>
                </a:lnTo>
                <a:lnTo>
                  <a:pt x="2394347" y="3852297"/>
                </a:lnTo>
                <a:lnTo>
                  <a:pt x="2393950" y="3841155"/>
                </a:lnTo>
                <a:lnTo>
                  <a:pt x="2394347" y="3829615"/>
                </a:lnTo>
                <a:lnTo>
                  <a:pt x="2395140" y="3818473"/>
                </a:lnTo>
                <a:lnTo>
                  <a:pt x="2396329" y="3806933"/>
                </a:lnTo>
                <a:lnTo>
                  <a:pt x="2398312" y="3796188"/>
                </a:lnTo>
                <a:lnTo>
                  <a:pt x="2400691" y="3785444"/>
                </a:lnTo>
                <a:lnTo>
                  <a:pt x="2403863" y="3775098"/>
                </a:lnTo>
                <a:lnTo>
                  <a:pt x="2407035" y="3764751"/>
                </a:lnTo>
                <a:lnTo>
                  <a:pt x="2411397" y="3754007"/>
                </a:lnTo>
                <a:lnTo>
                  <a:pt x="2415759" y="3744456"/>
                </a:lnTo>
                <a:lnTo>
                  <a:pt x="2420914" y="3734906"/>
                </a:lnTo>
                <a:lnTo>
                  <a:pt x="2425672" y="3725355"/>
                </a:lnTo>
                <a:lnTo>
                  <a:pt x="2431620" y="3716203"/>
                </a:lnTo>
                <a:lnTo>
                  <a:pt x="2437964" y="3707448"/>
                </a:lnTo>
                <a:lnTo>
                  <a:pt x="2444308" y="3699092"/>
                </a:lnTo>
                <a:lnTo>
                  <a:pt x="2451446" y="3691133"/>
                </a:lnTo>
                <a:lnTo>
                  <a:pt x="2458980" y="3683174"/>
                </a:lnTo>
                <a:lnTo>
                  <a:pt x="2466514" y="3676011"/>
                </a:lnTo>
                <a:lnTo>
                  <a:pt x="2474841" y="3669246"/>
                </a:lnTo>
                <a:lnTo>
                  <a:pt x="2483167" y="3662481"/>
                </a:lnTo>
                <a:lnTo>
                  <a:pt x="2491891" y="3656114"/>
                </a:lnTo>
                <a:lnTo>
                  <a:pt x="2501011" y="3650543"/>
                </a:lnTo>
                <a:lnTo>
                  <a:pt x="2510131" y="3644972"/>
                </a:lnTo>
                <a:lnTo>
                  <a:pt x="2519647" y="3640197"/>
                </a:lnTo>
                <a:lnTo>
                  <a:pt x="2529560" y="3635422"/>
                </a:lnTo>
                <a:lnTo>
                  <a:pt x="2539473" y="3631840"/>
                </a:lnTo>
                <a:lnTo>
                  <a:pt x="2549783" y="3627861"/>
                </a:lnTo>
                <a:lnTo>
                  <a:pt x="2560489" y="3625075"/>
                </a:lnTo>
                <a:lnTo>
                  <a:pt x="2571195" y="3622688"/>
                </a:lnTo>
                <a:lnTo>
                  <a:pt x="2582297" y="3620300"/>
                </a:lnTo>
                <a:lnTo>
                  <a:pt x="2593400" y="3619106"/>
                </a:lnTo>
                <a:lnTo>
                  <a:pt x="2604503" y="3618310"/>
                </a:lnTo>
                <a:lnTo>
                  <a:pt x="2616002" y="3617912"/>
                </a:lnTo>
                <a:close/>
                <a:moveTo>
                  <a:pt x="2187774" y="3414712"/>
                </a:moveTo>
                <a:lnTo>
                  <a:pt x="2193738" y="3415107"/>
                </a:lnTo>
                <a:lnTo>
                  <a:pt x="2199303" y="3415502"/>
                </a:lnTo>
                <a:lnTo>
                  <a:pt x="2204869" y="3415897"/>
                </a:lnTo>
                <a:lnTo>
                  <a:pt x="2210833" y="3417081"/>
                </a:lnTo>
                <a:lnTo>
                  <a:pt x="2216001" y="3418265"/>
                </a:lnTo>
                <a:lnTo>
                  <a:pt x="2221567" y="3419845"/>
                </a:lnTo>
                <a:lnTo>
                  <a:pt x="2227133" y="3421819"/>
                </a:lnTo>
                <a:lnTo>
                  <a:pt x="2231904" y="3423793"/>
                </a:lnTo>
                <a:lnTo>
                  <a:pt x="2237470" y="3425767"/>
                </a:lnTo>
                <a:lnTo>
                  <a:pt x="2241843" y="3428530"/>
                </a:lnTo>
                <a:lnTo>
                  <a:pt x="2247011" y="3431294"/>
                </a:lnTo>
                <a:lnTo>
                  <a:pt x="2251384" y="3434058"/>
                </a:lnTo>
                <a:lnTo>
                  <a:pt x="2256155" y="3437611"/>
                </a:lnTo>
                <a:lnTo>
                  <a:pt x="2260131" y="3440769"/>
                </a:lnTo>
                <a:lnTo>
                  <a:pt x="2264504" y="3443928"/>
                </a:lnTo>
                <a:lnTo>
                  <a:pt x="2268480" y="3448271"/>
                </a:lnTo>
                <a:lnTo>
                  <a:pt x="2272455" y="3451824"/>
                </a:lnTo>
                <a:lnTo>
                  <a:pt x="2275636" y="3456167"/>
                </a:lnTo>
                <a:lnTo>
                  <a:pt x="2278816" y="3460115"/>
                </a:lnTo>
                <a:lnTo>
                  <a:pt x="2282395" y="3464853"/>
                </a:lnTo>
                <a:lnTo>
                  <a:pt x="2285178" y="3469195"/>
                </a:lnTo>
                <a:lnTo>
                  <a:pt x="2288358" y="3474328"/>
                </a:lnTo>
                <a:lnTo>
                  <a:pt x="2290743" y="3479065"/>
                </a:lnTo>
                <a:lnTo>
                  <a:pt x="2292731" y="3484198"/>
                </a:lnTo>
                <a:lnTo>
                  <a:pt x="2294719" y="3488936"/>
                </a:lnTo>
                <a:lnTo>
                  <a:pt x="2296707" y="3494463"/>
                </a:lnTo>
                <a:lnTo>
                  <a:pt x="2298297" y="3499990"/>
                </a:lnTo>
                <a:lnTo>
                  <a:pt x="2299490" y="3505123"/>
                </a:lnTo>
                <a:lnTo>
                  <a:pt x="2300683" y="3511045"/>
                </a:lnTo>
                <a:lnTo>
                  <a:pt x="2301478" y="3516967"/>
                </a:lnTo>
                <a:lnTo>
                  <a:pt x="2301875" y="3522494"/>
                </a:lnTo>
                <a:lnTo>
                  <a:pt x="2301875" y="3528416"/>
                </a:lnTo>
                <a:lnTo>
                  <a:pt x="2301875" y="3534338"/>
                </a:lnTo>
                <a:lnTo>
                  <a:pt x="2301478" y="3539866"/>
                </a:lnTo>
                <a:lnTo>
                  <a:pt x="2300683" y="3545393"/>
                </a:lnTo>
                <a:lnTo>
                  <a:pt x="2299490" y="3550920"/>
                </a:lnTo>
                <a:lnTo>
                  <a:pt x="2298297" y="3556447"/>
                </a:lnTo>
                <a:lnTo>
                  <a:pt x="2296707" y="3561975"/>
                </a:lnTo>
                <a:lnTo>
                  <a:pt x="2294719" y="3567107"/>
                </a:lnTo>
                <a:lnTo>
                  <a:pt x="2292731" y="3572634"/>
                </a:lnTo>
                <a:lnTo>
                  <a:pt x="2290743" y="3577372"/>
                </a:lnTo>
                <a:lnTo>
                  <a:pt x="2288358" y="3582504"/>
                </a:lnTo>
                <a:lnTo>
                  <a:pt x="2285178" y="3587242"/>
                </a:lnTo>
                <a:lnTo>
                  <a:pt x="2282395" y="3591585"/>
                </a:lnTo>
                <a:lnTo>
                  <a:pt x="2278816" y="3596323"/>
                </a:lnTo>
                <a:lnTo>
                  <a:pt x="2275636" y="3600271"/>
                </a:lnTo>
                <a:lnTo>
                  <a:pt x="2272455" y="3604614"/>
                </a:lnTo>
                <a:lnTo>
                  <a:pt x="2268480" y="3608562"/>
                </a:lnTo>
                <a:lnTo>
                  <a:pt x="2264504" y="3612115"/>
                </a:lnTo>
                <a:lnTo>
                  <a:pt x="2260131" y="3615668"/>
                </a:lnTo>
                <a:lnTo>
                  <a:pt x="2256155" y="3619221"/>
                </a:lnTo>
                <a:lnTo>
                  <a:pt x="2251384" y="3622380"/>
                </a:lnTo>
                <a:lnTo>
                  <a:pt x="2247011" y="3625143"/>
                </a:lnTo>
                <a:lnTo>
                  <a:pt x="2241843" y="3627907"/>
                </a:lnTo>
                <a:lnTo>
                  <a:pt x="2237470" y="3630276"/>
                </a:lnTo>
                <a:lnTo>
                  <a:pt x="2231904" y="3633040"/>
                </a:lnTo>
                <a:lnTo>
                  <a:pt x="2227133" y="3634619"/>
                </a:lnTo>
                <a:lnTo>
                  <a:pt x="2221567" y="3636593"/>
                </a:lnTo>
                <a:lnTo>
                  <a:pt x="2216001" y="3637777"/>
                </a:lnTo>
                <a:lnTo>
                  <a:pt x="2210833" y="3639751"/>
                </a:lnTo>
                <a:lnTo>
                  <a:pt x="2204869" y="3640541"/>
                </a:lnTo>
                <a:lnTo>
                  <a:pt x="2199303" y="3641330"/>
                </a:lnTo>
                <a:lnTo>
                  <a:pt x="2193738" y="3641725"/>
                </a:lnTo>
                <a:lnTo>
                  <a:pt x="2187774" y="3641725"/>
                </a:lnTo>
                <a:lnTo>
                  <a:pt x="2181413" y="3641725"/>
                </a:lnTo>
                <a:lnTo>
                  <a:pt x="2175847" y="3641330"/>
                </a:lnTo>
                <a:lnTo>
                  <a:pt x="2170281" y="3640541"/>
                </a:lnTo>
                <a:lnTo>
                  <a:pt x="2164715" y="3639751"/>
                </a:lnTo>
                <a:lnTo>
                  <a:pt x="2159149" y="3637777"/>
                </a:lnTo>
                <a:lnTo>
                  <a:pt x="2153583" y="3636593"/>
                </a:lnTo>
                <a:lnTo>
                  <a:pt x="2148415" y="3634619"/>
                </a:lnTo>
                <a:lnTo>
                  <a:pt x="2143247" y="3633040"/>
                </a:lnTo>
                <a:lnTo>
                  <a:pt x="2138476" y="3630276"/>
                </a:lnTo>
                <a:lnTo>
                  <a:pt x="2133308" y="3627907"/>
                </a:lnTo>
                <a:lnTo>
                  <a:pt x="2128139" y="3625143"/>
                </a:lnTo>
                <a:lnTo>
                  <a:pt x="2123766" y="3622380"/>
                </a:lnTo>
                <a:lnTo>
                  <a:pt x="2118995" y="3619221"/>
                </a:lnTo>
                <a:lnTo>
                  <a:pt x="2115020" y="3615668"/>
                </a:lnTo>
                <a:lnTo>
                  <a:pt x="2110646" y="3612115"/>
                </a:lnTo>
                <a:lnTo>
                  <a:pt x="2106671" y="3608562"/>
                </a:lnTo>
                <a:lnTo>
                  <a:pt x="2103093" y="3604614"/>
                </a:lnTo>
                <a:lnTo>
                  <a:pt x="2099515" y="3600271"/>
                </a:lnTo>
                <a:lnTo>
                  <a:pt x="2096334" y="3596323"/>
                </a:lnTo>
                <a:lnTo>
                  <a:pt x="2092756" y="3591585"/>
                </a:lnTo>
                <a:lnTo>
                  <a:pt x="2089973" y="3587242"/>
                </a:lnTo>
                <a:lnTo>
                  <a:pt x="2087190" y="3582504"/>
                </a:lnTo>
                <a:lnTo>
                  <a:pt x="2084805" y="3577372"/>
                </a:lnTo>
                <a:lnTo>
                  <a:pt x="2082419" y="3572634"/>
                </a:lnTo>
                <a:lnTo>
                  <a:pt x="2080431" y="3567107"/>
                </a:lnTo>
                <a:lnTo>
                  <a:pt x="2078444" y="3561975"/>
                </a:lnTo>
                <a:lnTo>
                  <a:pt x="2077251" y="3556447"/>
                </a:lnTo>
                <a:lnTo>
                  <a:pt x="2076058" y="3550920"/>
                </a:lnTo>
                <a:lnTo>
                  <a:pt x="2074468" y="3545393"/>
                </a:lnTo>
                <a:lnTo>
                  <a:pt x="2073673" y="3539866"/>
                </a:lnTo>
                <a:lnTo>
                  <a:pt x="2073275" y="3534338"/>
                </a:lnTo>
                <a:lnTo>
                  <a:pt x="2073275" y="3528416"/>
                </a:lnTo>
                <a:lnTo>
                  <a:pt x="2073275" y="3522494"/>
                </a:lnTo>
                <a:lnTo>
                  <a:pt x="2073673" y="3516967"/>
                </a:lnTo>
                <a:lnTo>
                  <a:pt x="2074468" y="3511045"/>
                </a:lnTo>
                <a:lnTo>
                  <a:pt x="2076058" y="3505123"/>
                </a:lnTo>
                <a:lnTo>
                  <a:pt x="2077251" y="3499990"/>
                </a:lnTo>
                <a:lnTo>
                  <a:pt x="2078444" y="3494463"/>
                </a:lnTo>
                <a:lnTo>
                  <a:pt x="2080431" y="3488936"/>
                </a:lnTo>
                <a:lnTo>
                  <a:pt x="2082419" y="3484198"/>
                </a:lnTo>
                <a:lnTo>
                  <a:pt x="2084805" y="3479065"/>
                </a:lnTo>
                <a:lnTo>
                  <a:pt x="2087190" y="3474328"/>
                </a:lnTo>
                <a:lnTo>
                  <a:pt x="2089973" y="3469195"/>
                </a:lnTo>
                <a:lnTo>
                  <a:pt x="2092756" y="3464853"/>
                </a:lnTo>
                <a:lnTo>
                  <a:pt x="2096334" y="3460115"/>
                </a:lnTo>
                <a:lnTo>
                  <a:pt x="2099515" y="3456167"/>
                </a:lnTo>
                <a:lnTo>
                  <a:pt x="2103093" y="3451824"/>
                </a:lnTo>
                <a:lnTo>
                  <a:pt x="2106671" y="3448271"/>
                </a:lnTo>
                <a:lnTo>
                  <a:pt x="2110646" y="3443928"/>
                </a:lnTo>
                <a:lnTo>
                  <a:pt x="2115020" y="3440769"/>
                </a:lnTo>
                <a:lnTo>
                  <a:pt x="2118995" y="3437611"/>
                </a:lnTo>
                <a:lnTo>
                  <a:pt x="2123766" y="3434058"/>
                </a:lnTo>
                <a:lnTo>
                  <a:pt x="2128139" y="3431294"/>
                </a:lnTo>
                <a:lnTo>
                  <a:pt x="2133308" y="3428530"/>
                </a:lnTo>
                <a:lnTo>
                  <a:pt x="2138476" y="3425767"/>
                </a:lnTo>
                <a:lnTo>
                  <a:pt x="2143247" y="3423793"/>
                </a:lnTo>
                <a:lnTo>
                  <a:pt x="2148415" y="3421819"/>
                </a:lnTo>
                <a:lnTo>
                  <a:pt x="2153583" y="3419845"/>
                </a:lnTo>
                <a:lnTo>
                  <a:pt x="2159149" y="3418265"/>
                </a:lnTo>
                <a:lnTo>
                  <a:pt x="2164715" y="3417081"/>
                </a:lnTo>
                <a:lnTo>
                  <a:pt x="2170281" y="3415897"/>
                </a:lnTo>
                <a:lnTo>
                  <a:pt x="2175847" y="3415502"/>
                </a:lnTo>
                <a:lnTo>
                  <a:pt x="2181413" y="3415107"/>
                </a:lnTo>
                <a:lnTo>
                  <a:pt x="2187774" y="3414712"/>
                </a:lnTo>
                <a:close/>
                <a:moveTo>
                  <a:pt x="2877146" y="3217862"/>
                </a:moveTo>
                <a:lnTo>
                  <a:pt x="2885867" y="3218259"/>
                </a:lnTo>
                <a:lnTo>
                  <a:pt x="2894191" y="3219051"/>
                </a:lnTo>
                <a:lnTo>
                  <a:pt x="2902515" y="3219844"/>
                </a:lnTo>
                <a:lnTo>
                  <a:pt x="2910840" y="3221430"/>
                </a:lnTo>
                <a:lnTo>
                  <a:pt x="2918768" y="3223412"/>
                </a:lnTo>
                <a:lnTo>
                  <a:pt x="2926696" y="3225394"/>
                </a:lnTo>
                <a:lnTo>
                  <a:pt x="2934624" y="3228169"/>
                </a:lnTo>
                <a:lnTo>
                  <a:pt x="2942156" y="3230943"/>
                </a:lnTo>
                <a:lnTo>
                  <a:pt x="2949291" y="3234511"/>
                </a:lnTo>
                <a:lnTo>
                  <a:pt x="2956426" y="3238079"/>
                </a:lnTo>
                <a:lnTo>
                  <a:pt x="2963561" y="3242043"/>
                </a:lnTo>
                <a:lnTo>
                  <a:pt x="2970300" y="3246403"/>
                </a:lnTo>
                <a:lnTo>
                  <a:pt x="2976643" y="3251160"/>
                </a:lnTo>
                <a:lnTo>
                  <a:pt x="2982985" y="3255917"/>
                </a:lnTo>
                <a:lnTo>
                  <a:pt x="2988931" y="3261070"/>
                </a:lnTo>
                <a:lnTo>
                  <a:pt x="2994481" y="3266620"/>
                </a:lnTo>
                <a:lnTo>
                  <a:pt x="3000030" y="3272169"/>
                </a:lnTo>
                <a:lnTo>
                  <a:pt x="3005580" y="3278512"/>
                </a:lnTo>
                <a:lnTo>
                  <a:pt x="3010337" y="3284458"/>
                </a:lnTo>
                <a:lnTo>
                  <a:pt x="3015093" y="3291196"/>
                </a:lnTo>
                <a:lnTo>
                  <a:pt x="3019057" y="3297935"/>
                </a:lnTo>
                <a:lnTo>
                  <a:pt x="3023418" y="3305070"/>
                </a:lnTo>
                <a:lnTo>
                  <a:pt x="3026986" y="3312206"/>
                </a:lnTo>
                <a:lnTo>
                  <a:pt x="3030553" y="3319341"/>
                </a:lnTo>
                <a:lnTo>
                  <a:pt x="3033328" y="3326873"/>
                </a:lnTo>
                <a:lnTo>
                  <a:pt x="3035706" y="3334404"/>
                </a:lnTo>
                <a:lnTo>
                  <a:pt x="3038085" y="3342332"/>
                </a:lnTo>
                <a:lnTo>
                  <a:pt x="3040067" y="3350657"/>
                </a:lnTo>
                <a:lnTo>
                  <a:pt x="3041652" y="3358585"/>
                </a:lnTo>
                <a:lnTo>
                  <a:pt x="3042445" y="3366909"/>
                </a:lnTo>
                <a:lnTo>
                  <a:pt x="3043238" y="3375630"/>
                </a:lnTo>
                <a:lnTo>
                  <a:pt x="3043238" y="3383954"/>
                </a:lnTo>
                <a:lnTo>
                  <a:pt x="3043238" y="3392675"/>
                </a:lnTo>
                <a:lnTo>
                  <a:pt x="3042445" y="3401000"/>
                </a:lnTo>
                <a:lnTo>
                  <a:pt x="3041652" y="3408928"/>
                </a:lnTo>
                <a:lnTo>
                  <a:pt x="3040067" y="3417252"/>
                </a:lnTo>
                <a:lnTo>
                  <a:pt x="3038085" y="3425180"/>
                </a:lnTo>
                <a:lnTo>
                  <a:pt x="3035706" y="3433108"/>
                </a:lnTo>
                <a:lnTo>
                  <a:pt x="3033328" y="3441036"/>
                </a:lnTo>
                <a:lnTo>
                  <a:pt x="3030553" y="3448568"/>
                </a:lnTo>
                <a:lnTo>
                  <a:pt x="3026986" y="3456100"/>
                </a:lnTo>
                <a:lnTo>
                  <a:pt x="3023418" y="3463235"/>
                </a:lnTo>
                <a:lnTo>
                  <a:pt x="3019057" y="3469974"/>
                </a:lnTo>
                <a:lnTo>
                  <a:pt x="3015093" y="3476712"/>
                </a:lnTo>
                <a:lnTo>
                  <a:pt x="3010337" y="3483451"/>
                </a:lnTo>
                <a:lnTo>
                  <a:pt x="3005580" y="3489794"/>
                </a:lnTo>
                <a:lnTo>
                  <a:pt x="3000030" y="3495343"/>
                </a:lnTo>
                <a:lnTo>
                  <a:pt x="2994481" y="3501289"/>
                </a:lnTo>
                <a:lnTo>
                  <a:pt x="2988931" y="3506442"/>
                </a:lnTo>
                <a:lnTo>
                  <a:pt x="2982985" y="3511992"/>
                </a:lnTo>
                <a:lnTo>
                  <a:pt x="2976643" y="3517145"/>
                </a:lnTo>
                <a:lnTo>
                  <a:pt x="2970300" y="3521506"/>
                </a:lnTo>
                <a:lnTo>
                  <a:pt x="2963561" y="3525866"/>
                </a:lnTo>
                <a:lnTo>
                  <a:pt x="2956426" y="3529830"/>
                </a:lnTo>
                <a:lnTo>
                  <a:pt x="2949291" y="3533794"/>
                </a:lnTo>
                <a:lnTo>
                  <a:pt x="2942156" y="3536965"/>
                </a:lnTo>
                <a:lnTo>
                  <a:pt x="2934624" y="3539740"/>
                </a:lnTo>
                <a:lnTo>
                  <a:pt x="2926696" y="3542515"/>
                </a:lnTo>
                <a:lnTo>
                  <a:pt x="2918768" y="3544893"/>
                </a:lnTo>
                <a:lnTo>
                  <a:pt x="2910840" y="3546479"/>
                </a:lnTo>
                <a:lnTo>
                  <a:pt x="2902515" y="3548065"/>
                </a:lnTo>
                <a:lnTo>
                  <a:pt x="2894191" y="3548857"/>
                </a:lnTo>
                <a:lnTo>
                  <a:pt x="2885867" y="3549650"/>
                </a:lnTo>
                <a:lnTo>
                  <a:pt x="2877146" y="3549650"/>
                </a:lnTo>
                <a:lnTo>
                  <a:pt x="2868821" y="3549650"/>
                </a:lnTo>
                <a:lnTo>
                  <a:pt x="2860101" y="3548857"/>
                </a:lnTo>
                <a:lnTo>
                  <a:pt x="2851776" y="3548065"/>
                </a:lnTo>
                <a:lnTo>
                  <a:pt x="2843848" y="3546479"/>
                </a:lnTo>
                <a:lnTo>
                  <a:pt x="2835524" y="3544893"/>
                </a:lnTo>
                <a:lnTo>
                  <a:pt x="2827992" y="3542515"/>
                </a:lnTo>
                <a:lnTo>
                  <a:pt x="2820460" y="3539740"/>
                </a:lnTo>
                <a:lnTo>
                  <a:pt x="2812929" y="3536965"/>
                </a:lnTo>
                <a:lnTo>
                  <a:pt x="2805397" y="3533794"/>
                </a:lnTo>
                <a:lnTo>
                  <a:pt x="2798262" y="3529830"/>
                </a:lnTo>
                <a:lnTo>
                  <a:pt x="2791127" y="3525866"/>
                </a:lnTo>
                <a:lnTo>
                  <a:pt x="2784784" y="3521506"/>
                </a:lnTo>
                <a:lnTo>
                  <a:pt x="2778045" y="3517145"/>
                </a:lnTo>
                <a:lnTo>
                  <a:pt x="2771703" y="3511992"/>
                </a:lnTo>
                <a:lnTo>
                  <a:pt x="2766153" y="3506442"/>
                </a:lnTo>
                <a:lnTo>
                  <a:pt x="2760207" y="3501289"/>
                </a:lnTo>
                <a:lnTo>
                  <a:pt x="2754261" y="3495343"/>
                </a:lnTo>
                <a:lnTo>
                  <a:pt x="2749505" y="3489794"/>
                </a:lnTo>
                <a:lnTo>
                  <a:pt x="2744351" y="3483451"/>
                </a:lnTo>
                <a:lnTo>
                  <a:pt x="2739991" y="3476712"/>
                </a:lnTo>
                <a:lnTo>
                  <a:pt x="2735234" y="3469974"/>
                </a:lnTo>
                <a:lnTo>
                  <a:pt x="2731666" y="3463235"/>
                </a:lnTo>
                <a:lnTo>
                  <a:pt x="2727702" y="3456100"/>
                </a:lnTo>
                <a:lnTo>
                  <a:pt x="2724531" y="3448568"/>
                </a:lnTo>
                <a:lnTo>
                  <a:pt x="2721756" y="3441036"/>
                </a:lnTo>
                <a:lnTo>
                  <a:pt x="2718982" y="3433108"/>
                </a:lnTo>
                <a:lnTo>
                  <a:pt x="2716603" y="3425180"/>
                </a:lnTo>
                <a:lnTo>
                  <a:pt x="2715018" y="3417252"/>
                </a:lnTo>
                <a:lnTo>
                  <a:pt x="2713432" y="3408928"/>
                </a:lnTo>
                <a:lnTo>
                  <a:pt x="2712639" y="3401000"/>
                </a:lnTo>
                <a:lnTo>
                  <a:pt x="2711450" y="3392675"/>
                </a:lnTo>
                <a:lnTo>
                  <a:pt x="2711450" y="3383954"/>
                </a:lnTo>
                <a:lnTo>
                  <a:pt x="2711450" y="3375630"/>
                </a:lnTo>
                <a:lnTo>
                  <a:pt x="2712639" y="3366909"/>
                </a:lnTo>
                <a:lnTo>
                  <a:pt x="2713432" y="3358585"/>
                </a:lnTo>
                <a:lnTo>
                  <a:pt x="2715018" y="3350657"/>
                </a:lnTo>
                <a:lnTo>
                  <a:pt x="2716603" y="3342332"/>
                </a:lnTo>
                <a:lnTo>
                  <a:pt x="2718982" y="3334404"/>
                </a:lnTo>
                <a:lnTo>
                  <a:pt x="2721756" y="3326873"/>
                </a:lnTo>
                <a:lnTo>
                  <a:pt x="2724531" y="3319341"/>
                </a:lnTo>
                <a:lnTo>
                  <a:pt x="2727702" y="3312206"/>
                </a:lnTo>
                <a:lnTo>
                  <a:pt x="2731666" y="3305070"/>
                </a:lnTo>
                <a:lnTo>
                  <a:pt x="2735234" y="3297935"/>
                </a:lnTo>
                <a:lnTo>
                  <a:pt x="2739991" y="3291196"/>
                </a:lnTo>
                <a:lnTo>
                  <a:pt x="2744351" y="3284458"/>
                </a:lnTo>
                <a:lnTo>
                  <a:pt x="2749505" y="3278512"/>
                </a:lnTo>
                <a:lnTo>
                  <a:pt x="2754261" y="3272169"/>
                </a:lnTo>
                <a:lnTo>
                  <a:pt x="2760207" y="3266620"/>
                </a:lnTo>
                <a:lnTo>
                  <a:pt x="2766153" y="3261070"/>
                </a:lnTo>
                <a:lnTo>
                  <a:pt x="2771703" y="3255917"/>
                </a:lnTo>
                <a:lnTo>
                  <a:pt x="2778045" y="3251160"/>
                </a:lnTo>
                <a:lnTo>
                  <a:pt x="2784784" y="3246403"/>
                </a:lnTo>
                <a:lnTo>
                  <a:pt x="2791127" y="3242043"/>
                </a:lnTo>
                <a:lnTo>
                  <a:pt x="2798262" y="3238079"/>
                </a:lnTo>
                <a:lnTo>
                  <a:pt x="2805397" y="3234511"/>
                </a:lnTo>
                <a:lnTo>
                  <a:pt x="2812929" y="3230943"/>
                </a:lnTo>
                <a:lnTo>
                  <a:pt x="2820460" y="3228169"/>
                </a:lnTo>
                <a:lnTo>
                  <a:pt x="2827992" y="3225394"/>
                </a:lnTo>
                <a:lnTo>
                  <a:pt x="2835524" y="3223412"/>
                </a:lnTo>
                <a:lnTo>
                  <a:pt x="2843848" y="3221430"/>
                </a:lnTo>
                <a:lnTo>
                  <a:pt x="2851776" y="3219844"/>
                </a:lnTo>
                <a:lnTo>
                  <a:pt x="2860101" y="3219051"/>
                </a:lnTo>
                <a:lnTo>
                  <a:pt x="2868821" y="3218259"/>
                </a:lnTo>
                <a:lnTo>
                  <a:pt x="2877146" y="3217862"/>
                </a:lnTo>
                <a:close/>
                <a:moveTo>
                  <a:pt x="1341242" y="3000374"/>
                </a:moveTo>
                <a:lnTo>
                  <a:pt x="410762" y="4429560"/>
                </a:lnTo>
                <a:lnTo>
                  <a:pt x="409572" y="4434325"/>
                </a:lnTo>
                <a:lnTo>
                  <a:pt x="406794" y="4447826"/>
                </a:lnTo>
                <a:lnTo>
                  <a:pt x="404414" y="4458151"/>
                </a:lnTo>
                <a:lnTo>
                  <a:pt x="402430" y="4469667"/>
                </a:lnTo>
                <a:lnTo>
                  <a:pt x="400446" y="4483169"/>
                </a:lnTo>
                <a:lnTo>
                  <a:pt x="398859" y="4498259"/>
                </a:lnTo>
                <a:lnTo>
                  <a:pt x="396875" y="4514937"/>
                </a:lnTo>
                <a:lnTo>
                  <a:pt x="395287" y="4533204"/>
                </a:lnTo>
                <a:lnTo>
                  <a:pt x="394097" y="4552265"/>
                </a:lnTo>
                <a:lnTo>
                  <a:pt x="393700" y="4572915"/>
                </a:lnTo>
                <a:lnTo>
                  <a:pt x="394097" y="4594359"/>
                </a:lnTo>
                <a:lnTo>
                  <a:pt x="394891" y="4616597"/>
                </a:lnTo>
                <a:lnTo>
                  <a:pt x="397271" y="4640026"/>
                </a:lnTo>
                <a:lnTo>
                  <a:pt x="400049" y="4664249"/>
                </a:lnTo>
                <a:lnTo>
                  <a:pt x="401636" y="4676162"/>
                </a:lnTo>
                <a:lnTo>
                  <a:pt x="403620" y="4688870"/>
                </a:lnTo>
                <a:lnTo>
                  <a:pt x="406398" y="4701180"/>
                </a:lnTo>
                <a:lnTo>
                  <a:pt x="409175" y="4713490"/>
                </a:lnTo>
                <a:lnTo>
                  <a:pt x="412350" y="4726198"/>
                </a:lnTo>
                <a:lnTo>
                  <a:pt x="415921" y="4738905"/>
                </a:lnTo>
                <a:lnTo>
                  <a:pt x="419492" y="4752010"/>
                </a:lnTo>
                <a:lnTo>
                  <a:pt x="423857" y="4764320"/>
                </a:lnTo>
                <a:lnTo>
                  <a:pt x="428221" y="4777425"/>
                </a:lnTo>
                <a:lnTo>
                  <a:pt x="433380" y="4790132"/>
                </a:lnTo>
                <a:lnTo>
                  <a:pt x="438538" y="4802839"/>
                </a:lnTo>
                <a:lnTo>
                  <a:pt x="444887" y="4815944"/>
                </a:lnTo>
                <a:lnTo>
                  <a:pt x="451235" y="4828254"/>
                </a:lnTo>
                <a:lnTo>
                  <a:pt x="457584" y="4841359"/>
                </a:lnTo>
                <a:lnTo>
                  <a:pt x="464726" y="4853669"/>
                </a:lnTo>
                <a:lnTo>
                  <a:pt x="472662" y="4866773"/>
                </a:lnTo>
                <a:lnTo>
                  <a:pt x="480995" y="4879084"/>
                </a:lnTo>
                <a:lnTo>
                  <a:pt x="489724" y="4891394"/>
                </a:lnTo>
                <a:lnTo>
                  <a:pt x="498850" y="4903704"/>
                </a:lnTo>
                <a:lnTo>
                  <a:pt x="508770" y="4915618"/>
                </a:lnTo>
                <a:lnTo>
                  <a:pt x="519087" y="4927531"/>
                </a:lnTo>
                <a:lnTo>
                  <a:pt x="530197" y="4939444"/>
                </a:lnTo>
                <a:lnTo>
                  <a:pt x="541704" y="4950960"/>
                </a:lnTo>
                <a:lnTo>
                  <a:pt x="553608" y="4962476"/>
                </a:lnTo>
                <a:lnTo>
                  <a:pt x="566702" y="4973992"/>
                </a:lnTo>
                <a:lnTo>
                  <a:pt x="579796" y="4984714"/>
                </a:lnTo>
                <a:lnTo>
                  <a:pt x="594081" y="4995436"/>
                </a:lnTo>
                <a:lnTo>
                  <a:pt x="609159" y="5005761"/>
                </a:lnTo>
                <a:lnTo>
                  <a:pt x="624237" y="5016085"/>
                </a:lnTo>
                <a:lnTo>
                  <a:pt x="640109" y="5026410"/>
                </a:lnTo>
                <a:lnTo>
                  <a:pt x="657171" y="5035941"/>
                </a:lnTo>
                <a:lnTo>
                  <a:pt x="674630" y="5045074"/>
                </a:lnTo>
                <a:lnTo>
                  <a:pt x="3954917" y="5045074"/>
                </a:lnTo>
                <a:lnTo>
                  <a:pt x="3972376" y="5035941"/>
                </a:lnTo>
                <a:lnTo>
                  <a:pt x="3989041" y="5026410"/>
                </a:lnTo>
                <a:lnTo>
                  <a:pt x="4005310" y="5016085"/>
                </a:lnTo>
                <a:lnTo>
                  <a:pt x="4020785" y="5005761"/>
                </a:lnTo>
                <a:lnTo>
                  <a:pt x="4035069" y="4995436"/>
                </a:lnTo>
                <a:lnTo>
                  <a:pt x="4049354" y="4984714"/>
                </a:lnTo>
                <a:lnTo>
                  <a:pt x="4062448" y="4973992"/>
                </a:lnTo>
                <a:lnTo>
                  <a:pt x="4075543" y="4962476"/>
                </a:lnTo>
                <a:lnTo>
                  <a:pt x="4087446" y="4950960"/>
                </a:lnTo>
                <a:lnTo>
                  <a:pt x="4098953" y="4939444"/>
                </a:lnTo>
                <a:lnTo>
                  <a:pt x="4110063" y="4927531"/>
                </a:lnTo>
                <a:lnTo>
                  <a:pt x="4120777" y="4915618"/>
                </a:lnTo>
                <a:lnTo>
                  <a:pt x="4130300" y="4903704"/>
                </a:lnTo>
                <a:lnTo>
                  <a:pt x="4139823" y="4891394"/>
                </a:lnTo>
                <a:lnTo>
                  <a:pt x="4148552" y="4879084"/>
                </a:lnTo>
                <a:lnTo>
                  <a:pt x="4156488" y="4866773"/>
                </a:lnTo>
                <a:lnTo>
                  <a:pt x="4164424" y="4853669"/>
                </a:lnTo>
                <a:lnTo>
                  <a:pt x="4171566" y="4841359"/>
                </a:lnTo>
                <a:lnTo>
                  <a:pt x="4178312" y="4828254"/>
                </a:lnTo>
                <a:lnTo>
                  <a:pt x="4184661" y="4815944"/>
                </a:lnTo>
                <a:lnTo>
                  <a:pt x="4190613" y="4802839"/>
                </a:lnTo>
                <a:lnTo>
                  <a:pt x="4195771" y="4790132"/>
                </a:lnTo>
                <a:lnTo>
                  <a:pt x="4200929" y="4777425"/>
                </a:lnTo>
                <a:lnTo>
                  <a:pt x="4205294" y="4764320"/>
                </a:lnTo>
                <a:lnTo>
                  <a:pt x="4209659" y="4752010"/>
                </a:lnTo>
                <a:lnTo>
                  <a:pt x="4213627" y="4738905"/>
                </a:lnTo>
                <a:lnTo>
                  <a:pt x="4217197" y="4726198"/>
                </a:lnTo>
                <a:lnTo>
                  <a:pt x="4219975" y="4713490"/>
                </a:lnTo>
                <a:lnTo>
                  <a:pt x="4222753" y="4701180"/>
                </a:lnTo>
                <a:lnTo>
                  <a:pt x="4225530" y="4688870"/>
                </a:lnTo>
                <a:lnTo>
                  <a:pt x="4227514" y="4676162"/>
                </a:lnTo>
                <a:lnTo>
                  <a:pt x="4229498" y="4664249"/>
                </a:lnTo>
                <a:lnTo>
                  <a:pt x="4232673" y="4640026"/>
                </a:lnTo>
                <a:lnTo>
                  <a:pt x="4234259" y="4616597"/>
                </a:lnTo>
                <a:lnTo>
                  <a:pt x="4235450" y="4594359"/>
                </a:lnTo>
                <a:lnTo>
                  <a:pt x="4235450" y="4572915"/>
                </a:lnTo>
                <a:lnTo>
                  <a:pt x="4235053" y="4552265"/>
                </a:lnTo>
                <a:lnTo>
                  <a:pt x="4234259" y="4533204"/>
                </a:lnTo>
                <a:lnTo>
                  <a:pt x="4232673" y="4514937"/>
                </a:lnTo>
                <a:lnTo>
                  <a:pt x="4230689" y="4498259"/>
                </a:lnTo>
                <a:lnTo>
                  <a:pt x="4228705" y="4483169"/>
                </a:lnTo>
                <a:lnTo>
                  <a:pt x="4226721" y="4469667"/>
                </a:lnTo>
                <a:lnTo>
                  <a:pt x="4224737" y="4458151"/>
                </a:lnTo>
                <a:lnTo>
                  <a:pt x="4222356" y="4447826"/>
                </a:lnTo>
                <a:lnTo>
                  <a:pt x="4219578" y="4434325"/>
                </a:lnTo>
                <a:lnTo>
                  <a:pt x="4218388" y="4429560"/>
                </a:lnTo>
                <a:lnTo>
                  <a:pt x="3282826" y="3000490"/>
                </a:lnTo>
                <a:lnTo>
                  <a:pt x="3282951" y="3001367"/>
                </a:lnTo>
                <a:lnTo>
                  <a:pt x="3282554" y="3003754"/>
                </a:lnTo>
                <a:lnTo>
                  <a:pt x="3281761" y="3006140"/>
                </a:lnTo>
                <a:lnTo>
                  <a:pt x="3280173" y="3008526"/>
                </a:lnTo>
                <a:lnTo>
                  <a:pt x="3278189" y="3010913"/>
                </a:lnTo>
                <a:lnTo>
                  <a:pt x="3275015" y="3013299"/>
                </a:lnTo>
                <a:lnTo>
                  <a:pt x="3271841" y="3015685"/>
                </a:lnTo>
                <a:lnTo>
                  <a:pt x="3267476" y="3017674"/>
                </a:lnTo>
                <a:lnTo>
                  <a:pt x="3263111" y="3020458"/>
                </a:lnTo>
                <a:lnTo>
                  <a:pt x="3252398" y="3024832"/>
                </a:lnTo>
                <a:lnTo>
                  <a:pt x="3239304" y="3029605"/>
                </a:lnTo>
                <a:lnTo>
                  <a:pt x="3223829" y="3033582"/>
                </a:lnTo>
                <a:lnTo>
                  <a:pt x="3206370" y="3037957"/>
                </a:lnTo>
                <a:lnTo>
                  <a:pt x="3186927" y="3041934"/>
                </a:lnTo>
                <a:lnTo>
                  <a:pt x="3165897" y="3046309"/>
                </a:lnTo>
                <a:lnTo>
                  <a:pt x="3142486" y="3050286"/>
                </a:lnTo>
                <a:lnTo>
                  <a:pt x="3117091" y="3054263"/>
                </a:lnTo>
                <a:lnTo>
                  <a:pt x="3090109" y="3057843"/>
                </a:lnTo>
                <a:lnTo>
                  <a:pt x="3061143" y="3061024"/>
                </a:lnTo>
                <a:lnTo>
                  <a:pt x="3030987" y="3065001"/>
                </a:lnTo>
                <a:lnTo>
                  <a:pt x="2998847" y="3068183"/>
                </a:lnTo>
                <a:lnTo>
                  <a:pt x="2964722" y="3070967"/>
                </a:lnTo>
                <a:lnTo>
                  <a:pt x="2929804" y="3074149"/>
                </a:lnTo>
                <a:lnTo>
                  <a:pt x="2892903" y="3076933"/>
                </a:lnTo>
                <a:lnTo>
                  <a:pt x="2855207" y="3079319"/>
                </a:lnTo>
                <a:lnTo>
                  <a:pt x="2815528" y="3082103"/>
                </a:lnTo>
                <a:lnTo>
                  <a:pt x="2775055" y="3084489"/>
                </a:lnTo>
                <a:lnTo>
                  <a:pt x="2690141" y="3088069"/>
                </a:lnTo>
                <a:lnTo>
                  <a:pt x="2600862" y="3091648"/>
                </a:lnTo>
                <a:lnTo>
                  <a:pt x="2507615" y="3093637"/>
                </a:lnTo>
                <a:lnTo>
                  <a:pt x="2411195" y="3095227"/>
                </a:lnTo>
                <a:lnTo>
                  <a:pt x="2312393" y="3095625"/>
                </a:lnTo>
                <a:lnTo>
                  <a:pt x="2213195" y="3095227"/>
                </a:lnTo>
                <a:lnTo>
                  <a:pt x="2116774" y="3093637"/>
                </a:lnTo>
                <a:lnTo>
                  <a:pt x="2023924" y="3091648"/>
                </a:lnTo>
                <a:lnTo>
                  <a:pt x="1934645" y="3088069"/>
                </a:lnTo>
                <a:lnTo>
                  <a:pt x="1849731" y="3084489"/>
                </a:lnTo>
                <a:lnTo>
                  <a:pt x="1808862" y="3082103"/>
                </a:lnTo>
                <a:lnTo>
                  <a:pt x="1769579" y="3079319"/>
                </a:lnTo>
                <a:lnTo>
                  <a:pt x="1731884" y="3076933"/>
                </a:lnTo>
                <a:lnTo>
                  <a:pt x="1694982" y="3074149"/>
                </a:lnTo>
                <a:lnTo>
                  <a:pt x="1659667" y="3070967"/>
                </a:lnTo>
                <a:lnTo>
                  <a:pt x="1626336" y="3068183"/>
                </a:lnTo>
                <a:lnTo>
                  <a:pt x="1593799" y="3065001"/>
                </a:lnTo>
                <a:lnTo>
                  <a:pt x="1563643" y="3061024"/>
                </a:lnTo>
                <a:lnTo>
                  <a:pt x="1534677" y="3057843"/>
                </a:lnTo>
                <a:lnTo>
                  <a:pt x="1507298" y="3054263"/>
                </a:lnTo>
                <a:lnTo>
                  <a:pt x="1482300" y="3050286"/>
                </a:lnTo>
                <a:lnTo>
                  <a:pt x="1458889" y="3046309"/>
                </a:lnTo>
                <a:lnTo>
                  <a:pt x="1437462" y="3041934"/>
                </a:lnTo>
                <a:lnTo>
                  <a:pt x="1418019" y="3037957"/>
                </a:lnTo>
                <a:lnTo>
                  <a:pt x="1400561" y="3033582"/>
                </a:lnTo>
                <a:lnTo>
                  <a:pt x="1385086" y="3029605"/>
                </a:lnTo>
                <a:lnTo>
                  <a:pt x="1372388" y="3024832"/>
                </a:lnTo>
                <a:lnTo>
                  <a:pt x="1361675" y="3020458"/>
                </a:lnTo>
                <a:lnTo>
                  <a:pt x="1356913" y="3017674"/>
                </a:lnTo>
                <a:lnTo>
                  <a:pt x="1352945" y="3015685"/>
                </a:lnTo>
                <a:lnTo>
                  <a:pt x="1349374" y="3013299"/>
                </a:lnTo>
                <a:lnTo>
                  <a:pt x="1346597" y="3010913"/>
                </a:lnTo>
                <a:lnTo>
                  <a:pt x="1344613" y="3008526"/>
                </a:lnTo>
                <a:lnTo>
                  <a:pt x="1343025" y="3006140"/>
                </a:lnTo>
                <a:lnTo>
                  <a:pt x="1341835" y="3003754"/>
                </a:lnTo>
                <a:lnTo>
                  <a:pt x="1341438" y="3001367"/>
                </a:lnTo>
                <a:lnTo>
                  <a:pt x="1341580" y="3000374"/>
                </a:lnTo>
                <a:lnTo>
                  <a:pt x="1341242" y="3000374"/>
                </a:lnTo>
                <a:close/>
                <a:moveTo>
                  <a:pt x="1717823" y="0"/>
                </a:moveTo>
                <a:lnTo>
                  <a:pt x="2909343" y="0"/>
                </a:lnTo>
                <a:lnTo>
                  <a:pt x="2919266" y="3571"/>
                </a:lnTo>
                <a:lnTo>
                  <a:pt x="2927601" y="6745"/>
                </a:lnTo>
                <a:lnTo>
                  <a:pt x="2935937" y="11110"/>
                </a:lnTo>
                <a:lnTo>
                  <a:pt x="2946653" y="15872"/>
                </a:lnTo>
                <a:lnTo>
                  <a:pt x="2959354" y="22618"/>
                </a:lnTo>
                <a:lnTo>
                  <a:pt x="2972849" y="30951"/>
                </a:lnTo>
                <a:lnTo>
                  <a:pt x="2987931" y="40871"/>
                </a:lnTo>
                <a:lnTo>
                  <a:pt x="2995870" y="46427"/>
                </a:lnTo>
                <a:lnTo>
                  <a:pt x="3003808" y="52776"/>
                </a:lnTo>
                <a:lnTo>
                  <a:pt x="3011349" y="58728"/>
                </a:lnTo>
                <a:lnTo>
                  <a:pt x="3019684" y="65474"/>
                </a:lnTo>
                <a:lnTo>
                  <a:pt x="3027623" y="72616"/>
                </a:lnTo>
                <a:lnTo>
                  <a:pt x="3035957" y="80553"/>
                </a:lnTo>
                <a:lnTo>
                  <a:pt x="3043896" y="88489"/>
                </a:lnTo>
                <a:lnTo>
                  <a:pt x="3051834" y="97219"/>
                </a:lnTo>
                <a:lnTo>
                  <a:pt x="3059375" y="105949"/>
                </a:lnTo>
                <a:lnTo>
                  <a:pt x="3066917" y="115472"/>
                </a:lnTo>
                <a:lnTo>
                  <a:pt x="3074458" y="125393"/>
                </a:lnTo>
                <a:lnTo>
                  <a:pt x="3080808" y="135313"/>
                </a:lnTo>
                <a:lnTo>
                  <a:pt x="3087556" y="146027"/>
                </a:lnTo>
                <a:lnTo>
                  <a:pt x="3093509" y="157536"/>
                </a:lnTo>
                <a:lnTo>
                  <a:pt x="3099066" y="169439"/>
                </a:lnTo>
                <a:lnTo>
                  <a:pt x="3104226" y="181344"/>
                </a:lnTo>
                <a:lnTo>
                  <a:pt x="3108592" y="194439"/>
                </a:lnTo>
                <a:lnTo>
                  <a:pt x="3112958" y="207534"/>
                </a:lnTo>
                <a:lnTo>
                  <a:pt x="3115339" y="217058"/>
                </a:lnTo>
                <a:lnTo>
                  <a:pt x="3117324" y="226581"/>
                </a:lnTo>
                <a:lnTo>
                  <a:pt x="3119309" y="236502"/>
                </a:lnTo>
                <a:lnTo>
                  <a:pt x="3120499" y="246025"/>
                </a:lnTo>
                <a:lnTo>
                  <a:pt x="3121690" y="256342"/>
                </a:lnTo>
                <a:lnTo>
                  <a:pt x="3122087" y="266263"/>
                </a:lnTo>
                <a:lnTo>
                  <a:pt x="3122484" y="276184"/>
                </a:lnTo>
                <a:lnTo>
                  <a:pt x="3122484" y="286103"/>
                </a:lnTo>
                <a:lnTo>
                  <a:pt x="3121690" y="296024"/>
                </a:lnTo>
                <a:lnTo>
                  <a:pt x="3121293" y="306341"/>
                </a:lnTo>
                <a:lnTo>
                  <a:pt x="3120102" y="316659"/>
                </a:lnTo>
                <a:lnTo>
                  <a:pt x="3118515" y="326976"/>
                </a:lnTo>
                <a:lnTo>
                  <a:pt x="3116530" y="337690"/>
                </a:lnTo>
                <a:lnTo>
                  <a:pt x="3114149" y="348007"/>
                </a:lnTo>
                <a:lnTo>
                  <a:pt x="3111767" y="358325"/>
                </a:lnTo>
                <a:lnTo>
                  <a:pt x="3108592" y="369039"/>
                </a:lnTo>
                <a:lnTo>
                  <a:pt x="3105417" y="379356"/>
                </a:lnTo>
                <a:lnTo>
                  <a:pt x="3101845" y="390466"/>
                </a:lnTo>
                <a:lnTo>
                  <a:pt x="3097479" y="401180"/>
                </a:lnTo>
                <a:lnTo>
                  <a:pt x="3093509" y="411894"/>
                </a:lnTo>
                <a:lnTo>
                  <a:pt x="3088747" y="422609"/>
                </a:lnTo>
                <a:lnTo>
                  <a:pt x="3083587" y="434116"/>
                </a:lnTo>
                <a:lnTo>
                  <a:pt x="3078030" y="444830"/>
                </a:lnTo>
                <a:lnTo>
                  <a:pt x="3072076" y="455940"/>
                </a:lnTo>
                <a:lnTo>
                  <a:pt x="3066123" y="466655"/>
                </a:lnTo>
                <a:lnTo>
                  <a:pt x="3059772" y="477766"/>
                </a:lnTo>
                <a:lnTo>
                  <a:pt x="3052628" y="489274"/>
                </a:lnTo>
                <a:lnTo>
                  <a:pt x="3045483" y="500781"/>
                </a:lnTo>
                <a:lnTo>
                  <a:pt x="3037942" y="511891"/>
                </a:lnTo>
                <a:lnTo>
                  <a:pt x="3030401" y="523400"/>
                </a:lnTo>
                <a:lnTo>
                  <a:pt x="3022066" y="534908"/>
                </a:lnTo>
                <a:lnTo>
                  <a:pt x="3013334" y="546415"/>
                </a:lnTo>
                <a:lnTo>
                  <a:pt x="3013334" y="2104709"/>
                </a:lnTo>
                <a:lnTo>
                  <a:pt x="4604543" y="4495920"/>
                </a:lnTo>
                <a:lnTo>
                  <a:pt x="4606527" y="4504649"/>
                </a:lnTo>
                <a:lnTo>
                  <a:pt x="4608511" y="4511792"/>
                </a:lnTo>
                <a:lnTo>
                  <a:pt x="4612481" y="4530046"/>
                </a:lnTo>
                <a:lnTo>
                  <a:pt x="4614862" y="4542744"/>
                </a:lnTo>
                <a:lnTo>
                  <a:pt x="4617243" y="4558220"/>
                </a:lnTo>
                <a:lnTo>
                  <a:pt x="4619625" y="4575679"/>
                </a:lnTo>
                <a:lnTo>
                  <a:pt x="4622403" y="4595123"/>
                </a:lnTo>
                <a:lnTo>
                  <a:pt x="4624387" y="4616948"/>
                </a:lnTo>
                <a:lnTo>
                  <a:pt x="4625975" y="4639964"/>
                </a:lnTo>
                <a:lnTo>
                  <a:pt x="4627166" y="4664963"/>
                </a:lnTo>
                <a:lnTo>
                  <a:pt x="4627563" y="4691153"/>
                </a:lnTo>
                <a:lnTo>
                  <a:pt x="4627166" y="4718533"/>
                </a:lnTo>
                <a:lnTo>
                  <a:pt x="4626373" y="4733215"/>
                </a:lnTo>
                <a:lnTo>
                  <a:pt x="4625579" y="4747501"/>
                </a:lnTo>
                <a:lnTo>
                  <a:pt x="4624387" y="4762183"/>
                </a:lnTo>
                <a:lnTo>
                  <a:pt x="4623197" y="4777262"/>
                </a:lnTo>
                <a:lnTo>
                  <a:pt x="4621213" y="4792341"/>
                </a:lnTo>
                <a:lnTo>
                  <a:pt x="4618831" y="4807817"/>
                </a:lnTo>
                <a:lnTo>
                  <a:pt x="4616449" y="4823689"/>
                </a:lnTo>
                <a:lnTo>
                  <a:pt x="4614068" y="4839562"/>
                </a:lnTo>
                <a:lnTo>
                  <a:pt x="4610496" y="4855038"/>
                </a:lnTo>
                <a:lnTo>
                  <a:pt x="4606923" y="4870910"/>
                </a:lnTo>
                <a:lnTo>
                  <a:pt x="4602557" y="4887180"/>
                </a:lnTo>
                <a:lnTo>
                  <a:pt x="4598191" y="4903449"/>
                </a:lnTo>
                <a:lnTo>
                  <a:pt x="4593032" y="4919719"/>
                </a:lnTo>
                <a:lnTo>
                  <a:pt x="4587872" y="4935988"/>
                </a:lnTo>
                <a:lnTo>
                  <a:pt x="4581919" y="4952257"/>
                </a:lnTo>
                <a:lnTo>
                  <a:pt x="4575171" y="4968527"/>
                </a:lnTo>
                <a:lnTo>
                  <a:pt x="4568821" y="4985193"/>
                </a:lnTo>
                <a:lnTo>
                  <a:pt x="4560883" y="5001463"/>
                </a:lnTo>
                <a:lnTo>
                  <a:pt x="4552944" y="5017732"/>
                </a:lnTo>
                <a:lnTo>
                  <a:pt x="4544212" y="5033605"/>
                </a:lnTo>
                <a:lnTo>
                  <a:pt x="4535083" y="5049874"/>
                </a:lnTo>
                <a:lnTo>
                  <a:pt x="4525161" y="5066144"/>
                </a:lnTo>
                <a:lnTo>
                  <a:pt x="4514047" y="5082016"/>
                </a:lnTo>
                <a:lnTo>
                  <a:pt x="4503331" y="5097889"/>
                </a:lnTo>
                <a:lnTo>
                  <a:pt x="4491423" y="5112968"/>
                </a:lnTo>
                <a:lnTo>
                  <a:pt x="4478722" y="5128444"/>
                </a:lnTo>
                <a:lnTo>
                  <a:pt x="4465624" y="5143919"/>
                </a:lnTo>
                <a:lnTo>
                  <a:pt x="4451335" y="5158998"/>
                </a:lnTo>
                <a:lnTo>
                  <a:pt x="4437047" y="5173681"/>
                </a:lnTo>
                <a:lnTo>
                  <a:pt x="4421171" y="5188363"/>
                </a:lnTo>
                <a:lnTo>
                  <a:pt x="4404897" y="5202251"/>
                </a:lnTo>
                <a:lnTo>
                  <a:pt x="4387830" y="5216537"/>
                </a:lnTo>
                <a:lnTo>
                  <a:pt x="4369969" y="5230028"/>
                </a:lnTo>
                <a:lnTo>
                  <a:pt x="4351315" y="5243520"/>
                </a:lnTo>
                <a:lnTo>
                  <a:pt x="4331865" y="5256615"/>
                </a:lnTo>
                <a:lnTo>
                  <a:pt x="4311227" y="5268916"/>
                </a:lnTo>
                <a:lnTo>
                  <a:pt x="4290191" y="5281218"/>
                </a:lnTo>
                <a:lnTo>
                  <a:pt x="4267963" y="5293122"/>
                </a:lnTo>
                <a:lnTo>
                  <a:pt x="4255659" y="5299074"/>
                </a:lnTo>
                <a:lnTo>
                  <a:pt x="371507" y="5299074"/>
                </a:lnTo>
                <a:lnTo>
                  <a:pt x="359600" y="5293122"/>
                </a:lnTo>
                <a:lnTo>
                  <a:pt x="337373" y="5281218"/>
                </a:lnTo>
                <a:lnTo>
                  <a:pt x="315940" y="5268916"/>
                </a:lnTo>
                <a:lnTo>
                  <a:pt x="295301" y="5256615"/>
                </a:lnTo>
                <a:lnTo>
                  <a:pt x="275852" y="5243520"/>
                </a:lnTo>
                <a:lnTo>
                  <a:pt x="257197" y="5230028"/>
                </a:lnTo>
                <a:lnTo>
                  <a:pt x="239336" y="5216537"/>
                </a:lnTo>
                <a:lnTo>
                  <a:pt x="222269" y="5202251"/>
                </a:lnTo>
                <a:lnTo>
                  <a:pt x="205996" y="5188363"/>
                </a:lnTo>
                <a:lnTo>
                  <a:pt x="190517" y="5173681"/>
                </a:lnTo>
                <a:lnTo>
                  <a:pt x="175831" y="5158998"/>
                </a:lnTo>
                <a:lnTo>
                  <a:pt x="161939" y="5143919"/>
                </a:lnTo>
                <a:lnTo>
                  <a:pt x="148841" y="5128444"/>
                </a:lnTo>
                <a:lnTo>
                  <a:pt x="135743" y="5112968"/>
                </a:lnTo>
                <a:lnTo>
                  <a:pt x="124233" y="5097889"/>
                </a:lnTo>
                <a:lnTo>
                  <a:pt x="113119" y="5082016"/>
                </a:lnTo>
                <a:lnTo>
                  <a:pt x="102403" y="5066144"/>
                </a:lnTo>
                <a:lnTo>
                  <a:pt x="92480" y="5049874"/>
                </a:lnTo>
                <a:lnTo>
                  <a:pt x="82954" y="5033605"/>
                </a:lnTo>
                <a:lnTo>
                  <a:pt x="74222" y="5017732"/>
                </a:lnTo>
                <a:lnTo>
                  <a:pt x="66284" y="5001463"/>
                </a:lnTo>
                <a:lnTo>
                  <a:pt x="59140" y="4985193"/>
                </a:lnTo>
                <a:lnTo>
                  <a:pt x="51995" y="4968527"/>
                </a:lnTo>
                <a:lnTo>
                  <a:pt x="45248" y="4952257"/>
                </a:lnTo>
                <a:lnTo>
                  <a:pt x="39294" y="4935988"/>
                </a:lnTo>
                <a:lnTo>
                  <a:pt x="34134" y="4919719"/>
                </a:lnTo>
                <a:lnTo>
                  <a:pt x="28975" y="4903449"/>
                </a:lnTo>
                <a:lnTo>
                  <a:pt x="24609" y="4887180"/>
                </a:lnTo>
                <a:lnTo>
                  <a:pt x="20243" y="4870910"/>
                </a:lnTo>
                <a:lnTo>
                  <a:pt x="17067" y="4855038"/>
                </a:lnTo>
                <a:lnTo>
                  <a:pt x="13495" y="4839562"/>
                </a:lnTo>
                <a:lnTo>
                  <a:pt x="10717" y="4823689"/>
                </a:lnTo>
                <a:lnTo>
                  <a:pt x="8335" y="4807817"/>
                </a:lnTo>
                <a:lnTo>
                  <a:pt x="6351" y="4792341"/>
                </a:lnTo>
                <a:lnTo>
                  <a:pt x="4366" y="4777262"/>
                </a:lnTo>
                <a:lnTo>
                  <a:pt x="2779" y="4762183"/>
                </a:lnTo>
                <a:lnTo>
                  <a:pt x="1588" y="4747501"/>
                </a:lnTo>
                <a:lnTo>
                  <a:pt x="794" y="4733215"/>
                </a:lnTo>
                <a:lnTo>
                  <a:pt x="397" y="4718533"/>
                </a:lnTo>
                <a:lnTo>
                  <a:pt x="0" y="4691153"/>
                </a:lnTo>
                <a:lnTo>
                  <a:pt x="397" y="4664963"/>
                </a:lnTo>
                <a:lnTo>
                  <a:pt x="1191" y="4639964"/>
                </a:lnTo>
                <a:lnTo>
                  <a:pt x="2779" y="4616948"/>
                </a:lnTo>
                <a:lnTo>
                  <a:pt x="4763" y="4595123"/>
                </a:lnTo>
                <a:lnTo>
                  <a:pt x="7542" y="4575679"/>
                </a:lnTo>
                <a:lnTo>
                  <a:pt x="9923" y="4558220"/>
                </a:lnTo>
                <a:lnTo>
                  <a:pt x="12304" y="4542744"/>
                </a:lnTo>
                <a:lnTo>
                  <a:pt x="15083" y="4530046"/>
                </a:lnTo>
                <a:lnTo>
                  <a:pt x="19052" y="4511792"/>
                </a:lnTo>
                <a:lnTo>
                  <a:pt x="20640" y="4504649"/>
                </a:lnTo>
                <a:lnTo>
                  <a:pt x="23418" y="4495920"/>
                </a:lnTo>
                <a:lnTo>
                  <a:pt x="1614229" y="2104709"/>
                </a:lnTo>
                <a:lnTo>
                  <a:pt x="1614229" y="546415"/>
                </a:lnTo>
                <a:lnTo>
                  <a:pt x="1605497" y="534908"/>
                </a:lnTo>
                <a:lnTo>
                  <a:pt x="1597559" y="523400"/>
                </a:lnTo>
                <a:lnTo>
                  <a:pt x="1589621" y="511891"/>
                </a:lnTo>
                <a:lnTo>
                  <a:pt x="1582080" y="500781"/>
                </a:lnTo>
                <a:lnTo>
                  <a:pt x="1574539" y="489274"/>
                </a:lnTo>
                <a:lnTo>
                  <a:pt x="1567791" y="477766"/>
                </a:lnTo>
                <a:lnTo>
                  <a:pt x="1561044" y="466655"/>
                </a:lnTo>
                <a:lnTo>
                  <a:pt x="1555090" y="455940"/>
                </a:lnTo>
                <a:lnTo>
                  <a:pt x="1549136" y="444830"/>
                </a:lnTo>
                <a:lnTo>
                  <a:pt x="1543580" y="434116"/>
                </a:lnTo>
                <a:lnTo>
                  <a:pt x="1538817" y="422609"/>
                </a:lnTo>
                <a:lnTo>
                  <a:pt x="1534054" y="411894"/>
                </a:lnTo>
                <a:lnTo>
                  <a:pt x="1529688" y="401180"/>
                </a:lnTo>
                <a:lnTo>
                  <a:pt x="1525322" y="390466"/>
                </a:lnTo>
                <a:lnTo>
                  <a:pt x="1522147" y="379356"/>
                </a:lnTo>
                <a:lnTo>
                  <a:pt x="1518971" y="369039"/>
                </a:lnTo>
                <a:lnTo>
                  <a:pt x="1515796" y="358325"/>
                </a:lnTo>
                <a:lnTo>
                  <a:pt x="1513018" y="348007"/>
                </a:lnTo>
                <a:lnTo>
                  <a:pt x="1511033" y="337690"/>
                </a:lnTo>
                <a:lnTo>
                  <a:pt x="1509049" y="326976"/>
                </a:lnTo>
                <a:lnTo>
                  <a:pt x="1507461" y="316659"/>
                </a:lnTo>
                <a:lnTo>
                  <a:pt x="1506270" y="306341"/>
                </a:lnTo>
                <a:lnTo>
                  <a:pt x="1505476" y="296024"/>
                </a:lnTo>
                <a:lnTo>
                  <a:pt x="1505079" y="286103"/>
                </a:lnTo>
                <a:lnTo>
                  <a:pt x="1505079" y="276184"/>
                </a:lnTo>
                <a:lnTo>
                  <a:pt x="1505079" y="266263"/>
                </a:lnTo>
                <a:lnTo>
                  <a:pt x="1505873" y="256342"/>
                </a:lnTo>
                <a:lnTo>
                  <a:pt x="1506667" y="246025"/>
                </a:lnTo>
                <a:lnTo>
                  <a:pt x="1508255" y="236502"/>
                </a:lnTo>
                <a:lnTo>
                  <a:pt x="1510239" y="226581"/>
                </a:lnTo>
                <a:lnTo>
                  <a:pt x="1512224" y="217058"/>
                </a:lnTo>
                <a:lnTo>
                  <a:pt x="1514208" y="207534"/>
                </a:lnTo>
                <a:lnTo>
                  <a:pt x="1518574" y="194439"/>
                </a:lnTo>
                <a:lnTo>
                  <a:pt x="1522940" y="181344"/>
                </a:lnTo>
                <a:lnTo>
                  <a:pt x="1528497" y="169439"/>
                </a:lnTo>
                <a:lnTo>
                  <a:pt x="1533657" y="157536"/>
                </a:lnTo>
                <a:lnTo>
                  <a:pt x="1540007" y="146027"/>
                </a:lnTo>
                <a:lnTo>
                  <a:pt x="1546358" y="135313"/>
                </a:lnTo>
                <a:lnTo>
                  <a:pt x="1553502" y="125393"/>
                </a:lnTo>
                <a:lnTo>
                  <a:pt x="1560250" y="115472"/>
                </a:lnTo>
                <a:lnTo>
                  <a:pt x="1567791" y="105949"/>
                </a:lnTo>
                <a:lnTo>
                  <a:pt x="1575729" y="97219"/>
                </a:lnTo>
                <a:lnTo>
                  <a:pt x="1583271" y="88489"/>
                </a:lnTo>
                <a:lnTo>
                  <a:pt x="1591606" y="80553"/>
                </a:lnTo>
                <a:lnTo>
                  <a:pt x="1599544" y="72616"/>
                </a:lnTo>
                <a:lnTo>
                  <a:pt x="1607879" y="65474"/>
                </a:lnTo>
                <a:lnTo>
                  <a:pt x="1615817" y="58728"/>
                </a:lnTo>
                <a:lnTo>
                  <a:pt x="1623358" y="52776"/>
                </a:lnTo>
                <a:lnTo>
                  <a:pt x="1631693" y="46427"/>
                </a:lnTo>
                <a:lnTo>
                  <a:pt x="1639235" y="40871"/>
                </a:lnTo>
                <a:lnTo>
                  <a:pt x="1654317" y="30951"/>
                </a:lnTo>
                <a:lnTo>
                  <a:pt x="1668606" y="22618"/>
                </a:lnTo>
                <a:lnTo>
                  <a:pt x="1680910" y="15872"/>
                </a:lnTo>
                <a:lnTo>
                  <a:pt x="1691230" y="11110"/>
                </a:lnTo>
                <a:lnTo>
                  <a:pt x="1699565" y="6745"/>
                </a:lnTo>
                <a:lnTo>
                  <a:pt x="1708297" y="3571"/>
                </a:lnTo>
                <a:lnTo>
                  <a:pt x="1717823" y="0"/>
                </a:lnTo>
                <a:close/>
              </a:path>
            </a:pathLst>
          </a:custGeom>
          <a:solidFill>
            <a:schemeClr val="bg1"/>
          </a:solidFill>
          <a:ln>
            <a:noFill/>
          </a:ln>
        </p:spPr>
        <p:txBody>
          <a:bodyPr anchor="ctr"/>
          <a:lstStyle/>
          <a:p>
            <a:endParaRPr lang="zh-CN" altLang="en-US" sz="2551"/>
          </a:p>
        </p:txBody>
      </p:sp>
      <p:sp>
        <p:nvSpPr>
          <p:cNvPr id="9" name="内容占位符 2">
            <a:extLst>
              <a:ext uri="{FF2B5EF4-FFF2-40B4-BE49-F238E27FC236}">
                <a16:creationId xmlns:a16="http://schemas.microsoft.com/office/drawing/2014/main" id="{8E4CF785-82D4-4C40-A2F5-244068527AA8}"/>
              </a:ext>
            </a:extLst>
          </p:cNvPr>
          <p:cNvSpPr>
            <a:spLocks noGrp="1"/>
          </p:cNvSpPr>
          <p:nvPr>
            <p:ph idx="1"/>
          </p:nvPr>
        </p:nvSpPr>
        <p:spPr>
          <a:xfrm>
            <a:off x="273599" y="1674088"/>
            <a:ext cx="16790340" cy="7701430"/>
          </a:xfrm>
        </p:spPr>
        <p:txBody>
          <a:bodyPr>
            <a:normAutofit/>
          </a:bodyPr>
          <a:lstStyle>
            <a:lvl1pPr>
              <a:lnSpc>
                <a:spcPct val="150000"/>
              </a:lnSpc>
              <a:defRPr sz="2400">
                <a:solidFill>
                  <a:schemeClr val="tx1">
                    <a:lumMod val="65000"/>
                    <a:lumOff val="35000"/>
                  </a:schemeClr>
                </a:solidFill>
              </a:defRPr>
            </a:lvl1pPr>
            <a:lvl2pPr>
              <a:lnSpc>
                <a:spcPct val="150000"/>
              </a:lnSpc>
              <a:defRPr sz="2400">
                <a:solidFill>
                  <a:schemeClr val="tx1">
                    <a:lumMod val="65000"/>
                    <a:lumOff val="35000"/>
                  </a:schemeClr>
                </a:solidFill>
              </a:defRPr>
            </a:lvl2pPr>
            <a:lvl3pPr>
              <a:lnSpc>
                <a:spcPct val="150000"/>
              </a:lnSpc>
              <a:defRPr sz="2400">
                <a:solidFill>
                  <a:schemeClr val="tx1">
                    <a:lumMod val="65000"/>
                    <a:lumOff val="35000"/>
                  </a:schemeClr>
                </a:solidFill>
              </a:defRPr>
            </a:lvl3pPr>
            <a:lvl4pPr>
              <a:lnSpc>
                <a:spcPct val="150000"/>
              </a:lnSpc>
              <a:defRPr sz="2400">
                <a:solidFill>
                  <a:schemeClr val="tx1">
                    <a:lumMod val="65000"/>
                    <a:lumOff val="35000"/>
                  </a:schemeClr>
                </a:solidFill>
              </a:defRPr>
            </a:lvl4pPr>
            <a:lvl5pPr>
              <a:lnSpc>
                <a:spcPct val="150000"/>
              </a:lnSpc>
              <a:defRPr sz="2400">
                <a:solidFill>
                  <a:schemeClr val="tx1">
                    <a:lumMod val="65000"/>
                    <a:lumOff val="35000"/>
                  </a:schemeClr>
                </a:solidFill>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Tree>
    <p:extLst>
      <p:ext uri="{BB962C8B-B14F-4D97-AF65-F5344CB8AC3E}">
        <p14:creationId xmlns:p14="http://schemas.microsoft.com/office/powerpoint/2010/main" val="194071148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节标题">
    <p:spTree>
      <p:nvGrpSpPr>
        <p:cNvPr id="1" name=""/>
        <p:cNvGrpSpPr/>
        <p:nvPr/>
      </p:nvGrpSpPr>
      <p:grpSpPr>
        <a:xfrm>
          <a:off x="0" y="0"/>
          <a:ext cx="0" cy="0"/>
          <a:chOff x="0" y="0"/>
          <a:chExt cx="0" cy="0"/>
        </a:xfrm>
      </p:grpSpPr>
      <p:sp>
        <p:nvSpPr>
          <p:cNvPr id="20" name="标题 1"/>
          <p:cNvSpPr>
            <a:spLocks noGrp="1"/>
          </p:cNvSpPr>
          <p:nvPr>
            <p:ph type="title" hasCustomPrompt="1"/>
          </p:nvPr>
        </p:nvSpPr>
        <p:spPr>
          <a:xfrm>
            <a:off x="7112512" y="2873990"/>
            <a:ext cx="9890698" cy="1623349"/>
          </a:xfrm>
        </p:spPr>
        <p:txBody>
          <a:bodyPr anchor="b">
            <a:normAutofit/>
          </a:bodyPr>
          <a:lstStyle>
            <a:lvl1pPr>
              <a:defRPr sz="4800" b="1">
                <a:solidFill>
                  <a:schemeClr val="tx1">
                    <a:lumMod val="85000"/>
                    <a:lumOff val="15000"/>
                  </a:schemeClr>
                </a:solidFill>
              </a:defRPr>
            </a:lvl1pPr>
          </a:lstStyle>
          <a:p>
            <a:r>
              <a:rPr lang="zh-CN" altLang="en-US" dirty="0"/>
              <a:t>单击此处添加幻灯片章节标题</a:t>
            </a:r>
          </a:p>
        </p:txBody>
      </p:sp>
      <p:sp>
        <p:nvSpPr>
          <p:cNvPr id="21" name="文本占位符 2"/>
          <p:cNvSpPr>
            <a:spLocks noGrp="1"/>
          </p:cNvSpPr>
          <p:nvPr>
            <p:ph type="body" idx="1"/>
          </p:nvPr>
        </p:nvSpPr>
        <p:spPr>
          <a:xfrm>
            <a:off x="7112512" y="4592660"/>
            <a:ext cx="9890698" cy="1439505"/>
          </a:xfrm>
        </p:spPr>
        <p:txBody>
          <a:bodyPr anchor="t">
            <a:normAutofit/>
          </a:bodyPr>
          <a:lstStyle>
            <a:lvl1pPr marL="0" indent="0">
              <a:buNone/>
              <a:defRPr sz="2400" b="0">
                <a:solidFill>
                  <a:schemeClr val="tx1">
                    <a:lumMod val="50000"/>
                    <a:lumOff val="50000"/>
                  </a:schemeClr>
                </a:solidFill>
              </a:defRPr>
            </a:lvl1pPr>
            <a:lvl2pPr marL="457199" indent="0">
              <a:buNone/>
              <a:defRPr sz="2000">
                <a:solidFill>
                  <a:schemeClr val="tx1">
                    <a:tint val="75000"/>
                  </a:schemeClr>
                </a:solidFill>
              </a:defRPr>
            </a:lvl2pPr>
            <a:lvl3pPr marL="914397" indent="0">
              <a:buNone/>
              <a:defRPr sz="1800">
                <a:solidFill>
                  <a:schemeClr val="tx1">
                    <a:tint val="75000"/>
                  </a:schemeClr>
                </a:solidFill>
              </a:defRPr>
            </a:lvl3pPr>
            <a:lvl4pPr marL="1371596" indent="0">
              <a:buNone/>
              <a:defRPr sz="1600">
                <a:solidFill>
                  <a:schemeClr val="tx1">
                    <a:tint val="75000"/>
                  </a:schemeClr>
                </a:solidFill>
              </a:defRPr>
            </a:lvl4pPr>
            <a:lvl5pPr marL="1828795" indent="0">
              <a:buNone/>
              <a:defRPr sz="1600">
                <a:solidFill>
                  <a:schemeClr val="tx1">
                    <a:tint val="75000"/>
                  </a:schemeClr>
                </a:solidFill>
              </a:defRPr>
            </a:lvl5pPr>
            <a:lvl6pPr marL="2285993" indent="0">
              <a:buNone/>
              <a:defRPr sz="1600">
                <a:solidFill>
                  <a:schemeClr val="tx1">
                    <a:tint val="75000"/>
                  </a:schemeClr>
                </a:solidFill>
              </a:defRPr>
            </a:lvl6pPr>
            <a:lvl7pPr marL="2743191" indent="0">
              <a:buNone/>
              <a:defRPr sz="1600">
                <a:solidFill>
                  <a:schemeClr val="tx1">
                    <a:tint val="75000"/>
                  </a:schemeClr>
                </a:solidFill>
              </a:defRPr>
            </a:lvl7pPr>
            <a:lvl8pPr marL="3200390" indent="0">
              <a:buNone/>
              <a:defRPr sz="1600">
                <a:solidFill>
                  <a:schemeClr val="tx1">
                    <a:tint val="75000"/>
                  </a:schemeClr>
                </a:solidFill>
              </a:defRPr>
            </a:lvl8pPr>
            <a:lvl9pPr marL="3657590" indent="0">
              <a:buNone/>
              <a:defRPr sz="1600">
                <a:solidFill>
                  <a:schemeClr val="tx1">
                    <a:tint val="75000"/>
                  </a:schemeClr>
                </a:solidFill>
              </a:defRPr>
            </a:lvl9pPr>
          </a:lstStyle>
          <a:p>
            <a:pPr lvl="0"/>
            <a:r>
              <a:rPr lang="zh-CN" altLang="en-US" dirty="0"/>
              <a:t>单击此处编辑母版文本样式</a:t>
            </a:r>
          </a:p>
        </p:txBody>
      </p:sp>
      <p:grpSp>
        <p:nvGrpSpPr>
          <p:cNvPr id="9" name="Group 103"/>
          <p:cNvGrpSpPr/>
          <p:nvPr userDrawn="1"/>
        </p:nvGrpSpPr>
        <p:grpSpPr>
          <a:xfrm>
            <a:off x="-154544" y="0"/>
            <a:ext cx="8076058" cy="9798978"/>
            <a:chOff x="4843448" y="0"/>
            <a:chExt cx="5652356" cy="6858000"/>
          </a:xfrm>
        </p:grpSpPr>
        <p:sp>
          <p:nvSpPr>
            <p:cNvPr id="10" name="Freeform 27"/>
            <p:cNvSpPr>
              <a:spLocks/>
            </p:cNvSpPr>
            <p:nvPr/>
          </p:nvSpPr>
          <p:spPr bwMode="auto">
            <a:xfrm>
              <a:off x="5407219" y="0"/>
              <a:ext cx="1132424" cy="978669"/>
            </a:xfrm>
            <a:custGeom>
              <a:avLst/>
              <a:gdLst>
                <a:gd name="T0" fmla="*/ 464 w 464"/>
                <a:gd name="T1" fmla="*/ 0 h 401"/>
                <a:gd name="T2" fmla="*/ 232 w 464"/>
                <a:gd name="T3" fmla="*/ 401 h 401"/>
                <a:gd name="T4" fmla="*/ 0 w 464"/>
                <a:gd name="T5" fmla="*/ 0 h 401"/>
                <a:gd name="T6" fmla="*/ 464 w 464"/>
                <a:gd name="T7" fmla="*/ 0 h 401"/>
              </a:gdLst>
              <a:ahLst/>
              <a:cxnLst>
                <a:cxn ang="0">
                  <a:pos x="T0" y="T1"/>
                </a:cxn>
                <a:cxn ang="0">
                  <a:pos x="T2" y="T3"/>
                </a:cxn>
                <a:cxn ang="0">
                  <a:pos x="T4" y="T5"/>
                </a:cxn>
                <a:cxn ang="0">
                  <a:pos x="T6" y="T7"/>
                </a:cxn>
              </a:cxnLst>
              <a:rect l="0" t="0" r="r" b="b"/>
              <a:pathLst>
                <a:path w="464" h="401">
                  <a:moveTo>
                    <a:pt x="464" y="0"/>
                  </a:moveTo>
                  <a:lnTo>
                    <a:pt x="232" y="401"/>
                  </a:lnTo>
                  <a:lnTo>
                    <a:pt x="0" y="0"/>
                  </a:lnTo>
                  <a:lnTo>
                    <a:pt x="464" y="0"/>
                  </a:lnTo>
                  <a:close/>
                </a:path>
              </a:pathLst>
            </a:custGeom>
            <a:solidFill>
              <a:schemeClr val="bg2">
                <a:lumMod val="60000"/>
                <a:lumOff val="40000"/>
                <a:alpha val="15000"/>
              </a:schemeClr>
            </a:solidFill>
            <a:ln>
              <a:noFill/>
            </a:ln>
          </p:spPr>
          <p:txBody>
            <a:bodyPr vert="horz" wrap="square" lIns="68580" tIns="34290" rIns="68580" bIns="34290" numCol="1" anchor="t" anchorCtr="0" compatLnSpc="1">
              <a:prstTxWarp prst="textNoShape">
                <a:avLst/>
              </a:prstTxWarp>
            </a:bodyPr>
            <a:lstStyle/>
            <a:p>
              <a:endParaRPr lang="id-ID" sz="1350"/>
            </a:p>
          </p:txBody>
        </p:sp>
        <p:sp>
          <p:nvSpPr>
            <p:cNvPr id="11" name="Freeform 28"/>
            <p:cNvSpPr>
              <a:spLocks/>
            </p:cNvSpPr>
            <p:nvPr/>
          </p:nvSpPr>
          <p:spPr bwMode="auto">
            <a:xfrm>
              <a:off x="5973431" y="0"/>
              <a:ext cx="1129983" cy="978669"/>
            </a:xfrm>
            <a:custGeom>
              <a:avLst/>
              <a:gdLst>
                <a:gd name="T0" fmla="*/ 0 w 463"/>
                <a:gd name="T1" fmla="*/ 401 h 401"/>
                <a:gd name="T2" fmla="*/ 232 w 463"/>
                <a:gd name="T3" fmla="*/ 0 h 401"/>
                <a:gd name="T4" fmla="*/ 463 w 463"/>
                <a:gd name="T5" fmla="*/ 401 h 401"/>
                <a:gd name="T6" fmla="*/ 0 w 463"/>
                <a:gd name="T7" fmla="*/ 401 h 401"/>
              </a:gdLst>
              <a:ahLst/>
              <a:cxnLst>
                <a:cxn ang="0">
                  <a:pos x="T0" y="T1"/>
                </a:cxn>
                <a:cxn ang="0">
                  <a:pos x="T2" y="T3"/>
                </a:cxn>
                <a:cxn ang="0">
                  <a:pos x="T4" y="T5"/>
                </a:cxn>
                <a:cxn ang="0">
                  <a:pos x="T6" y="T7"/>
                </a:cxn>
              </a:cxnLst>
              <a:rect l="0" t="0" r="r" b="b"/>
              <a:pathLst>
                <a:path w="463" h="401">
                  <a:moveTo>
                    <a:pt x="0" y="401"/>
                  </a:moveTo>
                  <a:lnTo>
                    <a:pt x="232" y="0"/>
                  </a:lnTo>
                  <a:lnTo>
                    <a:pt x="463" y="401"/>
                  </a:lnTo>
                  <a:lnTo>
                    <a:pt x="0" y="401"/>
                  </a:lnTo>
                  <a:close/>
                </a:path>
              </a:pathLst>
            </a:custGeom>
            <a:solidFill>
              <a:schemeClr val="bg2">
                <a:lumMod val="60000"/>
                <a:lumOff val="40000"/>
                <a:alpha val="15000"/>
              </a:schemeClr>
            </a:solidFill>
            <a:ln>
              <a:noFill/>
            </a:ln>
          </p:spPr>
          <p:txBody>
            <a:bodyPr vert="horz" wrap="square" lIns="68580" tIns="34290" rIns="68580" bIns="34290" numCol="1" anchor="t" anchorCtr="0" compatLnSpc="1">
              <a:prstTxWarp prst="textNoShape">
                <a:avLst/>
              </a:prstTxWarp>
            </a:bodyPr>
            <a:lstStyle/>
            <a:p>
              <a:endParaRPr lang="id-ID" sz="1350"/>
            </a:p>
          </p:txBody>
        </p:sp>
        <p:sp>
          <p:nvSpPr>
            <p:cNvPr id="12" name="Freeform 29"/>
            <p:cNvSpPr>
              <a:spLocks/>
            </p:cNvSpPr>
            <p:nvPr/>
          </p:nvSpPr>
          <p:spPr bwMode="auto">
            <a:xfrm>
              <a:off x="6539643" y="0"/>
              <a:ext cx="1129983" cy="978669"/>
            </a:xfrm>
            <a:custGeom>
              <a:avLst/>
              <a:gdLst>
                <a:gd name="T0" fmla="*/ 463 w 463"/>
                <a:gd name="T1" fmla="*/ 0 h 401"/>
                <a:gd name="T2" fmla="*/ 231 w 463"/>
                <a:gd name="T3" fmla="*/ 401 h 401"/>
                <a:gd name="T4" fmla="*/ 0 w 463"/>
                <a:gd name="T5" fmla="*/ 0 h 401"/>
                <a:gd name="T6" fmla="*/ 463 w 463"/>
                <a:gd name="T7" fmla="*/ 0 h 401"/>
              </a:gdLst>
              <a:ahLst/>
              <a:cxnLst>
                <a:cxn ang="0">
                  <a:pos x="T0" y="T1"/>
                </a:cxn>
                <a:cxn ang="0">
                  <a:pos x="T2" y="T3"/>
                </a:cxn>
                <a:cxn ang="0">
                  <a:pos x="T4" y="T5"/>
                </a:cxn>
                <a:cxn ang="0">
                  <a:pos x="T6" y="T7"/>
                </a:cxn>
              </a:cxnLst>
              <a:rect l="0" t="0" r="r" b="b"/>
              <a:pathLst>
                <a:path w="463" h="401">
                  <a:moveTo>
                    <a:pt x="463" y="0"/>
                  </a:moveTo>
                  <a:lnTo>
                    <a:pt x="231" y="401"/>
                  </a:lnTo>
                  <a:lnTo>
                    <a:pt x="0" y="0"/>
                  </a:lnTo>
                  <a:lnTo>
                    <a:pt x="463" y="0"/>
                  </a:lnTo>
                  <a:close/>
                </a:path>
              </a:pathLst>
            </a:custGeom>
            <a:solidFill>
              <a:schemeClr val="tx2">
                <a:alpha val="10000"/>
              </a:schemeClr>
            </a:solidFill>
            <a:ln>
              <a:noFill/>
            </a:ln>
          </p:spPr>
          <p:txBody>
            <a:bodyPr vert="horz" wrap="square" lIns="68580" tIns="34290" rIns="68580" bIns="34290" numCol="1" anchor="t" anchorCtr="0" compatLnSpc="1">
              <a:prstTxWarp prst="textNoShape">
                <a:avLst/>
              </a:prstTxWarp>
            </a:bodyPr>
            <a:lstStyle/>
            <a:p>
              <a:endParaRPr lang="id-ID" sz="1350"/>
            </a:p>
          </p:txBody>
        </p:sp>
        <p:sp>
          <p:nvSpPr>
            <p:cNvPr id="16" name="Freeform 30"/>
            <p:cNvSpPr>
              <a:spLocks/>
            </p:cNvSpPr>
            <p:nvPr/>
          </p:nvSpPr>
          <p:spPr bwMode="auto">
            <a:xfrm>
              <a:off x="7103415" y="0"/>
              <a:ext cx="1132424" cy="978669"/>
            </a:xfrm>
            <a:custGeom>
              <a:avLst/>
              <a:gdLst>
                <a:gd name="T0" fmla="*/ 0 w 464"/>
                <a:gd name="T1" fmla="*/ 401 h 401"/>
                <a:gd name="T2" fmla="*/ 232 w 464"/>
                <a:gd name="T3" fmla="*/ 0 h 401"/>
                <a:gd name="T4" fmla="*/ 464 w 464"/>
                <a:gd name="T5" fmla="*/ 401 h 401"/>
                <a:gd name="T6" fmla="*/ 0 w 464"/>
                <a:gd name="T7" fmla="*/ 401 h 401"/>
              </a:gdLst>
              <a:ahLst/>
              <a:cxnLst>
                <a:cxn ang="0">
                  <a:pos x="T0" y="T1"/>
                </a:cxn>
                <a:cxn ang="0">
                  <a:pos x="T2" y="T3"/>
                </a:cxn>
                <a:cxn ang="0">
                  <a:pos x="T4" y="T5"/>
                </a:cxn>
                <a:cxn ang="0">
                  <a:pos x="T6" y="T7"/>
                </a:cxn>
              </a:cxnLst>
              <a:rect l="0" t="0" r="r" b="b"/>
              <a:pathLst>
                <a:path w="464" h="401">
                  <a:moveTo>
                    <a:pt x="0" y="401"/>
                  </a:moveTo>
                  <a:lnTo>
                    <a:pt x="232" y="0"/>
                  </a:lnTo>
                  <a:lnTo>
                    <a:pt x="464" y="401"/>
                  </a:lnTo>
                  <a:lnTo>
                    <a:pt x="0" y="401"/>
                  </a:lnTo>
                  <a:close/>
                </a:path>
              </a:pathLst>
            </a:custGeom>
            <a:solidFill>
              <a:schemeClr val="bg2">
                <a:lumMod val="60000"/>
                <a:lumOff val="40000"/>
                <a:alpha val="15000"/>
              </a:schemeClr>
            </a:solidFill>
            <a:ln>
              <a:noFill/>
            </a:ln>
          </p:spPr>
          <p:txBody>
            <a:bodyPr vert="horz" wrap="square" lIns="68580" tIns="34290" rIns="68580" bIns="34290" numCol="1" anchor="t" anchorCtr="0" compatLnSpc="1">
              <a:prstTxWarp prst="textNoShape">
                <a:avLst/>
              </a:prstTxWarp>
            </a:bodyPr>
            <a:lstStyle/>
            <a:p>
              <a:endParaRPr lang="id-ID" sz="1350"/>
            </a:p>
          </p:txBody>
        </p:sp>
        <p:sp>
          <p:nvSpPr>
            <p:cNvPr id="17" name="Freeform 31"/>
            <p:cNvSpPr>
              <a:spLocks/>
            </p:cNvSpPr>
            <p:nvPr/>
          </p:nvSpPr>
          <p:spPr bwMode="auto">
            <a:xfrm>
              <a:off x="7669627" y="0"/>
              <a:ext cx="1129983" cy="978669"/>
            </a:xfrm>
            <a:custGeom>
              <a:avLst/>
              <a:gdLst>
                <a:gd name="T0" fmla="*/ 463 w 463"/>
                <a:gd name="T1" fmla="*/ 0 h 401"/>
                <a:gd name="T2" fmla="*/ 232 w 463"/>
                <a:gd name="T3" fmla="*/ 401 h 401"/>
                <a:gd name="T4" fmla="*/ 0 w 463"/>
                <a:gd name="T5" fmla="*/ 0 h 401"/>
                <a:gd name="T6" fmla="*/ 463 w 463"/>
                <a:gd name="T7" fmla="*/ 0 h 401"/>
              </a:gdLst>
              <a:ahLst/>
              <a:cxnLst>
                <a:cxn ang="0">
                  <a:pos x="T0" y="T1"/>
                </a:cxn>
                <a:cxn ang="0">
                  <a:pos x="T2" y="T3"/>
                </a:cxn>
                <a:cxn ang="0">
                  <a:pos x="T4" y="T5"/>
                </a:cxn>
                <a:cxn ang="0">
                  <a:pos x="T6" y="T7"/>
                </a:cxn>
              </a:cxnLst>
              <a:rect l="0" t="0" r="r" b="b"/>
              <a:pathLst>
                <a:path w="463" h="401">
                  <a:moveTo>
                    <a:pt x="463" y="0"/>
                  </a:moveTo>
                  <a:lnTo>
                    <a:pt x="232" y="401"/>
                  </a:lnTo>
                  <a:lnTo>
                    <a:pt x="0" y="0"/>
                  </a:lnTo>
                  <a:lnTo>
                    <a:pt x="463" y="0"/>
                  </a:lnTo>
                  <a:close/>
                </a:path>
              </a:pathLst>
            </a:custGeom>
            <a:solidFill>
              <a:schemeClr val="bg2">
                <a:lumMod val="60000"/>
                <a:lumOff val="40000"/>
                <a:alpha val="15000"/>
              </a:schemeClr>
            </a:solidFill>
            <a:ln>
              <a:noFill/>
            </a:ln>
          </p:spPr>
          <p:txBody>
            <a:bodyPr vert="horz" wrap="square" lIns="68580" tIns="34290" rIns="68580" bIns="34290" numCol="1" anchor="t" anchorCtr="0" compatLnSpc="1">
              <a:prstTxWarp prst="textNoShape">
                <a:avLst/>
              </a:prstTxWarp>
            </a:bodyPr>
            <a:lstStyle/>
            <a:p>
              <a:endParaRPr lang="id-ID" sz="1350"/>
            </a:p>
          </p:txBody>
        </p:sp>
        <p:sp>
          <p:nvSpPr>
            <p:cNvPr id="18" name="Freeform 32"/>
            <p:cNvSpPr>
              <a:spLocks/>
            </p:cNvSpPr>
            <p:nvPr/>
          </p:nvSpPr>
          <p:spPr bwMode="auto">
            <a:xfrm>
              <a:off x="8799609" y="0"/>
              <a:ext cx="1132424" cy="978669"/>
            </a:xfrm>
            <a:custGeom>
              <a:avLst/>
              <a:gdLst>
                <a:gd name="T0" fmla="*/ 464 w 464"/>
                <a:gd name="T1" fmla="*/ 0 h 401"/>
                <a:gd name="T2" fmla="*/ 232 w 464"/>
                <a:gd name="T3" fmla="*/ 401 h 401"/>
                <a:gd name="T4" fmla="*/ 0 w 464"/>
                <a:gd name="T5" fmla="*/ 0 h 401"/>
                <a:gd name="T6" fmla="*/ 464 w 464"/>
                <a:gd name="T7" fmla="*/ 0 h 401"/>
              </a:gdLst>
              <a:ahLst/>
              <a:cxnLst>
                <a:cxn ang="0">
                  <a:pos x="T0" y="T1"/>
                </a:cxn>
                <a:cxn ang="0">
                  <a:pos x="T2" y="T3"/>
                </a:cxn>
                <a:cxn ang="0">
                  <a:pos x="T4" y="T5"/>
                </a:cxn>
                <a:cxn ang="0">
                  <a:pos x="T6" y="T7"/>
                </a:cxn>
              </a:cxnLst>
              <a:rect l="0" t="0" r="r" b="b"/>
              <a:pathLst>
                <a:path w="464" h="401">
                  <a:moveTo>
                    <a:pt x="464" y="0"/>
                  </a:moveTo>
                  <a:lnTo>
                    <a:pt x="232" y="401"/>
                  </a:lnTo>
                  <a:lnTo>
                    <a:pt x="0" y="0"/>
                  </a:lnTo>
                  <a:lnTo>
                    <a:pt x="464" y="0"/>
                  </a:lnTo>
                  <a:close/>
                </a:path>
              </a:pathLst>
            </a:custGeom>
            <a:solidFill>
              <a:schemeClr val="tx2">
                <a:alpha val="10000"/>
              </a:schemeClr>
            </a:solidFill>
            <a:ln>
              <a:noFill/>
            </a:ln>
          </p:spPr>
          <p:txBody>
            <a:bodyPr vert="horz" wrap="square" lIns="68580" tIns="34290" rIns="68580" bIns="34290" numCol="1" anchor="t" anchorCtr="0" compatLnSpc="1">
              <a:prstTxWarp prst="textNoShape">
                <a:avLst/>
              </a:prstTxWarp>
            </a:bodyPr>
            <a:lstStyle/>
            <a:p>
              <a:endParaRPr lang="id-ID" sz="1350"/>
            </a:p>
          </p:txBody>
        </p:sp>
        <p:sp>
          <p:nvSpPr>
            <p:cNvPr id="19" name="Freeform 33"/>
            <p:cNvSpPr>
              <a:spLocks/>
            </p:cNvSpPr>
            <p:nvPr/>
          </p:nvSpPr>
          <p:spPr bwMode="auto">
            <a:xfrm>
              <a:off x="9365821" y="0"/>
              <a:ext cx="1129983" cy="978669"/>
            </a:xfrm>
            <a:custGeom>
              <a:avLst/>
              <a:gdLst>
                <a:gd name="T0" fmla="*/ 0 w 463"/>
                <a:gd name="T1" fmla="*/ 401 h 401"/>
                <a:gd name="T2" fmla="*/ 232 w 463"/>
                <a:gd name="T3" fmla="*/ 0 h 401"/>
                <a:gd name="T4" fmla="*/ 463 w 463"/>
                <a:gd name="T5" fmla="*/ 401 h 401"/>
                <a:gd name="T6" fmla="*/ 0 w 463"/>
                <a:gd name="T7" fmla="*/ 401 h 401"/>
              </a:gdLst>
              <a:ahLst/>
              <a:cxnLst>
                <a:cxn ang="0">
                  <a:pos x="T0" y="T1"/>
                </a:cxn>
                <a:cxn ang="0">
                  <a:pos x="T2" y="T3"/>
                </a:cxn>
                <a:cxn ang="0">
                  <a:pos x="T4" y="T5"/>
                </a:cxn>
                <a:cxn ang="0">
                  <a:pos x="T6" y="T7"/>
                </a:cxn>
              </a:cxnLst>
              <a:rect l="0" t="0" r="r" b="b"/>
              <a:pathLst>
                <a:path w="463" h="401">
                  <a:moveTo>
                    <a:pt x="0" y="401"/>
                  </a:moveTo>
                  <a:lnTo>
                    <a:pt x="232" y="0"/>
                  </a:lnTo>
                  <a:lnTo>
                    <a:pt x="463" y="401"/>
                  </a:lnTo>
                  <a:lnTo>
                    <a:pt x="0" y="401"/>
                  </a:lnTo>
                  <a:close/>
                </a:path>
              </a:pathLst>
            </a:custGeom>
            <a:solidFill>
              <a:schemeClr val="bg2">
                <a:lumMod val="60000"/>
                <a:lumOff val="40000"/>
                <a:alpha val="15000"/>
              </a:schemeClr>
            </a:solidFill>
            <a:ln>
              <a:noFill/>
            </a:ln>
          </p:spPr>
          <p:txBody>
            <a:bodyPr vert="horz" wrap="square" lIns="68580" tIns="34290" rIns="68580" bIns="34290" numCol="1" anchor="t" anchorCtr="0" compatLnSpc="1">
              <a:prstTxWarp prst="textNoShape">
                <a:avLst/>
              </a:prstTxWarp>
            </a:bodyPr>
            <a:lstStyle/>
            <a:p>
              <a:endParaRPr lang="id-ID" sz="1350"/>
            </a:p>
          </p:txBody>
        </p:sp>
        <p:sp>
          <p:nvSpPr>
            <p:cNvPr id="22" name="Freeform 36"/>
            <p:cNvSpPr>
              <a:spLocks/>
            </p:cNvSpPr>
            <p:nvPr/>
          </p:nvSpPr>
          <p:spPr bwMode="auto">
            <a:xfrm>
              <a:off x="4843448" y="978669"/>
              <a:ext cx="1129983" cy="978669"/>
            </a:xfrm>
            <a:custGeom>
              <a:avLst/>
              <a:gdLst>
                <a:gd name="T0" fmla="*/ 463 w 463"/>
                <a:gd name="T1" fmla="*/ 0 h 401"/>
                <a:gd name="T2" fmla="*/ 231 w 463"/>
                <a:gd name="T3" fmla="*/ 401 h 401"/>
                <a:gd name="T4" fmla="*/ 0 w 463"/>
                <a:gd name="T5" fmla="*/ 0 h 401"/>
                <a:gd name="T6" fmla="*/ 463 w 463"/>
                <a:gd name="T7" fmla="*/ 0 h 401"/>
              </a:gdLst>
              <a:ahLst/>
              <a:cxnLst>
                <a:cxn ang="0">
                  <a:pos x="T0" y="T1"/>
                </a:cxn>
                <a:cxn ang="0">
                  <a:pos x="T2" y="T3"/>
                </a:cxn>
                <a:cxn ang="0">
                  <a:pos x="T4" y="T5"/>
                </a:cxn>
                <a:cxn ang="0">
                  <a:pos x="T6" y="T7"/>
                </a:cxn>
              </a:cxnLst>
              <a:rect l="0" t="0" r="r" b="b"/>
              <a:pathLst>
                <a:path w="463" h="401">
                  <a:moveTo>
                    <a:pt x="463" y="0"/>
                  </a:moveTo>
                  <a:lnTo>
                    <a:pt x="231" y="401"/>
                  </a:lnTo>
                  <a:lnTo>
                    <a:pt x="0" y="0"/>
                  </a:lnTo>
                  <a:lnTo>
                    <a:pt x="463" y="0"/>
                  </a:lnTo>
                  <a:close/>
                </a:path>
              </a:pathLst>
            </a:custGeom>
            <a:solidFill>
              <a:schemeClr val="bg2">
                <a:lumMod val="60000"/>
                <a:lumOff val="40000"/>
                <a:alpha val="15000"/>
              </a:schemeClr>
            </a:solidFill>
            <a:ln>
              <a:noFill/>
            </a:ln>
          </p:spPr>
          <p:txBody>
            <a:bodyPr vert="horz" wrap="square" lIns="68580" tIns="34290" rIns="68580" bIns="34290" numCol="1" anchor="t" anchorCtr="0" compatLnSpc="1">
              <a:prstTxWarp prst="textNoShape">
                <a:avLst/>
              </a:prstTxWarp>
            </a:bodyPr>
            <a:lstStyle/>
            <a:p>
              <a:endParaRPr lang="id-ID" sz="1350"/>
            </a:p>
          </p:txBody>
        </p:sp>
        <p:sp>
          <p:nvSpPr>
            <p:cNvPr id="23" name="Freeform 37"/>
            <p:cNvSpPr>
              <a:spLocks/>
            </p:cNvSpPr>
            <p:nvPr/>
          </p:nvSpPr>
          <p:spPr bwMode="auto">
            <a:xfrm>
              <a:off x="5407219" y="981109"/>
              <a:ext cx="1132424" cy="978669"/>
            </a:xfrm>
            <a:custGeom>
              <a:avLst/>
              <a:gdLst>
                <a:gd name="T0" fmla="*/ 0 w 464"/>
                <a:gd name="T1" fmla="*/ 401 h 401"/>
                <a:gd name="T2" fmla="*/ 232 w 464"/>
                <a:gd name="T3" fmla="*/ 0 h 401"/>
                <a:gd name="T4" fmla="*/ 464 w 464"/>
                <a:gd name="T5" fmla="*/ 401 h 401"/>
                <a:gd name="T6" fmla="*/ 0 w 464"/>
                <a:gd name="T7" fmla="*/ 401 h 401"/>
              </a:gdLst>
              <a:ahLst/>
              <a:cxnLst>
                <a:cxn ang="0">
                  <a:pos x="T0" y="T1"/>
                </a:cxn>
                <a:cxn ang="0">
                  <a:pos x="T2" y="T3"/>
                </a:cxn>
                <a:cxn ang="0">
                  <a:pos x="T4" y="T5"/>
                </a:cxn>
                <a:cxn ang="0">
                  <a:pos x="T6" y="T7"/>
                </a:cxn>
              </a:cxnLst>
              <a:rect l="0" t="0" r="r" b="b"/>
              <a:pathLst>
                <a:path w="464" h="401">
                  <a:moveTo>
                    <a:pt x="0" y="401"/>
                  </a:moveTo>
                  <a:lnTo>
                    <a:pt x="232" y="0"/>
                  </a:lnTo>
                  <a:lnTo>
                    <a:pt x="464" y="401"/>
                  </a:lnTo>
                  <a:lnTo>
                    <a:pt x="0" y="401"/>
                  </a:lnTo>
                  <a:close/>
                </a:path>
              </a:pathLst>
            </a:custGeom>
            <a:solidFill>
              <a:schemeClr val="tx2">
                <a:alpha val="10000"/>
              </a:schemeClr>
            </a:solidFill>
            <a:ln>
              <a:noFill/>
            </a:ln>
          </p:spPr>
          <p:txBody>
            <a:bodyPr vert="horz" wrap="square" lIns="68580" tIns="34290" rIns="68580" bIns="34290" numCol="1" anchor="t" anchorCtr="0" compatLnSpc="1">
              <a:prstTxWarp prst="textNoShape">
                <a:avLst/>
              </a:prstTxWarp>
            </a:bodyPr>
            <a:lstStyle/>
            <a:p>
              <a:endParaRPr lang="id-ID" sz="1350"/>
            </a:p>
          </p:txBody>
        </p:sp>
        <p:sp>
          <p:nvSpPr>
            <p:cNvPr id="24" name="Freeform 38"/>
            <p:cNvSpPr>
              <a:spLocks/>
            </p:cNvSpPr>
            <p:nvPr/>
          </p:nvSpPr>
          <p:spPr bwMode="auto">
            <a:xfrm>
              <a:off x="5973431" y="978669"/>
              <a:ext cx="1129983" cy="978669"/>
            </a:xfrm>
            <a:custGeom>
              <a:avLst/>
              <a:gdLst>
                <a:gd name="T0" fmla="*/ 463 w 463"/>
                <a:gd name="T1" fmla="*/ 0 h 401"/>
                <a:gd name="T2" fmla="*/ 232 w 463"/>
                <a:gd name="T3" fmla="*/ 401 h 401"/>
                <a:gd name="T4" fmla="*/ 0 w 463"/>
                <a:gd name="T5" fmla="*/ 0 h 401"/>
                <a:gd name="T6" fmla="*/ 463 w 463"/>
                <a:gd name="T7" fmla="*/ 0 h 401"/>
              </a:gdLst>
              <a:ahLst/>
              <a:cxnLst>
                <a:cxn ang="0">
                  <a:pos x="T0" y="T1"/>
                </a:cxn>
                <a:cxn ang="0">
                  <a:pos x="T2" y="T3"/>
                </a:cxn>
                <a:cxn ang="0">
                  <a:pos x="T4" y="T5"/>
                </a:cxn>
                <a:cxn ang="0">
                  <a:pos x="T6" y="T7"/>
                </a:cxn>
              </a:cxnLst>
              <a:rect l="0" t="0" r="r" b="b"/>
              <a:pathLst>
                <a:path w="463" h="401">
                  <a:moveTo>
                    <a:pt x="463" y="0"/>
                  </a:moveTo>
                  <a:lnTo>
                    <a:pt x="232" y="401"/>
                  </a:lnTo>
                  <a:lnTo>
                    <a:pt x="0" y="0"/>
                  </a:lnTo>
                  <a:lnTo>
                    <a:pt x="463" y="0"/>
                  </a:lnTo>
                  <a:close/>
                </a:path>
              </a:pathLst>
            </a:custGeom>
            <a:solidFill>
              <a:schemeClr val="bg2">
                <a:lumMod val="60000"/>
                <a:lumOff val="40000"/>
                <a:alpha val="15000"/>
              </a:schemeClr>
            </a:solidFill>
            <a:ln>
              <a:noFill/>
            </a:ln>
          </p:spPr>
          <p:txBody>
            <a:bodyPr vert="horz" wrap="square" lIns="68580" tIns="34290" rIns="68580" bIns="34290" numCol="1" anchor="t" anchorCtr="0" compatLnSpc="1">
              <a:prstTxWarp prst="textNoShape">
                <a:avLst/>
              </a:prstTxWarp>
            </a:bodyPr>
            <a:lstStyle/>
            <a:p>
              <a:endParaRPr lang="id-ID" sz="1350"/>
            </a:p>
          </p:txBody>
        </p:sp>
        <p:sp>
          <p:nvSpPr>
            <p:cNvPr id="25" name="Freeform 39"/>
            <p:cNvSpPr>
              <a:spLocks/>
            </p:cNvSpPr>
            <p:nvPr/>
          </p:nvSpPr>
          <p:spPr bwMode="auto">
            <a:xfrm>
              <a:off x="7103415" y="981109"/>
              <a:ext cx="1132424" cy="978669"/>
            </a:xfrm>
            <a:custGeom>
              <a:avLst/>
              <a:gdLst>
                <a:gd name="T0" fmla="*/ 464 w 464"/>
                <a:gd name="T1" fmla="*/ 0 h 401"/>
                <a:gd name="T2" fmla="*/ 232 w 464"/>
                <a:gd name="T3" fmla="*/ 401 h 401"/>
                <a:gd name="T4" fmla="*/ 0 w 464"/>
                <a:gd name="T5" fmla="*/ 0 h 401"/>
                <a:gd name="T6" fmla="*/ 464 w 464"/>
                <a:gd name="T7" fmla="*/ 0 h 401"/>
              </a:gdLst>
              <a:ahLst/>
              <a:cxnLst>
                <a:cxn ang="0">
                  <a:pos x="T0" y="T1"/>
                </a:cxn>
                <a:cxn ang="0">
                  <a:pos x="T2" y="T3"/>
                </a:cxn>
                <a:cxn ang="0">
                  <a:pos x="T4" y="T5"/>
                </a:cxn>
                <a:cxn ang="0">
                  <a:pos x="T6" y="T7"/>
                </a:cxn>
              </a:cxnLst>
              <a:rect l="0" t="0" r="r" b="b"/>
              <a:pathLst>
                <a:path w="464" h="401">
                  <a:moveTo>
                    <a:pt x="464" y="0"/>
                  </a:moveTo>
                  <a:lnTo>
                    <a:pt x="232" y="401"/>
                  </a:lnTo>
                  <a:lnTo>
                    <a:pt x="0" y="0"/>
                  </a:lnTo>
                  <a:lnTo>
                    <a:pt x="464" y="0"/>
                  </a:lnTo>
                  <a:close/>
                </a:path>
              </a:pathLst>
            </a:custGeom>
            <a:solidFill>
              <a:schemeClr val="tx2">
                <a:alpha val="10000"/>
              </a:schemeClr>
            </a:solidFill>
            <a:ln>
              <a:noFill/>
            </a:ln>
          </p:spPr>
          <p:txBody>
            <a:bodyPr vert="horz" wrap="square" lIns="68580" tIns="34290" rIns="68580" bIns="34290" numCol="1" anchor="t" anchorCtr="0" compatLnSpc="1">
              <a:prstTxWarp prst="textNoShape">
                <a:avLst/>
              </a:prstTxWarp>
            </a:bodyPr>
            <a:lstStyle/>
            <a:p>
              <a:endParaRPr lang="id-ID" sz="1350"/>
            </a:p>
          </p:txBody>
        </p:sp>
        <p:sp>
          <p:nvSpPr>
            <p:cNvPr id="26" name="Freeform 40"/>
            <p:cNvSpPr>
              <a:spLocks/>
            </p:cNvSpPr>
            <p:nvPr/>
          </p:nvSpPr>
          <p:spPr bwMode="auto">
            <a:xfrm>
              <a:off x="7669627" y="978669"/>
              <a:ext cx="1129983" cy="978669"/>
            </a:xfrm>
            <a:custGeom>
              <a:avLst/>
              <a:gdLst>
                <a:gd name="T0" fmla="*/ 0 w 463"/>
                <a:gd name="T1" fmla="*/ 401 h 401"/>
                <a:gd name="T2" fmla="*/ 232 w 463"/>
                <a:gd name="T3" fmla="*/ 0 h 401"/>
                <a:gd name="T4" fmla="*/ 463 w 463"/>
                <a:gd name="T5" fmla="*/ 401 h 401"/>
                <a:gd name="T6" fmla="*/ 0 w 463"/>
                <a:gd name="T7" fmla="*/ 401 h 401"/>
              </a:gdLst>
              <a:ahLst/>
              <a:cxnLst>
                <a:cxn ang="0">
                  <a:pos x="T0" y="T1"/>
                </a:cxn>
                <a:cxn ang="0">
                  <a:pos x="T2" y="T3"/>
                </a:cxn>
                <a:cxn ang="0">
                  <a:pos x="T4" y="T5"/>
                </a:cxn>
                <a:cxn ang="0">
                  <a:pos x="T6" y="T7"/>
                </a:cxn>
              </a:cxnLst>
              <a:rect l="0" t="0" r="r" b="b"/>
              <a:pathLst>
                <a:path w="463" h="401">
                  <a:moveTo>
                    <a:pt x="0" y="401"/>
                  </a:moveTo>
                  <a:lnTo>
                    <a:pt x="232" y="0"/>
                  </a:lnTo>
                  <a:lnTo>
                    <a:pt x="463" y="401"/>
                  </a:lnTo>
                  <a:lnTo>
                    <a:pt x="0" y="401"/>
                  </a:lnTo>
                  <a:close/>
                </a:path>
              </a:pathLst>
            </a:custGeom>
            <a:solidFill>
              <a:schemeClr val="bg2">
                <a:lumMod val="60000"/>
                <a:lumOff val="40000"/>
                <a:alpha val="15000"/>
              </a:schemeClr>
            </a:solidFill>
            <a:ln>
              <a:noFill/>
            </a:ln>
          </p:spPr>
          <p:txBody>
            <a:bodyPr vert="horz" wrap="square" lIns="68580" tIns="34290" rIns="68580" bIns="34290" numCol="1" anchor="t" anchorCtr="0" compatLnSpc="1">
              <a:prstTxWarp prst="textNoShape">
                <a:avLst/>
              </a:prstTxWarp>
            </a:bodyPr>
            <a:lstStyle/>
            <a:p>
              <a:endParaRPr lang="id-ID" sz="1350"/>
            </a:p>
          </p:txBody>
        </p:sp>
        <p:sp>
          <p:nvSpPr>
            <p:cNvPr id="27" name="Freeform 41"/>
            <p:cNvSpPr>
              <a:spLocks/>
            </p:cNvSpPr>
            <p:nvPr/>
          </p:nvSpPr>
          <p:spPr bwMode="auto">
            <a:xfrm>
              <a:off x="8235839" y="981109"/>
              <a:ext cx="1129983" cy="978669"/>
            </a:xfrm>
            <a:custGeom>
              <a:avLst/>
              <a:gdLst>
                <a:gd name="T0" fmla="*/ 463 w 463"/>
                <a:gd name="T1" fmla="*/ 0 h 401"/>
                <a:gd name="T2" fmla="*/ 231 w 463"/>
                <a:gd name="T3" fmla="*/ 401 h 401"/>
                <a:gd name="T4" fmla="*/ 0 w 463"/>
                <a:gd name="T5" fmla="*/ 0 h 401"/>
                <a:gd name="T6" fmla="*/ 463 w 463"/>
                <a:gd name="T7" fmla="*/ 0 h 401"/>
              </a:gdLst>
              <a:ahLst/>
              <a:cxnLst>
                <a:cxn ang="0">
                  <a:pos x="T0" y="T1"/>
                </a:cxn>
                <a:cxn ang="0">
                  <a:pos x="T2" y="T3"/>
                </a:cxn>
                <a:cxn ang="0">
                  <a:pos x="T4" y="T5"/>
                </a:cxn>
                <a:cxn ang="0">
                  <a:pos x="T6" y="T7"/>
                </a:cxn>
              </a:cxnLst>
              <a:rect l="0" t="0" r="r" b="b"/>
              <a:pathLst>
                <a:path w="463" h="401">
                  <a:moveTo>
                    <a:pt x="463" y="0"/>
                  </a:moveTo>
                  <a:lnTo>
                    <a:pt x="231" y="401"/>
                  </a:lnTo>
                  <a:lnTo>
                    <a:pt x="0" y="0"/>
                  </a:lnTo>
                  <a:lnTo>
                    <a:pt x="463" y="0"/>
                  </a:lnTo>
                  <a:close/>
                </a:path>
              </a:pathLst>
            </a:custGeom>
            <a:solidFill>
              <a:schemeClr val="tx2">
                <a:alpha val="10000"/>
              </a:schemeClr>
            </a:solidFill>
            <a:ln>
              <a:noFill/>
            </a:ln>
          </p:spPr>
          <p:txBody>
            <a:bodyPr vert="horz" wrap="square" lIns="68580" tIns="34290" rIns="68580" bIns="34290" numCol="1" anchor="t" anchorCtr="0" compatLnSpc="1">
              <a:prstTxWarp prst="textNoShape">
                <a:avLst/>
              </a:prstTxWarp>
            </a:bodyPr>
            <a:lstStyle/>
            <a:p>
              <a:endParaRPr lang="id-ID" sz="1350"/>
            </a:p>
          </p:txBody>
        </p:sp>
        <p:sp>
          <p:nvSpPr>
            <p:cNvPr id="28" name="Freeform 42"/>
            <p:cNvSpPr>
              <a:spLocks/>
            </p:cNvSpPr>
            <p:nvPr/>
          </p:nvSpPr>
          <p:spPr bwMode="auto">
            <a:xfrm>
              <a:off x="8799609" y="978669"/>
              <a:ext cx="1132424" cy="978669"/>
            </a:xfrm>
            <a:custGeom>
              <a:avLst/>
              <a:gdLst>
                <a:gd name="T0" fmla="*/ 0 w 464"/>
                <a:gd name="T1" fmla="*/ 401 h 401"/>
                <a:gd name="T2" fmla="*/ 232 w 464"/>
                <a:gd name="T3" fmla="*/ 0 h 401"/>
                <a:gd name="T4" fmla="*/ 464 w 464"/>
                <a:gd name="T5" fmla="*/ 401 h 401"/>
                <a:gd name="T6" fmla="*/ 0 w 464"/>
                <a:gd name="T7" fmla="*/ 401 h 401"/>
              </a:gdLst>
              <a:ahLst/>
              <a:cxnLst>
                <a:cxn ang="0">
                  <a:pos x="T0" y="T1"/>
                </a:cxn>
                <a:cxn ang="0">
                  <a:pos x="T2" y="T3"/>
                </a:cxn>
                <a:cxn ang="0">
                  <a:pos x="T4" y="T5"/>
                </a:cxn>
                <a:cxn ang="0">
                  <a:pos x="T6" y="T7"/>
                </a:cxn>
              </a:cxnLst>
              <a:rect l="0" t="0" r="r" b="b"/>
              <a:pathLst>
                <a:path w="464" h="401">
                  <a:moveTo>
                    <a:pt x="0" y="401"/>
                  </a:moveTo>
                  <a:lnTo>
                    <a:pt x="232" y="0"/>
                  </a:lnTo>
                  <a:lnTo>
                    <a:pt x="464" y="401"/>
                  </a:lnTo>
                  <a:lnTo>
                    <a:pt x="0" y="401"/>
                  </a:lnTo>
                  <a:close/>
                </a:path>
              </a:pathLst>
            </a:custGeom>
            <a:solidFill>
              <a:schemeClr val="bg2">
                <a:lumMod val="60000"/>
                <a:lumOff val="40000"/>
                <a:alpha val="15000"/>
              </a:schemeClr>
            </a:solidFill>
            <a:ln>
              <a:noFill/>
            </a:ln>
          </p:spPr>
          <p:txBody>
            <a:bodyPr vert="horz" wrap="square" lIns="68580" tIns="34290" rIns="68580" bIns="34290" numCol="1" anchor="t" anchorCtr="0" compatLnSpc="1">
              <a:prstTxWarp prst="textNoShape">
                <a:avLst/>
              </a:prstTxWarp>
            </a:bodyPr>
            <a:lstStyle/>
            <a:p>
              <a:endParaRPr lang="id-ID" sz="1350"/>
            </a:p>
          </p:txBody>
        </p:sp>
        <p:sp>
          <p:nvSpPr>
            <p:cNvPr id="29" name="Freeform 43"/>
            <p:cNvSpPr>
              <a:spLocks/>
            </p:cNvSpPr>
            <p:nvPr/>
          </p:nvSpPr>
          <p:spPr bwMode="auto">
            <a:xfrm>
              <a:off x="9365821" y="981109"/>
              <a:ext cx="1129983" cy="978669"/>
            </a:xfrm>
            <a:custGeom>
              <a:avLst/>
              <a:gdLst>
                <a:gd name="T0" fmla="*/ 463 w 463"/>
                <a:gd name="T1" fmla="*/ 0 h 401"/>
                <a:gd name="T2" fmla="*/ 232 w 463"/>
                <a:gd name="T3" fmla="*/ 401 h 401"/>
                <a:gd name="T4" fmla="*/ 0 w 463"/>
                <a:gd name="T5" fmla="*/ 0 h 401"/>
                <a:gd name="T6" fmla="*/ 463 w 463"/>
                <a:gd name="T7" fmla="*/ 0 h 401"/>
              </a:gdLst>
              <a:ahLst/>
              <a:cxnLst>
                <a:cxn ang="0">
                  <a:pos x="T0" y="T1"/>
                </a:cxn>
                <a:cxn ang="0">
                  <a:pos x="T2" y="T3"/>
                </a:cxn>
                <a:cxn ang="0">
                  <a:pos x="T4" y="T5"/>
                </a:cxn>
                <a:cxn ang="0">
                  <a:pos x="T6" y="T7"/>
                </a:cxn>
              </a:cxnLst>
              <a:rect l="0" t="0" r="r" b="b"/>
              <a:pathLst>
                <a:path w="463" h="401">
                  <a:moveTo>
                    <a:pt x="463" y="0"/>
                  </a:moveTo>
                  <a:lnTo>
                    <a:pt x="232" y="401"/>
                  </a:lnTo>
                  <a:lnTo>
                    <a:pt x="0" y="0"/>
                  </a:lnTo>
                  <a:lnTo>
                    <a:pt x="463" y="0"/>
                  </a:lnTo>
                  <a:close/>
                </a:path>
              </a:pathLst>
            </a:custGeom>
            <a:solidFill>
              <a:schemeClr val="tx2">
                <a:alpha val="10000"/>
              </a:schemeClr>
            </a:solidFill>
            <a:ln>
              <a:noFill/>
            </a:ln>
          </p:spPr>
          <p:txBody>
            <a:bodyPr vert="horz" wrap="square" lIns="68580" tIns="34290" rIns="68580" bIns="34290" numCol="1" anchor="t" anchorCtr="0" compatLnSpc="1">
              <a:prstTxWarp prst="textNoShape">
                <a:avLst/>
              </a:prstTxWarp>
            </a:bodyPr>
            <a:lstStyle/>
            <a:p>
              <a:endParaRPr lang="id-ID" sz="1350"/>
            </a:p>
          </p:txBody>
        </p:sp>
        <p:sp>
          <p:nvSpPr>
            <p:cNvPr id="30" name="Freeform 46"/>
            <p:cNvSpPr>
              <a:spLocks/>
            </p:cNvSpPr>
            <p:nvPr/>
          </p:nvSpPr>
          <p:spPr bwMode="auto">
            <a:xfrm>
              <a:off x="4843448" y="1957336"/>
              <a:ext cx="1129983" cy="978669"/>
            </a:xfrm>
            <a:custGeom>
              <a:avLst/>
              <a:gdLst>
                <a:gd name="T0" fmla="*/ 0 w 463"/>
                <a:gd name="T1" fmla="*/ 401 h 401"/>
                <a:gd name="T2" fmla="*/ 231 w 463"/>
                <a:gd name="T3" fmla="*/ 0 h 401"/>
                <a:gd name="T4" fmla="*/ 463 w 463"/>
                <a:gd name="T5" fmla="*/ 401 h 401"/>
                <a:gd name="T6" fmla="*/ 0 w 463"/>
                <a:gd name="T7" fmla="*/ 401 h 401"/>
              </a:gdLst>
              <a:ahLst/>
              <a:cxnLst>
                <a:cxn ang="0">
                  <a:pos x="T0" y="T1"/>
                </a:cxn>
                <a:cxn ang="0">
                  <a:pos x="T2" y="T3"/>
                </a:cxn>
                <a:cxn ang="0">
                  <a:pos x="T4" y="T5"/>
                </a:cxn>
                <a:cxn ang="0">
                  <a:pos x="T6" y="T7"/>
                </a:cxn>
              </a:cxnLst>
              <a:rect l="0" t="0" r="r" b="b"/>
              <a:pathLst>
                <a:path w="463" h="401">
                  <a:moveTo>
                    <a:pt x="0" y="401"/>
                  </a:moveTo>
                  <a:lnTo>
                    <a:pt x="231" y="0"/>
                  </a:lnTo>
                  <a:lnTo>
                    <a:pt x="463" y="401"/>
                  </a:lnTo>
                  <a:lnTo>
                    <a:pt x="0" y="401"/>
                  </a:lnTo>
                  <a:close/>
                </a:path>
              </a:pathLst>
            </a:custGeom>
            <a:solidFill>
              <a:schemeClr val="bg2">
                <a:lumMod val="60000"/>
                <a:lumOff val="40000"/>
                <a:alpha val="15000"/>
              </a:schemeClr>
            </a:solidFill>
            <a:ln>
              <a:noFill/>
            </a:ln>
          </p:spPr>
          <p:txBody>
            <a:bodyPr vert="horz" wrap="square" lIns="68580" tIns="34290" rIns="68580" bIns="34290" numCol="1" anchor="t" anchorCtr="0" compatLnSpc="1">
              <a:prstTxWarp prst="textNoShape">
                <a:avLst/>
              </a:prstTxWarp>
            </a:bodyPr>
            <a:lstStyle/>
            <a:p>
              <a:endParaRPr lang="id-ID" sz="1350"/>
            </a:p>
          </p:txBody>
        </p:sp>
        <p:sp>
          <p:nvSpPr>
            <p:cNvPr id="31" name="Freeform 47"/>
            <p:cNvSpPr>
              <a:spLocks/>
            </p:cNvSpPr>
            <p:nvPr/>
          </p:nvSpPr>
          <p:spPr bwMode="auto">
            <a:xfrm>
              <a:off x="5973431" y="1957336"/>
              <a:ext cx="1129983" cy="978669"/>
            </a:xfrm>
            <a:custGeom>
              <a:avLst/>
              <a:gdLst>
                <a:gd name="T0" fmla="*/ 0 w 463"/>
                <a:gd name="T1" fmla="*/ 401 h 401"/>
                <a:gd name="T2" fmla="*/ 232 w 463"/>
                <a:gd name="T3" fmla="*/ 0 h 401"/>
                <a:gd name="T4" fmla="*/ 463 w 463"/>
                <a:gd name="T5" fmla="*/ 401 h 401"/>
                <a:gd name="T6" fmla="*/ 0 w 463"/>
                <a:gd name="T7" fmla="*/ 401 h 401"/>
              </a:gdLst>
              <a:ahLst/>
              <a:cxnLst>
                <a:cxn ang="0">
                  <a:pos x="T0" y="T1"/>
                </a:cxn>
                <a:cxn ang="0">
                  <a:pos x="T2" y="T3"/>
                </a:cxn>
                <a:cxn ang="0">
                  <a:pos x="T4" y="T5"/>
                </a:cxn>
                <a:cxn ang="0">
                  <a:pos x="T6" y="T7"/>
                </a:cxn>
              </a:cxnLst>
              <a:rect l="0" t="0" r="r" b="b"/>
              <a:pathLst>
                <a:path w="463" h="401">
                  <a:moveTo>
                    <a:pt x="0" y="401"/>
                  </a:moveTo>
                  <a:lnTo>
                    <a:pt x="232" y="0"/>
                  </a:lnTo>
                  <a:lnTo>
                    <a:pt x="463" y="401"/>
                  </a:lnTo>
                  <a:lnTo>
                    <a:pt x="0" y="401"/>
                  </a:lnTo>
                  <a:close/>
                </a:path>
              </a:pathLst>
            </a:custGeom>
            <a:solidFill>
              <a:schemeClr val="tx2">
                <a:alpha val="10000"/>
              </a:schemeClr>
            </a:solidFill>
            <a:ln>
              <a:noFill/>
            </a:ln>
          </p:spPr>
          <p:txBody>
            <a:bodyPr vert="horz" wrap="square" lIns="68580" tIns="34290" rIns="68580" bIns="34290" numCol="1" anchor="t" anchorCtr="0" compatLnSpc="1">
              <a:prstTxWarp prst="textNoShape">
                <a:avLst/>
              </a:prstTxWarp>
            </a:bodyPr>
            <a:lstStyle/>
            <a:p>
              <a:endParaRPr lang="id-ID" sz="1350"/>
            </a:p>
          </p:txBody>
        </p:sp>
        <p:sp>
          <p:nvSpPr>
            <p:cNvPr id="32" name="Freeform 48"/>
            <p:cNvSpPr>
              <a:spLocks/>
            </p:cNvSpPr>
            <p:nvPr/>
          </p:nvSpPr>
          <p:spPr bwMode="auto">
            <a:xfrm>
              <a:off x="6539643" y="1957336"/>
              <a:ext cx="1129983" cy="978669"/>
            </a:xfrm>
            <a:custGeom>
              <a:avLst/>
              <a:gdLst>
                <a:gd name="T0" fmla="*/ 463 w 463"/>
                <a:gd name="T1" fmla="*/ 0 h 401"/>
                <a:gd name="T2" fmla="*/ 231 w 463"/>
                <a:gd name="T3" fmla="*/ 401 h 401"/>
                <a:gd name="T4" fmla="*/ 0 w 463"/>
                <a:gd name="T5" fmla="*/ 0 h 401"/>
                <a:gd name="T6" fmla="*/ 463 w 463"/>
                <a:gd name="T7" fmla="*/ 0 h 401"/>
              </a:gdLst>
              <a:ahLst/>
              <a:cxnLst>
                <a:cxn ang="0">
                  <a:pos x="T0" y="T1"/>
                </a:cxn>
                <a:cxn ang="0">
                  <a:pos x="T2" y="T3"/>
                </a:cxn>
                <a:cxn ang="0">
                  <a:pos x="T4" y="T5"/>
                </a:cxn>
                <a:cxn ang="0">
                  <a:pos x="T6" y="T7"/>
                </a:cxn>
              </a:cxnLst>
              <a:rect l="0" t="0" r="r" b="b"/>
              <a:pathLst>
                <a:path w="463" h="401">
                  <a:moveTo>
                    <a:pt x="463" y="0"/>
                  </a:moveTo>
                  <a:lnTo>
                    <a:pt x="231" y="401"/>
                  </a:lnTo>
                  <a:lnTo>
                    <a:pt x="0" y="0"/>
                  </a:lnTo>
                  <a:lnTo>
                    <a:pt x="463" y="0"/>
                  </a:lnTo>
                  <a:close/>
                </a:path>
              </a:pathLst>
            </a:custGeom>
            <a:solidFill>
              <a:schemeClr val="bg2">
                <a:lumMod val="60000"/>
                <a:lumOff val="40000"/>
                <a:alpha val="15000"/>
              </a:schemeClr>
            </a:solidFill>
            <a:ln>
              <a:noFill/>
            </a:ln>
          </p:spPr>
          <p:txBody>
            <a:bodyPr vert="horz" wrap="square" lIns="68580" tIns="34290" rIns="68580" bIns="34290" numCol="1" anchor="t" anchorCtr="0" compatLnSpc="1">
              <a:prstTxWarp prst="textNoShape">
                <a:avLst/>
              </a:prstTxWarp>
            </a:bodyPr>
            <a:lstStyle/>
            <a:p>
              <a:endParaRPr lang="id-ID" sz="1350"/>
            </a:p>
          </p:txBody>
        </p:sp>
        <p:sp>
          <p:nvSpPr>
            <p:cNvPr id="33" name="Freeform 49"/>
            <p:cNvSpPr>
              <a:spLocks/>
            </p:cNvSpPr>
            <p:nvPr/>
          </p:nvSpPr>
          <p:spPr bwMode="auto">
            <a:xfrm>
              <a:off x="7103415" y="1957336"/>
              <a:ext cx="1132424" cy="978669"/>
            </a:xfrm>
            <a:custGeom>
              <a:avLst/>
              <a:gdLst>
                <a:gd name="T0" fmla="*/ 0 w 464"/>
                <a:gd name="T1" fmla="*/ 401 h 401"/>
                <a:gd name="T2" fmla="*/ 232 w 464"/>
                <a:gd name="T3" fmla="*/ 0 h 401"/>
                <a:gd name="T4" fmla="*/ 464 w 464"/>
                <a:gd name="T5" fmla="*/ 401 h 401"/>
                <a:gd name="T6" fmla="*/ 0 w 464"/>
                <a:gd name="T7" fmla="*/ 401 h 401"/>
              </a:gdLst>
              <a:ahLst/>
              <a:cxnLst>
                <a:cxn ang="0">
                  <a:pos x="T0" y="T1"/>
                </a:cxn>
                <a:cxn ang="0">
                  <a:pos x="T2" y="T3"/>
                </a:cxn>
                <a:cxn ang="0">
                  <a:pos x="T4" y="T5"/>
                </a:cxn>
                <a:cxn ang="0">
                  <a:pos x="T6" y="T7"/>
                </a:cxn>
              </a:cxnLst>
              <a:rect l="0" t="0" r="r" b="b"/>
              <a:pathLst>
                <a:path w="464" h="401">
                  <a:moveTo>
                    <a:pt x="0" y="401"/>
                  </a:moveTo>
                  <a:lnTo>
                    <a:pt x="232" y="0"/>
                  </a:lnTo>
                  <a:lnTo>
                    <a:pt x="464" y="401"/>
                  </a:lnTo>
                  <a:lnTo>
                    <a:pt x="0" y="401"/>
                  </a:lnTo>
                  <a:close/>
                </a:path>
              </a:pathLst>
            </a:custGeom>
            <a:solidFill>
              <a:schemeClr val="bg2">
                <a:lumMod val="60000"/>
                <a:lumOff val="40000"/>
                <a:alpha val="15000"/>
              </a:schemeClr>
            </a:solidFill>
            <a:ln>
              <a:noFill/>
            </a:ln>
          </p:spPr>
          <p:txBody>
            <a:bodyPr vert="horz" wrap="square" lIns="68580" tIns="34290" rIns="68580" bIns="34290" numCol="1" anchor="t" anchorCtr="0" compatLnSpc="1">
              <a:prstTxWarp prst="textNoShape">
                <a:avLst/>
              </a:prstTxWarp>
            </a:bodyPr>
            <a:lstStyle/>
            <a:p>
              <a:endParaRPr lang="id-ID" sz="1350"/>
            </a:p>
          </p:txBody>
        </p:sp>
        <p:sp>
          <p:nvSpPr>
            <p:cNvPr id="34" name="Freeform 50"/>
            <p:cNvSpPr>
              <a:spLocks/>
            </p:cNvSpPr>
            <p:nvPr/>
          </p:nvSpPr>
          <p:spPr bwMode="auto">
            <a:xfrm>
              <a:off x="7669627" y="1957336"/>
              <a:ext cx="1129983" cy="978669"/>
            </a:xfrm>
            <a:custGeom>
              <a:avLst/>
              <a:gdLst>
                <a:gd name="T0" fmla="*/ 463 w 463"/>
                <a:gd name="T1" fmla="*/ 0 h 401"/>
                <a:gd name="T2" fmla="*/ 232 w 463"/>
                <a:gd name="T3" fmla="*/ 401 h 401"/>
                <a:gd name="T4" fmla="*/ 0 w 463"/>
                <a:gd name="T5" fmla="*/ 0 h 401"/>
                <a:gd name="T6" fmla="*/ 463 w 463"/>
                <a:gd name="T7" fmla="*/ 0 h 401"/>
              </a:gdLst>
              <a:ahLst/>
              <a:cxnLst>
                <a:cxn ang="0">
                  <a:pos x="T0" y="T1"/>
                </a:cxn>
                <a:cxn ang="0">
                  <a:pos x="T2" y="T3"/>
                </a:cxn>
                <a:cxn ang="0">
                  <a:pos x="T4" y="T5"/>
                </a:cxn>
                <a:cxn ang="0">
                  <a:pos x="T6" y="T7"/>
                </a:cxn>
              </a:cxnLst>
              <a:rect l="0" t="0" r="r" b="b"/>
              <a:pathLst>
                <a:path w="463" h="401">
                  <a:moveTo>
                    <a:pt x="463" y="0"/>
                  </a:moveTo>
                  <a:lnTo>
                    <a:pt x="232" y="401"/>
                  </a:lnTo>
                  <a:lnTo>
                    <a:pt x="0" y="0"/>
                  </a:lnTo>
                  <a:lnTo>
                    <a:pt x="463" y="0"/>
                  </a:lnTo>
                  <a:close/>
                </a:path>
              </a:pathLst>
            </a:custGeom>
            <a:solidFill>
              <a:schemeClr val="bg2">
                <a:lumMod val="60000"/>
                <a:lumOff val="40000"/>
                <a:alpha val="15000"/>
              </a:schemeClr>
            </a:solidFill>
            <a:ln>
              <a:noFill/>
            </a:ln>
          </p:spPr>
          <p:txBody>
            <a:bodyPr vert="horz" wrap="square" lIns="68580" tIns="34290" rIns="68580" bIns="34290" numCol="1" anchor="t" anchorCtr="0" compatLnSpc="1">
              <a:prstTxWarp prst="textNoShape">
                <a:avLst/>
              </a:prstTxWarp>
            </a:bodyPr>
            <a:lstStyle/>
            <a:p>
              <a:endParaRPr lang="id-ID" sz="1350"/>
            </a:p>
          </p:txBody>
        </p:sp>
        <p:sp>
          <p:nvSpPr>
            <p:cNvPr id="35" name="Freeform 51"/>
            <p:cNvSpPr>
              <a:spLocks/>
            </p:cNvSpPr>
            <p:nvPr/>
          </p:nvSpPr>
          <p:spPr bwMode="auto">
            <a:xfrm>
              <a:off x="8235839" y="1957336"/>
              <a:ext cx="1129983" cy="978669"/>
            </a:xfrm>
            <a:custGeom>
              <a:avLst/>
              <a:gdLst>
                <a:gd name="T0" fmla="*/ 0 w 463"/>
                <a:gd name="T1" fmla="*/ 401 h 401"/>
                <a:gd name="T2" fmla="*/ 231 w 463"/>
                <a:gd name="T3" fmla="*/ 0 h 401"/>
                <a:gd name="T4" fmla="*/ 463 w 463"/>
                <a:gd name="T5" fmla="*/ 401 h 401"/>
                <a:gd name="T6" fmla="*/ 0 w 463"/>
                <a:gd name="T7" fmla="*/ 401 h 401"/>
              </a:gdLst>
              <a:ahLst/>
              <a:cxnLst>
                <a:cxn ang="0">
                  <a:pos x="T0" y="T1"/>
                </a:cxn>
                <a:cxn ang="0">
                  <a:pos x="T2" y="T3"/>
                </a:cxn>
                <a:cxn ang="0">
                  <a:pos x="T4" y="T5"/>
                </a:cxn>
                <a:cxn ang="0">
                  <a:pos x="T6" y="T7"/>
                </a:cxn>
              </a:cxnLst>
              <a:rect l="0" t="0" r="r" b="b"/>
              <a:pathLst>
                <a:path w="463" h="401">
                  <a:moveTo>
                    <a:pt x="0" y="401"/>
                  </a:moveTo>
                  <a:lnTo>
                    <a:pt x="231" y="0"/>
                  </a:lnTo>
                  <a:lnTo>
                    <a:pt x="463" y="401"/>
                  </a:lnTo>
                  <a:lnTo>
                    <a:pt x="0" y="401"/>
                  </a:lnTo>
                  <a:close/>
                </a:path>
              </a:pathLst>
            </a:custGeom>
            <a:solidFill>
              <a:schemeClr val="tx2">
                <a:alpha val="10000"/>
              </a:schemeClr>
            </a:solidFill>
            <a:ln>
              <a:noFill/>
            </a:ln>
          </p:spPr>
          <p:txBody>
            <a:bodyPr vert="horz" wrap="square" lIns="68580" tIns="34290" rIns="68580" bIns="34290" numCol="1" anchor="t" anchorCtr="0" compatLnSpc="1">
              <a:prstTxWarp prst="textNoShape">
                <a:avLst/>
              </a:prstTxWarp>
            </a:bodyPr>
            <a:lstStyle/>
            <a:p>
              <a:endParaRPr lang="id-ID" sz="1350"/>
            </a:p>
          </p:txBody>
        </p:sp>
        <p:sp>
          <p:nvSpPr>
            <p:cNvPr id="36" name="Freeform 52"/>
            <p:cNvSpPr>
              <a:spLocks/>
            </p:cNvSpPr>
            <p:nvPr/>
          </p:nvSpPr>
          <p:spPr bwMode="auto">
            <a:xfrm>
              <a:off x="9365821" y="1957336"/>
              <a:ext cx="1129983" cy="978669"/>
            </a:xfrm>
            <a:custGeom>
              <a:avLst/>
              <a:gdLst>
                <a:gd name="T0" fmla="*/ 0 w 463"/>
                <a:gd name="T1" fmla="*/ 401 h 401"/>
                <a:gd name="T2" fmla="*/ 232 w 463"/>
                <a:gd name="T3" fmla="*/ 0 h 401"/>
                <a:gd name="T4" fmla="*/ 463 w 463"/>
                <a:gd name="T5" fmla="*/ 401 h 401"/>
                <a:gd name="T6" fmla="*/ 0 w 463"/>
                <a:gd name="T7" fmla="*/ 401 h 401"/>
              </a:gdLst>
              <a:ahLst/>
              <a:cxnLst>
                <a:cxn ang="0">
                  <a:pos x="T0" y="T1"/>
                </a:cxn>
                <a:cxn ang="0">
                  <a:pos x="T2" y="T3"/>
                </a:cxn>
                <a:cxn ang="0">
                  <a:pos x="T4" y="T5"/>
                </a:cxn>
                <a:cxn ang="0">
                  <a:pos x="T6" y="T7"/>
                </a:cxn>
              </a:cxnLst>
              <a:rect l="0" t="0" r="r" b="b"/>
              <a:pathLst>
                <a:path w="463" h="401">
                  <a:moveTo>
                    <a:pt x="0" y="401"/>
                  </a:moveTo>
                  <a:lnTo>
                    <a:pt x="232" y="0"/>
                  </a:lnTo>
                  <a:lnTo>
                    <a:pt x="463" y="401"/>
                  </a:lnTo>
                  <a:lnTo>
                    <a:pt x="0" y="401"/>
                  </a:lnTo>
                  <a:close/>
                </a:path>
              </a:pathLst>
            </a:custGeom>
            <a:solidFill>
              <a:schemeClr val="bg2">
                <a:lumMod val="60000"/>
                <a:lumOff val="40000"/>
                <a:alpha val="15000"/>
              </a:schemeClr>
            </a:solidFill>
            <a:ln>
              <a:noFill/>
            </a:ln>
          </p:spPr>
          <p:txBody>
            <a:bodyPr vert="horz" wrap="square" lIns="68580" tIns="34290" rIns="68580" bIns="34290" numCol="1" anchor="t" anchorCtr="0" compatLnSpc="1">
              <a:prstTxWarp prst="textNoShape">
                <a:avLst/>
              </a:prstTxWarp>
            </a:bodyPr>
            <a:lstStyle/>
            <a:p>
              <a:endParaRPr lang="id-ID" sz="1350"/>
            </a:p>
          </p:txBody>
        </p:sp>
        <p:sp>
          <p:nvSpPr>
            <p:cNvPr id="37" name="Freeform 56"/>
            <p:cNvSpPr>
              <a:spLocks/>
            </p:cNvSpPr>
            <p:nvPr/>
          </p:nvSpPr>
          <p:spPr bwMode="auto">
            <a:xfrm>
              <a:off x="4843448" y="2936005"/>
              <a:ext cx="1129983" cy="981109"/>
            </a:xfrm>
            <a:custGeom>
              <a:avLst/>
              <a:gdLst>
                <a:gd name="T0" fmla="*/ 463 w 463"/>
                <a:gd name="T1" fmla="*/ 0 h 402"/>
                <a:gd name="T2" fmla="*/ 231 w 463"/>
                <a:gd name="T3" fmla="*/ 402 h 402"/>
                <a:gd name="T4" fmla="*/ 0 w 463"/>
                <a:gd name="T5" fmla="*/ 0 h 402"/>
                <a:gd name="T6" fmla="*/ 463 w 463"/>
                <a:gd name="T7" fmla="*/ 0 h 402"/>
              </a:gdLst>
              <a:ahLst/>
              <a:cxnLst>
                <a:cxn ang="0">
                  <a:pos x="T0" y="T1"/>
                </a:cxn>
                <a:cxn ang="0">
                  <a:pos x="T2" y="T3"/>
                </a:cxn>
                <a:cxn ang="0">
                  <a:pos x="T4" y="T5"/>
                </a:cxn>
                <a:cxn ang="0">
                  <a:pos x="T6" y="T7"/>
                </a:cxn>
              </a:cxnLst>
              <a:rect l="0" t="0" r="r" b="b"/>
              <a:pathLst>
                <a:path w="463" h="402">
                  <a:moveTo>
                    <a:pt x="463" y="0"/>
                  </a:moveTo>
                  <a:lnTo>
                    <a:pt x="231" y="402"/>
                  </a:lnTo>
                  <a:lnTo>
                    <a:pt x="0" y="0"/>
                  </a:lnTo>
                  <a:lnTo>
                    <a:pt x="463" y="0"/>
                  </a:lnTo>
                  <a:close/>
                </a:path>
              </a:pathLst>
            </a:custGeom>
            <a:solidFill>
              <a:schemeClr val="tx2">
                <a:alpha val="10000"/>
              </a:schemeClr>
            </a:solidFill>
            <a:ln>
              <a:noFill/>
            </a:ln>
          </p:spPr>
          <p:txBody>
            <a:bodyPr vert="horz" wrap="square" lIns="68580" tIns="34290" rIns="68580" bIns="34290" numCol="1" anchor="t" anchorCtr="0" compatLnSpc="1">
              <a:prstTxWarp prst="textNoShape">
                <a:avLst/>
              </a:prstTxWarp>
            </a:bodyPr>
            <a:lstStyle/>
            <a:p>
              <a:endParaRPr lang="id-ID" sz="1350"/>
            </a:p>
          </p:txBody>
        </p:sp>
        <p:sp>
          <p:nvSpPr>
            <p:cNvPr id="38" name="Freeform 57"/>
            <p:cNvSpPr>
              <a:spLocks/>
            </p:cNvSpPr>
            <p:nvPr/>
          </p:nvSpPr>
          <p:spPr bwMode="auto">
            <a:xfrm>
              <a:off x="5407219" y="2936005"/>
              <a:ext cx="1132424" cy="981109"/>
            </a:xfrm>
            <a:custGeom>
              <a:avLst/>
              <a:gdLst>
                <a:gd name="T0" fmla="*/ 0 w 464"/>
                <a:gd name="T1" fmla="*/ 402 h 402"/>
                <a:gd name="T2" fmla="*/ 232 w 464"/>
                <a:gd name="T3" fmla="*/ 0 h 402"/>
                <a:gd name="T4" fmla="*/ 464 w 464"/>
                <a:gd name="T5" fmla="*/ 402 h 402"/>
                <a:gd name="T6" fmla="*/ 0 w 464"/>
                <a:gd name="T7" fmla="*/ 402 h 402"/>
              </a:gdLst>
              <a:ahLst/>
              <a:cxnLst>
                <a:cxn ang="0">
                  <a:pos x="T0" y="T1"/>
                </a:cxn>
                <a:cxn ang="0">
                  <a:pos x="T2" y="T3"/>
                </a:cxn>
                <a:cxn ang="0">
                  <a:pos x="T4" y="T5"/>
                </a:cxn>
                <a:cxn ang="0">
                  <a:pos x="T6" y="T7"/>
                </a:cxn>
              </a:cxnLst>
              <a:rect l="0" t="0" r="r" b="b"/>
              <a:pathLst>
                <a:path w="464" h="402">
                  <a:moveTo>
                    <a:pt x="0" y="402"/>
                  </a:moveTo>
                  <a:lnTo>
                    <a:pt x="232" y="0"/>
                  </a:lnTo>
                  <a:lnTo>
                    <a:pt x="464" y="402"/>
                  </a:lnTo>
                  <a:lnTo>
                    <a:pt x="0" y="402"/>
                  </a:lnTo>
                  <a:close/>
                </a:path>
              </a:pathLst>
            </a:custGeom>
            <a:solidFill>
              <a:schemeClr val="bg2">
                <a:lumMod val="60000"/>
                <a:lumOff val="40000"/>
                <a:alpha val="15000"/>
              </a:schemeClr>
            </a:solidFill>
            <a:ln>
              <a:noFill/>
            </a:ln>
          </p:spPr>
          <p:txBody>
            <a:bodyPr vert="horz" wrap="square" lIns="68580" tIns="34290" rIns="68580" bIns="34290" numCol="1" anchor="t" anchorCtr="0" compatLnSpc="1">
              <a:prstTxWarp prst="textNoShape">
                <a:avLst/>
              </a:prstTxWarp>
            </a:bodyPr>
            <a:lstStyle/>
            <a:p>
              <a:endParaRPr lang="id-ID" sz="1350"/>
            </a:p>
          </p:txBody>
        </p:sp>
        <p:sp>
          <p:nvSpPr>
            <p:cNvPr id="39" name="Freeform 58"/>
            <p:cNvSpPr>
              <a:spLocks/>
            </p:cNvSpPr>
            <p:nvPr/>
          </p:nvSpPr>
          <p:spPr bwMode="auto">
            <a:xfrm>
              <a:off x="5973431" y="2936005"/>
              <a:ext cx="1129983" cy="981109"/>
            </a:xfrm>
            <a:custGeom>
              <a:avLst/>
              <a:gdLst>
                <a:gd name="T0" fmla="*/ 463 w 463"/>
                <a:gd name="T1" fmla="*/ 0 h 402"/>
                <a:gd name="T2" fmla="*/ 232 w 463"/>
                <a:gd name="T3" fmla="*/ 402 h 402"/>
                <a:gd name="T4" fmla="*/ 0 w 463"/>
                <a:gd name="T5" fmla="*/ 0 h 402"/>
                <a:gd name="T6" fmla="*/ 463 w 463"/>
                <a:gd name="T7" fmla="*/ 0 h 402"/>
              </a:gdLst>
              <a:ahLst/>
              <a:cxnLst>
                <a:cxn ang="0">
                  <a:pos x="T0" y="T1"/>
                </a:cxn>
                <a:cxn ang="0">
                  <a:pos x="T2" y="T3"/>
                </a:cxn>
                <a:cxn ang="0">
                  <a:pos x="T4" y="T5"/>
                </a:cxn>
                <a:cxn ang="0">
                  <a:pos x="T6" y="T7"/>
                </a:cxn>
              </a:cxnLst>
              <a:rect l="0" t="0" r="r" b="b"/>
              <a:pathLst>
                <a:path w="463" h="402">
                  <a:moveTo>
                    <a:pt x="463" y="0"/>
                  </a:moveTo>
                  <a:lnTo>
                    <a:pt x="232" y="402"/>
                  </a:lnTo>
                  <a:lnTo>
                    <a:pt x="0" y="0"/>
                  </a:lnTo>
                  <a:lnTo>
                    <a:pt x="463" y="0"/>
                  </a:lnTo>
                  <a:close/>
                </a:path>
              </a:pathLst>
            </a:custGeom>
            <a:solidFill>
              <a:schemeClr val="bg2">
                <a:lumMod val="60000"/>
                <a:lumOff val="40000"/>
                <a:alpha val="15000"/>
              </a:schemeClr>
            </a:solidFill>
            <a:ln>
              <a:noFill/>
            </a:ln>
          </p:spPr>
          <p:txBody>
            <a:bodyPr vert="horz" wrap="square" lIns="68580" tIns="34290" rIns="68580" bIns="34290" numCol="1" anchor="t" anchorCtr="0" compatLnSpc="1">
              <a:prstTxWarp prst="textNoShape">
                <a:avLst/>
              </a:prstTxWarp>
            </a:bodyPr>
            <a:lstStyle/>
            <a:p>
              <a:endParaRPr lang="id-ID" sz="1350"/>
            </a:p>
          </p:txBody>
        </p:sp>
        <p:sp>
          <p:nvSpPr>
            <p:cNvPr id="40" name="Freeform 59"/>
            <p:cNvSpPr>
              <a:spLocks/>
            </p:cNvSpPr>
            <p:nvPr/>
          </p:nvSpPr>
          <p:spPr bwMode="auto">
            <a:xfrm>
              <a:off x="6539643" y="2936005"/>
              <a:ext cx="1129983" cy="981109"/>
            </a:xfrm>
            <a:custGeom>
              <a:avLst/>
              <a:gdLst>
                <a:gd name="T0" fmla="*/ 0 w 463"/>
                <a:gd name="T1" fmla="*/ 402 h 402"/>
                <a:gd name="T2" fmla="*/ 231 w 463"/>
                <a:gd name="T3" fmla="*/ 0 h 402"/>
                <a:gd name="T4" fmla="*/ 463 w 463"/>
                <a:gd name="T5" fmla="*/ 402 h 402"/>
                <a:gd name="T6" fmla="*/ 0 w 463"/>
                <a:gd name="T7" fmla="*/ 402 h 402"/>
              </a:gdLst>
              <a:ahLst/>
              <a:cxnLst>
                <a:cxn ang="0">
                  <a:pos x="T0" y="T1"/>
                </a:cxn>
                <a:cxn ang="0">
                  <a:pos x="T2" y="T3"/>
                </a:cxn>
                <a:cxn ang="0">
                  <a:pos x="T4" y="T5"/>
                </a:cxn>
                <a:cxn ang="0">
                  <a:pos x="T6" y="T7"/>
                </a:cxn>
              </a:cxnLst>
              <a:rect l="0" t="0" r="r" b="b"/>
              <a:pathLst>
                <a:path w="463" h="402">
                  <a:moveTo>
                    <a:pt x="0" y="402"/>
                  </a:moveTo>
                  <a:lnTo>
                    <a:pt x="231" y="0"/>
                  </a:lnTo>
                  <a:lnTo>
                    <a:pt x="463" y="402"/>
                  </a:lnTo>
                  <a:lnTo>
                    <a:pt x="0" y="402"/>
                  </a:lnTo>
                  <a:close/>
                </a:path>
              </a:pathLst>
            </a:custGeom>
            <a:solidFill>
              <a:schemeClr val="bg2">
                <a:lumMod val="60000"/>
                <a:lumOff val="40000"/>
                <a:alpha val="15000"/>
              </a:schemeClr>
            </a:solidFill>
            <a:ln>
              <a:noFill/>
            </a:ln>
          </p:spPr>
          <p:txBody>
            <a:bodyPr vert="horz" wrap="square" lIns="68580" tIns="34290" rIns="68580" bIns="34290" numCol="1" anchor="t" anchorCtr="0" compatLnSpc="1">
              <a:prstTxWarp prst="textNoShape">
                <a:avLst/>
              </a:prstTxWarp>
            </a:bodyPr>
            <a:lstStyle/>
            <a:p>
              <a:endParaRPr lang="id-ID" sz="1350"/>
            </a:p>
          </p:txBody>
        </p:sp>
        <p:sp>
          <p:nvSpPr>
            <p:cNvPr id="41" name="Freeform 60"/>
            <p:cNvSpPr>
              <a:spLocks/>
            </p:cNvSpPr>
            <p:nvPr/>
          </p:nvSpPr>
          <p:spPr bwMode="auto">
            <a:xfrm>
              <a:off x="7103415" y="2936005"/>
              <a:ext cx="1132424" cy="981109"/>
            </a:xfrm>
            <a:custGeom>
              <a:avLst/>
              <a:gdLst>
                <a:gd name="T0" fmla="*/ 464 w 464"/>
                <a:gd name="T1" fmla="*/ 0 h 402"/>
                <a:gd name="T2" fmla="*/ 232 w 464"/>
                <a:gd name="T3" fmla="*/ 402 h 402"/>
                <a:gd name="T4" fmla="*/ 0 w 464"/>
                <a:gd name="T5" fmla="*/ 0 h 402"/>
                <a:gd name="T6" fmla="*/ 464 w 464"/>
                <a:gd name="T7" fmla="*/ 0 h 402"/>
              </a:gdLst>
              <a:ahLst/>
              <a:cxnLst>
                <a:cxn ang="0">
                  <a:pos x="T0" y="T1"/>
                </a:cxn>
                <a:cxn ang="0">
                  <a:pos x="T2" y="T3"/>
                </a:cxn>
                <a:cxn ang="0">
                  <a:pos x="T4" y="T5"/>
                </a:cxn>
                <a:cxn ang="0">
                  <a:pos x="T6" y="T7"/>
                </a:cxn>
              </a:cxnLst>
              <a:rect l="0" t="0" r="r" b="b"/>
              <a:pathLst>
                <a:path w="464" h="402">
                  <a:moveTo>
                    <a:pt x="464" y="0"/>
                  </a:moveTo>
                  <a:lnTo>
                    <a:pt x="232" y="402"/>
                  </a:lnTo>
                  <a:lnTo>
                    <a:pt x="0" y="0"/>
                  </a:lnTo>
                  <a:lnTo>
                    <a:pt x="464" y="0"/>
                  </a:lnTo>
                  <a:close/>
                </a:path>
              </a:pathLst>
            </a:custGeom>
            <a:solidFill>
              <a:schemeClr val="tx2">
                <a:alpha val="10000"/>
              </a:schemeClr>
            </a:solidFill>
            <a:ln>
              <a:noFill/>
            </a:ln>
          </p:spPr>
          <p:txBody>
            <a:bodyPr vert="horz" wrap="square" lIns="68580" tIns="34290" rIns="68580" bIns="34290" numCol="1" anchor="t" anchorCtr="0" compatLnSpc="1">
              <a:prstTxWarp prst="textNoShape">
                <a:avLst/>
              </a:prstTxWarp>
            </a:bodyPr>
            <a:lstStyle/>
            <a:p>
              <a:endParaRPr lang="id-ID" sz="1350"/>
            </a:p>
          </p:txBody>
        </p:sp>
        <p:sp>
          <p:nvSpPr>
            <p:cNvPr id="42" name="Freeform 61"/>
            <p:cNvSpPr>
              <a:spLocks/>
            </p:cNvSpPr>
            <p:nvPr/>
          </p:nvSpPr>
          <p:spPr bwMode="auto">
            <a:xfrm>
              <a:off x="8235839" y="2936005"/>
              <a:ext cx="1129983" cy="981109"/>
            </a:xfrm>
            <a:custGeom>
              <a:avLst/>
              <a:gdLst>
                <a:gd name="T0" fmla="*/ 463 w 463"/>
                <a:gd name="T1" fmla="*/ 0 h 402"/>
                <a:gd name="T2" fmla="*/ 231 w 463"/>
                <a:gd name="T3" fmla="*/ 402 h 402"/>
                <a:gd name="T4" fmla="*/ 0 w 463"/>
                <a:gd name="T5" fmla="*/ 0 h 402"/>
                <a:gd name="T6" fmla="*/ 463 w 463"/>
                <a:gd name="T7" fmla="*/ 0 h 402"/>
              </a:gdLst>
              <a:ahLst/>
              <a:cxnLst>
                <a:cxn ang="0">
                  <a:pos x="T0" y="T1"/>
                </a:cxn>
                <a:cxn ang="0">
                  <a:pos x="T2" y="T3"/>
                </a:cxn>
                <a:cxn ang="0">
                  <a:pos x="T4" y="T5"/>
                </a:cxn>
                <a:cxn ang="0">
                  <a:pos x="T6" y="T7"/>
                </a:cxn>
              </a:cxnLst>
              <a:rect l="0" t="0" r="r" b="b"/>
              <a:pathLst>
                <a:path w="463" h="402">
                  <a:moveTo>
                    <a:pt x="463" y="0"/>
                  </a:moveTo>
                  <a:lnTo>
                    <a:pt x="231" y="402"/>
                  </a:lnTo>
                  <a:lnTo>
                    <a:pt x="0" y="0"/>
                  </a:lnTo>
                  <a:lnTo>
                    <a:pt x="463" y="0"/>
                  </a:lnTo>
                  <a:close/>
                </a:path>
              </a:pathLst>
            </a:custGeom>
            <a:solidFill>
              <a:schemeClr val="bg2">
                <a:lumMod val="60000"/>
                <a:lumOff val="40000"/>
                <a:alpha val="15000"/>
              </a:schemeClr>
            </a:solidFill>
            <a:ln>
              <a:noFill/>
            </a:ln>
          </p:spPr>
          <p:txBody>
            <a:bodyPr vert="horz" wrap="square" lIns="68580" tIns="34290" rIns="68580" bIns="34290" numCol="1" anchor="t" anchorCtr="0" compatLnSpc="1">
              <a:prstTxWarp prst="textNoShape">
                <a:avLst/>
              </a:prstTxWarp>
            </a:bodyPr>
            <a:lstStyle/>
            <a:p>
              <a:endParaRPr lang="id-ID" sz="1350"/>
            </a:p>
          </p:txBody>
        </p:sp>
        <p:sp>
          <p:nvSpPr>
            <p:cNvPr id="43" name="Freeform 62"/>
            <p:cNvSpPr>
              <a:spLocks/>
            </p:cNvSpPr>
            <p:nvPr/>
          </p:nvSpPr>
          <p:spPr bwMode="auto">
            <a:xfrm>
              <a:off x="8799609" y="2936005"/>
              <a:ext cx="1132424" cy="981109"/>
            </a:xfrm>
            <a:custGeom>
              <a:avLst/>
              <a:gdLst>
                <a:gd name="T0" fmla="*/ 0 w 464"/>
                <a:gd name="T1" fmla="*/ 402 h 402"/>
                <a:gd name="T2" fmla="*/ 232 w 464"/>
                <a:gd name="T3" fmla="*/ 0 h 402"/>
                <a:gd name="T4" fmla="*/ 464 w 464"/>
                <a:gd name="T5" fmla="*/ 402 h 402"/>
                <a:gd name="T6" fmla="*/ 0 w 464"/>
                <a:gd name="T7" fmla="*/ 402 h 402"/>
              </a:gdLst>
              <a:ahLst/>
              <a:cxnLst>
                <a:cxn ang="0">
                  <a:pos x="T0" y="T1"/>
                </a:cxn>
                <a:cxn ang="0">
                  <a:pos x="T2" y="T3"/>
                </a:cxn>
                <a:cxn ang="0">
                  <a:pos x="T4" y="T5"/>
                </a:cxn>
                <a:cxn ang="0">
                  <a:pos x="T6" y="T7"/>
                </a:cxn>
              </a:cxnLst>
              <a:rect l="0" t="0" r="r" b="b"/>
              <a:pathLst>
                <a:path w="464" h="402">
                  <a:moveTo>
                    <a:pt x="0" y="402"/>
                  </a:moveTo>
                  <a:lnTo>
                    <a:pt x="232" y="0"/>
                  </a:lnTo>
                  <a:lnTo>
                    <a:pt x="464" y="402"/>
                  </a:lnTo>
                  <a:lnTo>
                    <a:pt x="0" y="402"/>
                  </a:lnTo>
                  <a:close/>
                </a:path>
              </a:pathLst>
            </a:custGeom>
            <a:solidFill>
              <a:schemeClr val="tx2">
                <a:alpha val="10000"/>
              </a:schemeClr>
            </a:solidFill>
            <a:ln>
              <a:noFill/>
            </a:ln>
          </p:spPr>
          <p:txBody>
            <a:bodyPr vert="horz" wrap="square" lIns="68580" tIns="34290" rIns="68580" bIns="34290" numCol="1" anchor="t" anchorCtr="0" compatLnSpc="1">
              <a:prstTxWarp prst="textNoShape">
                <a:avLst/>
              </a:prstTxWarp>
            </a:bodyPr>
            <a:lstStyle/>
            <a:p>
              <a:endParaRPr lang="id-ID" sz="1350"/>
            </a:p>
          </p:txBody>
        </p:sp>
        <p:sp>
          <p:nvSpPr>
            <p:cNvPr id="44" name="Freeform 65"/>
            <p:cNvSpPr>
              <a:spLocks/>
            </p:cNvSpPr>
            <p:nvPr/>
          </p:nvSpPr>
          <p:spPr bwMode="auto">
            <a:xfrm>
              <a:off x="5407219" y="3917114"/>
              <a:ext cx="1132424" cy="983550"/>
            </a:xfrm>
            <a:custGeom>
              <a:avLst/>
              <a:gdLst>
                <a:gd name="T0" fmla="*/ 464 w 464"/>
                <a:gd name="T1" fmla="*/ 0 h 403"/>
                <a:gd name="T2" fmla="*/ 232 w 464"/>
                <a:gd name="T3" fmla="*/ 403 h 403"/>
                <a:gd name="T4" fmla="*/ 0 w 464"/>
                <a:gd name="T5" fmla="*/ 0 h 403"/>
                <a:gd name="T6" fmla="*/ 464 w 464"/>
                <a:gd name="T7" fmla="*/ 0 h 403"/>
              </a:gdLst>
              <a:ahLst/>
              <a:cxnLst>
                <a:cxn ang="0">
                  <a:pos x="T0" y="T1"/>
                </a:cxn>
                <a:cxn ang="0">
                  <a:pos x="T2" y="T3"/>
                </a:cxn>
                <a:cxn ang="0">
                  <a:pos x="T4" y="T5"/>
                </a:cxn>
                <a:cxn ang="0">
                  <a:pos x="T6" y="T7"/>
                </a:cxn>
              </a:cxnLst>
              <a:rect l="0" t="0" r="r" b="b"/>
              <a:pathLst>
                <a:path w="464" h="403">
                  <a:moveTo>
                    <a:pt x="464" y="0"/>
                  </a:moveTo>
                  <a:lnTo>
                    <a:pt x="232" y="403"/>
                  </a:lnTo>
                  <a:lnTo>
                    <a:pt x="0" y="0"/>
                  </a:lnTo>
                  <a:lnTo>
                    <a:pt x="464" y="0"/>
                  </a:lnTo>
                  <a:close/>
                </a:path>
              </a:pathLst>
            </a:custGeom>
            <a:solidFill>
              <a:schemeClr val="bg2">
                <a:lumMod val="60000"/>
                <a:lumOff val="40000"/>
                <a:alpha val="15000"/>
              </a:schemeClr>
            </a:solidFill>
            <a:ln>
              <a:noFill/>
            </a:ln>
          </p:spPr>
          <p:txBody>
            <a:bodyPr vert="horz" wrap="square" lIns="68580" tIns="34290" rIns="68580" bIns="34290" numCol="1" anchor="t" anchorCtr="0" compatLnSpc="1">
              <a:prstTxWarp prst="textNoShape">
                <a:avLst/>
              </a:prstTxWarp>
            </a:bodyPr>
            <a:lstStyle/>
            <a:p>
              <a:endParaRPr lang="id-ID" sz="1350"/>
            </a:p>
          </p:txBody>
        </p:sp>
        <p:sp>
          <p:nvSpPr>
            <p:cNvPr id="45" name="Freeform 66"/>
            <p:cNvSpPr>
              <a:spLocks/>
            </p:cNvSpPr>
            <p:nvPr/>
          </p:nvSpPr>
          <p:spPr bwMode="auto">
            <a:xfrm>
              <a:off x="6539643" y="3917114"/>
              <a:ext cx="1129983" cy="983550"/>
            </a:xfrm>
            <a:custGeom>
              <a:avLst/>
              <a:gdLst>
                <a:gd name="T0" fmla="*/ 463 w 463"/>
                <a:gd name="T1" fmla="*/ 0 h 403"/>
                <a:gd name="T2" fmla="*/ 231 w 463"/>
                <a:gd name="T3" fmla="*/ 403 h 403"/>
                <a:gd name="T4" fmla="*/ 0 w 463"/>
                <a:gd name="T5" fmla="*/ 0 h 403"/>
                <a:gd name="T6" fmla="*/ 463 w 463"/>
                <a:gd name="T7" fmla="*/ 0 h 403"/>
              </a:gdLst>
              <a:ahLst/>
              <a:cxnLst>
                <a:cxn ang="0">
                  <a:pos x="T0" y="T1"/>
                </a:cxn>
                <a:cxn ang="0">
                  <a:pos x="T2" y="T3"/>
                </a:cxn>
                <a:cxn ang="0">
                  <a:pos x="T4" y="T5"/>
                </a:cxn>
                <a:cxn ang="0">
                  <a:pos x="T6" y="T7"/>
                </a:cxn>
              </a:cxnLst>
              <a:rect l="0" t="0" r="r" b="b"/>
              <a:pathLst>
                <a:path w="463" h="403">
                  <a:moveTo>
                    <a:pt x="463" y="0"/>
                  </a:moveTo>
                  <a:lnTo>
                    <a:pt x="231" y="403"/>
                  </a:lnTo>
                  <a:lnTo>
                    <a:pt x="0" y="0"/>
                  </a:lnTo>
                  <a:lnTo>
                    <a:pt x="463" y="0"/>
                  </a:lnTo>
                  <a:close/>
                </a:path>
              </a:pathLst>
            </a:custGeom>
            <a:solidFill>
              <a:schemeClr val="tx2">
                <a:alpha val="10000"/>
              </a:schemeClr>
            </a:solidFill>
            <a:ln>
              <a:noFill/>
            </a:ln>
          </p:spPr>
          <p:txBody>
            <a:bodyPr vert="horz" wrap="square" lIns="68580" tIns="34290" rIns="68580" bIns="34290" numCol="1" anchor="t" anchorCtr="0" compatLnSpc="1">
              <a:prstTxWarp prst="textNoShape">
                <a:avLst/>
              </a:prstTxWarp>
            </a:bodyPr>
            <a:lstStyle/>
            <a:p>
              <a:endParaRPr lang="id-ID" sz="1350"/>
            </a:p>
          </p:txBody>
        </p:sp>
        <p:sp>
          <p:nvSpPr>
            <p:cNvPr id="46" name="Freeform 67"/>
            <p:cNvSpPr>
              <a:spLocks/>
            </p:cNvSpPr>
            <p:nvPr/>
          </p:nvSpPr>
          <p:spPr bwMode="auto">
            <a:xfrm>
              <a:off x="7103415" y="3917114"/>
              <a:ext cx="1132424" cy="983550"/>
            </a:xfrm>
            <a:custGeom>
              <a:avLst/>
              <a:gdLst>
                <a:gd name="T0" fmla="*/ 0 w 464"/>
                <a:gd name="T1" fmla="*/ 403 h 403"/>
                <a:gd name="T2" fmla="*/ 232 w 464"/>
                <a:gd name="T3" fmla="*/ 0 h 403"/>
                <a:gd name="T4" fmla="*/ 464 w 464"/>
                <a:gd name="T5" fmla="*/ 403 h 403"/>
                <a:gd name="T6" fmla="*/ 0 w 464"/>
                <a:gd name="T7" fmla="*/ 403 h 403"/>
              </a:gdLst>
              <a:ahLst/>
              <a:cxnLst>
                <a:cxn ang="0">
                  <a:pos x="T0" y="T1"/>
                </a:cxn>
                <a:cxn ang="0">
                  <a:pos x="T2" y="T3"/>
                </a:cxn>
                <a:cxn ang="0">
                  <a:pos x="T4" y="T5"/>
                </a:cxn>
                <a:cxn ang="0">
                  <a:pos x="T6" y="T7"/>
                </a:cxn>
              </a:cxnLst>
              <a:rect l="0" t="0" r="r" b="b"/>
              <a:pathLst>
                <a:path w="464" h="403">
                  <a:moveTo>
                    <a:pt x="0" y="403"/>
                  </a:moveTo>
                  <a:lnTo>
                    <a:pt x="232" y="0"/>
                  </a:lnTo>
                  <a:lnTo>
                    <a:pt x="464" y="403"/>
                  </a:lnTo>
                  <a:lnTo>
                    <a:pt x="0" y="403"/>
                  </a:lnTo>
                  <a:close/>
                </a:path>
              </a:pathLst>
            </a:custGeom>
            <a:solidFill>
              <a:schemeClr val="bg2">
                <a:lumMod val="60000"/>
                <a:lumOff val="40000"/>
                <a:alpha val="15000"/>
              </a:schemeClr>
            </a:solidFill>
            <a:ln>
              <a:noFill/>
            </a:ln>
          </p:spPr>
          <p:txBody>
            <a:bodyPr vert="horz" wrap="square" lIns="68580" tIns="34290" rIns="68580" bIns="34290" numCol="1" anchor="t" anchorCtr="0" compatLnSpc="1">
              <a:prstTxWarp prst="textNoShape">
                <a:avLst/>
              </a:prstTxWarp>
            </a:bodyPr>
            <a:lstStyle/>
            <a:p>
              <a:endParaRPr lang="id-ID" sz="1350"/>
            </a:p>
          </p:txBody>
        </p:sp>
        <p:sp>
          <p:nvSpPr>
            <p:cNvPr id="47" name="Freeform 68"/>
            <p:cNvSpPr>
              <a:spLocks/>
            </p:cNvSpPr>
            <p:nvPr/>
          </p:nvSpPr>
          <p:spPr bwMode="auto">
            <a:xfrm>
              <a:off x="7669627" y="3917114"/>
              <a:ext cx="1129983" cy="983550"/>
            </a:xfrm>
            <a:custGeom>
              <a:avLst/>
              <a:gdLst>
                <a:gd name="T0" fmla="*/ 463 w 463"/>
                <a:gd name="T1" fmla="*/ 0 h 403"/>
                <a:gd name="T2" fmla="*/ 232 w 463"/>
                <a:gd name="T3" fmla="*/ 403 h 403"/>
                <a:gd name="T4" fmla="*/ 0 w 463"/>
                <a:gd name="T5" fmla="*/ 0 h 403"/>
                <a:gd name="T6" fmla="*/ 463 w 463"/>
                <a:gd name="T7" fmla="*/ 0 h 403"/>
              </a:gdLst>
              <a:ahLst/>
              <a:cxnLst>
                <a:cxn ang="0">
                  <a:pos x="T0" y="T1"/>
                </a:cxn>
                <a:cxn ang="0">
                  <a:pos x="T2" y="T3"/>
                </a:cxn>
                <a:cxn ang="0">
                  <a:pos x="T4" y="T5"/>
                </a:cxn>
                <a:cxn ang="0">
                  <a:pos x="T6" y="T7"/>
                </a:cxn>
              </a:cxnLst>
              <a:rect l="0" t="0" r="r" b="b"/>
              <a:pathLst>
                <a:path w="463" h="403">
                  <a:moveTo>
                    <a:pt x="463" y="0"/>
                  </a:moveTo>
                  <a:lnTo>
                    <a:pt x="232" y="403"/>
                  </a:lnTo>
                  <a:lnTo>
                    <a:pt x="0" y="0"/>
                  </a:lnTo>
                  <a:lnTo>
                    <a:pt x="463" y="0"/>
                  </a:lnTo>
                  <a:close/>
                </a:path>
              </a:pathLst>
            </a:custGeom>
            <a:solidFill>
              <a:schemeClr val="bg2">
                <a:lumMod val="60000"/>
                <a:lumOff val="40000"/>
                <a:alpha val="15000"/>
              </a:schemeClr>
            </a:solidFill>
            <a:ln>
              <a:noFill/>
            </a:ln>
          </p:spPr>
          <p:txBody>
            <a:bodyPr vert="horz" wrap="square" lIns="68580" tIns="34290" rIns="68580" bIns="34290" numCol="1" anchor="t" anchorCtr="0" compatLnSpc="1">
              <a:prstTxWarp prst="textNoShape">
                <a:avLst/>
              </a:prstTxWarp>
            </a:bodyPr>
            <a:lstStyle/>
            <a:p>
              <a:endParaRPr lang="id-ID" sz="1350"/>
            </a:p>
          </p:txBody>
        </p:sp>
        <p:sp>
          <p:nvSpPr>
            <p:cNvPr id="48" name="Freeform 69"/>
            <p:cNvSpPr>
              <a:spLocks/>
            </p:cNvSpPr>
            <p:nvPr/>
          </p:nvSpPr>
          <p:spPr bwMode="auto">
            <a:xfrm>
              <a:off x="8235839" y="3917114"/>
              <a:ext cx="1129983" cy="983550"/>
            </a:xfrm>
            <a:custGeom>
              <a:avLst/>
              <a:gdLst>
                <a:gd name="T0" fmla="*/ 0 w 463"/>
                <a:gd name="T1" fmla="*/ 403 h 403"/>
                <a:gd name="T2" fmla="*/ 231 w 463"/>
                <a:gd name="T3" fmla="*/ 0 h 403"/>
                <a:gd name="T4" fmla="*/ 463 w 463"/>
                <a:gd name="T5" fmla="*/ 403 h 403"/>
                <a:gd name="T6" fmla="*/ 0 w 463"/>
                <a:gd name="T7" fmla="*/ 403 h 403"/>
              </a:gdLst>
              <a:ahLst/>
              <a:cxnLst>
                <a:cxn ang="0">
                  <a:pos x="T0" y="T1"/>
                </a:cxn>
                <a:cxn ang="0">
                  <a:pos x="T2" y="T3"/>
                </a:cxn>
                <a:cxn ang="0">
                  <a:pos x="T4" y="T5"/>
                </a:cxn>
                <a:cxn ang="0">
                  <a:pos x="T6" y="T7"/>
                </a:cxn>
              </a:cxnLst>
              <a:rect l="0" t="0" r="r" b="b"/>
              <a:pathLst>
                <a:path w="463" h="403">
                  <a:moveTo>
                    <a:pt x="0" y="403"/>
                  </a:moveTo>
                  <a:lnTo>
                    <a:pt x="231" y="0"/>
                  </a:lnTo>
                  <a:lnTo>
                    <a:pt x="463" y="403"/>
                  </a:lnTo>
                  <a:lnTo>
                    <a:pt x="0" y="403"/>
                  </a:lnTo>
                  <a:close/>
                </a:path>
              </a:pathLst>
            </a:custGeom>
            <a:solidFill>
              <a:schemeClr val="bg2">
                <a:lumMod val="60000"/>
                <a:lumOff val="40000"/>
                <a:alpha val="15000"/>
              </a:schemeClr>
            </a:solidFill>
            <a:ln>
              <a:noFill/>
            </a:ln>
          </p:spPr>
          <p:txBody>
            <a:bodyPr vert="horz" wrap="square" lIns="68580" tIns="34290" rIns="68580" bIns="34290" numCol="1" anchor="t" anchorCtr="0" compatLnSpc="1">
              <a:prstTxWarp prst="textNoShape">
                <a:avLst/>
              </a:prstTxWarp>
            </a:bodyPr>
            <a:lstStyle/>
            <a:p>
              <a:endParaRPr lang="id-ID" sz="1350"/>
            </a:p>
          </p:txBody>
        </p:sp>
        <p:sp>
          <p:nvSpPr>
            <p:cNvPr id="49" name="Freeform 70"/>
            <p:cNvSpPr>
              <a:spLocks/>
            </p:cNvSpPr>
            <p:nvPr/>
          </p:nvSpPr>
          <p:spPr bwMode="auto">
            <a:xfrm>
              <a:off x="8799609" y="3917114"/>
              <a:ext cx="1132424" cy="983550"/>
            </a:xfrm>
            <a:custGeom>
              <a:avLst/>
              <a:gdLst>
                <a:gd name="T0" fmla="*/ 464 w 464"/>
                <a:gd name="T1" fmla="*/ 0 h 403"/>
                <a:gd name="T2" fmla="*/ 232 w 464"/>
                <a:gd name="T3" fmla="*/ 403 h 403"/>
                <a:gd name="T4" fmla="*/ 0 w 464"/>
                <a:gd name="T5" fmla="*/ 0 h 403"/>
                <a:gd name="T6" fmla="*/ 464 w 464"/>
                <a:gd name="T7" fmla="*/ 0 h 403"/>
              </a:gdLst>
              <a:ahLst/>
              <a:cxnLst>
                <a:cxn ang="0">
                  <a:pos x="T0" y="T1"/>
                </a:cxn>
                <a:cxn ang="0">
                  <a:pos x="T2" y="T3"/>
                </a:cxn>
                <a:cxn ang="0">
                  <a:pos x="T4" y="T5"/>
                </a:cxn>
                <a:cxn ang="0">
                  <a:pos x="T6" y="T7"/>
                </a:cxn>
              </a:cxnLst>
              <a:rect l="0" t="0" r="r" b="b"/>
              <a:pathLst>
                <a:path w="464" h="403">
                  <a:moveTo>
                    <a:pt x="464" y="0"/>
                  </a:moveTo>
                  <a:lnTo>
                    <a:pt x="232" y="403"/>
                  </a:lnTo>
                  <a:lnTo>
                    <a:pt x="0" y="0"/>
                  </a:lnTo>
                  <a:lnTo>
                    <a:pt x="464" y="0"/>
                  </a:lnTo>
                  <a:close/>
                </a:path>
              </a:pathLst>
            </a:custGeom>
            <a:solidFill>
              <a:schemeClr val="bg2">
                <a:lumMod val="60000"/>
                <a:lumOff val="40000"/>
                <a:alpha val="15000"/>
              </a:schemeClr>
            </a:solidFill>
            <a:ln>
              <a:noFill/>
            </a:ln>
          </p:spPr>
          <p:txBody>
            <a:bodyPr vert="horz" wrap="square" lIns="68580" tIns="34290" rIns="68580" bIns="34290" numCol="1" anchor="t" anchorCtr="0" compatLnSpc="1">
              <a:prstTxWarp prst="textNoShape">
                <a:avLst/>
              </a:prstTxWarp>
            </a:bodyPr>
            <a:lstStyle/>
            <a:p>
              <a:endParaRPr lang="id-ID" sz="1350"/>
            </a:p>
          </p:txBody>
        </p:sp>
        <p:sp>
          <p:nvSpPr>
            <p:cNvPr id="50" name="Freeform 71"/>
            <p:cNvSpPr>
              <a:spLocks/>
            </p:cNvSpPr>
            <p:nvPr/>
          </p:nvSpPr>
          <p:spPr bwMode="auto">
            <a:xfrm>
              <a:off x="9365821" y="3917114"/>
              <a:ext cx="1129983" cy="983550"/>
            </a:xfrm>
            <a:custGeom>
              <a:avLst/>
              <a:gdLst>
                <a:gd name="T0" fmla="*/ 0 w 463"/>
                <a:gd name="T1" fmla="*/ 403 h 403"/>
                <a:gd name="T2" fmla="*/ 232 w 463"/>
                <a:gd name="T3" fmla="*/ 0 h 403"/>
                <a:gd name="T4" fmla="*/ 463 w 463"/>
                <a:gd name="T5" fmla="*/ 403 h 403"/>
                <a:gd name="T6" fmla="*/ 0 w 463"/>
                <a:gd name="T7" fmla="*/ 403 h 403"/>
              </a:gdLst>
              <a:ahLst/>
              <a:cxnLst>
                <a:cxn ang="0">
                  <a:pos x="T0" y="T1"/>
                </a:cxn>
                <a:cxn ang="0">
                  <a:pos x="T2" y="T3"/>
                </a:cxn>
                <a:cxn ang="0">
                  <a:pos x="T4" y="T5"/>
                </a:cxn>
                <a:cxn ang="0">
                  <a:pos x="T6" y="T7"/>
                </a:cxn>
              </a:cxnLst>
              <a:rect l="0" t="0" r="r" b="b"/>
              <a:pathLst>
                <a:path w="463" h="403">
                  <a:moveTo>
                    <a:pt x="0" y="403"/>
                  </a:moveTo>
                  <a:lnTo>
                    <a:pt x="232" y="0"/>
                  </a:lnTo>
                  <a:lnTo>
                    <a:pt x="463" y="403"/>
                  </a:lnTo>
                  <a:lnTo>
                    <a:pt x="0" y="403"/>
                  </a:lnTo>
                  <a:close/>
                </a:path>
              </a:pathLst>
            </a:custGeom>
            <a:solidFill>
              <a:schemeClr val="tx2">
                <a:alpha val="10000"/>
              </a:schemeClr>
            </a:solidFill>
            <a:ln>
              <a:noFill/>
            </a:ln>
          </p:spPr>
          <p:txBody>
            <a:bodyPr vert="horz" wrap="square" lIns="68580" tIns="34290" rIns="68580" bIns="34290" numCol="1" anchor="t" anchorCtr="0" compatLnSpc="1">
              <a:prstTxWarp prst="textNoShape">
                <a:avLst/>
              </a:prstTxWarp>
            </a:bodyPr>
            <a:lstStyle/>
            <a:p>
              <a:endParaRPr lang="id-ID" sz="1350"/>
            </a:p>
          </p:txBody>
        </p:sp>
        <p:sp>
          <p:nvSpPr>
            <p:cNvPr id="53" name="Freeform 74"/>
            <p:cNvSpPr>
              <a:spLocks/>
            </p:cNvSpPr>
            <p:nvPr/>
          </p:nvSpPr>
          <p:spPr bwMode="auto">
            <a:xfrm>
              <a:off x="4843448" y="4900662"/>
              <a:ext cx="1129983" cy="978669"/>
            </a:xfrm>
            <a:custGeom>
              <a:avLst/>
              <a:gdLst>
                <a:gd name="T0" fmla="*/ 463 w 463"/>
                <a:gd name="T1" fmla="*/ 0 h 401"/>
                <a:gd name="T2" fmla="*/ 231 w 463"/>
                <a:gd name="T3" fmla="*/ 401 h 401"/>
                <a:gd name="T4" fmla="*/ 0 w 463"/>
                <a:gd name="T5" fmla="*/ 0 h 401"/>
                <a:gd name="T6" fmla="*/ 463 w 463"/>
                <a:gd name="T7" fmla="*/ 0 h 401"/>
              </a:gdLst>
              <a:ahLst/>
              <a:cxnLst>
                <a:cxn ang="0">
                  <a:pos x="T0" y="T1"/>
                </a:cxn>
                <a:cxn ang="0">
                  <a:pos x="T2" y="T3"/>
                </a:cxn>
                <a:cxn ang="0">
                  <a:pos x="T4" y="T5"/>
                </a:cxn>
                <a:cxn ang="0">
                  <a:pos x="T6" y="T7"/>
                </a:cxn>
              </a:cxnLst>
              <a:rect l="0" t="0" r="r" b="b"/>
              <a:pathLst>
                <a:path w="463" h="401">
                  <a:moveTo>
                    <a:pt x="463" y="0"/>
                  </a:moveTo>
                  <a:lnTo>
                    <a:pt x="231" y="401"/>
                  </a:lnTo>
                  <a:lnTo>
                    <a:pt x="0" y="0"/>
                  </a:lnTo>
                  <a:lnTo>
                    <a:pt x="463" y="0"/>
                  </a:lnTo>
                  <a:close/>
                </a:path>
              </a:pathLst>
            </a:custGeom>
            <a:solidFill>
              <a:schemeClr val="bg2">
                <a:lumMod val="60000"/>
                <a:lumOff val="40000"/>
                <a:alpha val="15000"/>
              </a:schemeClr>
            </a:solidFill>
            <a:ln>
              <a:noFill/>
            </a:ln>
          </p:spPr>
          <p:txBody>
            <a:bodyPr vert="horz" wrap="square" lIns="68580" tIns="34290" rIns="68580" bIns="34290" numCol="1" anchor="t" anchorCtr="0" compatLnSpc="1">
              <a:prstTxWarp prst="textNoShape">
                <a:avLst/>
              </a:prstTxWarp>
            </a:bodyPr>
            <a:lstStyle/>
            <a:p>
              <a:endParaRPr lang="id-ID" sz="1350"/>
            </a:p>
          </p:txBody>
        </p:sp>
        <p:sp>
          <p:nvSpPr>
            <p:cNvPr id="54" name="Freeform 75"/>
            <p:cNvSpPr>
              <a:spLocks/>
            </p:cNvSpPr>
            <p:nvPr/>
          </p:nvSpPr>
          <p:spPr bwMode="auto">
            <a:xfrm>
              <a:off x="5407219" y="4900662"/>
              <a:ext cx="1132424" cy="978669"/>
            </a:xfrm>
            <a:custGeom>
              <a:avLst/>
              <a:gdLst>
                <a:gd name="T0" fmla="*/ 0 w 464"/>
                <a:gd name="T1" fmla="*/ 401 h 401"/>
                <a:gd name="T2" fmla="*/ 232 w 464"/>
                <a:gd name="T3" fmla="*/ 0 h 401"/>
                <a:gd name="T4" fmla="*/ 464 w 464"/>
                <a:gd name="T5" fmla="*/ 401 h 401"/>
                <a:gd name="T6" fmla="*/ 0 w 464"/>
                <a:gd name="T7" fmla="*/ 401 h 401"/>
              </a:gdLst>
              <a:ahLst/>
              <a:cxnLst>
                <a:cxn ang="0">
                  <a:pos x="T0" y="T1"/>
                </a:cxn>
                <a:cxn ang="0">
                  <a:pos x="T2" y="T3"/>
                </a:cxn>
                <a:cxn ang="0">
                  <a:pos x="T4" y="T5"/>
                </a:cxn>
                <a:cxn ang="0">
                  <a:pos x="T6" y="T7"/>
                </a:cxn>
              </a:cxnLst>
              <a:rect l="0" t="0" r="r" b="b"/>
              <a:pathLst>
                <a:path w="464" h="401">
                  <a:moveTo>
                    <a:pt x="0" y="401"/>
                  </a:moveTo>
                  <a:lnTo>
                    <a:pt x="232" y="0"/>
                  </a:lnTo>
                  <a:lnTo>
                    <a:pt x="464" y="401"/>
                  </a:lnTo>
                  <a:lnTo>
                    <a:pt x="0" y="401"/>
                  </a:lnTo>
                  <a:close/>
                </a:path>
              </a:pathLst>
            </a:custGeom>
            <a:solidFill>
              <a:schemeClr val="bg2">
                <a:lumMod val="60000"/>
                <a:lumOff val="40000"/>
                <a:alpha val="15000"/>
              </a:schemeClr>
            </a:solidFill>
            <a:ln>
              <a:noFill/>
            </a:ln>
          </p:spPr>
          <p:txBody>
            <a:bodyPr vert="horz" wrap="square" lIns="68580" tIns="34290" rIns="68580" bIns="34290" numCol="1" anchor="t" anchorCtr="0" compatLnSpc="1">
              <a:prstTxWarp prst="textNoShape">
                <a:avLst/>
              </a:prstTxWarp>
            </a:bodyPr>
            <a:lstStyle/>
            <a:p>
              <a:endParaRPr lang="id-ID" sz="1350"/>
            </a:p>
          </p:txBody>
        </p:sp>
        <p:sp>
          <p:nvSpPr>
            <p:cNvPr id="55" name="Freeform 76"/>
            <p:cNvSpPr>
              <a:spLocks/>
            </p:cNvSpPr>
            <p:nvPr/>
          </p:nvSpPr>
          <p:spPr bwMode="auto">
            <a:xfrm>
              <a:off x="5973431" y="4900662"/>
              <a:ext cx="1129983" cy="978669"/>
            </a:xfrm>
            <a:custGeom>
              <a:avLst/>
              <a:gdLst>
                <a:gd name="T0" fmla="*/ 463 w 463"/>
                <a:gd name="T1" fmla="*/ 0 h 401"/>
                <a:gd name="T2" fmla="*/ 232 w 463"/>
                <a:gd name="T3" fmla="*/ 401 h 401"/>
                <a:gd name="T4" fmla="*/ 0 w 463"/>
                <a:gd name="T5" fmla="*/ 0 h 401"/>
                <a:gd name="T6" fmla="*/ 463 w 463"/>
                <a:gd name="T7" fmla="*/ 0 h 401"/>
              </a:gdLst>
              <a:ahLst/>
              <a:cxnLst>
                <a:cxn ang="0">
                  <a:pos x="T0" y="T1"/>
                </a:cxn>
                <a:cxn ang="0">
                  <a:pos x="T2" y="T3"/>
                </a:cxn>
                <a:cxn ang="0">
                  <a:pos x="T4" y="T5"/>
                </a:cxn>
                <a:cxn ang="0">
                  <a:pos x="T6" y="T7"/>
                </a:cxn>
              </a:cxnLst>
              <a:rect l="0" t="0" r="r" b="b"/>
              <a:pathLst>
                <a:path w="463" h="401">
                  <a:moveTo>
                    <a:pt x="463" y="0"/>
                  </a:moveTo>
                  <a:lnTo>
                    <a:pt x="232" y="401"/>
                  </a:lnTo>
                  <a:lnTo>
                    <a:pt x="0" y="0"/>
                  </a:lnTo>
                  <a:lnTo>
                    <a:pt x="463" y="0"/>
                  </a:lnTo>
                  <a:close/>
                </a:path>
              </a:pathLst>
            </a:custGeom>
            <a:solidFill>
              <a:schemeClr val="tx2">
                <a:alpha val="10000"/>
              </a:schemeClr>
            </a:solidFill>
            <a:ln>
              <a:noFill/>
            </a:ln>
          </p:spPr>
          <p:txBody>
            <a:bodyPr vert="horz" wrap="square" lIns="68580" tIns="34290" rIns="68580" bIns="34290" numCol="1" anchor="t" anchorCtr="0" compatLnSpc="1">
              <a:prstTxWarp prst="textNoShape">
                <a:avLst/>
              </a:prstTxWarp>
            </a:bodyPr>
            <a:lstStyle/>
            <a:p>
              <a:endParaRPr lang="id-ID" sz="1350"/>
            </a:p>
          </p:txBody>
        </p:sp>
        <p:sp>
          <p:nvSpPr>
            <p:cNvPr id="56" name="Freeform 77"/>
            <p:cNvSpPr>
              <a:spLocks/>
            </p:cNvSpPr>
            <p:nvPr/>
          </p:nvSpPr>
          <p:spPr bwMode="auto">
            <a:xfrm>
              <a:off x="6539643" y="4900662"/>
              <a:ext cx="1129983" cy="978669"/>
            </a:xfrm>
            <a:custGeom>
              <a:avLst/>
              <a:gdLst>
                <a:gd name="T0" fmla="*/ 0 w 463"/>
                <a:gd name="T1" fmla="*/ 401 h 401"/>
                <a:gd name="T2" fmla="*/ 231 w 463"/>
                <a:gd name="T3" fmla="*/ 0 h 401"/>
                <a:gd name="T4" fmla="*/ 463 w 463"/>
                <a:gd name="T5" fmla="*/ 401 h 401"/>
                <a:gd name="T6" fmla="*/ 0 w 463"/>
                <a:gd name="T7" fmla="*/ 401 h 401"/>
              </a:gdLst>
              <a:ahLst/>
              <a:cxnLst>
                <a:cxn ang="0">
                  <a:pos x="T0" y="T1"/>
                </a:cxn>
                <a:cxn ang="0">
                  <a:pos x="T2" y="T3"/>
                </a:cxn>
                <a:cxn ang="0">
                  <a:pos x="T4" y="T5"/>
                </a:cxn>
                <a:cxn ang="0">
                  <a:pos x="T6" y="T7"/>
                </a:cxn>
              </a:cxnLst>
              <a:rect l="0" t="0" r="r" b="b"/>
              <a:pathLst>
                <a:path w="463" h="401">
                  <a:moveTo>
                    <a:pt x="0" y="401"/>
                  </a:moveTo>
                  <a:lnTo>
                    <a:pt x="231" y="0"/>
                  </a:lnTo>
                  <a:lnTo>
                    <a:pt x="463" y="401"/>
                  </a:lnTo>
                  <a:lnTo>
                    <a:pt x="0" y="401"/>
                  </a:lnTo>
                  <a:close/>
                </a:path>
              </a:pathLst>
            </a:custGeom>
            <a:solidFill>
              <a:schemeClr val="bg2">
                <a:lumMod val="60000"/>
                <a:lumOff val="40000"/>
                <a:alpha val="15000"/>
              </a:schemeClr>
            </a:solidFill>
            <a:ln>
              <a:noFill/>
            </a:ln>
          </p:spPr>
          <p:txBody>
            <a:bodyPr vert="horz" wrap="square" lIns="68580" tIns="34290" rIns="68580" bIns="34290" numCol="1" anchor="t" anchorCtr="0" compatLnSpc="1">
              <a:prstTxWarp prst="textNoShape">
                <a:avLst/>
              </a:prstTxWarp>
            </a:bodyPr>
            <a:lstStyle/>
            <a:p>
              <a:endParaRPr lang="id-ID" sz="1350"/>
            </a:p>
          </p:txBody>
        </p:sp>
        <p:sp>
          <p:nvSpPr>
            <p:cNvPr id="57" name="Freeform 78"/>
            <p:cNvSpPr>
              <a:spLocks/>
            </p:cNvSpPr>
            <p:nvPr/>
          </p:nvSpPr>
          <p:spPr bwMode="auto">
            <a:xfrm>
              <a:off x="7669627" y="4900662"/>
              <a:ext cx="1129983" cy="978669"/>
            </a:xfrm>
            <a:custGeom>
              <a:avLst/>
              <a:gdLst>
                <a:gd name="T0" fmla="*/ 0 w 463"/>
                <a:gd name="T1" fmla="*/ 401 h 401"/>
                <a:gd name="T2" fmla="*/ 232 w 463"/>
                <a:gd name="T3" fmla="*/ 0 h 401"/>
                <a:gd name="T4" fmla="*/ 463 w 463"/>
                <a:gd name="T5" fmla="*/ 401 h 401"/>
                <a:gd name="T6" fmla="*/ 0 w 463"/>
                <a:gd name="T7" fmla="*/ 401 h 401"/>
              </a:gdLst>
              <a:ahLst/>
              <a:cxnLst>
                <a:cxn ang="0">
                  <a:pos x="T0" y="T1"/>
                </a:cxn>
                <a:cxn ang="0">
                  <a:pos x="T2" y="T3"/>
                </a:cxn>
                <a:cxn ang="0">
                  <a:pos x="T4" y="T5"/>
                </a:cxn>
                <a:cxn ang="0">
                  <a:pos x="T6" y="T7"/>
                </a:cxn>
              </a:cxnLst>
              <a:rect l="0" t="0" r="r" b="b"/>
              <a:pathLst>
                <a:path w="463" h="401">
                  <a:moveTo>
                    <a:pt x="0" y="401"/>
                  </a:moveTo>
                  <a:lnTo>
                    <a:pt x="232" y="0"/>
                  </a:lnTo>
                  <a:lnTo>
                    <a:pt x="463" y="401"/>
                  </a:lnTo>
                  <a:lnTo>
                    <a:pt x="0" y="401"/>
                  </a:lnTo>
                  <a:close/>
                </a:path>
              </a:pathLst>
            </a:custGeom>
            <a:solidFill>
              <a:schemeClr val="tx2">
                <a:alpha val="10000"/>
              </a:schemeClr>
            </a:solidFill>
            <a:ln>
              <a:noFill/>
            </a:ln>
          </p:spPr>
          <p:txBody>
            <a:bodyPr vert="horz" wrap="square" lIns="68580" tIns="34290" rIns="68580" bIns="34290" numCol="1" anchor="t" anchorCtr="0" compatLnSpc="1">
              <a:prstTxWarp prst="textNoShape">
                <a:avLst/>
              </a:prstTxWarp>
            </a:bodyPr>
            <a:lstStyle/>
            <a:p>
              <a:endParaRPr lang="id-ID" sz="1350"/>
            </a:p>
          </p:txBody>
        </p:sp>
        <p:sp>
          <p:nvSpPr>
            <p:cNvPr id="58" name="Freeform 79"/>
            <p:cNvSpPr>
              <a:spLocks/>
            </p:cNvSpPr>
            <p:nvPr/>
          </p:nvSpPr>
          <p:spPr bwMode="auto">
            <a:xfrm>
              <a:off x="8235839" y="4900662"/>
              <a:ext cx="1129983" cy="978669"/>
            </a:xfrm>
            <a:custGeom>
              <a:avLst/>
              <a:gdLst>
                <a:gd name="T0" fmla="*/ 463 w 463"/>
                <a:gd name="T1" fmla="*/ 0 h 401"/>
                <a:gd name="T2" fmla="*/ 231 w 463"/>
                <a:gd name="T3" fmla="*/ 401 h 401"/>
                <a:gd name="T4" fmla="*/ 0 w 463"/>
                <a:gd name="T5" fmla="*/ 0 h 401"/>
                <a:gd name="T6" fmla="*/ 463 w 463"/>
                <a:gd name="T7" fmla="*/ 0 h 401"/>
              </a:gdLst>
              <a:ahLst/>
              <a:cxnLst>
                <a:cxn ang="0">
                  <a:pos x="T0" y="T1"/>
                </a:cxn>
                <a:cxn ang="0">
                  <a:pos x="T2" y="T3"/>
                </a:cxn>
                <a:cxn ang="0">
                  <a:pos x="T4" y="T5"/>
                </a:cxn>
                <a:cxn ang="0">
                  <a:pos x="T6" y="T7"/>
                </a:cxn>
              </a:cxnLst>
              <a:rect l="0" t="0" r="r" b="b"/>
              <a:pathLst>
                <a:path w="463" h="401">
                  <a:moveTo>
                    <a:pt x="463" y="0"/>
                  </a:moveTo>
                  <a:lnTo>
                    <a:pt x="231" y="401"/>
                  </a:lnTo>
                  <a:lnTo>
                    <a:pt x="0" y="0"/>
                  </a:lnTo>
                  <a:lnTo>
                    <a:pt x="463" y="0"/>
                  </a:lnTo>
                  <a:close/>
                </a:path>
              </a:pathLst>
            </a:custGeom>
            <a:solidFill>
              <a:schemeClr val="bg2">
                <a:lumMod val="60000"/>
                <a:lumOff val="40000"/>
                <a:alpha val="15000"/>
              </a:schemeClr>
            </a:solidFill>
            <a:ln>
              <a:noFill/>
            </a:ln>
          </p:spPr>
          <p:txBody>
            <a:bodyPr vert="horz" wrap="square" lIns="68580" tIns="34290" rIns="68580" bIns="34290" numCol="1" anchor="t" anchorCtr="0" compatLnSpc="1">
              <a:prstTxWarp prst="textNoShape">
                <a:avLst/>
              </a:prstTxWarp>
            </a:bodyPr>
            <a:lstStyle/>
            <a:p>
              <a:endParaRPr lang="id-ID" sz="1350"/>
            </a:p>
          </p:txBody>
        </p:sp>
        <p:sp>
          <p:nvSpPr>
            <p:cNvPr id="59" name="Freeform 80"/>
            <p:cNvSpPr>
              <a:spLocks/>
            </p:cNvSpPr>
            <p:nvPr/>
          </p:nvSpPr>
          <p:spPr bwMode="auto">
            <a:xfrm>
              <a:off x="9365821" y="4900662"/>
              <a:ext cx="1129983" cy="978669"/>
            </a:xfrm>
            <a:custGeom>
              <a:avLst/>
              <a:gdLst>
                <a:gd name="T0" fmla="*/ 463 w 463"/>
                <a:gd name="T1" fmla="*/ 0 h 401"/>
                <a:gd name="T2" fmla="*/ 232 w 463"/>
                <a:gd name="T3" fmla="*/ 401 h 401"/>
                <a:gd name="T4" fmla="*/ 0 w 463"/>
                <a:gd name="T5" fmla="*/ 0 h 401"/>
                <a:gd name="T6" fmla="*/ 463 w 463"/>
                <a:gd name="T7" fmla="*/ 0 h 401"/>
              </a:gdLst>
              <a:ahLst/>
              <a:cxnLst>
                <a:cxn ang="0">
                  <a:pos x="T0" y="T1"/>
                </a:cxn>
                <a:cxn ang="0">
                  <a:pos x="T2" y="T3"/>
                </a:cxn>
                <a:cxn ang="0">
                  <a:pos x="T4" y="T5"/>
                </a:cxn>
                <a:cxn ang="0">
                  <a:pos x="T6" y="T7"/>
                </a:cxn>
              </a:cxnLst>
              <a:rect l="0" t="0" r="r" b="b"/>
              <a:pathLst>
                <a:path w="463" h="401">
                  <a:moveTo>
                    <a:pt x="463" y="0"/>
                  </a:moveTo>
                  <a:lnTo>
                    <a:pt x="232" y="401"/>
                  </a:lnTo>
                  <a:lnTo>
                    <a:pt x="0" y="0"/>
                  </a:lnTo>
                  <a:lnTo>
                    <a:pt x="463" y="0"/>
                  </a:lnTo>
                  <a:close/>
                </a:path>
              </a:pathLst>
            </a:custGeom>
            <a:solidFill>
              <a:schemeClr val="bg2">
                <a:lumMod val="60000"/>
                <a:lumOff val="40000"/>
                <a:alpha val="15000"/>
              </a:schemeClr>
            </a:solidFill>
            <a:ln>
              <a:noFill/>
            </a:ln>
          </p:spPr>
          <p:txBody>
            <a:bodyPr vert="horz" wrap="square" lIns="68580" tIns="34290" rIns="68580" bIns="34290" numCol="1" anchor="t" anchorCtr="0" compatLnSpc="1">
              <a:prstTxWarp prst="textNoShape">
                <a:avLst/>
              </a:prstTxWarp>
            </a:bodyPr>
            <a:lstStyle/>
            <a:p>
              <a:endParaRPr lang="id-ID" sz="1350"/>
            </a:p>
          </p:txBody>
        </p:sp>
        <p:sp>
          <p:nvSpPr>
            <p:cNvPr id="60" name="Freeform 84"/>
            <p:cNvSpPr>
              <a:spLocks/>
            </p:cNvSpPr>
            <p:nvPr/>
          </p:nvSpPr>
          <p:spPr bwMode="auto">
            <a:xfrm>
              <a:off x="4843448" y="5879331"/>
              <a:ext cx="1129983" cy="978669"/>
            </a:xfrm>
            <a:custGeom>
              <a:avLst/>
              <a:gdLst>
                <a:gd name="T0" fmla="*/ 0 w 463"/>
                <a:gd name="T1" fmla="*/ 401 h 401"/>
                <a:gd name="T2" fmla="*/ 231 w 463"/>
                <a:gd name="T3" fmla="*/ 0 h 401"/>
                <a:gd name="T4" fmla="*/ 463 w 463"/>
                <a:gd name="T5" fmla="*/ 401 h 401"/>
                <a:gd name="T6" fmla="*/ 0 w 463"/>
                <a:gd name="T7" fmla="*/ 401 h 401"/>
              </a:gdLst>
              <a:ahLst/>
              <a:cxnLst>
                <a:cxn ang="0">
                  <a:pos x="T0" y="T1"/>
                </a:cxn>
                <a:cxn ang="0">
                  <a:pos x="T2" y="T3"/>
                </a:cxn>
                <a:cxn ang="0">
                  <a:pos x="T4" y="T5"/>
                </a:cxn>
                <a:cxn ang="0">
                  <a:pos x="T6" y="T7"/>
                </a:cxn>
              </a:cxnLst>
              <a:rect l="0" t="0" r="r" b="b"/>
              <a:pathLst>
                <a:path w="463" h="401">
                  <a:moveTo>
                    <a:pt x="0" y="401"/>
                  </a:moveTo>
                  <a:lnTo>
                    <a:pt x="231" y="0"/>
                  </a:lnTo>
                  <a:lnTo>
                    <a:pt x="463" y="401"/>
                  </a:lnTo>
                  <a:lnTo>
                    <a:pt x="0" y="401"/>
                  </a:lnTo>
                  <a:close/>
                </a:path>
              </a:pathLst>
            </a:custGeom>
            <a:solidFill>
              <a:schemeClr val="tx2">
                <a:alpha val="10000"/>
              </a:schemeClr>
            </a:solidFill>
            <a:ln>
              <a:noFill/>
            </a:ln>
          </p:spPr>
          <p:txBody>
            <a:bodyPr vert="horz" wrap="square" lIns="68580" tIns="34290" rIns="68580" bIns="34290" numCol="1" anchor="t" anchorCtr="0" compatLnSpc="1">
              <a:prstTxWarp prst="textNoShape">
                <a:avLst/>
              </a:prstTxWarp>
            </a:bodyPr>
            <a:lstStyle/>
            <a:p>
              <a:endParaRPr lang="id-ID" sz="1350"/>
            </a:p>
          </p:txBody>
        </p:sp>
        <p:sp>
          <p:nvSpPr>
            <p:cNvPr id="61" name="Freeform 85"/>
            <p:cNvSpPr>
              <a:spLocks/>
            </p:cNvSpPr>
            <p:nvPr/>
          </p:nvSpPr>
          <p:spPr bwMode="auto">
            <a:xfrm>
              <a:off x="5407219" y="5879331"/>
              <a:ext cx="1132424" cy="978669"/>
            </a:xfrm>
            <a:custGeom>
              <a:avLst/>
              <a:gdLst>
                <a:gd name="T0" fmla="*/ 464 w 464"/>
                <a:gd name="T1" fmla="*/ 0 h 401"/>
                <a:gd name="T2" fmla="*/ 232 w 464"/>
                <a:gd name="T3" fmla="*/ 401 h 401"/>
                <a:gd name="T4" fmla="*/ 0 w 464"/>
                <a:gd name="T5" fmla="*/ 0 h 401"/>
                <a:gd name="T6" fmla="*/ 464 w 464"/>
                <a:gd name="T7" fmla="*/ 0 h 401"/>
              </a:gdLst>
              <a:ahLst/>
              <a:cxnLst>
                <a:cxn ang="0">
                  <a:pos x="T0" y="T1"/>
                </a:cxn>
                <a:cxn ang="0">
                  <a:pos x="T2" y="T3"/>
                </a:cxn>
                <a:cxn ang="0">
                  <a:pos x="T4" y="T5"/>
                </a:cxn>
                <a:cxn ang="0">
                  <a:pos x="T6" y="T7"/>
                </a:cxn>
              </a:cxnLst>
              <a:rect l="0" t="0" r="r" b="b"/>
              <a:pathLst>
                <a:path w="464" h="401">
                  <a:moveTo>
                    <a:pt x="464" y="0"/>
                  </a:moveTo>
                  <a:lnTo>
                    <a:pt x="232" y="401"/>
                  </a:lnTo>
                  <a:lnTo>
                    <a:pt x="0" y="0"/>
                  </a:lnTo>
                  <a:lnTo>
                    <a:pt x="464" y="0"/>
                  </a:lnTo>
                  <a:close/>
                </a:path>
              </a:pathLst>
            </a:custGeom>
            <a:solidFill>
              <a:schemeClr val="bg2">
                <a:lumMod val="60000"/>
                <a:lumOff val="40000"/>
                <a:alpha val="15000"/>
              </a:schemeClr>
            </a:solidFill>
            <a:ln>
              <a:noFill/>
            </a:ln>
          </p:spPr>
          <p:txBody>
            <a:bodyPr vert="horz" wrap="square" lIns="68580" tIns="34290" rIns="68580" bIns="34290" numCol="1" anchor="t" anchorCtr="0" compatLnSpc="1">
              <a:prstTxWarp prst="textNoShape">
                <a:avLst/>
              </a:prstTxWarp>
            </a:bodyPr>
            <a:lstStyle/>
            <a:p>
              <a:endParaRPr lang="id-ID" sz="1350"/>
            </a:p>
          </p:txBody>
        </p:sp>
        <p:sp>
          <p:nvSpPr>
            <p:cNvPr id="62" name="Freeform 86"/>
            <p:cNvSpPr>
              <a:spLocks/>
            </p:cNvSpPr>
            <p:nvPr/>
          </p:nvSpPr>
          <p:spPr bwMode="auto">
            <a:xfrm>
              <a:off x="6539643" y="5879331"/>
              <a:ext cx="1129983" cy="978669"/>
            </a:xfrm>
            <a:custGeom>
              <a:avLst/>
              <a:gdLst>
                <a:gd name="T0" fmla="*/ 463 w 463"/>
                <a:gd name="T1" fmla="*/ 0 h 401"/>
                <a:gd name="T2" fmla="*/ 231 w 463"/>
                <a:gd name="T3" fmla="*/ 401 h 401"/>
                <a:gd name="T4" fmla="*/ 0 w 463"/>
                <a:gd name="T5" fmla="*/ 0 h 401"/>
                <a:gd name="T6" fmla="*/ 463 w 463"/>
                <a:gd name="T7" fmla="*/ 0 h 401"/>
              </a:gdLst>
              <a:ahLst/>
              <a:cxnLst>
                <a:cxn ang="0">
                  <a:pos x="T0" y="T1"/>
                </a:cxn>
                <a:cxn ang="0">
                  <a:pos x="T2" y="T3"/>
                </a:cxn>
                <a:cxn ang="0">
                  <a:pos x="T4" y="T5"/>
                </a:cxn>
                <a:cxn ang="0">
                  <a:pos x="T6" y="T7"/>
                </a:cxn>
              </a:cxnLst>
              <a:rect l="0" t="0" r="r" b="b"/>
              <a:pathLst>
                <a:path w="463" h="401">
                  <a:moveTo>
                    <a:pt x="463" y="0"/>
                  </a:moveTo>
                  <a:lnTo>
                    <a:pt x="231" y="401"/>
                  </a:lnTo>
                  <a:lnTo>
                    <a:pt x="0" y="0"/>
                  </a:lnTo>
                  <a:lnTo>
                    <a:pt x="463" y="0"/>
                  </a:lnTo>
                  <a:close/>
                </a:path>
              </a:pathLst>
            </a:custGeom>
            <a:solidFill>
              <a:schemeClr val="bg2">
                <a:lumMod val="60000"/>
                <a:lumOff val="40000"/>
                <a:alpha val="15000"/>
              </a:schemeClr>
            </a:solidFill>
            <a:ln>
              <a:noFill/>
            </a:ln>
          </p:spPr>
          <p:txBody>
            <a:bodyPr vert="horz" wrap="square" lIns="68580" tIns="34290" rIns="68580" bIns="34290" numCol="1" anchor="t" anchorCtr="0" compatLnSpc="1">
              <a:prstTxWarp prst="textNoShape">
                <a:avLst/>
              </a:prstTxWarp>
            </a:bodyPr>
            <a:lstStyle/>
            <a:p>
              <a:endParaRPr lang="id-ID" sz="1350"/>
            </a:p>
          </p:txBody>
        </p:sp>
        <p:sp>
          <p:nvSpPr>
            <p:cNvPr id="63" name="Freeform 87"/>
            <p:cNvSpPr>
              <a:spLocks/>
            </p:cNvSpPr>
            <p:nvPr/>
          </p:nvSpPr>
          <p:spPr bwMode="auto">
            <a:xfrm>
              <a:off x="7103415" y="5879331"/>
              <a:ext cx="1132424" cy="978669"/>
            </a:xfrm>
            <a:custGeom>
              <a:avLst/>
              <a:gdLst>
                <a:gd name="T0" fmla="*/ 0 w 464"/>
                <a:gd name="T1" fmla="*/ 401 h 401"/>
                <a:gd name="T2" fmla="*/ 232 w 464"/>
                <a:gd name="T3" fmla="*/ 0 h 401"/>
                <a:gd name="T4" fmla="*/ 464 w 464"/>
                <a:gd name="T5" fmla="*/ 401 h 401"/>
                <a:gd name="T6" fmla="*/ 0 w 464"/>
                <a:gd name="T7" fmla="*/ 401 h 401"/>
              </a:gdLst>
              <a:ahLst/>
              <a:cxnLst>
                <a:cxn ang="0">
                  <a:pos x="T0" y="T1"/>
                </a:cxn>
                <a:cxn ang="0">
                  <a:pos x="T2" y="T3"/>
                </a:cxn>
                <a:cxn ang="0">
                  <a:pos x="T4" y="T5"/>
                </a:cxn>
                <a:cxn ang="0">
                  <a:pos x="T6" y="T7"/>
                </a:cxn>
              </a:cxnLst>
              <a:rect l="0" t="0" r="r" b="b"/>
              <a:pathLst>
                <a:path w="464" h="401">
                  <a:moveTo>
                    <a:pt x="0" y="401"/>
                  </a:moveTo>
                  <a:lnTo>
                    <a:pt x="232" y="0"/>
                  </a:lnTo>
                  <a:lnTo>
                    <a:pt x="464" y="401"/>
                  </a:lnTo>
                  <a:lnTo>
                    <a:pt x="0" y="401"/>
                  </a:lnTo>
                  <a:close/>
                </a:path>
              </a:pathLst>
            </a:custGeom>
            <a:solidFill>
              <a:schemeClr val="tx2">
                <a:alpha val="10000"/>
              </a:schemeClr>
            </a:solidFill>
            <a:ln>
              <a:noFill/>
            </a:ln>
          </p:spPr>
          <p:txBody>
            <a:bodyPr vert="horz" wrap="square" lIns="68580" tIns="34290" rIns="68580" bIns="34290" numCol="1" anchor="t" anchorCtr="0" compatLnSpc="1">
              <a:prstTxWarp prst="textNoShape">
                <a:avLst/>
              </a:prstTxWarp>
            </a:bodyPr>
            <a:lstStyle/>
            <a:p>
              <a:endParaRPr lang="id-ID" sz="1350"/>
            </a:p>
          </p:txBody>
        </p:sp>
        <p:sp>
          <p:nvSpPr>
            <p:cNvPr id="64" name="Freeform 88"/>
            <p:cNvSpPr>
              <a:spLocks/>
            </p:cNvSpPr>
            <p:nvPr/>
          </p:nvSpPr>
          <p:spPr bwMode="auto">
            <a:xfrm>
              <a:off x="7669627" y="5879331"/>
              <a:ext cx="1129983" cy="978669"/>
            </a:xfrm>
            <a:custGeom>
              <a:avLst/>
              <a:gdLst>
                <a:gd name="T0" fmla="*/ 463 w 463"/>
                <a:gd name="T1" fmla="*/ 0 h 401"/>
                <a:gd name="T2" fmla="*/ 232 w 463"/>
                <a:gd name="T3" fmla="*/ 401 h 401"/>
                <a:gd name="T4" fmla="*/ 0 w 463"/>
                <a:gd name="T5" fmla="*/ 0 h 401"/>
                <a:gd name="T6" fmla="*/ 463 w 463"/>
                <a:gd name="T7" fmla="*/ 0 h 401"/>
              </a:gdLst>
              <a:ahLst/>
              <a:cxnLst>
                <a:cxn ang="0">
                  <a:pos x="T0" y="T1"/>
                </a:cxn>
                <a:cxn ang="0">
                  <a:pos x="T2" y="T3"/>
                </a:cxn>
                <a:cxn ang="0">
                  <a:pos x="T4" y="T5"/>
                </a:cxn>
                <a:cxn ang="0">
                  <a:pos x="T6" y="T7"/>
                </a:cxn>
              </a:cxnLst>
              <a:rect l="0" t="0" r="r" b="b"/>
              <a:pathLst>
                <a:path w="463" h="401">
                  <a:moveTo>
                    <a:pt x="463" y="0"/>
                  </a:moveTo>
                  <a:lnTo>
                    <a:pt x="232" y="401"/>
                  </a:lnTo>
                  <a:lnTo>
                    <a:pt x="0" y="0"/>
                  </a:lnTo>
                  <a:lnTo>
                    <a:pt x="463" y="0"/>
                  </a:lnTo>
                  <a:close/>
                </a:path>
              </a:pathLst>
            </a:custGeom>
            <a:solidFill>
              <a:schemeClr val="bg2">
                <a:lumMod val="60000"/>
                <a:lumOff val="40000"/>
                <a:alpha val="15000"/>
              </a:schemeClr>
            </a:solidFill>
            <a:ln>
              <a:noFill/>
            </a:ln>
          </p:spPr>
          <p:txBody>
            <a:bodyPr vert="horz" wrap="square" lIns="68580" tIns="34290" rIns="68580" bIns="34290" numCol="1" anchor="t" anchorCtr="0" compatLnSpc="1">
              <a:prstTxWarp prst="textNoShape">
                <a:avLst/>
              </a:prstTxWarp>
            </a:bodyPr>
            <a:lstStyle/>
            <a:p>
              <a:endParaRPr lang="id-ID" sz="1350"/>
            </a:p>
          </p:txBody>
        </p:sp>
        <p:sp>
          <p:nvSpPr>
            <p:cNvPr id="65" name="Freeform 89"/>
            <p:cNvSpPr>
              <a:spLocks/>
            </p:cNvSpPr>
            <p:nvPr/>
          </p:nvSpPr>
          <p:spPr bwMode="auto">
            <a:xfrm>
              <a:off x="8235839" y="5879331"/>
              <a:ext cx="1129983" cy="978669"/>
            </a:xfrm>
            <a:custGeom>
              <a:avLst/>
              <a:gdLst>
                <a:gd name="T0" fmla="*/ 0 w 463"/>
                <a:gd name="T1" fmla="*/ 401 h 401"/>
                <a:gd name="T2" fmla="*/ 231 w 463"/>
                <a:gd name="T3" fmla="*/ 0 h 401"/>
                <a:gd name="T4" fmla="*/ 463 w 463"/>
                <a:gd name="T5" fmla="*/ 401 h 401"/>
                <a:gd name="T6" fmla="*/ 0 w 463"/>
                <a:gd name="T7" fmla="*/ 401 h 401"/>
              </a:gdLst>
              <a:ahLst/>
              <a:cxnLst>
                <a:cxn ang="0">
                  <a:pos x="T0" y="T1"/>
                </a:cxn>
                <a:cxn ang="0">
                  <a:pos x="T2" y="T3"/>
                </a:cxn>
                <a:cxn ang="0">
                  <a:pos x="T4" y="T5"/>
                </a:cxn>
                <a:cxn ang="0">
                  <a:pos x="T6" y="T7"/>
                </a:cxn>
              </a:cxnLst>
              <a:rect l="0" t="0" r="r" b="b"/>
              <a:pathLst>
                <a:path w="463" h="401">
                  <a:moveTo>
                    <a:pt x="0" y="401"/>
                  </a:moveTo>
                  <a:lnTo>
                    <a:pt x="231" y="0"/>
                  </a:lnTo>
                  <a:lnTo>
                    <a:pt x="463" y="401"/>
                  </a:lnTo>
                  <a:lnTo>
                    <a:pt x="0" y="401"/>
                  </a:lnTo>
                  <a:close/>
                </a:path>
              </a:pathLst>
            </a:custGeom>
            <a:solidFill>
              <a:schemeClr val="bg2">
                <a:lumMod val="60000"/>
                <a:lumOff val="40000"/>
                <a:alpha val="15000"/>
              </a:schemeClr>
            </a:solidFill>
            <a:ln>
              <a:noFill/>
            </a:ln>
          </p:spPr>
          <p:txBody>
            <a:bodyPr vert="horz" wrap="square" lIns="68580" tIns="34290" rIns="68580" bIns="34290" numCol="1" anchor="t" anchorCtr="0" compatLnSpc="1">
              <a:prstTxWarp prst="textNoShape">
                <a:avLst/>
              </a:prstTxWarp>
            </a:bodyPr>
            <a:lstStyle/>
            <a:p>
              <a:endParaRPr lang="id-ID" sz="1350"/>
            </a:p>
          </p:txBody>
        </p:sp>
        <p:sp>
          <p:nvSpPr>
            <p:cNvPr id="66" name="Freeform 90"/>
            <p:cNvSpPr>
              <a:spLocks/>
            </p:cNvSpPr>
            <p:nvPr/>
          </p:nvSpPr>
          <p:spPr bwMode="auto">
            <a:xfrm>
              <a:off x="8799609" y="5879331"/>
              <a:ext cx="1132424" cy="978669"/>
            </a:xfrm>
            <a:custGeom>
              <a:avLst/>
              <a:gdLst>
                <a:gd name="T0" fmla="*/ 464 w 464"/>
                <a:gd name="T1" fmla="*/ 0 h 401"/>
                <a:gd name="T2" fmla="*/ 232 w 464"/>
                <a:gd name="T3" fmla="*/ 401 h 401"/>
                <a:gd name="T4" fmla="*/ 0 w 464"/>
                <a:gd name="T5" fmla="*/ 0 h 401"/>
                <a:gd name="T6" fmla="*/ 464 w 464"/>
                <a:gd name="T7" fmla="*/ 0 h 401"/>
              </a:gdLst>
              <a:ahLst/>
              <a:cxnLst>
                <a:cxn ang="0">
                  <a:pos x="T0" y="T1"/>
                </a:cxn>
                <a:cxn ang="0">
                  <a:pos x="T2" y="T3"/>
                </a:cxn>
                <a:cxn ang="0">
                  <a:pos x="T4" y="T5"/>
                </a:cxn>
                <a:cxn ang="0">
                  <a:pos x="T6" y="T7"/>
                </a:cxn>
              </a:cxnLst>
              <a:rect l="0" t="0" r="r" b="b"/>
              <a:pathLst>
                <a:path w="464" h="401">
                  <a:moveTo>
                    <a:pt x="464" y="0"/>
                  </a:moveTo>
                  <a:lnTo>
                    <a:pt x="232" y="401"/>
                  </a:lnTo>
                  <a:lnTo>
                    <a:pt x="0" y="0"/>
                  </a:lnTo>
                  <a:lnTo>
                    <a:pt x="464" y="0"/>
                  </a:lnTo>
                  <a:close/>
                </a:path>
              </a:pathLst>
            </a:custGeom>
            <a:solidFill>
              <a:schemeClr val="tx2">
                <a:alpha val="10000"/>
              </a:schemeClr>
            </a:solidFill>
            <a:ln>
              <a:noFill/>
            </a:ln>
          </p:spPr>
          <p:txBody>
            <a:bodyPr vert="horz" wrap="square" lIns="68580" tIns="34290" rIns="68580" bIns="34290" numCol="1" anchor="t" anchorCtr="0" compatLnSpc="1">
              <a:prstTxWarp prst="textNoShape">
                <a:avLst/>
              </a:prstTxWarp>
            </a:bodyPr>
            <a:lstStyle/>
            <a:p>
              <a:endParaRPr lang="id-ID" sz="1350"/>
            </a:p>
          </p:txBody>
        </p:sp>
        <p:sp>
          <p:nvSpPr>
            <p:cNvPr id="67" name="Freeform 91"/>
            <p:cNvSpPr>
              <a:spLocks/>
            </p:cNvSpPr>
            <p:nvPr/>
          </p:nvSpPr>
          <p:spPr bwMode="auto">
            <a:xfrm>
              <a:off x="9365821" y="5879331"/>
              <a:ext cx="1129983" cy="978669"/>
            </a:xfrm>
            <a:custGeom>
              <a:avLst/>
              <a:gdLst>
                <a:gd name="T0" fmla="*/ 0 w 463"/>
                <a:gd name="T1" fmla="*/ 401 h 401"/>
                <a:gd name="T2" fmla="*/ 232 w 463"/>
                <a:gd name="T3" fmla="*/ 0 h 401"/>
                <a:gd name="T4" fmla="*/ 463 w 463"/>
                <a:gd name="T5" fmla="*/ 401 h 401"/>
                <a:gd name="T6" fmla="*/ 0 w 463"/>
                <a:gd name="T7" fmla="*/ 401 h 401"/>
              </a:gdLst>
              <a:ahLst/>
              <a:cxnLst>
                <a:cxn ang="0">
                  <a:pos x="T0" y="T1"/>
                </a:cxn>
                <a:cxn ang="0">
                  <a:pos x="T2" y="T3"/>
                </a:cxn>
                <a:cxn ang="0">
                  <a:pos x="T4" y="T5"/>
                </a:cxn>
                <a:cxn ang="0">
                  <a:pos x="T6" y="T7"/>
                </a:cxn>
              </a:cxnLst>
              <a:rect l="0" t="0" r="r" b="b"/>
              <a:pathLst>
                <a:path w="463" h="401">
                  <a:moveTo>
                    <a:pt x="0" y="401"/>
                  </a:moveTo>
                  <a:lnTo>
                    <a:pt x="232" y="0"/>
                  </a:lnTo>
                  <a:lnTo>
                    <a:pt x="463" y="401"/>
                  </a:lnTo>
                  <a:lnTo>
                    <a:pt x="0" y="401"/>
                  </a:lnTo>
                  <a:close/>
                </a:path>
              </a:pathLst>
            </a:custGeom>
            <a:solidFill>
              <a:schemeClr val="bg2">
                <a:lumMod val="60000"/>
                <a:lumOff val="40000"/>
                <a:alpha val="15000"/>
              </a:schemeClr>
            </a:solidFill>
            <a:ln>
              <a:noFill/>
            </a:ln>
          </p:spPr>
          <p:txBody>
            <a:bodyPr vert="horz" wrap="square" lIns="68580" tIns="34290" rIns="68580" bIns="34290" numCol="1" anchor="t" anchorCtr="0" compatLnSpc="1">
              <a:prstTxWarp prst="textNoShape">
                <a:avLst/>
              </a:prstTxWarp>
            </a:bodyPr>
            <a:lstStyle/>
            <a:p>
              <a:endParaRPr lang="id-ID" sz="1350"/>
            </a:p>
          </p:txBody>
        </p:sp>
      </p:grpSp>
      <p:cxnSp>
        <p:nvCxnSpPr>
          <p:cNvPr id="3" name="直接连接符 2"/>
          <p:cNvCxnSpPr>
            <a:cxnSpLocks/>
          </p:cNvCxnSpPr>
          <p:nvPr userDrawn="1"/>
        </p:nvCxnSpPr>
        <p:spPr>
          <a:xfrm>
            <a:off x="7112513" y="4497339"/>
            <a:ext cx="9890696" cy="0"/>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853334272"/>
      </p:ext>
    </p:extLst>
  </p:cSld>
  <p:clrMapOvr>
    <a:overrideClrMapping bg1="lt1" tx1="dk1" bg2="lt2" tx2="dk2" accent1="accent1" accent2="accent2" accent3="accent3" accent4="accent4" accent5="accent5" accent6="accent6" hlink="hlink" folHlink="folHlink"/>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2" fill="hold" nodeType="after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wipe(right)">
                                      <p:cBhvr>
                                        <p:cTn id="7"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Layouts/slideLayout7.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graphicFrame>
        <p:nvGraphicFramePr>
          <p:cNvPr id="7" name="对象 6" hidden="1"/>
          <p:cNvGraphicFramePr>
            <a:graphicFrameLocks noChangeAspect="1"/>
          </p:cNvGraphicFramePr>
          <p:nvPr userDrawn="1">
            <p:custDataLst>
              <p:tags r:id="rId2"/>
            </p:custDataLst>
            <p:extLst/>
          </p:nvPr>
        </p:nvGraphicFramePr>
        <p:xfrm>
          <a:off x="3002" y="2254"/>
          <a:ext cx="2999" cy="2249"/>
        </p:xfrm>
        <a:graphic>
          <a:graphicData uri="http://schemas.openxmlformats.org/presentationml/2006/ole">
            <mc:AlternateContent xmlns:mc="http://schemas.openxmlformats.org/markup-compatibility/2006">
              <mc:Choice xmlns:v="urn:schemas-microsoft-com:vml" Requires="v">
                <p:oleObj spid="_x0000_s2540" name="think-cell Slide" r:id="rId4" imgW="360" imgH="360" progId="TCLayout.ActiveDocument.1">
                  <p:embed/>
                </p:oleObj>
              </mc:Choice>
              <mc:Fallback>
                <p:oleObj name="think-cell Slide" r:id="rId4" imgW="360" imgH="360" progId="TCLayout.ActiveDocument.1">
                  <p:embed/>
                  <p:pic>
                    <p:nvPicPr>
                      <p:cNvPr id="7" name="对象 6" hidden="1"/>
                      <p:cNvPicPr/>
                      <p:nvPr/>
                    </p:nvPicPr>
                    <p:blipFill>
                      <a:blip r:embed="rId5"/>
                      <a:stretch>
                        <a:fillRect/>
                      </a:stretch>
                    </p:blipFill>
                    <p:spPr>
                      <a:xfrm>
                        <a:off x="3002" y="2254"/>
                        <a:ext cx="2999" cy="2249"/>
                      </a:xfrm>
                      <a:prstGeom prst="rect">
                        <a:avLst/>
                      </a:prstGeom>
                    </p:spPr>
                  </p:pic>
                </p:oleObj>
              </mc:Fallback>
            </mc:AlternateContent>
          </a:graphicData>
        </a:graphic>
      </p:graphicFrame>
      <p:sp>
        <p:nvSpPr>
          <p:cNvPr id="2" name="标题 1"/>
          <p:cNvSpPr>
            <a:spLocks noGrp="1"/>
          </p:cNvSpPr>
          <p:nvPr>
            <p:ph type="title"/>
          </p:nvPr>
        </p:nvSpPr>
        <p:spPr/>
        <p:txBody>
          <a:bodyPr>
            <a:normAutofit/>
          </a:bodyPr>
          <a:lstStyle>
            <a:lvl1pPr>
              <a:defRPr sz="5400">
                <a:latin typeface="微软雅黑" panose="020B0503020204020204" pitchFamily="34" charset="-122"/>
                <a:ea typeface="微软雅黑" panose="020B0503020204020204" pitchFamily="34" charset="-122"/>
              </a:defRPr>
            </a:lvl1pPr>
          </a:lstStyle>
          <a:p>
            <a:r>
              <a:rPr lang="zh-CN" altLang="en-US" dirty="0"/>
              <a:t>单击此处编辑母版标题样式</a:t>
            </a:r>
          </a:p>
        </p:txBody>
      </p:sp>
      <p:sp>
        <p:nvSpPr>
          <p:cNvPr id="3" name="内容占位符 2"/>
          <p:cNvSpPr>
            <a:spLocks noGrp="1"/>
          </p:cNvSpPr>
          <p:nvPr>
            <p:ph sz="half" idx="1"/>
          </p:nvPr>
        </p:nvSpPr>
        <p:spPr>
          <a:xfrm>
            <a:off x="949497" y="1594172"/>
            <a:ext cx="7690472" cy="7873919"/>
          </a:xfrm>
        </p:spPr>
        <p:txBody>
          <a:bodyPr>
            <a:normAutofit/>
          </a:bodyPr>
          <a:lstStyle>
            <a:lvl1pPr>
              <a:defRPr sz="2400">
                <a:latin typeface="微软雅黑" panose="020B0503020204020204" pitchFamily="34" charset="-122"/>
                <a:ea typeface="微软雅黑" panose="020B0503020204020204" pitchFamily="34" charset="-122"/>
              </a:defRPr>
            </a:lvl1pPr>
            <a:lvl2pPr>
              <a:defRPr sz="2400">
                <a:latin typeface="微软雅黑" panose="020B0503020204020204" pitchFamily="34" charset="-122"/>
                <a:ea typeface="微软雅黑" panose="020B0503020204020204" pitchFamily="34" charset="-122"/>
              </a:defRPr>
            </a:lvl2pPr>
            <a:lvl3pPr>
              <a:defRPr sz="2400">
                <a:latin typeface="微软雅黑" panose="020B0503020204020204" pitchFamily="34" charset="-122"/>
                <a:ea typeface="微软雅黑" panose="020B0503020204020204" pitchFamily="34" charset="-122"/>
              </a:defRPr>
            </a:lvl3pPr>
            <a:lvl4pPr>
              <a:defRPr sz="2400">
                <a:latin typeface="微软雅黑" panose="020B0503020204020204" pitchFamily="34" charset="-122"/>
                <a:ea typeface="微软雅黑" panose="020B0503020204020204" pitchFamily="34" charset="-122"/>
              </a:defRPr>
            </a:lvl4pPr>
            <a:lvl5pPr>
              <a:defRPr sz="2400">
                <a:latin typeface="微软雅黑" panose="020B0503020204020204" pitchFamily="34" charset="-122"/>
                <a:ea typeface="微软雅黑" panose="020B0503020204020204" pitchFamily="34" charset="-122"/>
              </a:defRPr>
            </a:lvl5pPr>
            <a:lvl6pPr>
              <a:defRPr sz="1800"/>
            </a:lvl6pPr>
            <a:lvl7pPr>
              <a:defRPr sz="1800"/>
            </a:lvl7pPr>
            <a:lvl8pPr>
              <a:defRPr sz="1800"/>
            </a:lvl8pPr>
            <a:lvl9pPr>
              <a:defRPr sz="1800"/>
            </a:lvl9pPr>
          </a:lstStyle>
          <a:p>
            <a:pPr lvl="0"/>
            <a:r>
              <a:rPr lang="zh-CN" altLang="en-US" dirty="0"/>
              <a:t>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 name="内容占位符 3"/>
          <p:cNvSpPr>
            <a:spLocks noGrp="1"/>
          </p:cNvSpPr>
          <p:nvPr>
            <p:ph sz="half" idx="2"/>
          </p:nvPr>
        </p:nvSpPr>
        <p:spPr>
          <a:xfrm>
            <a:off x="8783968" y="1594172"/>
            <a:ext cx="7631973" cy="7873919"/>
          </a:xfrm>
        </p:spPr>
        <p:txBody>
          <a:bodyPr>
            <a:normAutofit/>
          </a:bodyPr>
          <a:lstStyle>
            <a:lvl1pPr>
              <a:defRPr sz="2400">
                <a:latin typeface="微软雅黑" panose="020B0503020204020204" pitchFamily="34" charset="-122"/>
                <a:ea typeface="微软雅黑" panose="020B0503020204020204" pitchFamily="34" charset="-122"/>
              </a:defRPr>
            </a:lvl1pPr>
            <a:lvl2pPr>
              <a:defRPr sz="2400">
                <a:latin typeface="微软雅黑" panose="020B0503020204020204" pitchFamily="34" charset="-122"/>
                <a:ea typeface="微软雅黑" panose="020B0503020204020204" pitchFamily="34" charset="-122"/>
              </a:defRPr>
            </a:lvl2pPr>
            <a:lvl3pPr>
              <a:defRPr sz="2400">
                <a:latin typeface="微软雅黑" panose="020B0503020204020204" pitchFamily="34" charset="-122"/>
                <a:ea typeface="微软雅黑" panose="020B0503020204020204" pitchFamily="34" charset="-122"/>
              </a:defRPr>
            </a:lvl3pPr>
            <a:lvl4pPr>
              <a:defRPr sz="2400">
                <a:latin typeface="微软雅黑" panose="020B0503020204020204" pitchFamily="34" charset="-122"/>
                <a:ea typeface="微软雅黑" panose="020B0503020204020204" pitchFamily="34" charset="-122"/>
              </a:defRPr>
            </a:lvl4pPr>
            <a:lvl5pPr>
              <a:defRPr sz="2400">
                <a:latin typeface="微软雅黑" panose="020B0503020204020204" pitchFamily="34" charset="-122"/>
                <a:ea typeface="微软雅黑" panose="020B0503020204020204" pitchFamily="34" charset="-122"/>
              </a:defRPr>
            </a:lvl5pPr>
            <a:lvl6pPr>
              <a:defRPr sz="1800"/>
            </a:lvl6pPr>
            <a:lvl7pPr>
              <a:defRPr sz="1800"/>
            </a:lvl7pPr>
            <a:lvl8pPr>
              <a:defRPr sz="1800"/>
            </a:lvl8pPr>
            <a:lvl9pPr>
              <a:defRPr sz="1800"/>
            </a:lvl9pPr>
          </a:lstStyle>
          <a:p>
            <a:pPr lvl="0"/>
            <a:r>
              <a:rPr lang="zh-CN" altLang="en-US" dirty="0"/>
              <a:t>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Tree>
    <p:extLst>
      <p:ext uri="{BB962C8B-B14F-4D97-AF65-F5344CB8AC3E}">
        <p14:creationId xmlns:p14="http://schemas.microsoft.com/office/powerpoint/2010/main" val="190278918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2_比较">
    <p:spTree>
      <p:nvGrpSpPr>
        <p:cNvPr id="1" name=""/>
        <p:cNvGrpSpPr/>
        <p:nvPr/>
      </p:nvGrpSpPr>
      <p:grpSpPr>
        <a:xfrm>
          <a:off x="0" y="0"/>
          <a:ext cx="0" cy="0"/>
          <a:chOff x="0" y="0"/>
          <a:chExt cx="0" cy="0"/>
        </a:xfrm>
      </p:grpSpPr>
      <p:sp>
        <p:nvSpPr>
          <p:cNvPr id="2" name="标题 1"/>
          <p:cNvSpPr>
            <a:spLocks noGrp="1"/>
          </p:cNvSpPr>
          <p:nvPr>
            <p:ph type="title"/>
          </p:nvPr>
        </p:nvSpPr>
        <p:spPr>
          <a:xfrm>
            <a:off x="949497" y="2"/>
            <a:ext cx="15466444" cy="1458038"/>
          </a:xfrm>
        </p:spPr>
        <p:txBody>
          <a:bodyPr>
            <a:normAutofit/>
          </a:bodyPr>
          <a:lstStyle>
            <a:lvl1pPr>
              <a:defRPr sz="5400">
                <a:latin typeface="微软雅黑" panose="020B0503020204020204" pitchFamily="34" charset="-122"/>
                <a:ea typeface="微软雅黑" panose="020B0503020204020204" pitchFamily="34" charset="-122"/>
              </a:defRPr>
            </a:lvl1pPr>
          </a:lstStyle>
          <a:p>
            <a:r>
              <a:rPr lang="zh-CN" altLang="en-US" dirty="0"/>
              <a:t>单击此处编辑母版标题样式</a:t>
            </a:r>
          </a:p>
        </p:txBody>
      </p:sp>
      <p:sp>
        <p:nvSpPr>
          <p:cNvPr id="3" name="文本占位符 2"/>
          <p:cNvSpPr>
            <a:spLocks noGrp="1"/>
          </p:cNvSpPr>
          <p:nvPr>
            <p:ph type="body" idx="1"/>
          </p:nvPr>
        </p:nvSpPr>
        <p:spPr>
          <a:xfrm>
            <a:off x="949497" y="1503885"/>
            <a:ext cx="15466444" cy="906774"/>
          </a:xfrm>
        </p:spPr>
        <p:txBody>
          <a:bodyPr anchor="b">
            <a:noAutofit/>
          </a:bodyPr>
          <a:lstStyle>
            <a:lvl1pPr marL="285763" indent="-285763">
              <a:buFont typeface="Arial" panose="020B0604020202020204" pitchFamily="34" charset="0"/>
              <a:buChar char="•"/>
              <a:defRPr sz="2800" b="0">
                <a:latin typeface="微软雅黑" panose="020B0503020204020204" pitchFamily="34" charset="-122"/>
                <a:ea typeface="微软雅黑" panose="020B0503020204020204" pitchFamily="34" charset="-122"/>
              </a:defRPr>
            </a:lvl1pPr>
            <a:lvl2pPr marL="742985" indent="-285763">
              <a:buFont typeface="Arial" panose="020B0604020202020204" pitchFamily="34" charset="0"/>
              <a:buChar char="•"/>
              <a:defRPr sz="1400" b="0"/>
            </a:lvl2pPr>
            <a:lvl3pPr marL="914443" indent="0">
              <a:buNone/>
              <a:defRPr sz="1800" b="1"/>
            </a:lvl3pPr>
            <a:lvl4pPr marL="1371665" indent="0">
              <a:buNone/>
              <a:defRPr sz="1600" b="1"/>
            </a:lvl4pPr>
            <a:lvl5pPr marL="1828886" indent="0">
              <a:buNone/>
              <a:defRPr sz="1600" b="1"/>
            </a:lvl5pPr>
            <a:lvl6pPr marL="2286107" indent="0">
              <a:buNone/>
              <a:defRPr sz="1600" b="1"/>
            </a:lvl6pPr>
            <a:lvl7pPr marL="2743328" indent="0">
              <a:buNone/>
              <a:defRPr sz="1600" b="1"/>
            </a:lvl7pPr>
            <a:lvl8pPr marL="3200550" indent="0">
              <a:buNone/>
              <a:defRPr sz="1600" b="1"/>
            </a:lvl8pPr>
            <a:lvl9pPr marL="3657771" indent="0">
              <a:buNone/>
              <a:defRPr sz="1600" b="1"/>
            </a:lvl9pPr>
          </a:lstStyle>
          <a:p>
            <a:pPr lvl="0"/>
            <a:r>
              <a:rPr lang="zh-CN" altLang="en-US" dirty="0"/>
              <a:t>编辑母版文本样式</a:t>
            </a:r>
          </a:p>
        </p:txBody>
      </p:sp>
      <p:sp>
        <p:nvSpPr>
          <p:cNvPr id="4" name="内容占位符 3"/>
          <p:cNvSpPr>
            <a:spLocks noGrp="1"/>
          </p:cNvSpPr>
          <p:nvPr>
            <p:ph sz="half" idx="2"/>
          </p:nvPr>
        </p:nvSpPr>
        <p:spPr>
          <a:xfrm>
            <a:off x="949497" y="2524497"/>
            <a:ext cx="7690472" cy="6908869"/>
          </a:xfrm>
        </p:spPr>
        <p:txBody>
          <a:bodyPr>
            <a:normAutofit/>
          </a:bodyPr>
          <a:lstStyle>
            <a:lvl1pPr>
              <a:defRPr sz="2400">
                <a:latin typeface="微软雅黑" panose="020B0503020204020204" pitchFamily="34" charset="-122"/>
                <a:ea typeface="微软雅黑" panose="020B0503020204020204" pitchFamily="34" charset="-122"/>
              </a:defRPr>
            </a:lvl1pPr>
            <a:lvl2pPr>
              <a:defRPr sz="2400">
                <a:latin typeface="微软雅黑" panose="020B0503020204020204" pitchFamily="34" charset="-122"/>
                <a:ea typeface="微软雅黑" panose="020B0503020204020204" pitchFamily="34" charset="-122"/>
              </a:defRPr>
            </a:lvl2pPr>
            <a:lvl3pPr>
              <a:defRPr sz="2400">
                <a:latin typeface="微软雅黑" panose="020B0503020204020204" pitchFamily="34" charset="-122"/>
                <a:ea typeface="微软雅黑" panose="020B0503020204020204" pitchFamily="34" charset="-122"/>
              </a:defRPr>
            </a:lvl3pPr>
            <a:lvl4pPr>
              <a:defRPr sz="2400">
                <a:latin typeface="微软雅黑" panose="020B0503020204020204" pitchFamily="34" charset="-122"/>
                <a:ea typeface="微软雅黑" panose="020B0503020204020204" pitchFamily="34" charset="-122"/>
              </a:defRPr>
            </a:lvl4pPr>
            <a:lvl5pPr>
              <a:defRPr sz="2400">
                <a:latin typeface="微软雅黑" panose="020B0503020204020204" pitchFamily="34" charset="-122"/>
                <a:ea typeface="微软雅黑" panose="020B0503020204020204" pitchFamily="34" charset="-122"/>
              </a:defRPr>
            </a:lvl5pPr>
            <a:lvl6pPr>
              <a:defRPr sz="1600"/>
            </a:lvl6pPr>
            <a:lvl7pPr>
              <a:defRPr sz="1600"/>
            </a:lvl7pPr>
            <a:lvl8pPr>
              <a:defRPr sz="1600"/>
            </a:lvl8pPr>
            <a:lvl9pPr>
              <a:defRPr sz="1600"/>
            </a:lvl9pPr>
          </a:lstStyle>
          <a:p>
            <a:pPr lvl="0"/>
            <a:r>
              <a:rPr lang="zh-CN" altLang="en-US" dirty="0"/>
              <a:t>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6" name="内容占位符 5"/>
          <p:cNvSpPr>
            <a:spLocks noGrp="1"/>
          </p:cNvSpPr>
          <p:nvPr>
            <p:ph sz="quarter" idx="4"/>
          </p:nvPr>
        </p:nvSpPr>
        <p:spPr>
          <a:xfrm>
            <a:off x="8777971" y="2524497"/>
            <a:ext cx="7637972" cy="6908869"/>
          </a:xfrm>
        </p:spPr>
        <p:txBody>
          <a:bodyPr>
            <a:normAutofit/>
          </a:bodyPr>
          <a:lstStyle>
            <a:lvl1pPr>
              <a:defRPr sz="2400">
                <a:latin typeface="微软雅黑" panose="020B0503020204020204" pitchFamily="34" charset="-122"/>
                <a:ea typeface="微软雅黑" panose="020B0503020204020204" pitchFamily="34" charset="-122"/>
              </a:defRPr>
            </a:lvl1pPr>
            <a:lvl2pPr>
              <a:defRPr sz="2400">
                <a:latin typeface="微软雅黑" panose="020B0503020204020204" pitchFamily="34" charset="-122"/>
                <a:ea typeface="微软雅黑" panose="020B0503020204020204" pitchFamily="34" charset="-122"/>
              </a:defRPr>
            </a:lvl2pPr>
            <a:lvl3pPr>
              <a:defRPr sz="2400">
                <a:latin typeface="微软雅黑" panose="020B0503020204020204" pitchFamily="34" charset="-122"/>
                <a:ea typeface="微软雅黑" panose="020B0503020204020204" pitchFamily="34" charset="-122"/>
              </a:defRPr>
            </a:lvl3pPr>
            <a:lvl4pPr>
              <a:defRPr sz="2400">
                <a:latin typeface="微软雅黑" panose="020B0503020204020204" pitchFamily="34" charset="-122"/>
                <a:ea typeface="微软雅黑" panose="020B0503020204020204" pitchFamily="34" charset="-122"/>
              </a:defRPr>
            </a:lvl4pPr>
            <a:lvl5pPr>
              <a:defRPr sz="2400">
                <a:latin typeface="微软雅黑" panose="020B0503020204020204" pitchFamily="34" charset="-122"/>
                <a:ea typeface="微软雅黑" panose="020B0503020204020204" pitchFamily="34" charset="-122"/>
              </a:defRPr>
            </a:lvl5pPr>
            <a:lvl6pPr>
              <a:defRPr sz="1600"/>
            </a:lvl6pPr>
            <a:lvl7pPr>
              <a:defRPr sz="1600"/>
            </a:lvl7pPr>
            <a:lvl8pPr>
              <a:defRPr sz="1600"/>
            </a:lvl8pPr>
            <a:lvl9pPr>
              <a:defRPr sz="1600"/>
            </a:lvl9pPr>
          </a:lstStyle>
          <a:p>
            <a:pPr lvl="0"/>
            <a:r>
              <a:rPr lang="zh-CN" altLang="en-US" dirty="0"/>
              <a:t>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Tree>
    <p:extLst>
      <p:ext uri="{BB962C8B-B14F-4D97-AF65-F5344CB8AC3E}">
        <p14:creationId xmlns:p14="http://schemas.microsoft.com/office/powerpoint/2010/main" val="62229623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949497" y="2"/>
            <a:ext cx="15466446" cy="1458038"/>
          </a:xfrm>
        </p:spPr>
        <p:txBody>
          <a:bodyPr>
            <a:normAutofit/>
          </a:bodyPr>
          <a:lstStyle>
            <a:lvl1pPr>
              <a:defRPr sz="5400">
                <a:latin typeface="微软雅黑" panose="020B0503020204020204" pitchFamily="34" charset="-122"/>
                <a:ea typeface="微软雅黑" panose="020B0503020204020204" pitchFamily="34" charset="-122"/>
              </a:defRPr>
            </a:lvl1pPr>
          </a:lstStyle>
          <a:p>
            <a:r>
              <a:rPr lang="zh-CN" altLang="en-US" dirty="0"/>
              <a:t>单击此处编辑母版标题样式</a:t>
            </a:r>
          </a:p>
        </p:txBody>
      </p:sp>
      <p:sp>
        <p:nvSpPr>
          <p:cNvPr id="3" name="文本占位符 2"/>
          <p:cNvSpPr>
            <a:spLocks noGrp="1"/>
          </p:cNvSpPr>
          <p:nvPr>
            <p:ph type="body" idx="1"/>
          </p:nvPr>
        </p:nvSpPr>
        <p:spPr>
          <a:xfrm>
            <a:off x="949497" y="1597305"/>
            <a:ext cx="7690472" cy="813353"/>
          </a:xfrm>
        </p:spPr>
        <p:txBody>
          <a:bodyPr anchor="b">
            <a:normAutofit/>
          </a:bodyPr>
          <a:lstStyle>
            <a:lvl1pPr marL="0" indent="0">
              <a:buNone/>
              <a:defRPr sz="2800" b="0">
                <a:latin typeface="微软雅黑" panose="020B0503020204020204" pitchFamily="34" charset="-122"/>
                <a:ea typeface="微软雅黑" panose="020B0503020204020204" pitchFamily="34" charset="-122"/>
              </a:defRPr>
            </a:lvl1pPr>
            <a:lvl2pPr marL="457222" indent="0">
              <a:buNone/>
              <a:defRPr sz="2000" b="1"/>
            </a:lvl2pPr>
            <a:lvl3pPr marL="914443" indent="0">
              <a:buNone/>
              <a:defRPr sz="1800" b="1"/>
            </a:lvl3pPr>
            <a:lvl4pPr marL="1371665" indent="0">
              <a:buNone/>
              <a:defRPr sz="1600" b="1"/>
            </a:lvl4pPr>
            <a:lvl5pPr marL="1828886" indent="0">
              <a:buNone/>
              <a:defRPr sz="1600" b="1"/>
            </a:lvl5pPr>
            <a:lvl6pPr marL="2286107" indent="0">
              <a:buNone/>
              <a:defRPr sz="1600" b="1"/>
            </a:lvl6pPr>
            <a:lvl7pPr marL="2743328" indent="0">
              <a:buNone/>
              <a:defRPr sz="1600" b="1"/>
            </a:lvl7pPr>
            <a:lvl8pPr marL="3200550" indent="0">
              <a:buNone/>
              <a:defRPr sz="1600" b="1"/>
            </a:lvl8pPr>
            <a:lvl9pPr marL="3657771" indent="0">
              <a:buNone/>
              <a:defRPr sz="1600" b="1"/>
            </a:lvl9pPr>
          </a:lstStyle>
          <a:p>
            <a:pPr lvl="0"/>
            <a:r>
              <a:rPr lang="zh-CN" altLang="en-US" dirty="0"/>
              <a:t>编辑母版文本样式</a:t>
            </a:r>
          </a:p>
        </p:txBody>
      </p:sp>
      <p:sp>
        <p:nvSpPr>
          <p:cNvPr id="4" name="内容占位符 3"/>
          <p:cNvSpPr>
            <a:spLocks noGrp="1"/>
          </p:cNvSpPr>
          <p:nvPr>
            <p:ph sz="half" idx="2"/>
          </p:nvPr>
        </p:nvSpPr>
        <p:spPr>
          <a:xfrm>
            <a:off x="949497" y="2524498"/>
            <a:ext cx="7690472" cy="6955168"/>
          </a:xfrm>
        </p:spPr>
        <p:txBody>
          <a:bodyPr>
            <a:normAutofit/>
          </a:bodyPr>
          <a:lstStyle>
            <a:lvl1pPr>
              <a:defRPr sz="2400">
                <a:latin typeface="微软雅黑" panose="020B0503020204020204" pitchFamily="34" charset="-122"/>
                <a:ea typeface="微软雅黑" panose="020B0503020204020204" pitchFamily="34" charset="-122"/>
              </a:defRPr>
            </a:lvl1pPr>
            <a:lvl2pPr>
              <a:defRPr sz="2400">
                <a:latin typeface="微软雅黑" panose="020B0503020204020204" pitchFamily="34" charset="-122"/>
                <a:ea typeface="微软雅黑" panose="020B0503020204020204" pitchFamily="34" charset="-122"/>
              </a:defRPr>
            </a:lvl2pPr>
            <a:lvl3pPr>
              <a:defRPr sz="2400">
                <a:latin typeface="微软雅黑" panose="020B0503020204020204" pitchFamily="34" charset="-122"/>
                <a:ea typeface="微软雅黑" panose="020B0503020204020204" pitchFamily="34" charset="-122"/>
              </a:defRPr>
            </a:lvl3pPr>
            <a:lvl4pPr>
              <a:defRPr sz="2400">
                <a:latin typeface="微软雅黑" panose="020B0503020204020204" pitchFamily="34" charset="-122"/>
                <a:ea typeface="微软雅黑" panose="020B0503020204020204" pitchFamily="34" charset="-122"/>
              </a:defRPr>
            </a:lvl4pPr>
            <a:lvl5pPr>
              <a:defRPr sz="2400">
                <a:latin typeface="微软雅黑" panose="020B0503020204020204" pitchFamily="34" charset="-122"/>
                <a:ea typeface="微软雅黑" panose="020B0503020204020204" pitchFamily="34" charset="-122"/>
              </a:defRPr>
            </a:lvl5pPr>
            <a:lvl6pPr>
              <a:defRPr sz="1600"/>
            </a:lvl6pPr>
            <a:lvl7pPr>
              <a:defRPr sz="1600"/>
            </a:lvl7pPr>
            <a:lvl8pPr>
              <a:defRPr sz="1600"/>
            </a:lvl8pPr>
            <a:lvl9pPr>
              <a:defRPr sz="1600"/>
            </a:lvl9pPr>
          </a:lstStyle>
          <a:p>
            <a:pPr lvl="0"/>
            <a:r>
              <a:rPr lang="zh-CN" altLang="en-US" dirty="0"/>
              <a:t>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5" name="文本占位符 4"/>
          <p:cNvSpPr>
            <a:spLocks noGrp="1"/>
          </p:cNvSpPr>
          <p:nvPr>
            <p:ph type="body" sz="quarter" idx="3"/>
          </p:nvPr>
        </p:nvSpPr>
        <p:spPr>
          <a:xfrm>
            <a:off x="8777971" y="1597305"/>
            <a:ext cx="7637972" cy="813353"/>
          </a:xfrm>
        </p:spPr>
        <p:txBody>
          <a:bodyPr anchor="b">
            <a:normAutofit/>
          </a:bodyPr>
          <a:lstStyle>
            <a:lvl1pPr marL="0" indent="0">
              <a:buNone/>
              <a:defRPr sz="2800" b="0">
                <a:latin typeface="微软雅黑" panose="020B0503020204020204" pitchFamily="34" charset="-122"/>
                <a:ea typeface="微软雅黑" panose="020B0503020204020204" pitchFamily="34" charset="-122"/>
              </a:defRPr>
            </a:lvl1pPr>
            <a:lvl2pPr marL="457222" indent="0">
              <a:buNone/>
              <a:defRPr sz="2000" b="1"/>
            </a:lvl2pPr>
            <a:lvl3pPr marL="914443" indent="0">
              <a:buNone/>
              <a:defRPr sz="1800" b="1"/>
            </a:lvl3pPr>
            <a:lvl4pPr marL="1371665" indent="0">
              <a:buNone/>
              <a:defRPr sz="1600" b="1"/>
            </a:lvl4pPr>
            <a:lvl5pPr marL="1828886" indent="0">
              <a:buNone/>
              <a:defRPr sz="1600" b="1"/>
            </a:lvl5pPr>
            <a:lvl6pPr marL="2286107" indent="0">
              <a:buNone/>
              <a:defRPr sz="1600" b="1"/>
            </a:lvl6pPr>
            <a:lvl7pPr marL="2743328" indent="0">
              <a:buNone/>
              <a:defRPr sz="1600" b="1"/>
            </a:lvl7pPr>
            <a:lvl8pPr marL="3200550" indent="0">
              <a:buNone/>
              <a:defRPr sz="1600" b="1"/>
            </a:lvl8pPr>
            <a:lvl9pPr marL="3657771" indent="0">
              <a:buNone/>
              <a:defRPr sz="1600" b="1"/>
            </a:lvl9pPr>
          </a:lstStyle>
          <a:p>
            <a:pPr lvl="0"/>
            <a:r>
              <a:rPr lang="zh-CN" altLang="en-US" dirty="0"/>
              <a:t>编辑母版文本样式</a:t>
            </a:r>
          </a:p>
        </p:txBody>
      </p:sp>
      <p:sp>
        <p:nvSpPr>
          <p:cNvPr id="6" name="内容占位符 5"/>
          <p:cNvSpPr>
            <a:spLocks noGrp="1"/>
          </p:cNvSpPr>
          <p:nvPr>
            <p:ph sz="quarter" idx="4"/>
          </p:nvPr>
        </p:nvSpPr>
        <p:spPr>
          <a:xfrm>
            <a:off x="8777971" y="2524498"/>
            <a:ext cx="7637972" cy="6955168"/>
          </a:xfrm>
        </p:spPr>
        <p:txBody>
          <a:bodyPr>
            <a:normAutofit/>
          </a:bodyPr>
          <a:lstStyle>
            <a:lvl1pPr>
              <a:defRPr sz="2400">
                <a:latin typeface="微软雅黑" panose="020B0503020204020204" pitchFamily="34" charset="-122"/>
                <a:ea typeface="微软雅黑" panose="020B0503020204020204" pitchFamily="34" charset="-122"/>
              </a:defRPr>
            </a:lvl1pPr>
            <a:lvl2pPr>
              <a:defRPr sz="2400">
                <a:latin typeface="微软雅黑" panose="020B0503020204020204" pitchFamily="34" charset="-122"/>
                <a:ea typeface="微软雅黑" panose="020B0503020204020204" pitchFamily="34" charset="-122"/>
              </a:defRPr>
            </a:lvl2pPr>
            <a:lvl3pPr>
              <a:defRPr sz="2400">
                <a:latin typeface="微软雅黑" panose="020B0503020204020204" pitchFamily="34" charset="-122"/>
                <a:ea typeface="微软雅黑" panose="020B0503020204020204" pitchFamily="34" charset="-122"/>
              </a:defRPr>
            </a:lvl3pPr>
            <a:lvl4pPr>
              <a:defRPr sz="2400">
                <a:latin typeface="微软雅黑" panose="020B0503020204020204" pitchFamily="34" charset="-122"/>
                <a:ea typeface="微软雅黑" panose="020B0503020204020204" pitchFamily="34" charset="-122"/>
              </a:defRPr>
            </a:lvl4pPr>
            <a:lvl5pPr>
              <a:defRPr sz="2400">
                <a:latin typeface="微软雅黑" panose="020B0503020204020204" pitchFamily="34" charset="-122"/>
                <a:ea typeface="微软雅黑" panose="020B0503020204020204" pitchFamily="34" charset="-122"/>
              </a:defRPr>
            </a:lvl5pPr>
            <a:lvl6pPr>
              <a:defRPr sz="1600"/>
            </a:lvl6pPr>
            <a:lvl7pPr>
              <a:defRPr sz="1600"/>
            </a:lvl7pPr>
            <a:lvl8pPr>
              <a:defRPr sz="1600"/>
            </a:lvl8pPr>
            <a:lvl9pPr>
              <a:defRPr sz="1600"/>
            </a:lvl9pPr>
          </a:lstStyle>
          <a:p>
            <a:pPr lvl="0"/>
            <a:r>
              <a:rPr lang="zh-CN" altLang="en-US" dirty="0"/>
              <a:t>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Tree>
    <p:extLst>
      <p:ext uri="{BB962C8B-B14F-4D97-AF65-F5344CB8AC3E}">
        <p14:creationId xmlns:p14="http://schemas.microsoft.com/office/powerpoint/2010/main" val="41608205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3_两栏内容">
    <p:spTree>
      <p:nvGrpSpPr>
        <p:cNvPr id="1" name=""/>
        <p:cNvGrpSpPr/>
        <p:nvPr/>
      </p:nvGrpSpPr>
      <p:grpSpPr>
        <a:xfrm>
          <a:off x="0" y="0"/>
          <a:ext cx="0" cy="0"/>
          <a:chOff x="0" y="0"/>
          <a:chExt cx="0" cy="0"/>
        </a:xfrm>
      </p:grpSpPr>
      <p:graphicFrame>
        <p:nvGraphicFramePr>
          <p:cNvPr id="7" name="对象 6" hidden="1"/>
          <p:cNvGraphicFramePr>
            <a:graphicFrameLocks noChangeAspect="1"/>
          </p:cNvGraphicFramePr>
          <p:nvPr userDrawn="1">
            <p:custDataLst>
              <p:tags r:id="rId2"/>
            </p:custDataLst>
            <p:extLst/>
          </p:nvPr>
        </p:nvGraphicFramePr>
        <p:xfrm>
          <a:off x="3002" y="2254"/>
          <a:ext cx="2999" cy="2249"/>
        </p:xfrm>
        <a:graphic>
          <a:graphicData uri="http://schemas.openxmlformats.org/presentationml/2006/ole">
            <mc:AlternateContent xmlns:mc="http://schemas.openxmlformats.org/markup-compatibility/2006">
              <mc:Choice xmlns:v="urn:schemas-microsoft-com:vml" Requires="v">
                <p:oleObj spid="_x0000_s3565" name="think-cell Slide" r:id="rId4" imgW="360" imgH="360" progId="TCLayout.ActiveDocument.1">
                  <p:embed/>
                </p:oleObj>
              </mc:Choice>
              <mc:Fallback>
                <p:oleObj name="think-cell Slide" r:id="rId4" imgW="360" imgH="360" progId="TCLayout.ActiveDocument.1">
                  <p:embed/>
                  <p:pic>
                    <p:nvPicPr>
                      <p:cNvPr id="7" name="对象 6" hidden="1"/>
                      <p:cNvPicPr/>
                      <p:nvPr/>
                    </p:nvPicPr>
                    <p:blipFill>
                      <a:blip r:embed="rId5"/>
                      <a:stretch>
                        <a:fillRect/>
                      </a:stretch>
                    </p:blipFill>
                    <p:spPr>
                      <a:xfrm>
                        <a:off x="3002" y="2254"/>
                        <a:ext cx="2999" cy="2249"/>
                      </a:xfrm>
                      <a:prstGeom prst="rect">
                        <a:avLst/>
                      </a:prstGeom>
                    </p:spPr>
                  </p:pic>
                </p:oleObj>
              </mc:Fallback>
            </mc:AlternateContent>
          </a:graphicData>
        </a:graphic>
      </p:graphicFrame>
      <p:sp>
        <p:nvSpPr>
          <p:cNvPr id="2" name="标题 1"/>
          <p:cNvSpPr>
            <a:spLocks noGrp="1"/>
          </p:cNvSpPr>
          <p:nvPr>
            <p:ph type="title"/>
          </p:nvPr>
        </p:nvSpPr>
        <p:spPr>
          <a:xfrm>
            <a:off x="949496" y="2"/>
            <a:ext cx="15466443" cy="1458038"/>
          </a:xfrm>
        </p:spPr>
        <p:txBody>
          <a:bodyPr>
            <a:normAutofit/>
          </a:bodyPr>
          <a:lstStyle>
            <a:lvl1pPr>
              <a:defRPr sz="5400">
                <a:latin typeface="微软雅黑" panose="020B0503020204020204" pitchFamily="34" charset="-122"/>
                <a:ea typeface="微软雅黑" panose="020B0503020204020204" pitchFamily="34" charset="-122"/>
              </a:defRPr>
            </a:lvl1pPr>
          </a:lstStyle>
          <a:p>
            <a:r>
              <a:rPr lang="zh-CN" altLang="en-US" dirty="0"/>
              <a:t>单击此处编辑母版标题样式</a:t>
            </a:r>
          </a:p>
        </p:txBody>
      </p:sp>
      <p:sp>
        <p:nvSpPr>
          <p:cNvPr id="3" name="内容占位符 2"/>
          <p:cNvSpPr>
            <a:spLocks noGrp="1"/>
          </p:cNvSpPr>
          <p:nvPr>
            <p:ph sz="half" idx="1"/>
          </p:nvPr>
        </p:nvSpPr>
        <p:spPr>
          <a:xfrm>
            <a:off x="949497" y="2398426"/>
            <a:ext cx="15466444" cy="3450592"/>
          </a:xfrm>
        </p:spPr>
        <p:txBody>
          <a:bodyPr>
            <a:normAutofit/>
          </a:bodyPr>
          <a:lstStyle>
            <a:lvl1pPr>
              <a:defRPr sz="2400">
                <a:latin typeface="微软雅黑" panose="020B0503020204020204" pitchFamily="34" charset="-122"/>
                <a:ea typeface="微软雅黑" panose="020B0503020204020204" pitchFamily="34" charset="-122"/>
              </a:defRPr>
            </a:lvl1pPr>
            <a:lvl2pPr>
              <a:defRPr sz="2400">
                <a:latin typeface="微软雅黑" panose="020B0503020204020204" pitchFamily="34" charset="-122"/>
                <a:ea typeface="微软雅黑" panose="020B0503020204020204" pitchFamily="34" charset="-122"/>
              </a:defRPr>
            </a:lvl2pPr>
            <a:lvl3pPr>
              <a:defRPr sz="2400">
                <a:latin typeface="微软雅黑" panose="020B0503020204020204" pitchFamily="34" charset="-122"/>
                <a:ea typeface="微软雅黑" panose="020B0503020204020204" pitchFamily="34" charset="-122"/>
              </a:defRPr>
            </a:lvl3pPr>
            <a:lvl4pPr>
              <a:defRPr sz="2400">
                <a:latin typeface="微软雅黑" panose="020B0503020204020204" pitchFamily="34" charset="-122"/>
                <a:ea typeface="微软雅黑" panose="020B0503020204020204" pitchFamily="34" charset="-122"/>
              </a:defRPr>
            </a:lvl4pPr>
            <a:lvl5pPr>
              <a:defRPr sz="2400">
                <a:latin typeface="微软雅黑" panose="020B0503020204020204" pitchFamily="34" charset="-122"/>
                <a:ea typeface="微软雅黑" panose="020B0503020204020204" pitchFamily="34" charset="-122"/>
              </a:defRPr>
            </a:lvl5pPr>
            <a:lvl6pPr>
              <a:defRPr sz="1800"/>
            </a:lvl6pPr>
            <a:lvl7pPr>
              <a:defRPr sz="1800"/>
            </a:lvl7pPr>
            <a:lvl8pPr>
              <a:defRPr sz="1800"/>
            </a:lvl8pPr>
            <a:lvl9pPr>
              <a:defRPr sz="1800"/>
            </a:lvl9pPr>
          </a:lstStyle>
          <a:p>
            <a:pPr lvl="0"/>
            <a:r>
              <a:rPr lang="zh-CN" altLang="en-US" dirty="0"/>
              <a:t>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 name="内容占位符 3"/>
          <p:cNvSpPr>
            <a:spLocks noGrp="1"/>
          </p:cNvSpPr>
          <p:nvPr>
            <p:ph sz="half" idx="2"/>
          </p:nvPr>
        </p:nvSpPr>
        <p:spPr>
          <a:xfrm>
            <a:off x="949497" y="5923082"/>
            <a:ext cx="15466444" cy="3602880"/>
          </a:xfrm>
        </p:spPr>
        <p:txBody>
          <a:bodyPr>
            <a:normAutofit/>
          </a:bodyPr>
          <a:lstStyle>
            <a:lvl1pPr>
              <a:defRPr sz="2400">
                <a:latin typeface="微软雅黑" panose="020B0503020204020204" pitchFamily="34" charset="-122"/>
                <a:ea typeface="微软雅黑" panose="020B0503020204020204" pitchFamily="34" charset="-122"/>
              </a:defRPr>
            </a:lvl1pPr>
            <a:lvl2pPr>
              <a:defRPr sz="2400">
                <a:latin typeface="微软雅黑" panose="020B0503020204020204" pitchFamily="34" charset="-122"/>
                <a:ea typeface="微软雅黑" panose="020B0503020204020204" pitchFamily="34" charset="-122"/>
              </a:defRPr>
            </a:lvl2pPr>
            <a:lvl3pPr>
              <a:defRPr sz="2400">
                <a:latin typeface="微软雅黑" panose="020B0503020204020204" pitchFamily="34" charset="-122"/>
                <a:ea typeface="微软雅黑" panose="020B0503020204020204" pitchFamily="34" charset="-122"/>
              </a:defRPr>
            </a:lvl3pPr>
            <a:lvl4pPr>
              <a:defRPr sz="2400">
                <a:latin typeface="微软雅黑" panose="020B0503020204020204" pitchFamily="34" charset="-122"/>
                <a:ea typeface="微软雅黑" panose="020B0503020204020204" pitchFamily="34" charset="-122"/>
              </a:defRPr>
            </a:lvl4pPr>
            <a:lvl5pPr>
              <a:defRPr sz="2400">
                <a:latin typeface="微软雅黑" panose="020B0503020204020204" pitchFamily="34" charset="-122"/>
                <a:ea typeface="微软雅黑" panose="020B0503020204020204" pitchFamily="34" charset="-122"/>
              </a:defRPr>
            </a:lvl5pPr>
            <a:lvl6pPr>
              <a:defRPr sz="1800"/>
            </a:lvl6pPr>
            <a:lvl7pPr>
              <a:defRPr sz="1800"/>
            </a:lvl7pPr>
            <a:lvl8pPr>
              <a:defRPr sz="1800"/>
            </a:lvl8pPr>
            <a:lvl9pPr>
              <a:defRPr sz="1800"/>
            </a:lvl9pPr>
          </a:lstStyle>
          <a:p>
            <a:pPr lvl="0"/>
            <a:r>
              <a:rPr lang="zh-CN" altLang="en-US" dirty="0"/>
              <a:t>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10" name="内容占位符 2"/>
          <p:cNvSpPr>
            <a:spLocks noGrp="1"/>
          </p:cNvSpPr>
          <p:nvPr>
            <p:ph sz="half" idx="13"/>
          </p:nvPr>
        </p:nvSpPr>
        <p:spPr>
          <a:xfrm>
            <a:off x="949497" y="1594168"/>
            <a:ext cx="15466444" cy="714430"/>
          </a:xfrm>
        </p:spPr>
        <p:txBody>
          <a:bodyPr>
            <a:noAutofit/>
          </a:bodyPr>
          <a:lstStyle>
            <a:lvl1pPr>
              <a:defRPr sz="2800">
                <a:latin typeface="微软雅黑" panose="020B0503020204020204" pitchFamily="34" charset="-122"/>
                <a:ea typeface="微软雅黑" panose="020B0503020204020204" pitchFamily="34" charset="-122"/>
              </a:defRPr>
            </a:lvl1pPr>
            <a:lvl2pPr>
              <a:defRPr sz="1800">
                <a:latin typeface="等线" panose="02010600030101010101" pitchFamily="2" charset="-122"/>
                <a:ea typeface="等线" panose="02010600030101010101" pitchFamily="2" charset="-122"/>
              </a:defRPr>
            </a:lvl2pPr>
            <a:lvl3pPr>
              <a:defRPr sz="1800">
                <a:latin typeface="等线" panose="02010600030101010101" pitchFamily="2" charset="-122"/>
                <a:ea typeface="等线" panose="02010600030101010101" pitchFamily="2" charset="-122"/>
              </a:defRPr>
            </a:lvl3pPr>
            <a:lvl4pPr>
              <a:defRPr sz="1800">
                <a:latin typeface="等线" panose="02010600030101010101" pitchFamily="2" charset="-122"/>
                <a:ea typeface="等线" panose="02010600030101010101" pitchFamily="2" charset="-122"/>
              </a:defRPr>
            </a:lvl4pPr>
            <a:lvl5pPr>
              <a:defRPr sz="1800">
                <a:latin typeface="等线" panose="02010600030101010101" pitchFamily="2" charset="-122"/>
                <a:ea typeface="等线" panose="02010600030101010101" pitchFamily="2" charset="-122"/>
              </a:defRPr>
            </a:lvl5pPr>
            <a:lvl6pPr>
              <a:defRPr sz="1800"/>
            </a:lvl6pPr>
            <a:lvl7pPr>
              <a:defRPr sz="1800"/>
            </a:lvl7pPr>
            <a:lvl8pPr>
              <a:defRPr sz="1800"/>
            </a:lvl8pPr>
            <a:lvl9pPr>
              <a:defRPr sz="1800"/>
            </a:lvl9pPr>
          </a:lstStyle>
          <a:p>
            <a:pPr lvl="0"/>
            <a:r>
              <a:rPr lang="zh-CN" altLang="en-US" dirty="0"/>
              <a:t>编辑母版文本样式</a:t>
            </a:r>
          </a:p>
        </p:txBody>
      </p:sp>
    </p:spTree>
    <p:extLst>
      <p:ext uri="{BB962C8B-B14F-4D97-AF65-F5344CB8AC3E}">
        <p14:creationId xmlns:p14="http://schemas.microsoft.com/office/powerpoint/2010/main" val="59600645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4_两栏内容">
    <p:spTree>
      <p:nvGrpSpPr>
        <p:cNvPr id="1" name=""/>
        <p:cNvGrpSpPr/>
        <p:nvPr/>
      </p:nvGrpSpPr>
      <p:grpSpPr>
        <a:xfrm>
          <a:off x="0" y="0"/>
          <a:ext cx="0" cy="0"/>
          <a:chOff x="0" y="0"/>
          <a:chExt cx="0" cy="0"/>
        </a:xfrm>
      </p:grpSpPr>
      <p:graphicFrame>
        <p:nvGraphicFramePr>
          <p:cNvPr id="7" name="对象 6" hidden="1"/>
          <p:cNvGraphicFramePr>
            <a:graphicFrameLocks noChangeAspect="1"/>
          </p:cNvGraphicFramePr>
          <p:nvPr userDrawn="1">
            <p:custDataLst>
              <p:tags r:id="rId2"/>
            </p:custDataLst>
            <p:extLst/>
          </p:nvPr>
        </p:nvGraphicFramePr>
        <p:xfrm>
          <a:off x="3002" y="2254"/>
          <a:ext cx="2999" cy="2249"/>
        </p:xfrm>
        <a:graphic>
          <a:graphicData uri="http://schemas.openxmlformats.org/presentationml/2006/ole">
            <mc:AlternateContent xmlns:mc="http://schemas.openxmlformats.org/markup-compatibility/2006">
              <mc:Choice xmlns:v="urn:schemas-microsoft-com:vml" Requires="v">
                <p:oleObj spid="_x0000_s4589" name="think-cell Slide" r:id="rId4" imgW="360" imgH="360" progId="TCLayout.ActiveDocument.1">
                  <p:embed/>
                </p:oleObj>
              </mc:Choice>
              <mc:Fallback>
                <p:oleObj name="think-cell Slide" r:id="rId4" imgW="360" imgH="360" progId="TCLayout.ActiveDocument.1">
                  <p:embed/>
                  <p:pic>
                    <p:nvPicPr>
                      <p:cNvPr id="7" name="对象 6" hidden="1"/>
                      <p:cNvPicPr/>
                      <p:nvPr/>
                    </p:nvPicPr>
                    <p:blipFill>
                      <a:blip r:embed="rId5"/>
                      <a:stretch>
                        <a:fillRect/>
                      </a:stretch>
                    </p:blipFill>
                    <p:spPr>
                      <a:xfrm>
                        <a:off x="3002" y="2254"/>
                        <a:ext cx="2999" cy="2249"/>
                      </a:xfrm>
                      <a:prstGeom prst="rect">
                        <a:avLst/>
                      </a:prstGeom>
                    </p:spPr>
                  </p:pic>
                </p:oleObj>
              </mc:Fallback>
            </mc:AlternateContent>
          </a:graphicData>
        </a:graphic>
      </p:graphicFrame>
      <p:sp>
        <p:nvSpPr>
          <p:cNvPr id="2" name="标题 1"/>
          <p:cNvSpPr>
            <a:spLocks noGrp="1"/>
          </p:cNvSpPr>
          <p:nvPr>
            <p:ph type="title"/>
          </p:nvPr>
        </p:nvSpPr>
        <p:spPr>
          <a:xfrm>
            <a:off x="949497" y="2"/>
            <a:ext cx="15466444" cy="1458038"/>
          </a:xfrm>
        </p:spPr>
        <p:txBody>
          <a:bodyPr>
            <a:normAutofit/>
          </a:bodyPr>
          <a:lstStyle>
            <a:lvl1pPr>
              <a:defRPr sz="5400">
                <a:latin typeface="微软雅黑" panose="020B0503020204020204" pitchFamily="34" charset="-122"/>
                <a:ea typeface="微软雅黑" panose="020B0503020204020204" pitchFamily="34" charset="-122"/>
              </a:defRPr>
            </a:lvl1pPr>
          </a:lstStyle>
          <a:p>
            <a:r>
              <a:rPr lang="zh-CN" altLang="en-US"/>
              <a:t>单击此处编辑母版标题样式</a:t>
            </a:r>
          </a:p>
        </p:txBody>
      </p:sp>
      <p:sp>
        <p:nvSpPr>
          <p:cNvPr id="3" name="内容占位符 2"/>
          <p:cNvSpPr>
            <a:spLocks noGrp="1"/>
          </p:cNvSpPr>
          <p:nvPr>
            <p:ph sz="half" idx="1"/>
          </p:nvPr>
        </p:nvSpPr>
        <p:spPr>
          <a:xfrm>
            <a:off x="949497" y="2278402"/>
            <a:ext cx="15466444" cy="3069894"/>
          </a:xfrm>
        </p:spPr>
        <p:txBody>
          <a:bodyPr>
            <a:normAutofit/>
          </a:bodyPr>
          <a:lstStyle>
            <a:lvl1pPr>
              <a:defRPr sz="2400">
                <a:latin typeface="微软雅黑" panose="020B0503020204020204" pitchFamily="34" charset="-122"/>
                <a:ea typeface="微软雅黑" panose="020B0503020204020204" pitchFamily="34" charset="-122"/>
              </a:defRPr>
            </a:lvl1pPr>
            <a:lvl2pPr>
              <a:defRPr sz="2400">
                <a:latin typeface="微软雅黑" panose="020B0503020204020204" pitchFamily="34" charset="-122"/>
                <a:ea typeface="微软雅黑" panose="020B0503020204020204" pitchFamily="34" charset="-122"/>
              </a:defRPr>
            </a:lvl2pPr>
            <a:lvl3pPr>
              <a:defRPr sz="2400">
                <a:latin typeface="微软雅黑" panose="020B0503020204020204" pitchFamily="34" charset="-122"/>
                <a:ea typeface="微软雅黑" panose="020B0503020204020204" pitchFamily="34" charset="-122"/>
              </a:defRPr>
            </a:lvl3pPr>
            <a:lvl4pPr>
              <a:defRPr sz="2400">
                <a:latin typeface="微软雅黑" panose="020B0503020204020204" pitchFamily="34" charset="-122"/>
                <a:ea typeface="微软雅黑" panose="020B0503020204020204" pitchFamily="34" charset="-122"/>
              </a:defRPr>
            </a:lvl4pPr>
            <a:lvl5pPr>
              <a:defRPr sz="2400">
                <a:latin typeface="微软雅黑" panose="020B0503020204020204" pitchFamily="34" charset="-122"/>
                <a:ea typeface="微软雅黑" panose="020B0503020204020204" pitchFamily="34" charset="-122"/>
              </a:defRPr>
            </a:lvl5pPr>
            <a:lvl6pPr>
              <a:defRPr sz="1800"/>
            </a:lvl6pPr>
            <a:lvl7pPr>
              <a:defRPr sz="1800"/>
            </a:lvl7pPr>
            <a:lvl8pPr>
              <a:defRPr sz="1800"/>
            </a:lvl8pPr>
            <a:lvl9pPr>
              <a:defRPr sz="1800"/>
            </a:lvl9pPr>
          </a:lstStyle>
          <a:p>
            <a:pPr lvl="0"/>
            <a:r>
              <a:rPr lang="zh-CN" altLang="en-US" dirty="0"/>
              <a:t>编辑母版文本样式</a:t>
            </a:r>
          </a:p>
          <a:p>
            <a:pPr lvl="1"/>
            <a:r>
              <a:rPr lang="zh-CN" altLang="en-US" dirty="0"/>
              <a:t>第二级</a:t>
            </a:r>
          </a:p>
          <a:p>
            <a:pPr lvl="2"/>
            <a:r>
              <a:rPr lang="zh-CN" altLang="en-US" dirty="0"/>
              <a:t>第三级</a:t>
            </a:r>
          </a:p>
        </p:txBody>
      </p:sp>
      <p:sp>
        <p:nvSpPr>
          <p:cNvPr id="4" name="内容占位符 3"/>
          <p:cNvSpPr>
            <a:spLocks noGrp="1"/>
          </p:cNvSpPr>
          <p:nvPr>
            <p:ph sz="half" idx="2"/>
          </p:nvPr>
        </p:nvSpPr>
        <p:spPr>
          <a:xfrm>
            <a:off x="949497" y="6297434"/>
            <a:ext cx="15466444" cy="3205380"/>
          </a:xfrm>
        </p:spPr>
        <p:txBody>
          <a:bodyPr>
            <a:normAutofit/>
          </a:bodyPr>
          <a:lstStyle>
            <a:lvl1pPr>
              <a:defRPr sz="2400">
                <a:latin typeface="微软雅黑" panose="020B0503020204020204" pitchFamily="34" charset="-122"/>
                <a:ea typeface="微软雅黑" panose="020B0503020204020204" pitchFamily="34" charset="-122"/>
              </a:defRPr>
            </a:lvl1pPr>
            <a:lvl2pPr>
              <a:defRPr sz="2400">
                <a:latin typeface="微软雅黑" panose="020B0503020204020204" pitchFamily="34" charset="-122"/>
                <a:ea typeface="微软雅黑" panose="020B0503020204020204" pitchFamily="34" charset="-122"/>
              </a:defRPr>
            </a:lvl2pPr>
            <a:lvl3pPr>
              <a:defRPr sz="2400">
                <a:latin typeface="微软雅黑" panose="020B0503020204020204" pitchFamily="34" charset="-122"/>
                <a:ea typeface="微软雅黑" panose="020B0503020204020204" pitchFamily="34" charset="-122"/>
              </a:defRPr>
            </a:lvl3pPr>
            <a:lvl4pPr>
              <a:defRPr sz="2400">
                <a:latin typeface="微软雅黑" panose="020B0503020204020204" pitchFamily="34" charset="-122"/>
                <a:ea typeface="微软雅黑" panose="020B0503020204020204" pitchFamily="34" charset="-122"/>
              </a:defRPr>
            </a:lvl4pPr>
            <a:lvl5pPr>
              <a:defRPr sz="2400">
                <a:latin typeface="微软雅黑" panose="020B0503020204020204" pitchFamily="34" charset="-122"/>
                <a:ea typeface="微软雅黑" panose="020B0503020204020204" pitchFamily="34" charset="-122"/>
              </a:defRPr>
            </a:lvl5pPr>
            <a:lvl6pPr>
              <a:defRPr sz="1800"/>
            </a:lvl6pPr>
            <a:lvl7pPr>
              <a:defRPr sz="1800"/>
            </a:lvl7pPr>
            <a:lvl8pPr>
              <a:defRPr sz="1800"/>
            </a:lvl8pPr>
            <a:lvl9pPr>
              <a:defRPr sz="1800"/>
            </a:lvl9pPr>
          </a:lstStyle>
          <a:p>
            <a:pPr lvl="0"/>
            <a:r>
              <a:rPr lang="zh-CN" altLang="en-US" dirty="0"/>
              <a:t>编辑母版文本样式</a:t>
            </a:r>
          </a:p>
          <a:p>
            <a:pPr lvl="1"/>
            <a:r>
              <a:rPr lang="zh-CN" altLang="en-US" dirty="0"/>
              <a:t>第二级</a:t>
            </a:r>
          </a:p>
          <a:p>
            <a:pPr lvl="2"/>
            <a:r>
              <a:rPr lang="zh-CN" altLang="en-US" dirty="0"/>
              <a:t>第三级</a:t>
            </a:r>
          </a:p>
        </p:txBody>
      </p:sp>
      <p:sp>
        <p:nvSpPr>
          <p:cNvPr id="10" name="内容占位符 2"/>
          <p:cNvSpPr>
            <a:spLocks noGrp="1"/>
          </p:cNvSpPr>
          <p:nvPr>
            <p:ph sz="half" idx="12"/>
          </p:nvPr>
        </p:nvSpPr>
        <p:spPr>
          <a:xfrm>
            <a:off x="949497" y="1575853"/>
            <a:ext cx="15466444" cy="702549"/>
          </a:xfrm>
        </p:spPr>
        <p:txBody>
          <a:bodyPr>
            <a:noAutofit/>
          </a:bodyPr>
          <a:lstStyle>
            <a:lvl1pPr>
              <a:defRPr sz="2800">
                <a:latin typeface="微软雅黑" panose="020B0503020204020204" pitchFamily="34" charset="-122"/>
                <a:ea typeface="微软雅黑" panose="020B0503020204020204" pitchFamily="34" charset="-122"/>
              </a:defRPr>
            </a:lvl1pPr>
            <a:lvl2pPr>
              <a:defRPr sz="1800">
                <a:latin typeface="等线" panose="02010600030101010101" pitchFamily="2" charset="-122"/>
                <a:ea typeface="等线" panose="02010600030101010101" pitchFamily="2" charset="-122"/>
              </a:defRPr>
            </a:lvl2pPr>
            <a:lvl3pPr>
              <a:defRPr sz="1800">
                <a:latin typeface="等线" panose="02010600030101010101" pitchFamily="2" charset="-122"/>
                <a:ea typeface="等线" panose="02010600030101010101" pitchFamily="2" charset="-122"/>
              </a:defRPr>
            </a:lvl3pPr>
            <a:lvl4pPr>
              <a:defRPr sz="1800">
                <a:latin typeface="等线" panose="02010600030101010101" pitchFamily="2" charset="-122"/>
                <a:ea typeface="等线" panose="02010600030101010101" pitchFamily="2" charset="-122"/>
              </a:defRPr>
            </a:lvl4pPr>
            <a:lvl5pPr>
              <a:defRPr sz="1800">
                <a:latin typeface="等线" panose="02010600030101010101" pitchFamily="2" charset="-122"/>
                <a:ea typeface="等线" panose="02010600030101010101" pitchFamily="2" charset="-122"/>
              </a:defRPr>
            </a:lvl5pPr>
            <a:lvl6pPr>
              <a:defRPr sz="1800"/>
            </a:lvl6pPr>
            <a:lvl7pPr>
              <a:defRPr sz="1800"/>
            </a:lvl7pPr>
            <a:lvl8pPr>
              <a:defRPr sz="1800"/>
            </a:lvl8pPr>
            <a:lvl9pPr>
              <a:defRPr sz="1800"/>
            </a:lvl9pPr>
          </a:lstStyle>
          <a:p>
            <a:pPr lvl="0"/>
            <a:r>
              <a:rPr lang="zh-CN" altLang="en-US" dirty="0"/>
              <a:t>编辑母版文本样式</a:t>
            </a:r>
          </a:p>
        </p:txBody>
      </p:sp>
      <p:sp>
        <p:nvSpPr>
          <p:cNvPr id="11" name="内容占位符 2"/>
          <p:cNvSpPr>
            <a:spLocks noGrp="1"/>
          </p:cNvSpPr>
          <p:nvPr>
            <p:ph sz="half" idx="13"/>
          </p:nvPr>
        </p:nvSpPr>
        <p:spPr>
          <a:xfrm>
            <a:off x="949497" y="5570951"/>
            <a:ext cx="15466444" cy="691758"/>
          </a:xfrm>
        </p:spPr>
        <p:txBody>
          <a:bodyPr>
            <a:noAutofit/>
          </a:bodyPr>
          <a:lstStyle>
            <a:lvl1pPr>
              <a:defRPr sz="2800">
                <a:latin typeface="微软雅黑" panose="020B0503020204020204" pitchFamily="34" charset="-122"/>
                <a:ea typeface="微软雅黑" panose="020B0503020204020204" pitchFamily="34" charset="-122"/>
              </a:defRPr>
            </a:lvl1pPr>
            <a:lvl2pPr>
              <a:defRPr sz="1800">
                <a:latin typeface="等线" panose="02010600030101010101" pitchFamily="2" charset="-122"/>
                <a:ea typeface="等线" panose="02010600030101010101" pitchFamily="2" charset="-122"/>
              </a:defRPr>
            </a:lvl2pPr>
            <a:lvl3pPr>
              <a:defRPr sz="1800">
                <a:latin typeface="等线" panose="02010600030101010101" pitchFamily="2" charset="-122"/>
                <a:ea typeface="等线" panose="02010600030101010101" pitchFamily="2" charset="-122"/>
              </a:defRPr>
            </a:lvl3pPr>
            <a:lvl4pPr>
              <a:defRPr sz="1800">
                <a:latin typeface="等线" panose="02010600030101010101" pitchFamily="2" charset="-122"/>
                <a:ea typeface="等线" panose="02010600030101010101" pitchFamily="2" charset="-122"/>
              </a:defRPr>
            </a:lvl4pPr>
            <a:lvl5pPr>
              <a:defRPr sz="1800">
                <a:latin typeface="等线" panose="02010600030101010101" pitchFamily="2" charset="-122"/>
                <a:ea typeface="等线" panose="02010600030101010101" pitchFamily="2" charset="-122"/>
              </a:defRPr>
            </a:lvl5pPr>
            <a:lvl6pPr>
              <a:defRPr sz="1800"/>
            </a:lvl6pPr>
            <a:lvl7pPr>
              <a:defRPr sz="1800"/>
            </a:lvl7pPr>
            <a:lvl8pPr>
              <a:defRPr sz="1800"/>
            </a:lvl8pPr>
            <a:lvl9pPr>
              <a:defRPr sz="1800"/>
            </a:lvl9pPr>
          </a:lstStyle>
          <a:p>
            <a:pPr lvl="0"/>
            <a:r>
              <a:rPr lang="zh-CN" altLang="en-US" dirty="0"/>
              <a:t>编辑母版文本样式</a:t>
            </a:r>
          </a:p>
        </p:txBody>
      </p:sp>
    </p:spTree>
    <p:extLst>
      <p:ext uri="{BB962C8B-B14F-4D97-AF65-F5344CB8AC3E}">
        <p14:creationId xmlns:p14="http://schemas.microsoft.com/office/powerpoint/2010/main" val="325752340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7_两栏内容">
    <p:spTree>
      <p:nvGrpSpPr>
        <p:cNvPr id="1" name=""/>
        <p:cNvGrpSpPr/>
        <p:nvPr/>
      </p:nvGrpSpPr>
      <p:grpSpPr>
        <a:xfrm>
          <a:off x="0" y="0"/>
          <a:ext cx="0" cy="0"/>
          <a:chOff x="0" y="0"/>
          <a:chExt cx="0" cy="0"/>
        </a:xfrm>
      </p:grpSpPr>
      <p:graphicFrame>
        <p:nvGraphicFramePr>
          <p:cNvPr id="7" name="对象 6" hidden="1"/>
          <p:cNvGraphicFramePr>
            <a:graphicFrameLocks noChangeAspect="1"/>
          </p:cNvGraphicFramePr>
          <p:nvPr userDrawn="1">
            <p:custDataLst>
              <p:tags r:id="rId2"/>
            </p:custDataLst>
            <p:extLst/>
          </p:nvPr>
        </p:nvGraphicFramePr>
        <p:xfrm>
          <a:off x="3002" y="2254"/>
          <a:ext cx="2999" cy="2249"/>
        </p:xfrm>
        <a:graphic>
          <a:graphicData uri="http://schemas.openxmlformats.org/presentationml/2006/ole">
            <mc:AlternateContent xmlns:mc="http://schemas.openxmlformats.org/markup-compatibility/2006">
              <mc:Choice xmlns:v="urn:schemas-microsoft-com:vml" Requires="v">
                <p:oleObj spid="_x0000_s9355" name="think-cell Slide" r:id="rId4" imgW="360" imgH="360" progId="TCLayout.ActiveDocument.1">
                  <p:embed/>
                </p:oleObj>
              </mc:Choice>
              <mc:Fallback>
                <p:oleObj name="think-cell Slide" r:id="rId4" imgW="360" imgH="360" progId="TCLayout.ActiveDocument.1">
                  <p:embed/>
                  <p:pic>
                    <p:nvPicPr>
                      <p:cNvPr id="7" name="对象 6" hidden="1"/>
                      <p:cNvPicPr/>
                      <p:nvPr/>
                    </p:nvPicPr>
                    <p:blipFill>
                      <a:blip r:embed="rId5"/>
                      <a:stretch>
                        <a:fillRect/>
                      </a:stretch>
                    </p:blipFill>
                    <p:spPr>
                      <a:xfrm>
                        <a:off x="3002" y="2254"/>
                        <a:ext cx="2999" cy="2249"/>
                      </a:xfrm>
                      <a:prstGeom prst="rect">
                        <a:avLst/>
                      </a:prstGeom>
                    </p:spPr>
                  </p:pic>
                </p:oleObj>
              </mc:Fallback>
            </mc:AlternateContent>
          </a:graphicData>
        </a:graphic>
      </p:graphicFrame>
      <p:sp>
        <p:nvSpPr>
          <p:cNvPr id="2" name="标题 1"/>
          <p:cNvSpPr>
            <a:spLocks noGrp="1"/>
          </p:cNvSpPr>
          <p:nvPr>
            <p:ph type="title"/>
          </p:nvPr>
        </p:nvSpPr>
        <p:spPr/>
        <p:txBody>
          <a:bodyPr>
            <a:normAutofit/>
          </a:bodyPr>
          <a:lstStyle>
            <a:lvl1pPr>
              <a:defRPr sz="5400">
                <a:latin typeface="微软雅黑" panose="020B0503020204020204" pitchFamily="34" charset="-122"/>
                <a:ea typeface="微软雅黑" panose="020B0503020204020204" pitchFamily="34" charset="-122"/>
              </a:defRPr>
            </a:lvl1pPr>
          </a:lstStyle>
          <a:p>
            <a:r>
              <a:rPr lang="zh-CN" altLang="en-US" dirty="0"/>
              <a:t>单击此处编辑母版标题样式</a:t>
            </a:r>
          </a:p>
        </p:txBody>
      </p:sp>
      <p:sp>
        <p:nvSpPr>
          <p:cNvPr id="3" name="内容占位符 2"/>
          <p:cNvSpPr>
            <a:spLocks noGrp="1"/>
          </p:cNvSpPr>
          <p:nvPr>
            <p:ph sz="half" idx="1"/>
          </p:nvPr>
        </p:nvSpPr>
        <p:spPr>
          <a:xfrm>
            <a:off x="949497" y="1594173"/>
            <a:ext cx="15466444" cy="2870252"/>
          </a:xfrm>
        </p:spPr>
        <p:txBody>
          <a:bodyPr>
            <a:normAutofit/>
          </a:bodyPr>
          <a:lstStyle>
            <a:lvl1pPr>
              <a:defRPr sz="2400">
                <a:latin typeface="微软雅黑" panose="020B0503020204020204" pitchFamily="34" charset="-122"/>
                <a:ea typeface="微软雅黑" panose="020B0503020204020204" pitchFamily="34" charset="-122"/>
              </a:defRPr>
            </a:lvl1pPr>
            <a:lvl2pPr>
              <a:defRPr sz="2400">
                <a:latin typeface="微软雅黑" panose="020B0503020204020204" pitchFamily="34" charset="-122"/>
                <a:ea typeface="微软雅黑" panose="020B0503020204020204" pitchFamily="34" charset="-122"/>
              </a:defRPr>
            </a:lvl2pPr>
            <a:lvl3pPr>
              <a:defRPr sz="2400">
                <a:latin typeface="微软雅黑" panose="020B0503020204020204" pitchFamily="34" charset="-122"/>
                <a:ea typeface="微软雅黑" panose="020B0503020204020204" pitchFamily="34" charset="-122"/>
              </a:defRPr>
            </a:lvl3pPr>
            <a:lvl4pPr>
              <a:defRPr sz="2400">
                <a:latin typeface="微软雅黑" panose="020B0503020204020204" pitchFamily="34" charset="-122"/>
                <a:ea typeface="微软雅黑" panose="020B0503020204020204" pitchFamily="34" charset="-122"/>
              </a:defRPr>
            </a:lvl4pPr>
            <a:lvl5pPr>
              <a:defRPr sz="2400">
                <a:latin typeface="微软雅黑" panose="020B0503020204020204" pitchFamily="34" charset="-122"/>
                <a:ea typeface="微软雅黑" panose="020B0503020204020204" pitchFamily="34" charset="-122"/>
              </a:defRPr>
            </a:lvl5pPr>
            <a:lvl6pPr>
              <a:defRPr sz="1800"/>
            </a:lvl6pPr>
            <a:lvl7pPr>
              <a:defRPr sz="1800"/>
            </a:lvl7pPr>
            <a:lvl8pPr>
              <a:defRPr sz="1800"/>
            </a:lvl8pPr>
            <a:lvl9pPr>
              <a:defRPr sz="1800"/>
            </a:lvl9pPr>
          </a:lstStyle>
          <a:p>
            <a:pPr lvl="0"/>
            <a:r>
              <a:rPr lang="zh-CN" altLang="en-US" dirty="0"/>
              <a:t>编辑母版文本样式</a:t>
            </a:r>
          </a:p>
          <a:p>
            <a:pPr lvl="1"/>
            <a:r>
              <a:rPr lang="zh-CN" altLang="en-US" dirty="0"/>
              <a:t>第二级</a:t>
            </a:r>
          </a:p>
          <a:p>
            <a:pPr lvl="2"/>
            <a:r>
              <a:rPr lang="zh-CN" altLang="en-US" dirty="0"/>
              <a:t>第三级</a:t>
            </a:r>
          </a:p>
        </p:txBody>
      </p:sp>
      <p:sp>
        <p:nvSpPr>
          <p:cNvPr id="10" name="内容占位符 2"/>
          <p:cNvSpPr>
            <a:spLocks noGrp="1"/>
          </p:cNvSpPr>
          <p:nvPr>
            <p:ph sz="half" idx="12"/>
          </p:nvPr>
        </p:nvSpPr>
        <p:spPr>
          <a:xfrm>
            <a:off x="949497" y="4600558"/>
            <a:ext cx="7546474" cy="4821234"/>
          </a:xfrm>
        </p:spPr>
        <p:txBody>
          <a:bodyPr>
            <a:normAutofit/>
          </a:bodyPr>
          <a:lstStyle>
            <a:lvl1pPr>
              <a:defRPr sz="2400">
                <a:latin typeface="微软雅黑" panose="020B0503020204020204" pitchFamily="34" charset="-122"/>
                <a:ea typeface="微软雅黑" panose="020B0503020204020204" pitchFamily="34" charset="-122"/>
              </a:defRPr>
            </a:lvl1pPr>
            <a:lvl2pPr>
              <a:defRPr sz="2400">
                <a:latin typeface="微软雅黑" panose="020B0503020204020204" pitchFamily="34" charset="-122"/>
                <a:ea typeface="微软雅黑" panose="020B0503020204020204" pitchFamily="34" charset="-122"/>
              </a:defRPr>
            </a:lvl2pPr>
            <a:lvl3pPr>
              <a:defRPr sz="2400">
                <a:latin typeface="微软雅黑" panose="020B0503020204020204" pitchFamily="34" charset="-122"/>
                <a:ea typeface="微软雅黑" panose="020B0503020204020204" pitchFamily="34" charset="-122"/>
              </a:defRPr>
            </a:lvl3pPr>
            <a:lvl4pPr>
              <a:defRPr sz="2400">
                <a:latin typeface="微软雅黑" panose="020B0503020204020204" pitchFamily="34" charset="-122"/>
                <a:ea typeface="微软雅黑" panose="020B0503020204020204" pitchFamily="34" charset="-122"/>
              </a:defRPr>
            </a:lvl4pPr>
            <a:lvl5pPr>
              <a:defRPr sz="2400">
                <a:latin typeface="微软雅黑" panose="020B0503020204020204" pitchFamily="34" charset="-122"/>
                <a:ea typeface="微软雅黑" panose="020B0503020204020204" pitchFamily="34" charset="-122"/>
              </a:defRPr>
            </a:lvl5pPr>
            <a:lvl6pPr>
              <a:defRPr sz="1800"/>
            </a:lvl6pPr>
            <a:lvl7pPr>
              <a:defRPr sz="1800"/>
            </a:lvl7pPr>
            <a:lvl8pPr>
              <a:defRPr sz="1800"/>
            </a:lvl8pPr>
            <a:lvl9pPr>
              <a:defRPr sz="1800"/>
            </a:lvl9pPr>
          </a:lstStyle>
          <a:p>
            <a:pPr lvl="0"/>
            <a:r>
              <a:rPr lang="zh-CN" altLang="en-US" dirty="0"/>
              <a:t>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11" name="内容占位符 3"/>
          <p:cNvSpPr>
            <a:spLocks noGrp="1"/>
          </p:cNvSpPr>
          <p:nvPr>
            <p:ph sz="half" idx="13"/>
          </p:nvPr>
        </p:nvSpPr>
        <p:spPr>
          <a:xfrm>
            <a:off x="8783968" y="4600558"/>
            <a:ext cx="7631973" cy="4821234"/>
          </a:xfrm>
        </p:spPr>
        <p:txBody>
          <a:bodyPr>
            <a:normAutofit/>
          </a:bodyPr>
          <a:lstStyle>
            <a:lvl1pPr>
              <a:defRPr sz="2400">
                <a:latin typeface="微软雅黑" panose="020B0503020204020204" pitchFamily="34" charset="-122"/>
                <a:ea typeface="微软雅黑" panose="020B0503020204020204" pitchFamily="34" charset="-122"/>
              </a:defRPr>
            </a:lvl1pPr>
            <a:lvl2pPr>
              <a:defRPr sz="2400">
                <a:latin typeface="微软雅黑" panose="020B0503020204020204" pitchFamily="34" charset="-122"/>
                <a:ea typeface="微软雅黑" panose="020B0503020204020204" pitchFamily="34" charset="-122"/>
              </a:defRPr>
            </a:lvl2pPr>
            <a:lvl3pPr>
              <a:defRPr sz="2400">
                <a:latin typeface="微软雅黑" panose="020B0503020204020204" pitchFamily="34" charset="-122"/>
                <a:ea typeface="微软雅黑" panose="020B0503020204020204" pitchFamily="34" charset="-122"/>
              </a:defRPr>
            </a:lvl3pPr>
            <a:lvl4pPr>
              <a:defRPr sz="2400">
                <a:latin typeface="微软雅黑" panose="020B0503020204020204" pitchFamily="34" charset="-122"/>
                <a:ea typeface="微软雅黑" panose="020B0503020204020204" pitchFamily="34" charset="-122"/>
              </a:defRPr>
            </a:lvl4pPr>
            <a:lvl5pPr>
              <a:defRPr sz="2400">
                <a:latin typeface="微软雅黑" panose="020B0503020204020204" pitchFamily="34" charset="-122"/>
                <a:ea typeface="微软雅黑" panose="020B0503020204020204" pitchFamily="34" charset="-122"/>
              </a:defRPr>
            </a:lvl5pPr>
            <a:lvl6pPr>
              <a:defRPr sz="1800"/>
            </a:lvl6pPr>
            <a:lvl7pPr>
              <a:defRPr sz="1800"/>
            </a:lvl7pPr>
            <a:lvl8pPr>
              <a:defRPr sz="1800"/>
            </a:lvl8pPr>
            <a:lvl9pPr>
              <a:defRPr sz="1800"/>
            </a:lvl9p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zh-CN" altLang="en-US" dirty="0"/>
          </a:p>
        </p:txBody>
      </p:sp>
    </p:spTree>
    <p:extLst>
      <p:ext uri="{BB962C8B-B14F-4D97-AF65-F5344CB8AC3E}">
        <p14:creationId xmlns:p14="http://schemas.microsoft.com/office/powerpoint/2010/main" val="340596047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3_比较">
    <p:spTree>
      <p:nvGrpSpPr>
        <p:cNvPr id="1" name=""/>
        <p:cNvGrpSpPr/>
        <p:nvPr/>
      </p:nvGrpSpPr>
      <p:grpSpPr>
        <a:xfrm>
          <a:off x="0" y="0"/>
          <a:ext cx="0" cy="0"/>
          <a:chOff x="0" y="0"/>
          <a:chExt cx="0" cy="0"/>
        </a:xfrm>
      </p:grpSpPr>
      <p:sp>
        <p:nvSpPr>
          <p:cNvPr id="2" name="标题 1"/>
          <p:cNvSpPr>
            <a:spLocks noGrp="1"/>
          </p:cNvSpPr>
          <p:nvPr>
            <p:ph type="title"/>
          </p:nvPr>
        </p:nvSpPr>
        <p:spPr>
          <a:xfrm>
            <a:off x="949497" y="2"/>
            <a:ext cx="15466444" cy="1458038"/>
          </a:xfrm>
        </p:spPr>
        <p:txBody>
          <a:bodyPr>
            <a:normAutofit/>
          </a:bodyPr>
          <a:lstStyle>
            <a:lvl1pPr>
              <a:defRPr sz="5400">
                <a:latin typeface="微软雅黑" panose="020B0503020204020204" pitchFamily="34" charset="-122"/>
                <a:ea typeface="微软雅黑" panose="020B0503020204020204" pitchFamily="34" charset="-122"/>
              </a:defRPr>
            </a:lvl1pPr>
          </a:lstStyle>
          <a:p>
            <a:r>
              <a:rPr lang="zh-CN" altLang="en-US" dirty="0"/>
              <a:t>单击此处编辑母版标题样式</a:t>
            </a:r>
          </a:p>
        </p:txBody>
      </p:sp>
      <p:sp>
        <p:nvSpPr>
          <p:cNvPr id="4" name="内容占位符 3"/>
          <p:cNvSpPr>
            <a:spLocks noGrp="1"/>
          </p:cNvSpPr>
          <p:nvPr>
            <p:ph sz="half" idx="2"/>
          </p:nvPr>
        </p:nvSpPr>
        <p:spPr>
          <a:xfrm>
            <a:off x="949496" y="1620456"/>
            <a:ext cx="8626303" cy="7812911"/>
          </a:xfrm>
        </p:spPr>
        <p:txBody>
          <a:bodyPr>
            <a:normAutofit/>
          </a:bodyPr>
          <a:lstStyle>
            <a:lvl1pPr>
              <a:defRPr sz="2400">
                <a:latin typeface="微软雅黑" panose="020B0503020204020204" pitchFamily="34" charset="-122"/>
                <a:ea typeface="微软雅黑" panose="020B0503020204020204" pitchFamily="34" charset="-122"/>
              </a:defRPr>
            </a:lvl1pPr>
            <a:lvl2pPr>
              <a:defRPr sz="2400">
                <a:latin typeface="微软雅黑" panose="020B0503020204020204" pitchFamily="34" charset="-122"/>
                <a:ea typeface="微软雅黑" panose="020B0503020204020204" pitchFamily="34" charset="-122"/>
              </a:defRPr>
            </a:lvl2pPr>
            <a:lvl3pPr>
              <a:defRPr sz="2400">
                <a:latin typeface="微软雅黑" panose="020B0503020204020204" pitchFamily="34" charset="-122"/>
                <a:ea typeface="微软雅黑" panose="020B0503020204020204" pitchFamily="34" charset="-122"/>
              </a:defRPr>
            </a:lvl3pPr>
            <a:lvl4pPr>
              <a:defRPr sz="2400">
                <a:latin typeface="微软雅黑" panose="020B0503020204020204" pitchFamily="34" charset="-122"/>
                <a:ea typeface="微软雅黑" panose="020B0503020204020204" pitchFamily="34" charset="-122"/>
              </a:defRPr>
            </a:lvl4pPr>
            <a:lvl5pPr>
              <a:defRPr sz="2400">
                <a:latin typeface="微软雅黑" panose="020B0503020204020204" pitchFamily="34" charset="-122"/>
                <a:ea typeface="微软雅黑" panose="020B0503020204020204" pitchFamily="34" charset="-122"/>
              </a:defRPr>
            </a:lvl5pPr>
            <a:lvl6pPr>
              <a:defRPr sz="1600"/>
            </a:lvl6pPr>
            <a:lvl7pPr>
              <a:defRPr sz="1600"/>
            </a:lvl7pPr>
            <a:lvl8pPr>
              <a:defRPr sz="1600"/>
            </a:lvl8pPr>
            <a:lvl9pPr>
              <a:defRPr sz="1600"/>
            </a:lvl9pPr>
          </a:lstStyle>
          <a:p>
            <a:pPr lvl="0"/>
            <a:r>
              <a:rPr lang="zh-CN" altLang="en-US" dirty="0"/>
              <a:t>编辑母版文本样式</a:t>
            </a:r>
          </a:p>
          <a:p>
            <a:pPr lvl="1"/>
            <a:r>
              <a:rPr lang="zh-CN" altLang="en-US" dirty="0"/>
              <a:t>第二级</a:t>
            </a:r>
          </a:p>
          <a:p>
            <a:pPr lvl="2"/>
            <a:r>
              <a:rPr lang="zh-CN" altLang="en-US" dirty="0"/>
              <a:t>第三级</a:t>
            </a:r>
          </a:p>
        </p:txBody>
      </p:sp>
      <p:sp>
        <p:nvSpPr>
          <p:cNvPr id="6" name="内容占位符 5"/>
          <p:cNvSpPr>
            <a:spLocks noGrp="1"/>
          </p:cNvSpPr>
          <p:nvPr>
            <p:ph sz="quarter" idx="4"/>
          </p:nvPr>
        </p:nvSpPr>
        <p:spPr>
          <a:xfrm>
            <a:off x="9715497" y="1620456"/>
            <a:ext cx="6700443" cy="3842795"/>
          </a:xfrm>
        </p:spPr>
        <p:txBody>
          <a:bodyPr>
            <a:normAutofit/>
          </a:bodyPr>
          <a:lstStyle>
            <a:lvl1pPr>
              <a:defRPr sz="2400">
                <a:latin typeface="微软雅黑" panose="020B0503020204020204" pitchFamily="34" charset="-122"/>
                <a:ea typeface="微软雅黑" panose="020B0503020204020204" pitchFamily="34" charset="-122"/>
              </a:defRPr>
            </a:lvl1pPr>
            <a:lvl2pPr>
              <a:defRPr sz="2400">
                <a:latin typeface="微软雅黑" panose="020B0503020204020204" pitchFamily="34" charset="-122"/>
                <a:ea typeface="微软雅黑" panose="020B0503020204020204" pitchFamily="34" charset="-122"/>
              </a:defRPr>
            </a:lvl2pPr>
            <a:lvl3pPr>
              <a:defRPr sz="2400">
                <a:latin typeface="微软雅黑" panose="020B0503020204020204" pitchFamily="34" charset="-122"/>
                <a:ea typeface="微软雅黑" panose="020B0503020204020204" pitchFamily="34" charset="-122"/>
              </a:defRPr>
            </a:lvl3pPr>
            <a:lvl4pPr>
              <a:defRPr sz="2400">
                <a:latin typeface="微软雅黑" panose="020B0503020204020204" pitchFamily="34" charset="-122"/>
                <a:ea typeface="微软雅黑" panose="020B0503020204020204" pitchFamily="34" charset="-122"/>
              </a:defRPr>
            </a:lvl4pPr>
            <a:lvl5pPr>
              <a:defRPr sz="2400">
                <a:latin typeface="微软雅黑" panose="020B0503020204020204" pitchFamily="34" charset="-122"/>
                <a:ea typeface="微软雅黑" panose="020B0503020204020204" pitchFamily="34" charset="-122"/>
              </a:defRPr>
            </a:lvl5pPr>
            <a:lvl6pPr>
              <a:defRPr sz="1600"/>
            </a:lvl6pPr>
            <a:lvl7pPr>
              <a:defRPr sz="1600"/>
            </a:lvl7pPr>
            <a:lvl8pPr>
              <a:defRPr sz="1600"/>
            </a:lvl8pPr>
            <a:lvl9pPr>
              <a:defRPr sz="1600"/>
            </a:lvl9pPr>
          </a:lstStyle>
          <a:p>
            <a:pPr lvl="0"/>
            <a:r>
              <a:rPr lang="zh-CN" altLang="en-US" dirty="0"/>
              <a:t>编辑母版文本样式</a:t>
            </a:r>
          </a:p>
          <a:p>
            <a:pPr lvl="1"/>
            <a:r>
              <a:rPr lang="zh-CN" altLang="en-US" dirty="0"/>
              <a:t>第二级</a:t>
            </a:r>
          </a:p>
        </p:txBody>
      </p:sp>
      <p:sp>
        <p:nvSpPr>
          <p:cNvPr id="7" name="内容占位符 5">
            <a:extLst>
              <a:ext uri="{FF2B5EF4-FFF2-40B4-BE49-F238E27FC236}">
                <a16:creationId xmlns:a16="http://schemas.microsoft.com/office/drawing/2014/main" id="{A40475CB-32A8-449D-B508-CAF3FA851943}"/>
              </a:ext>
            </a:extLst>
          </p:cNvPr>
          <p:cNvSpPr>
            <a:spLocks noGrp="1"/>
          </p:cNvSpPr>
          <p:nvPr>
            <p:ph sz="quarter" idx="10"/>
          </p:nvPr>
        </p:nvSpPr>
        <p:spPr>
          <a:xfrm>
            <a:off x="9715499" y="5567423"/>
            <a:ext cx="6700443" cy="3865943"/>
          </a:xfrm>
        </p:spPr>
        <p:txBody>
          <a:bodyPr>
            <a:normAutofit/>
          </a:bodyPr>
          <a:lstStyle>
            <a:lvl1pPr>
              <a:defRPr sz="2400">
                <a:latin typeface="微软雅黑" panose="020B0503020204020204" pitchFamily="34" charset="-122"/>
                <a:ea typeface="微软雅黑" panose="020B0503020204020204" pitchFamily="34" charset="-122"/>
              </a:defRPr>
            </a:lvl1pPr>
            <a:lvl2pPr>
              <a:defRPr sz="2400">
                <a:latin typeface="微软雅黑" panose="020B0503020204020204" pitchFamily="34" charset="-122"/>
                <a:ea typeface="微软雅黑" panose="020B0503020204020204" pitchFamily="34" charset="-122"/>
              </a:defRPr>
            </a:lvl2pPr>
            <a:lvl3pPr>
              <a:defRPr sz="2400">
                <a:latin typeface="微软雅黑" panose="020B0503020204020204" pitchFamily="34" charset="-122"/>
                <a:ea typeface="微软雅黑" panose="020B0503020204020204" pitchFamily="34" charset="-122"/>
              </a:defRPr>
            </a:lvl3pPr>
            <a:lvl4pPr>
              <a:defRPr sz="2400">
                <a:latin typeface="微软雅黑" panose="020B0503020204020204" pitchFamily="34" charset="-122"/>
                <a:ea typeface="微软雅黑" panose="020B0503020204020204" pitchFamily="34" charset="-122"/>
              </a:defRPr>
            </a:lvl4pPr>
            <a:lvl5pPr>
              <a:defRPr sz="2400">
                <a:latin typeface="微软雅黑" panose="020B0503020204020204" pitchFamily="34" charset="-122"/>
                <a:ea typeface="微软雅黑" panose="020B0503020204020204" pitchFamily="34" charset="-122"/>
              </a:defRPr>
            </a:lvl5pPr>
            <a:lvl6pPr>
              <a:defRPr sz="1600"/>
            </a:lvl6pPr>
            <a:lvl7pPr>
              <a:defRPr sz="1600"/>
            </a:lvl7pPr>
            <a:lvl8pPr>
              <a:defRPr sz="1600"/>
            </a:lvl8pPr>
            <a:lvl9pPr>
              <a:defRPr sz="1600"/>
            </a:lvl9pPr>
          </a:lstStyle>
          <a:p>
            <a:pPr lvl="0"/>
            <a:r>
              <a:rPr lang="zh-CN" altLang="en-US" dirty="0"/>
              <a:t>编辑母版文本样式</a:t>
            </a:r>
          </a:p>
          <a:p>
            <a:pPr lvl="1"/>
            <a:r>
              <a:rPr lang="zh-CN" altLang="en-US" dirty="0"/>
              <a:t>第二级</a:t>
            </a:r>
          </a:p>
        </p:txBody>
      </p:sp>
    </p:spTree>
    <p:extLst>
      <p:ext uri="{BB962C8B-B14F-4D97-AF65-F5344CB8AC3E}">
        <p14:creationId xmlns:p14="http://schemas.microsoft.com/office/powerpoint/2010/main" val="149229790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woObj" preserve="1">
  <p:cSld name="2_两栏内容">
    <p:spTree>
      <p:nvGrpSpPr>
        <p:cNvPr id="1" name=""/>
        <p:cNvGrpSpPr/>
        <p:nvPr/>
      </p:nvGrpSpPr>
      <p:grpSpPr>
        <a:xfrm>
          <a:off x="0" y="0"/>
          <a:ext cx="0" cy="0"/>
          <a:chOff x="0" y="0"/>
          <a:chExt cx="0" cy="0"/>
        </a:xfrm>
      </p:grpSpPr>
      <p:graphicFrame>
        <p:nvGraphicFramePr>
          <p:cNvPr id="7" name="对象 6" hidden="1"/>
          <p:cNvGraphicFramePr>
            <a:graphicFrameLocks noChangeAspect="1"/>
          </p:cNvGraphicFramePr>
          <p:nvPr userDrawn="1">
            <p:custDataLst>
              <p:tags r:id="rId2"/>
            </p:custDataLst>
            <p:extLst/>
          </p:nvPr>
        </p:nvGraphicFramePr>
        <p:xfrm>
          <a:off x="3002" y="2254"/>
          <a:ext cx="2999" cy="2249"/>
        </p:xfrm>
        <a:graphic>
          <a:graphicData uri="http://schemas.openxmlformats.org/presentationml/2006/ole">
            <mc:AlternateContent xmlns:mc="http://schemas.openxmlformats.org/markup-compatibility/2006">
              <mc:Choice xmlns:v="urn:schemas-microsoft-com:vml" Requires="v">
                <p:oleObj spid="_x0000_s5613" name="think-cell Slide" r:id="rId4" imgW="360" imgH="360" progId="TCLayout.ActiveDocument.1">
                  <p:embed/>
                </p:oleObj>
              </mc:Choice>
              <mc:Fallback>
                <p:oleObj name="think-cell Slide" r:id="rId4" imgW="360" imgH="360" progId="TCLayout.ActiveDocument.1">
                  <p:embed/>
                  <p:pic>
                    <p:nvPicPr>
                      <p:cNvPr id="7" name="对象 6" hidden="1"/>
                      <p:cNvPicPr/>
                      <p:nvPr/>
                    </p:nvPicPr>
                    <p:blipFill>
                      <a:blip r:embed="rId5"/>
                      <a:stretch>
                        <a:fillRect/>
                      </a:stretch>
                    </p:blipFill>
                    <p:spPr>
                      <a:xfrm>
                        <a:off x="3002" y="2254"/>
                        <a:ext cx="2999" cy="2249"/>
                      </a:xfrm>
                      <a:prstGeom prst="rect">
                        <a:avLst/>
                      </a:prstGeom>
                    </p:spPr>
                  </p:pic>
                </p:oleObj>
              </mc:Fallback>
            </mc:AlternateContent>
          </a:graphicData>
        </a:graphic>
      </p:graphicFrame>
      <p:sp>
        <p:nvSpPr>
          <p:cNvPr id="2" name="标题 1"/>
          <p:cNvSpPr>
            <a:spLocks noGrp="1"/>
          </p:cNvSpPr>
          <p:nvPr>
            <p:ph type="title"/>
          </p:nvPr>
        </p:nvSpPr>
        <p:spPr>
          <a:xfrm>
            <a:off x="949497" y="2"/>
            <a:ext cx="15631640" cy="1458038"/>
          </a:xfrm>
        </p:spPr>
        <p:txBody>
          <a:bodyPr>
            <a:normAutofit/>
          </a:bodyPr>
          <a:lstStyle>
            <a:lvl1pPr>
              <a:defRPr sz="5400">
                <a:latin typeface="微软雅黑" panose="020B0503020204020204" pitchFamily="34" charset="-122"/>
                <a:ea typeface="微软雅黑" panose="020B0503020204020204" pitchFamily="34" charset="-122"/>
              </a:defRPr>
            </a:lvl1pPr>
          </a:lstStyle>
          <a:p>
            <a:r>
              <a:rPr lang="zh-CN" altLang="en-US"/>
              <a:t>单击此处编辑母版标题样式</a:t>
            </a:r>
          </a:p>
        </p:txBody>
      </p:sp>
      <p:sp>
        <p:nvSpPr>
          <p:cNvPr id="3" name="内容占位符 2"/>
          <p:cNvSpPr>
            <a:spLocks noGrp="1"/>
          </p:cNvSpPr>
          <p:nvPr>
            <p:ph sz="half" idx="1"/>
          </p:nvPr>
        </p:nvSpPr>
        <p:spPr>
          <a:xfrm>
            <a:off x="949497" y="1621996"/>
            <a:ext cx="4954482" cy="7915543"/>
          </a:xfrm>
        </p:spPr>
        <p:txBody>
          <a:bodyPr>
            <a:normAutofit/>
          </a:bodyPr>
          <a:lstStyle>
            <a:lvl1pPr>
              <a:defRPr sz="2400">
                <a:latin typeface="微软雅黑" panose="020B0503020204020204" pitchFamily="34" charset="-122"/>
                <a:ea typeface="微软雅黑" panose="020B0503020204020204" pitchFamily="34" charset="-122"/>
              </a:defRPr>
            </a:lvl1pPr>
            <a:lvl2pPr>
              <a:defRPr sz="2400">
                <a:latin typeface="微软雅黑" panose="020B0503020204020204" pitchFamily="34" charset="-122"/>
                <a:ea typeface="微软雅黑" panose="020B0503020204020204" pitchFamily="34" charset="-122"/>
              </a:defRPr>
            </a:lvl2pPr>
            <a:lvl3pPr>
              <a:defRPr sz="2400">
                <a:latin typeface="微软雅黑" panose="020B0503020204020204" pitchFamily="34" charset="-122"/>
                <a:ea typeface="微软雅黑" panose="020B0503020204020204" pitchFamily="34" charset="-122"/>
              </a:defRPr>
            </a:lvl3pPr>
            <a:lvl4pPr>
              <a:defRPr sz="2400">
                <a:latin typeface="微软雅黑" panose="020B0503020204020204" pitchFamily="34" charset="-122"/>
                <a:ea typeface="微软雅黑" panose="020B0503020204020204" pitchFamily="34" charset="-122"/>
              </a:defRPr>
            </a:lvl4pPr>
            <a:lvl5pPr>
              <a:defRPr sz="2400">
                <a:latin typeface="微软雅黑" panose="020B0503020204020204" pitchFamily="34" charset="-122"/>
                <a:ea typeface="微软雅黑" panose="020B0503020204020204" pitchFamily="34" charset="-122"/>
              </a:defRPr>
            </a:lvl5pPr>
            <a:lvl6pPr>
              <a:defRPr sz="1800"/>
            </a:lvl6pPr>
            <a:lvl7pPr>
              <a:defRPr sz="1800"/>
            </a:lvl7pPr>
            <a:lvl8pPr>
              <a:defRPr sz="1800"/>
            </a:lvl8pPr>
            <a:lvl9pPr>
              <a:defRPr sz="1800"/>
            </a:lvl9pPr>
          </a:lstStyle>
          <a:p>
            <a:pPr lvl="0"/>
            <a:r>
              <a:rPr lang="zh-CN" altLang="en-US" dirty="0"/>
              <a:t>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 name="内容占位符 3"/>
          <p:cNvSpPr>
            <a:spLocks noGrp="1"/>
          </p:cNvSpPr>
          <p:nvPr>
            <p:ph sz="half" idx="2"/>
          </p:nvPr>
        </p:nvSpPr>
        <p:spPr>
          <a:xfrm>
            <a:off x="6086047" y="1621996"/>
            <a:ext cx="5156512" cy="7915543"/>
          </a:xfrm>
        </p:spPr>
        <p:txBody>
          <a:bodyPr>
            <a:normAutofit/>
          </a:bodyPr>
          <a:lstStyle>
            <a:lvl1pPr>
              <a:defRPr sz="2400">
                <a:latin typeface="微软雅黑" panose="020B0503020204020204" pitchFamily="34" charset="-122"/>
                <a:ea typeface="微软雅黑" panose="020B0503020204020204" pitchFamily="34" charset="-122"/>
              </a:defRPr>
            </a:lvl1pPr>
            <a:lvl2pPr>
              <a:defRPr sz="2400">
                <a:latin typeface="微软雅黑" panose="020B0503020204020204" pitchFamily="34" charset="-122"/>
                <a:ea typeface="微软雅黑" panose="020B0503020204020204" pitchFamily="34" charset="-122"/>
              </a:defRPr>
            </a:lvl2pPr>
            <a:lvl3pPr>
              <a:defRPr sz="2400">
                <a:latin typeface="微软雅黑" panose="020B0503020204020204" pitchFamily="34" charset="-122"/>
                <a:ea typeface="微软雅黑" panose="020B0503020204020204" pitchFamily="34" charset="-122"/>
              </a:defRPr>
            </a:lvl3pPr>
            <a:lvl4pPr>
              <a:defRPr sz="2400">
                <a:latin typeface="微软雅黑" panose="020B0503020204020204" pitchFamily="34" charset="-122"/>
                <a:ea typeface="微软雅黑" panose="020B0503020204020204" pitchFamily="34" charset="-122"/>
              </a:defRPr>
            </a:lvl4pPr>
            <a:lvl5pPr>
              <a:defRPr sz="2400">
                <a:latin typeface="微软雅黑" panose="020B0503020204020204" pitchFamily="34" charset="-122"/>
                <a:ea typeface="微软雅黑" panose="020B0503020204020204" pitchFamily="34" charset="-122"/>
              </a:defRPr>
            </a:lvl5pPr>
            <a:lvl6pPr>
              <a:defRPr sz="1800"/>
            </a:lvl6pPr>
            <a:lvl7pPr>
              <a:defRPr sz="1800"/>
            </a:lvl7pPr>
            <a:lvl8pPr>
              <a:defRPr sz="1800"/>
            </a:lvl8pPr>
            <a:lvl9pPr>
              <a:defRPr sz="1800"/>
            </a:lvl9p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zh-CN" altLang="en-US" dirty="0"/>
          </a:p>
        </p:txBody>
      </p:sp>
      <p:sp>
        <p:nvSpPr>
          <p:cNvPr id="10" name="内容占位符 3"/>
          <p:cNvSpPr>
            <a:spLocks noGrp="1"/>
          </p:cNvSpPr>
          <p:nvPr>
            <p:ph sz="half" idx="12"/>
          </p:nvPr>
        </p:nvSpPr>
        <p:spPr>
          <a:xfrm>
            <a:off x="11424625" y="1621996"/>
            <a:ext cx="5156512" cy="7915543"/>
          </a:xfrm>
        </p:spPr>
        <p:txBody>
          <a:bodyPr>
            <a:normAutofit/>
          </a:bodyPr>
          <a:lstStyle>
            <a:lvl1pPr>
              <a:defRPr sz="2400">
                <a:latin typeface="微软雅黑" panose="020B0503020204020204" pitchFamily="34" charset="-122"/>
                <a:ea typeface="微软雅黑" panose="020B0503020204020204" pitchFamily="34" charset="-122"/>
              </a:defRPr>
            </a:lvl1pPr>
            <a:lvl2pPr>
              <a:defRPr sz="2400">
                <a:latin typeface="微软雅黑" panose="020B0503020204020204" pitchFamily="34" charset="-122"/>
                <a:ea typeface="微软雅黑" panose="020B0503020204020204" pitchFamily="34" charset="-122"/>
              </a:defRPr>
            </a:lvl2pPr>
            <a:lvl3pPr>
              <a:defRPr sz="2400">
                <a:latin typeface="微软雅黑" panose="020B0503020204020204" pitchFamily="34" charset="-122"/>
                <a:ea typeface="微软雅黑" panose="020B0503020204020204" pitchFamily="34" charset="-122"/>
              </a:defRPr>
            </a:lvl3pPr>
            <a:lvl4pPr>
              <a:defRPr sz="2400">
                <a:latin typeface="微软雅黑" panose="020B0503020204020204" pitchFamily="34" charset="-122"/>
                <a:ea typeface="微软雅黑" panose="020B0503020204020204" pitchFamily="34" charset="-122"/>
              </a:defRPr>
            </a:lvl4pPr>
            <a:lvl5pPr>
              <a:defRPr sz="2400">
                <a:latin typeface="微软雅黑" panose="020B0503020204020204" pitchFamily="34" charset="-122"/>
                <a:ea typeface="微软雅黑" panose="020B0503020204020204" pitchFamily="34" charset="-122"/>
              </a:defRPr>
            </a:lvl5pPr>
            <a:lvl6pPr>
              <a:defRPr sz="1800"/>
            </a:lvl6pPr>
            <a:lvl7pPr>
              <a:defRPr sz="1800"/>
            </a:lvl7pPr>
            <a:lvl8pPr>
              <a:defRPr sz="1800"/>
            </a:lvl8pPr>
            <a:lvl9pPr>
              <a:defRPr sz="1800"/>
            </a:lvl9p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zh-CN" altLang="en-US" dirty="0"/>
          </a:p>
        </p:txBody>
      </p:sp>
    </p:spTree>
    <p:extLst>
      <p:ext uri="{BB962C8B-B14F-4D97-AF65-F5344CB8AC3E}">
        <p14:creationId xmlns:p14="http://schemas.microsoft.com/office/powerpoint/2010/main" val="236799818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5_两栏内容">
    <p:spTree>
      <p:nvGrpSpPr>
        <p:cNvPr id="1" name=""/>
        <p:cNvGrpSpPr/>
        <p:nvPr/>
      </p:nvGrpSpPr>
      <p:grpSpPr>
        <a:xfrm>
          <a:off x="0" y="0"/>
          <a:ext cx="0" cy="0"/>
          <a:chOff x="0" y="0"/>
          <a:chExt cx="0" cy="0"/>
        </a:xfrm>
      </p:grpSpPr>
      <p:graphicFrame>
        <p:nvGraphicFramePr>
          <p:cNvPr id="7" name="对象 6" hidden="1"/>
          <p:cNvGraphicFramePr>
            <a:graphicFrameLocks noChangeAspect="1"/>
          </p:cNvGraphicFramePr>
          <p:nvPr userDrawn="1">
            <p:custDataLst>
              <p:tags r:id="rId2"/>
            </p:custDataLst>
            <p:extLst/>
          </p:nvPr>
        </p:nvGraphicFramePr>
        <p:xfrm>
          <a:off x="3002" y="2254"/>
          <a:ext cx="2999" cy="2249"/>
        </p:xfrm>
        <a:graphic>
          <a:graphicData uri="http://schemas.openxmlformats.org/presentationml/2006/ole">
            <mc:AlternateContent xmlns:mc="http://schemas.openxmlformats.org/markup-compatibility/2006">
              <mc:Choice xmlns:v="urn:schemas-microsoft-com:vml" Requires="v">
                <p:oleObj spid="_x0000_s6637" name="think-cell Slide" r:id="rId4" imgW="360" imgH="360" progId="TCLayout.ActiveDocument.1">
                  <p:embed/>
                </p:oleObj>
              </mc:Choice>
              <mc:Fallback>
                <p:oleObj name="think-cell Slide" r:id="rId4" imgW="360" imgH="360" progId="TCLayout.ActiveDocument.1">
                  <p:embed/>
                  <p:pic>
                    <p:nvPicPr>
                      <p:cNvPr id="7" name="对象 6" hidden="1"/>
                      <p:cNvPicPr/>
                      <p:nvPr/>
                    </p:nvPicPr>
                    <p:blipFill>
                      <a:blip r:embed="rId5"/>
                      <a:stretch>
                        <a:fillRect/>
                      </a:stretch>
                    </p:blipFill>
                    <p:spPr>
                      <a:xfrm>
                        <a:off x="3002" y="2254"/>
                        <a:ext cx="2999" cy="2249"/>
                      </a:xfrm>
                      <a:prstGeom prst="rect">
                        <a:avLst/>
                      </a:prstGeom>
                    </p:spPr>
                  </p:pic>
                </p:oleObj>
              </mc:Fallback>
            </mc:AlternateContent>
          </a:graphicData>
        </a:graphic>
      </p:graphicFrame>
      <p:sp>
        <p:nvSpPr>
          <p:cNvPr id="2" name="标题 1"/>
          <p:cNvSpPr>
            <a:spLocks noGrp="1"/>
          </p:cNvSpPr>
          <p:nvPr>
            <p:ph type="title"/>
          </p:nvPr>
        </p:nvSpPr>
        <p:spPr>
          <a:xfrm>
            <a:off x="949496" y="2"/>
            <a:ext cx="15631639" cy="1458038"/>
          </a:xfrm>
        </p:spPr>
        <p:txBody>
          <a:bodyPr>
            <a:normAutofit/>
          </a:bodyPr>
          <a:lstStyle>
            <a:lvl1pPr>
              <a:defRPr sz="5400">
                <a:latin typeface="微软雅黑" panose="020B0503020204020204" pitchFamily="34" charset="-122"/>
                <a:ea typeface="微软雅黑" panose="020B0503020204020204" pitchFamily="34" charset="-122"/>
              </a:defRPr>
            </a:lvl1pPr>
          </a:lstStyle>
          <a:p>
            <a:r>
              <a:rPr lang="zh-CN" altLang="en-US" dirty="0"/>
              <a:t>单击此处编辑母版标题样式</a:t>
            </a:r>
          </a:p>
        </p:txBody>
      </p:sp>
      <p:sp>
        <p:nvSpPr>
          <p:cNvPr id="3" name="内容占位符 2"/>
          <p:cNvSpPr>
            <a:spLocks noGrp="1"/>
          </p:cNvSpPr>
          <p:nvPr>
            <p:ph sz="half" idx="1"/>
          </p:nvPr>
        </p:nvSpPr>
        <p:spPr>
          <a:xfrm>
            <a:off x="949497" y="2434620"/>
            <a:ext cx="4954482" cy="6987172"/>
          </a:xfrm>
        </p:spPr>
        <p:txBody>
          <a:bodyPr>
            <a:normAutofit/>
          </a:bodyPr>
          <a:lstStyle>
            <a:lvl1pPr>
              <a:defRPr sz="2400">
                <a:latin typeface="微软雅黑" panose="020B0503020204020204" pitchFamily="34" charset="-122"/>
                <a:ea typeface="微软雅黑" panose="020B0503020204020204" pitchFamily="34" charset="-122"/>
              </a:defRPr>
            </a:lvl1pPr>
            <a:lvl2pPr>
              <a:defRPr sz="2400">
                <a:latin typeface="微软雅黑" panose="020B0503020204020204" pitchFamily="34" charset="-122"/>
                <a:ea typeface="微软雅黑" panose="020B0503020204020204" pitchFamily="34" charset="-122"/>
              </a:defRPr>
            </a:lvl2pPr>
            <a:lvl3pPr>
              <a:defRPr sz="2400">
                <a:latin typeface="微软雅黑" panose="020B0503020204020204" pitchFamily="34" charset="-122"/>
                <a:ea typeface="微软雅黑" panose="020B0503020204020204" pitchFamily="34" charset="-122"/>
              </a:defRPr>
            </a:lvl3pPr>
            <a:lvl4pPr>
              <a:defRPr sz="2400">
                <a:latin typeface="微软雅黑" panose="020B0503020204020204" pitchFamily="34" charset="-122"/>
                <a:ea typeface="微软雅黑" panose="020B0503020204020204" pitchFamily="34" charset="-122"/>
              </a:defRPr>
            </a:lvl4pPr>
            <a:lvl5pPr>
              <a:defRPr sz="2400">
                <a:latin typeface="微软雅黑" panose="020B0503020204020204" pitchFamily="34" charset="-122"/>
                <a:ea typeface="微软雅黑" panose="020B0503020204020204" pitchFamily="34" charset="-122"/>
              </a:defRPr>
            </a:lvl5pPr>
            <a:lvl6pPr>
              <a:defRPr sz="1800"/>
            </a:lvl6pPr>
            <a:lvl7pPr>
              <a:defRPr sz="1800"/>
            </a:lvl7pPr>
            <a:lvl8pPr>
              <a:defRPr sz="1800"/>
            </a:lvl8pPr>
            <a:lvl9pPr>
              <a:defRPr sz="1800"/>
            </a:lvl9pPr>
          </a:lstStyle>
          <a:p>
            <a:pPr lvl="0"/>
            <a:r>
              <a:rPr lang="zh-CN" altLang="en-US" dirty="0"/>
              <a:t>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 name="内容占位符 3"/>
          <p:cNvSpPr>
            <a:spLocks noGrp="1"/>
          </p:cNvSpPr>
          <p:nvPr>
            <p:ph sz="half" idx="2"/>
          </p:nvPr>
        </p:nvSpPr>
        <p:spPr>
          <a:xfrm>
            <a:off x="6086047" y="2434620"/>
            <a:ext cx="5156512" cy="6987172"/>
          </a:xfrm>
        </p:spPr>
        <p:txBody>
          <a:bodyPr>
            <a:normAutofit/>
          </a:bodyPr>
          <a:lstStyle>
            <a:lvl1pPr>
              <a:defRPr sz="2400">
                <a:latin typeface="微软雅黑" panose="020B0503020204020204" pitchFamily="34" charset="-122"/>
                <a:ea typeface="微软雅黑" panose="020B0503020204020204" pitchFamily="34" charset="-122"/>
              </a:defRPr>
            </a:lvl1pPr>
            <a:lvl2pPr>
              <a:defRPr sz="2400">
                <a:latin typeface="微软雅黑" panose="020B0503020204020204" pitchFamily="34" charset="-122"/>
                <a:ea typeface="微软雅黑" panose="020B0503020204020204" pitchFamily="34" charset="-122"/>
              </a:defRPr>
            </a:lvl2pPr>
            <a:lvl3pPr>
              <a:defRPr sz="2400">
                <a:latin typeface="微软雅黑" panose="020B0503020204020204" pitchFamily="34" charset="-122"/>
                <a:ea typeface="微软雅黑" panose="020B0503020204020204" pitchFamily="34" charset="-122"/>
              </a:defRPr>
            </a:lvl3pPr>
            <a:lvl4pPr>
              <a:defRPr sz="2400">
                <a:latin typeface="微软雅黑" panose="020B0503020204020204" pitchFamily="34" charset="-122"/>
                <a:ea typeface="微软雅黑" panose="020B0503020204020204" pitchFamily="34" charset="-122"/>
              </a:defRPr>
            </a:lvl4pPr>
            <a:lvl5pPr>
              <a:defRPr sz="2400">
                <a:latin typeface="微软雅黑" panose="020B0503020204020204" pitchFamily="34" charset="-122"/>
                <a:ea typeface="微软雅黑" panose="020B0503020204020204" pitchFamily="34" charset="-122"/>
              </a:defRPr>
            </a:lvl5pPr>
            <a:lvl6pPr>
              <a:defRPr sz="1800"/>
            </a:lvl6pPr>
            <a:lvl7pPr>
              <a:defRPr sz="1800"/>
            </a:lvl7pPr>
            <a:lvl8pPr>
              <a:defRPr sz="1800"/>
            </a:lvl8pPr>
            <a:lvl9pPr>
              <a:defRPr sz="1800"/>
            </a:lvl9p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zh-CN" altLang="en-US" dirty="0"/>
          </a:p>
        </p:txBody>
      </p:sp>
      <p:sp>
        <p:nvSpPr>
          <p:cNvPr id="10" name="内容占位符 3"/>
          <p:cNvSpPr>
            <a:spLocks noGrp="1"/>
          </p:cNvSpPr>
          <p:nvPr>
            <p:ph sz="half" idx="12"/>
          </p:nvPr>
        </p:nvSpPr>
        <p:spPr>
          <a:xfrm>
            <a:off x="11424625" y="2434620"/>
            <a:ext cx="5156512" cy="6987172"/>
          </a:xfrm>
        </p:spPr>
        <p:txBody>
          <a:bodyPr>
            <a:normAutofit/>
          </a:bodyPr>
          <a:lstStyle>
            <a:lvl1pPr>
              <a:defRPr sz="2400">
                <a:latin typeface="微软雅黑" panose="020B0503020204020204" pitchFamily="34" charset="-122"/>
                <a:ea typeface="微软雅黑" panose="020B0503020204020204" pitchFamily="34" charset="-122"/>
              </a:defRPr>
            </a:lvl1pPr>
            <a:lvl2pPr>
              <a:defRPr sz="2400">
                <a:latin typeface="微软雅黑" panose="020B0503020204020204" pitchFamily="34" charset="-122"/>
                <a:ea typeface="微软雅黑" panose="020B0503020204020204" pitchFamily="34" charset="-122"/>
              </a:defRPr>
            </a:lvl2pPr>
            <a:lvl3pPr>
              <a:defRPr sz="2400">
                <a:latin typeface="微软雅黑" panose="020B0503020204020204" pitchFamily="34" charset="-122"/>
                <a:ea typeface="微软雅黑" panose="020B0503020204020204" pitchFamily="34" charset="-122"/>
              </a:defRPr>
            </a:lvl3pPr>
            <a:lvl4pPr>
              <a:defRPr sz="2400">
                <a:latin typeface="微软雅黑" panose="020B0503020204020204" pitchFamily="34" charset="-122"/>
                <a:ea typeface="微软雅黑" panose="020B0503020204020204" pitchFamily="34" charset="-122"/>
              </a:defRPr>
            </a:lvl4pPr>
            <a:lvl5pPr>
              <a:defRPr sz="2400">
                <a:latin typeface="微软雅黑" panose="020B0503020204020204" pitchFamily="34" charset="-122"/>
                <a:ea typeface="微软雅黑" panose="020B0503020204020204" pitchFamily="34" charset="-122"/>
              </a:defRPr>
            </a:lvl5pPr>
            <a:lvl6pPr>
              <a:defRPr sz="1800"/>
            </a:lvl6pPr>
            <a:lvl7pPr>
              <a:defRPr sz="1800"/>
            </a:lvl7pPr>
            <a:lvl8pPr>
              <a:defRPr sz="1800"/>
            </a:lvl8pPr>
            <a:lvl9pPr>
              <a:defRPr sz="1800"/>
            </a:lvl9p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zh-CN" altLang="en-US" dirty="0"/>
          </a:p>
        </p:txBody>
      </p:sp>
      <p:sp>
        <p:nvSpPr>
          <p:cNvPr id="11" name="内容占位符 2"/>
          <p:cNvSpPr>
            <a:spLocks noGrp="1"/>
          </p:cNvSpPr>
          <p:nvPr>
            <p:ph sz="half" idx="13"/>
          </p:nvPr>
        </p:nvSpPr>
        <p:spPr>
          <a:xfrm>
            <a:off x="949497" y="1566149"/>
            <a:ext cx="15631640" cy="760362"/>
          </a:xfrm>
        </p:spPr>
        <p:txBody>
          <a:bodyPr>
            <a:normAutofit/>
          </a:bodyPr>
          <a:lstStyle>
            <a:lvl1pPr>
              <a:defRPr sz="2800">
                <a:latin typeface="微软雅黑" panose="020B0503020204020204" pitchFamily="34" charset="-122"/>
                <a:ea typeface="微软雅黑" panose="020B0503020204020204" pitchFamily="34" charset="-122"/>
              </a:defRPr>
            </a:lvl1pPr>
            <a:lvl2pPr>
              <a:defRPr sz="1800">
                <a:latin typeface="等线" panose="02010600030101010101" pitchFamily="2" charset="-122"/>
                <a:ea typeface="等线" panose="02010600030101010101" pitchFamily="2" charset="-122"/>
              </a:defRPr>
            </a:lvl2pPr>
            <a:lvl3pPr>
              <a:defRPr sz="1800">
                <a:latin typeface="等线" panose="02010600030101010101" pitchFamily="2" charset="-122"/>
                <a:ea typeface="等线" panose="02010600030101010101" pitchFamily="2" charset="-122"/>
              </a:defRPr>
            </a:lvl3pPr>
            <a:lvl4pPr>
              <a:defRPr sz="1800">
                <a:latin typeface="等线" panose="02010600030101010101" pitchFamily="2" charset="-122"/>
                <a:ea typeface="等线" panose="02010600030101010101" pitchFamily="2" charset="-122"/>
              </a:defRPr>
            </a:lvl4pPr>
            <a:lvl5pPr>
              <a:defRPr sz="1800">
                <a:latin typeface="等线" panose="02010600030101010101" pitchFamily="2" charset="-122"/>
                <a:ea typeface="等线" panose="02010600030101010101" pitchFamily="2" charset="-122"/>
              </a:defRPr>
            </a:lvl5pPr>
            <a:lvl6pPr>
              <a:defRPr sz="1800"/>
            </a:lvl6pPr>
            <a:lvl7pPr>
              <a:defRPr sz="1800"/>
            </a:lvl7pPr>
            <a:lvl8pPr>
              <a:defRPr sz="1800"/>
            </a:lvl8pPr>
            <a:lvl9pPr>
              <a:defRPr sz="1800"/>
            </a:lvl9pPr>
          </a:lstStyle>
          <a:p>
            <a:pPr lvl="0"/>
            <a:r>
              <a:rPr lang="zh-CN" altLang="en-US" dirty="0"/>
              <a:t>编辑母版文本样式</a:t>
            </a:r>
          </a:p>
        </p:txBody>
      </p:sp>
    </p:spTree>
    <p:extLst>
      <p:ext uri="{BB962C8B-B14F-4D97-AF65-F5344CB8AC3E}">
        <p14:creationId xmlns:p14="http://schemas.microsoft.com/office/powerpoint/2010/main" val="202283008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Obj" preserve="1">
  <p:cSld name="1_两栏内容">
    <p:spTree>
      <p:nvGrpSpPr>
        <p:cNvPr id="1" name=""/>
        <p:cNvGrpSpPr/>
        <p:nvPr/>
      </p:nvGrpSpPr>
      <p:grpSpPr>
        <a:xfrm>
          <a:off x="0" y="0"/>
          <a:ext cx="0" cy="0"/>
          <a:chOff x="0" y="0"/>
          <a:chExt cx="0" cy="0"/>
        </a:xfrm>
      </p:grpSpPr>
      <p:graphicFrame>
        <p:nvGraphicFramePr>
          <p:cNvPr id="7" name="对象 6" hidden="1"/>
          <p:cNvGraphicFramePr>
            <a:graphicFrameLocks noChangeAspect="1"/>
          </p:cNvGraphicFramePr>
          <p:nvPr userDrawn="1">
            <p:custDataLst>
              <p:tags r:id="rId2"/>
            </p:custDataLst>
            <p:extLst/>
          </p:nvPr>
        </p:nvGraphicFramePr>
        <p:xfrm>
          <a:off x="3002" y="2254"/>
          <a:ext cx="2999" cy="2249"/>
        </p:xfrm>
        <a:graphic>
          <a:graphicData uri="http://schemas.openxmlformats.org/presentationml/2006/ole">
            <mc:AlternateContent xmlns:mc="http://schemas.openxmlformats.org/markup-compatibility/2006">
              <mc:Choice xmlns:v="urn:schemas-microsoft-com:vml" Requires="v">
                <p:oleObj spid="_x0000_s7660" name="think-cell Slide" r:id="rId4" imgW="360" imgH="360" progId="TCLayout.ActiveDocument.1">
                  <p:embed/>
                </p:oleObj>
              </mc:Choice>
              <mc:Fallback>
                <p:oleObj name="think-cell Slide" r:id="rId4" imgW="360" imgH="360" progId="TCLayout.ActiveDocument.1">
                  <p:embed/>
                  <p:pic>
                    <p:nvPicPr>
                      <p:cNvPr id="7" name="对象 6" hidden="1"/>
                      <p:cNvPicPr/>
                      <p:nvPr/>
                    </p:nvPicPr>
                    <p:blipFill>
                      <a:blip r:embed="rId5"/>
                      <a:stretch>
                        <a:fillRect/>
                      </a:stretch>
                    </p:blipFill>
                    <p:spPr>
                      <a:xfrm>
                        <a:off x="3002" y="2254"/>
                        <a:ext cx="2999" cy="2249"/>
                      </a:xfrm>
                      <a:prstGeom prst="rect">
                        <a:avLst/>
                      </a:prstGeom>
                    </p:spPr>
                  </p:pic>
                </p:oleObj>
              </mc:Fallback>
            </mc:AlternateContent>
          </a:graphicData>
        </a:graphic>
      </p:graphicFrame>
      <p:sp>
        <p:nvSpPr>
          <p:cNvPr id="2" name="标题 1"/>
          <p:cNvSpPr>
            <a:spLocks noGrp="1"/>
          </p:cNvSpPr>
          <p:nvPr>
            <p:ph type="title"/>
          </p:nvPr>
        </p:nvSpPr>
        <p:spPr/>
        <p:txBody>
          <a:bodyPr>
            <a:normAutofit/>
          </a:bodyPr>
          <a:lstStyle>
            <a:lvl1pPr>
              <a:defRPr sz="5400">
                <a:latin typeface="微软雅黑" panose="020B0503020204020204" pitchFamily="34" charset="-122"/>
                <a:ea typeface="微软雅黑" panose="020B0503020204020204" pitchFamily="34" charset="-122"/>
              </a:defRPr>
            </a:lvl1pPr>
          </a:lstStyle>
          <a:p>
            <a:r>
              <a:rPr lang="zh-CN" altLang="en-US" dirty="0"/>
              <a:t>单击此处编辑母版标题样式</a:t>
            </a:r>
          </a:p>
        </p:txBody>
      </p:sp>
      <p:sp>
        <p:nvSpPr>
          <p:cNvPr id="3" name="内容占位符 2"/>
          <p:cNvSpPr>
            <a:spLocks noGrp="1"/>
          </p:cNvSpPr>
          <p:nvPr>
            <p:ph sz="half" idx="1"/>
          </p:nvPr>
        </p:nvSpPr>
        <p:spPr>
          <a:xfrm>
            <a:off x="949497" y="1594172"/>
            <a:ext cx="7546474" cy="3737731"/>
          </a:xfrm>
        </p:spPr>
        <p:txBody>
          <a:bodyPr>
            <a:normAutofit/>
          </a:bodyPr>
          <a:lstStyle>
            <a:lvl1pPr>
              <a:defRPr sz="2400">
                <a:latin typeface="微软雅黑" panose="020B0503020204020204" pitchFamily="34" charset="-122"/>
                <a:ea typeface="微软雅黑" panose="020B0503020204020204" pitchFamily="34" charset="-122"/>
              </a:defRPr>
            </a:lvl1pPr>
            <a:lvl2pPr>
              <a:defRPr sz="2400">
                <a:latin typeface="微软雅黑" panose="020B0503020204020204" pitchFamily="34" charset="-122"/>
                <a:ea typeface="微软雅黑" panose="020B0503020204020204" pitchFamily="34" charset="-122"/>
              </a:defRPr>
            </a:lvl2pPr>
            <a:lvl3pPr>
              <a:defRPr sz="2400">
                <a:latin typeface="微软雅黑" panose="020B0503020204020204" pitchFamily="34" charset="-122"/>
                <a:ea typeface="微软雅黑" panose="020B0503020204020204" pitchFamily="34" charset="-122"/>
              </a:defRPr>
            </a:lvl3pPr>
            <a:lvl4pPr>
              <a:defRPr sz="2400">
                <a:latin typeface="微软雅黑" panose="020B0503020204020204" pitchFamily="34" charset="-122"/>
                <a:ea typeface="微软雅黑" panose="020B0503020204020204" pitchFamily="34" charset="-122"/>
              </a:defRPr>
            </a:lvl4pPr>
            <a:lvl5pPr>
              <a:defRPr sz="2400">
                <a:latin typeface="微软雅黑" panose="020B0503020204020204" pitchFamily="34" charset="-122"/>
                <a:ea typeface="微软雅黑" panose="020B0503020204020204" pitchFamily="34" charset="-122"/>
              </a:defRPr>
            </a:lvl5pPr>
            <a:lvl6pPr>
              <a:defRPr sz="1800"/>
            </a:lvl6pPr>
            <a:lvl7pPr>
              <a:defRPr sz="1800"/>
            </a:lvl7pPr>
            <a:lvl8pPr>
              <a:defRPr sz="1800"/>
            </a:lvl8pPr>
            <a:lvl9pPr>
              <a:defRPr sz="1800"/>
            </a:lvl9pPr>
          </a:lstStyle>
          <a:p>
            <a:pPr lvl="0"/>
            <a:r>
              <a:rPr lang="zh-CN" altLang="en-US" dirty="0"/>
              <a:t>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 name="内容占位符 3"/>
          <p:cNvSpPr>
            <a:spLocks noGrp="1"/>
          </p:cNvSpPr>
          <p:nvPr>
            <p:ph sz="half" idx="2"/>
          </p:nvPr>
        </p:nvSpPr>
        <p:spPr>
          <a:xfrm>
            <a:off x="8783968" y="1594172"/>
            <a:ext cx="7631973" cy="3737731"/>
          </a:xfrm>
        </p:spPr>
        <p:txBody>
          <a:bodyPr>
            <a:normAutofit/>
          </a:bodyPr>
          <a:lstStyle>
            <a:lvl1pPr>
              <a:defRPr sz="2400">
                <a:latin typeface="微软雅黑" panose="020B0503020204020204" pitchFamily="34" charset="-122"/>
                <a:ea typeface="微软雅黑" panose="020B0503020204020204" pitchFamily="34" charset="-122"/>
              </a:defRPr>
            </a:lvl1pPr>
            <a:lvl2pPr>
              <a:defRPr sz="2400">
                <a:latin typeface="微软雅黑" panose="020B0503020204020204" pitchFamily="34" charset="-122"/>
                <a:ea typeface="微软雅黑" panose="020B0503020204020204" pitchFamily="34" charset="-122"/>
              </a:defRPr>
            </a:lvl2pPr>
            <a:lvl3pPr>
              <a:defRPr sz="2400">
                <a:latin typeface="微软雅黑" panose="020B0503020204020204" pitchFamily="34" charset="-122"/>
                <a:ea typeface="微软雅黑" panose="020B0503020204020204" pitchFamily="34" charset="-122"/>
              </a:defRPr>
            </a:lvl3pPr>
            <a:lvl4pPr>
              <a:defRPr sz="2400">
                <a:latin typeface="微软雅黑" panose="020B0503020204020204" pitchFamily="34" charset="-122"/>
                <a:ea typeface="微软雅黑" panose="020B0503020204020204" pitchFamily="34" charset="-122"/>
              </a:defRPr>
            </a:lvl4pPr>
            <a:lvl5pPr>
              <a:defRPr sz="2400">
                <a:latin typeface="微软雅黑" panose="020B0503020204020204" pitchFamily="34" charset="-122"/>
                <a:ea typeface="微软雅黑" panose="020B0503020204020204" pitchFamily="34" charset="-122"/>
              </a:defRPr>
            </a:lvl5pPr>
            <a:lvl6pPr>
              <a:defRPr sz="1800"/>
            </a:lvl6pPr>
            <a:lvl7pPr>
              <a:defRPr sz="1800"/>
            </a:lvl7pPr>
            <a:lvl8pPr>
              <a:defRPr sz="1800"/>
            </a:lvl8pPr>
            <a:lvl9pPr>
              <a:defRPr sz="1800"/>
            </a:lvl9p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zh-CN" altLang="en-US" dirty="0"/>
          </a:p>
        </p:txBody>
      </p:sp>
      <p:sp>
        <p:nvSpPr>
          <p:cNvPr id="10" name="内容占位符 2"/>
          <p:cNvSpPr>
            <a:spLocks noGrp="1"/>
          </p:cNvSpPr>
          <p:nvPr>
            <p:ph sz="half" idx="12"/>
          </p:nvPr>
        </p:nvSpPr>
        <p:spPr>
          <a:xfrm>
            <a:off x="949497" y="5464134"/>
            <a:ext cx="7546474" cy="3957658"/>
          </a:xfrm>
        </p:spPr>
        <p:txBody>
          <a:bodyPr>
            <a:normAutofit/>
          </a:bodyPr>
          <a:lstStyle>
            <a:lvl1pPr>
              <a:defRPr sz="2400">
                <a:latin typeface="微软雅黑" panose="020B0503020204020204" pitchFamily="34" charset="-122"/>
                <a:ea typeface="微软雅黑" panose="020B0503020204020204" pitchFamily="34" charset="-122"/>
              </a:defRPr>
            </a:lvl1pPr>
            <a:lvl2pPr>
              <a:defRPr sz="2400">
                <a:latin typeface="微软雅黑" panose="020B0503020204020204" pitchFamily="34" charset="-122"/>
                <a:ea typeface="微软雅黑" panose="020B0503020204020204" pitchFamily="34" charset="-122"/>
              </a:defRPr>
            </a:lvl2pPr>
            <a:lvl3pPr>
              <a:defRPr sz="2400">
                <a:latin typeface="微软雅黑" panose="020B0503020204020204" pitchFamily="34" charset="-122"/>
                <a:ea typeface="微软雅黑" panose="020B0503020204020204" pitchFamily="34" charset="-122"/>
              </a:defRPr>
            </a:lvl3pPr>
            <a:lvl4pPr>
              <a:defRPr sz="2400">
                <a:latin typeface="微软雅黑" panose="020B0503020204020204" pitchFamily="34" charset="-122"/>
                <a:ea typeface="微软雅黑" panose="020B0503020204020204" pitchFamily="34" charset="-122"/>
              </a:defRPr>
            </a:lvl4pPr>
            <a:lvl5pPr>
              <a:defRPr sz="2400">
                <a:latin typeface="微软雅黑" panose="020B0503020204020204" pitchFamily="34" charset="-122"/>
                <a:ea typeface="微软雅黑" panose="020B0503020204020204" pitchFamily="34" charset="-122"/>
              </a:defRPr>
            </a:lvl5pPr>
            <a:lvl6pPr>
              <a:defRPr sz="1800"/>
            </a:lvl6pPr>
            <a:lvl7pPr>
              <a:defRPr sz="1800"/>
            </a:lvl7pPr>
            <a:lvl8pPr>
              <a:defRPr sz="1800"/>
            </a:lvl8pPr>
            <a:lvl9pPr>
              <a:defRPr sz="1800"/>
            </a:lvl9pPr>
          </a:lstStyle>
          <a:p>
            <a:pPr lvl="0"/>
            <a:r>
              <a:rPr lang="zh-CN" altLang="en-US" dirty="0"/>
              <a:t>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11" name="内容占位符 3"/>
          <p:cNvSpPr>
            <a:spLocks noGrp="1"/>
          </p:cNvSpPr>
          <p:nvPr>
            <p:ph sz="half" idx="13"/>
          </p:nvPr>
        </p:nvSpPr>
        <p:spPr>
          <a:xfrm>
            <a:off x="8783968" y="5464134"/>
            <a:ext cx="7631973" cy="3957658"/>
          </a:xfrm>
        </p:spPr>
        <p:txBody>
          <a:bodyPr>
            <a:normAutofit/>
          </a:bodyPr>
          <a:lstStyle>
            <a:lvl1pPr>
              <a:defRPr sz="2400">
                <a:latin typeface="微软雅黑" panose="020B0503020204020204" pitchFamily="34" charset="-122"/>
                <a:ea typeface="微软雅黑" panose="020B0503020204020204" pitchFamily="34" charset="-122"/>
              </a:defRPr>
            </a:lvl1pPr>
            <a:lvl2pPr>
              <a:defRPr sz="2400">
                <a:latin typeface="微软雅黑" panose="020B0503020204020204" pitchFamily="34" charset="-122"/>
                <a:ea typeface="微软雅黑" panose="020B0503020204020204" pitchFamily="34" charset="-122"/>
              </a:defRPr>
            </a:lvl2pPr>
            <a:lvl3pPr>
              <a:defRPr sz="2400">
                <a:latin typeface="微软雅黑" panose="020B0503020204020204" pitchFamily="34" charset="-122"/>
                <a:ea typeface="微软雅黑" panose="020B0503020204020204" pitchFamily="34" charset="-122"/>
              </a:defRPr>
            </a:lvl3pPr>
            <a:lvl4pPr>
              <a:defRPr sz="2400">
                <a:latin typeface="微软雅黑" panose="020B0503020204020204" pitchFamily="34" charset="-122"/>
                <a:ea typeface="微软雅黑" panose="020B0503020204020204" pitchFamily="34" charset="-122"/>
              </a:defRPr>
            </a:lvl4pPr>
            <a:lvl5pPr>
              <a:defRPr sz="2400">
                <a:latin typeface="微软雅黑" panose="020B0503020204020204" pitchFamily="34" charset="-122"/>
                <a:ea typeface="微软雅黑" panose="020B0503020204020204" pitchFamily="34" charset="-122"/>
              </a:defRPr>
            </a:lvl5pPr>
            <a:lvl6pPr>
              <a:defRPr sz="1800"/>
            </a:lvl6pPr>
            <a:lvl7pPr>
              <a:defRPr sz="1800"/>
            </a:lvl7pPr>
            <a:lvl8pPr>
              <a:defRPr sz="1800"/>
            </a:lvl8pPr>
            <a:lvl9pPr>
              <a:defRPr sz="1800"/>
            </a:lvl9p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zh-CN" altLang="en-US" dirty="0"/>
          </a:p>
        </p:txBody>
      </p:sp>
    </p:spTree>
    <p:extLst>
      <p:ext uri="{BB962C8B-B14F-4D97-AF65-F5344CB8AC3E}">
        <p14:creationId xmlns:p14="http://schemas.microsoft.com/office/powerpoint/2010/main" val="2135682147"/>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6_两栏内容">
    <p:spTree>
      <p:nvGrpSpPr>
        <p:cNvPr id="1" name=""/>
        <p:cNvGrpSpPr/>
        <p:nvPr/>
      </p:nvGrpSpPr>
      <p:grpSpPr>
        <a:xfrm>
          <a:off x="0" y="0"/>
          <a:ext cx="0" cy="0"/>
          <a:chOff x="0" y="0"/>
          <a:chExt cx="0" cy="0"/>
        </a:xfrm>
      </p:grpSpPr>
      <p:graphicFrame>
        <p:nvGraphicFramePr>
          <p:cNvPr id="7" name="对象 6" hidden="1"/>
          <p:cNvGraphicFramePr>
            <a:graphicFrameLocks noChangeAspect="1"/>
          </p:cNvGraphicFramePr>
          <p:nvPr userDrawn="1">
            <p:custDataLst>
              <p:tags r:id="rId2"/>
            </p:custDataLst>
            <p:extLst/>
          </p:nvPr>
        </p:nvGraphicFramePr>
        <p:xfrm>
          <a:off x="3002" y="2254"/>
          <a:ext cx="2999" cy="2249"/>
        </p:xfrm>
        <a:graphic>
          <a:graphicData uri="http://schemas.openxmlformats.org/presentationml/2006/ole">
            <mc:AlternateContent xmlns:mc="http://schemas.openxmlformats.org/markup-compatibility/2006">
              <mc:Choice xmlns:v="urn:schemas-microsoft-com:vml" Requires="v">
                <p:oleObj spid="_x0000_s8684" name="think-cell Slide" r:id="rId4" imgW="360" imgH="360" progId="TCLayout.ActiveDocument.1">
                  <p:embed/>
                </p:oleObj>
              </mc:Choice>
              <mc:Fallback>
                <p:oleObj name="think-cell Slide" r:id="rId4" imgW="360" imgH="360" progId="TCLayout.ActiveDocument.1">
                  <p:embed/>
                  <p:pic>
                    <p:nvPicPr>
                      <p:cNvPr id="7" name="对象 6" hidden="1"/>
                      <p:cNvPicPr/>
                      <p:nvPr/>
                    </p:nvPicPr>
                    <p:blipFill>
                      <a:blip r:embed="rId5"/>
                      <a:stretch>
                        <a:fillRect/>
                      </a:stretch>
                    </p:blipFill>
                    <p:spPr>
                      <a:xfrm>
                        <a:off x="3002" y="2254"/>
                        <a:ext cx="2999" cy="2249"/>
                      </a:xfrm>
                      <a:prstGeom prst="rect">
                        <a:avLst/>
                      </a:prstGeom>
                    </p:spPr>
                  </p:pic>
                </p:oleObj>
              </mc:Fallback>
            </mc:AlternateContent>
          </a:graphicData>
        </a:graphic>
      </p:graphicFrame>
      <p:sp>
        <p:nvSpPr>
          <p:cNvPr id="2" name="标题 1"/>
          <p:cNvSpPr>
            <a:spLocks noGrp="1"/>
          </p:cNvSpPr>
          <p:nvPr>
            <p:ph type="title"/>
          </p:nvPr>
        </p:nvSpPr>
        <p:spPr/>
        <p:txBody>
          <a:bodyPr>
            <a:normAutofit/>
          </a:bodyPr>
          <a:lstStyle>
            <a:lvl1pPr>
              <a:defRPr sz="5400">
                <a:latin typeface="微软雅黑" panose="020B0503020204020204" pitchFamily="34" charset="-122"/>
                <a:ea typeface="微软雅黑" panose="020B0503020204020204" pitchFamily="34" charset="-122"/>
              </a:defRPr>
            </a:lvl1pPr>
          </a:lstStyle>
          <a:p>
            <a:r>
              <a:rPr lang="zh-CN" altLang="en-US"/>
              <a:t>单击此处编辑母版标题样式</a:t>
            </a:r>
          </a:p>
        </p:txBody>
      </p:sp>
      <p:sp>
        <p:nvSpPr>
          <p:cNvPr id="3" name="内容占位符 2"/>
          <p:cNvSpPr>
            <a:spLocks noGrp="1"/>
          </p:cNvSpPr>
          <p:nvPr>
            <p:ph sz="half" idx="1"/>
          </p:nvPr>
        </p:nvSpPr>
        <p:spPr>
          <a:xfrm>
            <a:off x="949497" y="2402207"/>
            <a:ext cx="7546474" cy="3502097"/>
          </a:xfrm>
        </p:spPr>
        <p:txBody>
          <a:bodyPr>
            <a:normAutofit/>
          </a:bodyPr>
          <a:lstStyle>
            <a:lvl1pPr>
              <a:defRPr sz="2400">
                <a:latin typeface="微软雅黑" panose="020B0503020204020204" pitchFamily="34" charset="-122"/>
                <a:ea typeface="微软雅黑" panose="020B0503020204020204" pitchFamily="34" charset="-122"/>
              </a:defRPr>
            </a:lvl1pPr>
            <a:lvl2pPr>
              <a:defRPr sz="2400">
                <a:latin typeface="微软雅黑" panose="020B0503020204020204" pitchFamily="34" charset="-122"/>
                <a:ea typeface="微软雅黑" panose="020B0503020204020204" pitchFamily="34" charset="-122"/>
              </a:defRPr>
            </a:lvl2pPr>
            <a:lvl3pPr>
              <a:defRPr sz="2400">
                <a:latin typeface="微软雅黑" panose="020B0503020204020204" pitchFamily="34" charset="-122"/>
                <a:ea typeface="微软雅黑" panose="020B0503020204020204" pitchFamily="34" charset="-122"/>
              </a:defRPr>
            </a:lvl3pPr>
            <a:lvl4pPr>
              <a:defRPr sz="2400">
                <a:latin typeface="微软雅黑" panose="020B0503020204020204" pitchFamily="34" charset="-122"/>
                <a:ea typeface="微软雅黑" panose="020B0503020204020204" pitchFamily="34" charset="-122"/>
              </a:defRPr>
            </a:lvl4pPr>
            <a:lvl5pPr>
              <a:defRPr sz="2400">
                <a:latin typeface="微软雅黑" panose="020B0503020204020204" pitchFamily="34" charset="-122"/>
                <a:ea typeface="微软雅黑" panose="020B0503020204020204" pitchFamily="34" charset="-122"/>
              </a:defRPr>
            </a:lvl5pPr>
            <a:lvl6pPr>
              <a:defRPr sz="1800"/>
            </a:lvl6pPr>
            <a:lvl7pPr>
              <a:defRPr sz="1800"/>
            </a:lvl7pPr>
            <a:lvl8pPr>
              <a:defRPr sz="1800"/>
            </a:lvl8pPr>
            <a:lvl9pPr>
              <a:defRPr sz="1800"/>
            </a:lvl9pPr>
          </a:lstStyle>
          <a:p>
            <a:pPr lvl="0"/>
            <a:r>
              <a:rPr lang="zh-CN" altLang="en-US" dirty="0"/>
              <a:t>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 name="内容占位符 3"/>
          <p:cNvSpPr>
            <a:spLocks noGrp="1"/>
          </p:cNvSpPr>
          <p:nvPr>
            <p:ph sz="half" idx="2"/>
          </p:nvPr>
        </p:nvSpPr>
        <p:spPr>
          <a:xfrm>
            <a:off x="8783968" y="2402207"/>
            <a:ext cx="7631973" cy="3502097"/>
          </a:xfrm>
        </p:spPr>
        <p:txBody>
          <a:bodyPr>
            <a:normAutofit/>
          </a:bodyPr>
          <a:lstStyle>
            <a:lvl1pPr>
              <a:defRPr sz="2400">
                <a:latin typeface="微软雅黑" panose="020B0503020204020204" pitchFamily="34" charset="-122"/>
                <a:ea typeface="微软雅黑" panose="020B0503020204020204" pitchFamily="34" charset="-122"/>
              </a:defRPr>
            </a:lvl1pPr>
            <a:lvl2pPr>
              <a:defRPr sz="2400">
                <a:latin typeface="微软雅黑" panose="020B0503020204020204" pitchFamily="34" charset="-122"/>
                <a:ea typeface="微软雅黑" panose="020B0503020204020204" pitchFamily="34" charset="-122"/>
              </a:defRPr>
            </a:lvl2pPr>
            <a:lvl3pPr>
              <a:defRPr sz="2400">
                <a:latin typeface="微软雅黑" panose="020B0503020204020204" pitchFamily="34" charset="-122"/>
                <a:ea typeface="微软雅黑" panose="020B0503020204020204" pitchFamily="34" charset="-122"/>
              </a:defRPr>
            </a:lvl3pPr>
            <a:lvl4pPr>
              <a:defRPr sz="2400">
                <a:latin typeface="微软雅黑" panose="020B0503020204020204" pitchFamily="34" charset="-122"/>
                <a:ea typeface="微软雅黑" panose="020B0503020204020204" pitchFamily="34" charset="-122"/>
              </a:defRPr>
            </a:lvl4pPr>
            <a:lvl5pPr>
              <a:defRPr sz="2400">
                <a:latin typeface="微软雅黑" panose="020B0503020204020204" pitchFamily="34" charset="-122"/>
                <a:ea typeface="微软雅黑" panose="020B0503020204020204" pitchFamily="34" charset="-122"/>
              </a:defRPr>
            </a:lvl5pPr>
            <a:lvl6pPr>
              <a:defRPr sz="1800"/>
            </a:lvl6pPr>
            <a:lvl7pPr>
              <a:defRPr sz="1800"/>
            </a:lvl7pPr>
            <a:lvl8pPr>
              <a:defRPr sz="1800"/>
            </a:lvl8pPr>
            <a:lvl9pPr>
              <a:defRPr sz="1800"/>
            </a:lvl9p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zh-CN" altLang="en-US" dirty="0"/>
          </a:p>
        </p:txBody>
      </p:sp>
      <p:sp>
        <p:nvSpPr>
          <p:cNvPr id="10" name="内容占位符 2"/>
          <p:cNvSpPr>
            <a:spLocks noGrp="1"/>
          </p:cNvSpPr>
          <p:nvPr>
            <p:ph sz="half" idx="12"/>
          </p:nvPr>
        </p:nvSpPr>
        <p:spPr>
          <a:xfrm>
            <a:off x="949497" y="6035440"/>
            <a:ext cx="7546474" cy="3502097"/>
          </a:xfrm>
        </p:spPr>
        <p:txBody>
          <a:bodyPr>
            <a:normAutofit/>
          </a:bodyPr>
          <a:lstStyle>
            <a:lvl1pPr>
              <a:defRPr sz="2400">
                <a:latin typeface="微软雅黑" panose="020B0503020204020204" pitchFamily="34" charset="-122"/>
                <a:ea typeface="微软雅黑" panose="020B0503020204020204" pitchFamily="34" charset="-122"/>
              </a:defRPr>
            </a:lvl1pPr>
            <a:lvl2pPr>
              <a:defRPr sz="2400">
                <a:latin typeface="微软雅黑" panose="020B0503020204020204" pitchFamily="34" charset="-122"/>
                <a:ea typeface="微软雅黑" panose="020B0503020204020204" pitchFamily="34" charset="-122"/>
              </a:defRPr>
            </a:lvl2pPr>
            <a:lvl3pPr>
              <a:defRPr sz="2400">
                <a:latin typeface="微软雅黑" panose="020B0503020204020204" pitchFamily="34" charset="-122"/>
                <a:ea typeface="微软雅黑" panose="020B0503020204020204" pitchFamily="34" charset="-122"/>
              </a:defRPr>
            </a:lvl3pPr>
            <a:lvl4pPr>
              <a:defRPr sz="2400">
                <a:latin typeface="微软雅黑" panose="020B0503020204020204" pitchFamily="34" charset="-122"/>
                <a:ea typeface="微软雅黑" panose="020B0503020204020204" pitchFamily="34" charset="-122"/>
              </a:defRPr>
            </a:lvl4pPr>
            <a:lvl5pPr>
              <a:defRPr sz="2400">
                <a:latin typeface="微软雅黑" panose="020B0503020204020204" pitchFamily="34" charset="-122"/>
                <a:ea typeface="微软雅黑" panose="020B0503020204020204" pitchFamily="34" charset="-122"/>
              </a:defRPr>
            </a:lvl5pPr>
            <a:lvl6pPr>
              <a:defRPr sz="1800"/>
            </a:lvl6pPr>
            <a:lvl7pPr>
              <a:defRPr sz="1800"/>
            </a:lvl7pPr>
            <a:lvl8pPr>
              <a:defRPr sz="1800"/>
            </a:lvl8pPr>
            <a:lvl9pPr>
              <a:defRPr sz="1800"/>
            </a:lvl9pPr>
          </a:lstStyle>
          <a:p>
            <a:pPr lvl="0"/>
            <a:r>
              <a:rPr lang="zh-CN" altLang="en-US" dirty="0"/>
              <a:t>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11" name="内容占位符 3"/>
          <p:cNvSpPr>
            <a:spLocks noGrp="1"/>
          </p:cNvSpPr>
          <p:nvPr>
            <p:ph sz="half" idx="13"/>
          </p:nvPr>
        </p:nvSpPr>
        <p:spPr>
          <a:xfrm>
            <a:off x="8783968" y="6035440"/>
            <a:ext cx="7631973" cy="3502097"/>
          </a:xfrm>
        </p:spPr>
        <p:txBody>
          <a:bodyPr>
            <a:normAutofit/>
          </a:bodyPr>
          <a:lstStyle>
            <a:lvl1pPr>
              <a:defRPr sz="2400">
                <a:latin typeface="微软雅黑" panose="020B0503020204020204" pitchFamily="34" charset="-122"/>
                <a:ea typeface="微软雅黑" panose="020B0503020204020204" pitchFamily="34" charset="-122"/>
              </a:defRPr>
            </a:lvl1pPr>
            <a:lvl2pPr>
              <a:defRPr sz="2400">
                <a:latin typeface="微软雅黑" panose="020B0503020204020204" pitchFamily="34" charset="-122"/>
                <a:ea typeface="微软雅黑" panose="020B0503020204020204" pitchFamily="34" charset="-122"/>
              </a:defRPr>
            </a:lvl2pPr>
            <a:lvl3pPr>
              <a:defRPr sz="2400">
                <a:latin typeface="微软雅黑" panose="020B0503020204020204" pitchFamily="34" charset="-122"/>
                <a:ea typeface="微软雅黑" panose="020B0503020204020204" pitchFamily="34" charset="-122"/>
              </a:defRPr>
            </a:lvl3pPr>
            <a:lvl4pPr>
              <a:defRPr sz="2400">
                <a:latin typeface="微软雅黑" panose="020B0503020204020204" pitchFamily="34" charset="-122"/>
                <a:ea typeface="微软雅黑" panose="020B0503020204020204" pitchFamily="34" charset="-122"/>
              </a:defRPr>
            </a:lvl4pPr>
            <a:lvl5pPr>
              <a:defRPr sz="2400">
                <a:latin typeface="微软雅黑" panose="020B0503020204020204" pitchFamily="34" charset="-122"/>
                <a:ea typeface="微软雅黑" panose="020B0503020204020204" pitchFamily="34" charset="-122"/>
              </a:defRPr>
            </a:lvl5pPr>
            <a:lvl6pPr>
              <a:defRPr sz="1800"/>
            </a:lvl6pPr>
            <a:lvl7pPr>
              <a:defRPr sz="1800"/>
            </a:lvl7pPr>
            <a:lvl8pPr>
              <a:defRPr sz="1800"/>
            </a:lvl8pPr>
            <a:lvl9pPr>
              <a:defRPr sz="1800"/>
            </a:lvl9p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zh-CN" altLang="en-US" dirty="0"/>
          </a:p>
        </p:txBody>
      </p:sp>
      <p:sp>
        <p:nvSpPr>
          <p:cNvPr id="12" name="内容占位符 2"/>
          <p:cNvSpPr>
            <a:spLocks noGrp="1"/>
          </p:cNvSpPr>
          <p:nvPr>
            <p:ph sz="half" idx="14"/>
          </p:nvPr>
        </p:nvSpPr>
        <p:spPr>
          <a:xfrm>
            <a:off x="949497" y="1602625"/>
            <a:ext cx="15466444" cy="603912"/>
          </a:xfrm>
        </p:spPr>
        <p:txBody>
          <a:bodyPr>
            <a:normAutofit/>
          </a:bodyPr>
          <a:lstStyle>
            <a:lvl1pPr>
              <a:defRPr sz="2800">
                <a:latin typeface="微软雅黑" panose="020B0503020204020204" pitchFamily="34" charset="-122"/>
                <a:ea typeface="微软雅黑" panose="020B0503020204020204" pitchFamily="34" charset="-122"/>
              </a:defRPr>
            </a:lvl1pPr>
            <a:lvl2pPr>
              <a:defRPr sz="1800">
                <a:latin typeface="等线" panose="02010600030101010101" pitchFamily="2" charset="-122"/>
                <a:ea typeface="等线" panose="02010600030101010101" pitchFamily="2" charset="-122"/>
              </a:defRPr>
            </a:lvl2pPr>
            <a:lvl3pPr>
              <a:defRPr sz="1800">
                <a:latin typeface="等线" panose="02010600030101010101" pitchFamily="2" charset="-122"/>
                <a:ea typeface="等线" panose="02010600030101010101" pitchFamily="2" charset="-122"/>
              </a:defRPr>
            </a:lvl3pPr>
            <a:lvl4pPr>
              <a:defRPr sz="1800">
                <a:latin typeface="等线" panose="02010600030101010101" pitchFamily="2" charset="-122"/>
                <a:ea typeface="等线" panose="02010600030101010101" pitchFamily="2" charset="-122"/>
              </a:defRPr>
            </a:lvl4pPr>
            <a:lvl5pPr>
              <a:defRPr sz="1800">
                <a:latin typeface="等线" panose="02010600030101010101" pitchFamily="2" charset="-122"/>
                <a:ea typeface="等线" panose="02010600030101010101" pitchFamily="2" charset="-122"/>
              </a:defRPr>
            </a:lvl5pPr>
            <a:lvl6pPr>
              <a:defRPr sz="1800"/>
            </a:lvl6pPr>
            <a:lvl7pPr>
              <a:defRPr sz="1800"/>
            </a:lvl7pPr>
            <a:lvl8pPr>
              <a:defRPr sz="1800"/>
            </a:lvl8pPr>
            <a:lvl9pPr>
              <a:defRPr sz="1800"/>
            </a:lvl9pPr>
          </a:lstStyle>
          <a:p>
            <a:pPr lvl="0"/>
            <a:r>
              <a:rPr lang="zh-CN" altLang="en-US" dirty="0"/>
              <a:t>编辑母版文本样式</a:t>
            </a:r>
          </a:p>
        </p:txBody>
      </p:sp>
    </p:spTree>
    <p:extLst>
      <p:ext uri="{BB962C8B-B14F-4D97-AF65-F5344CB8AC3E}">
        <p14:creationId xmlns:p14="http://schemas.microsoft.com/office/powerpoint/2010/main" val="3498341064"/>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Tree>
    <p:extLst>
      <p:ext uri="{BB962C8B-B14F-4D97-AF65-F5344CB8AC3E}">
        <p14:creationId xmlns:p14="http://schemas.microsoft.com/office/powerpoint/2010/main" val="758174878"/>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type="blank" preserve="1">
  <p:cSld name="空白">
    <p:spTree>
      <p:nvGrpSpPr>
        <p:cNvPr id="1" name=""/>
        <p:cNvGrpSpPr/>
        <p:nvPr/>
      </p:nvGrpSpPr>
      <p:grpSpPr>
        <a:xfrm>
          <a:off x="0" y="0"/>
          <a:ext cx="0" cy="0"/>
          <a:chOff x="0" y="0"/>
          <a:chExt cx="0" cy="0"/>
        </a:xfrm>
      </p:grpSpPr>
    </p:spTree>
    <p:extLst>
      <p:ext uri="{BB962C8B-B14F-4D97-AF65-F5344CB8AC3E}">
        <p14:creationId xmlns:p14="http://schemas.microsoft.com/office/powerpoint/2010/main" val="3417728624"/>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preserve="1" userDrawn="1">
  <p:cSld name="末尾幻灯片">
    <p:spTree>
      <p:nvGrpSpPr>
        <p:cNvPr id="1" name=""/>
        <p:cNvGrpSpPr/>
        <p:nvPr/>
      </p:nvGrpSpPr>
      <p:grpSpPr>
        <a:xfrm>
          <a:off x="0" y="0"/>
          <a:ext cx="0" cy="0"/>
          <a:chOff x="0" y="0"/>
          <a:chExt cx="0" cy="0"/>
        </a:xfrm>
      </p:grpSpPr>
      <p:grpSp>
        <p:nvGrpSpPr>
          <p:cNvPr id="8" name="组合 7"/>
          <p:cNvGrpSpPr/>
          <p:nvPr userDrawn="1"/>
        </p:nvGrpSpPr>
        <p:grpSpPr>
          <a:xfrm>
            <a:off x="-9642" y="3832527"/>
            <a:ext cx="17289581" cy="5915533"/>
            <a:chOff x="-6804" y="246308"/>
            <a:chExt cx="12198804" cy="4173624"/>
          </a:xfrm>
        </p:grpSpPr>
        <p:sp>
          <p:nvSpPr>
            <p:cNvPr id="9" name="Rectangle 27"/>
            <p:cNvSpPr/>
            <p:nvPr userDrawn="1"/>
          </p:nvSpPr>
          <p:spPr>
            <a:xfrm>
              <a:off x="-6804" y="655784"/>
              <a:ext cx="12198804" cy="376414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sz="1350"/>
            </a:p>
          </p:txBody>
        </p:sp>
        <p:grpSp>
          <p:nvGrpSpPr>
            <p:cNvPr id="10" name="Group 29"/>
            <p:cNvGrpSpPr/>
            <p:nvPr userDrawn="1"/>
          </p:nvGrpSpPr>
          <p:grpSpPr>
            <a:xfrm rot="1800000">
              <a:off x="8590927" y="873755"/>
              <a:ext cx="3117590" cy="3246084"/>
              <a:chOff x="8349573" y="-1673337"/>
              <a:chExt cx="6162676" cy="6416675"/>
            </a:xfrm>
            <a:solidFill>
              <a:schemeClr val="bg1">
                <a:alpha val="16000"/>
              </a:schemeClr>
            </a:solidFill>
          </p:grpSpPr>
          <p:sp>
            <p:nvSpPr>
              <p:cNvPr id="58" name="Freeform 319"/>
              <p:cNvSpPr>
                <a:spLocks noEditPoints="1"/>
              </p:cNvSpPr>
              <p:nvPr/>
            </p:nvSpPr>
            <p:spPr bwMode="auto">
              <a:xfrm>
                <a:off x="8349573" y="-1673337"/>
                <a:ext cx="2501900" cy="2171700"/>
              </a:xfrm>
              <a:custGeom>
                <a:avLst/>
                <a:gdLst>
                  <a:gd name="T0" fmla="*/ 1576 w 1576"/>
                  <a:gd name="T1" fmla="*/ 1368 h 1368"/>
                  <a:gd name="T2" fmla="*/ 0 w 1576"/>
                  <a:gd name="T3" fmla="*/ 1368 h 1368"/>
                  <a:gd name="T4" fmla="*/ 788 w 1576"/>
                  <a:gd name="T5" fmla="*/ 0 h 1368"/>
                  <a:gd name="T6" fmla="*/ 1576 w 1576"/>
                  <a:gd name="T7" fmla="*/ 1368 h 1368"/>
                  <a:gd name="T8" fmla="*/ 40 w 1576"/>
                  <a:gd name="T9" fmla="*/ 1344 h 1368"/>
                  <a:gd name="T10" fmla="*/ 1536 w 1576"/>
                  <a:gd name="T11" fmla="*/ 1344 h 1368"/>
                  <a:gd name="T12" fmla="*/ 788 w 1576"/>
                  <a:gd name="T13" fmla="*/ 47 h 1368"/>
                  <a:gd name="T14" fmla="*/ 40 w 1576"/>
                  <a:gd name="T15" fmla="*/ 1344 h 1368"/>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576" h="1368">
                    <a:moveTo>
                      <a:pt x="1576" y="1368"/>
                    </a:moveTo>
                    <a:lnTo>
                      <a:pt x="0" y="1368"/>
                    </a:lnTo>
                    <a:lnTo>
                      <a:pt x="788" y="0"/>
                    </a:lnTo>
                    <a:lnTo>
                      <a:pt x="1576" y="1368"/>
                    </a:lnTo>
                    <a:close/>
                    <a:moveTo>
                      <a:pt x="40" y="1344"/>
                    </a:moveTo>
                    <a:lnTo>
                      <a:pt x="1536" y="1344"/>
                    </a:lnTo>
                    <a:lnTo>
                      <a:pt x="788" y="47"/>
                    </a:lnTo>
                    <a:lnTo>
                      <a:pt x="40" y="1344"/>
                    </a:lnTo>
                    <a:close/>
                  </a:path>
                </a:pathLst>
              </a:custGeom>
              <a:grpFill/>
              <a:ln w="0">
                <a:noFill/>
                <a:round/>
                <a:headEnd/>
                <a:tailEnd/>
              </a:ln>
              <a:extLst/>
            </p:spPr>
            <p:txBody>
              <a:bodyPr vert="horz" wrap="square" lIns="68580" tIns="34290" rIns="68580" bIns="34290" numCol="1" anchor="t" anchorCtr="0" compatLnSpc="1">
                <a:prstTxWarp prst="textNoShape">
                  <a:avLst/>
                </a:prstTxWarp>
              </a:bodyPr>
              <a:lstStyle/>
              <a:p>
                <a:endParaRPr lang="id-ID" sz="1350"/>
              </a:p>
            </p:txBody>
          </p:sp>
          <p:sp>
            <p:nvSpPr>
              <p:cNvPr id="59" name="Freeform 320"/>
              <p:cNvSpPr>
                <a:spLocks noEditPoints="1"/>
              </p:cNvSpPr>
              <p:nvPr/>
            </p:nvSpPr>
            <p:spPr bwMode="auto">
              <a:xfrm>
                <a:off x="9570361" y="-1655875"/>
                <a:ext cx="2503488" cy="2171700"/>
              </a:xfrm>
              <a:custGeom>
                <a:avLst/>
                <a:gdLst>
                  <a:gd name="T0" fmla="*/ 788 w 1577"/>
                  <a:gd name="T1" fmla="*/ 1368 h 1368"/>
                  <a:gd name="T2" fmla="*/ 0 w 1577"/>
                  <a:gd name="T3" fmla="*/ 0 h 1368"/>
                  <a:gd name="T4" fmla="*/ 1577 w 1577"/>
                  <a:gd name="T5" fmla="*/ 0 h 1368"/>
                  <a:gd name="T6" fmla="*/ 788 w 1577"/>
                  <a:gd name="T7" fmla="*/ 1368 h 1368"/>
                  <a:gd name="T8" fmla="*/ 41 w 1577"/>
                  <a:gd name="T9" fmla="*/ 24 h 1368"/>
                  <a:gd name="T10" fmla="*/ 788 w 1577"/>
                  <a:gd name="T11" fmla="*/ 1321 h 1368"/>
                  <a:gd name="T12" fmla="*/ 1536 w 1577"/>
                  <a:gd name="T13" fmla="*/ 24 h 1368"/>
                  <a:gd name="T14" fmla="*/ 41 w 1577"/>
                  <a:gd name="T15" fmla="*/ 24 h 1368"/>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577" h="1368">
                    <a:moveTo>
                      <a:pt x="788" y="1368"/>
                    </a:moveTo>
                    <a:lnTo>
                      <a:pt x="0" y="0"/>
                    </a:lnTo>
                    <a:lnTo>
                      <a:pt x="1577" y="0"/>
                    </a:lnTo>
                    <a:lnTo>
                      <a:pt x="788" y="1368"/>
                    </a:lnTo>
                    <a:close/>
                    <a:moveTo>
                      <a:pt x="41" y="24"/>
                    </a:moveTo>
                    <a:lnTo>
                      <a:pt x="788" y="1321"/>
                    </a:lnTo>
                    <a:lnTo>
                      <a:pt x="1536" y="24"/>
                    </a:lnTo>
                    <a:lnTo>
                      <a:pt x="41" y="24"/>
                    </a:lnTo>
                    <a:close/>
                  </a:path>
                </a:pathLst>
              </a:custGeom>
              <a:grpFill/>
              <a:ln w="0">
                <a:noFill/>
                <a:round/>
                <a:headEnd/>
                <a:tailEnd/>
              </a:ln>
              <a:extLst/>
            </p:spPr>
            <p:txBody>
              <a:bodyPr vert="horz" wrap="square" lIns="68580" tIns="34290" rIns="68580" bIns="34290" numCol="1" anchor="t" anchorCtr="0" compatLnSpc="1">
                <a:prstTxWarp prst="textNoShape">
                  <a:avLst/>
                </a:prstTxWarp>
              </a:bodyPr>
              <a:lstStyle/>
              <a:p>
                <a:endParaRPr lang="id-ID" sz="1350"/>
              </a:p>
            </p:txBody>
          </p:sp>
          <p:sp>
            <p:nvSpPr>
              <p:cNvPr id="60" name="Freeform 321"/>
              <p:cNvSpPr>
                <a:spLocks noEditPoints="1"/>
              </p:cNvSpPr>
              <p:nvPr/>
            </p:nvSpPr>
            <p:spPr bwMode="auto">
              <a:xfrm>
                <a:off x="10787973" y="-1673337"/>
                <a:ext cx="2501900" cy="2171700"/>
              </a:xfrm>
              <a:custGeom>
                <a:avLst/>
                <a:gdLst>
                  <a:gd name="T0" fmla="*/ 1576 w 1576"/>
                  <a:gd name="T1" fmla="*/ 1368 h 1368"/>
                  <a:gd name="T2" fmla="*/ 0 w 1576"/>
                  <a:gd name="T3" fmla="*/ 1368 h 1368"/>
                  <a:gd name="T4" fmla="*/ 788 w 1576"/>
                  <a:gd name="T5" fmla="*/ 0 h 1368"/>
                  <a:gd name="T6" fmla="*/ 1576 w 1576"/>
                  <a:gd name="T7" fmla="*/ 1368 h 1368"/>
                  <a:gd name="T8" fmla="*/ 40 w 1576"/>
                  <a:gd name="T9" fmla="*/ 1344 h 1368"/>
                  <a:gd name="T10" fmla="*/ 1536 w 1576"/>
                  <a:gd name="T11" fmla="*/ 1344 h 1368"/>
                  <a:gd name="T12" fmla="*/ 788 w 1576"/>
                  <a:gd name="T13" fmla="*/ 47 h 1368"/>
                  <a:gd name="T14" fmla="*/ 40 w 1576"/>
                  <a:gd name="T15" fmla="*/ 1344 h 1368"/>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576" h="1368">
                    <a:moveTo>
                      <a:pt x="1576" y="1368"/>
                    </a:moveTo>
                    <a:lnTo>
                      <a:pt x="0" y="1368"/>
                    </a:lnTo>
                    <a:lnTo>
                      <a:pt x="788" y="0"/>
                    </a:lnTo>
                    <a:lnTo>
                      <a:pt x="1576" y="1368"/>
                    </a:lnTo>
                    <a:close/>
                    <a:moveTo>
                      <a:pt x="40" y="1344"/>
                    </a:moveTo>
                    <a:lnTo>
                      <a:pt x="1536" y="1344"/>
                    </a:lnTo>
                    <a:lnTo>
                      <a:pt x="788" y="47"/>
                    </a:lnTo>
                    <a:lnTo>
                      <a:pt x="40" y="1344"/>
                    </a:lnTo>
                    <a:close/>
                  </a:path>
                </a:pathLst>
              </a:custGeom>
              <a:grpFill/>
              <a:ln w="0">
                <a:noFill/>
                <a:round/>
                <a:headEnd/>
                <a:tailEnd/>
              </a:ln>
              <a:extLst/>
            </p:spPr>
            <p:txBody>
              <a:bodyPr vert="horz" wrap="square" lIns="68580" tIns="34290" rIns="68580" bIns="34290" numCol="1" anchor="t" anchorCtr="0" compatLnSpc="1">
                <a:prstTxWarp prst="textNoShape">
                  <a:avLst/>
                </a:prstTxWarp>
              </a:bodyPr>
              <a:lstStyle/>
              <a:p>
                <a:endParaRPr lang="id-ID" sz="1350"/>
              </a:p>
            </p:txBody>
          </p:sp>
          <p:sp>
            <p:nvSpPr>
              <p:cNvPr id="61" name="Freeform 322"/>
              <p:cNvSpPr>
                <a:spLocks noEditPoints="1"/>
              </p:cNvSpPr>
              <p:nvPr/>
            </p:nvSpPr>
            <p:spPr bwMode="auto">
              <a:xfrm>
                <a:off x="12008761" y="-1655875"/>
                <a:ext cx="2503488" cy="2171700"/>
              </a:xfrm>
              <a:custGeom>
                <a:avLst/>
                <a:gdLst>
                  <a:gd name="T0" fmla="*/ 789 w 1577"/>
                  <a:gd name="T1" fmla="*/ 1368 h 1368"/>
                  <a:gd name="T2" fmla="*/ 0 w 1577"/>
                  <a:gd name="T3" fmla="*/ 0 h 1368"/>
                  <a:gd name="T4" fmla="*/ 1577 w 1577"/>
                  <a:gd name="T5" fmla="*/ 0 h 1368"/>
                  <a:gd name="T6" fmla="*/ 789 w 1577"/>
                  <a:gd name="T7" fmla="*/ 1368 h 1368"/>
                  <a:gd name="T8" fmla="*/ 41 w 1577"/>
                  <a:gd name="T9" fmla="*/ 24 h 1368"/>
                  <a:gd name="T10" fmla="*/ 789 w 1577"/>
                  <a:gd name="T11" fmla="*/ 1321 h 1368"/>
                  <a:gd name="T12" fmla="*/ 1536 w 1577"/>
                  <a:gd name="T13" fmla="*/ 24 h 1368"/>
                  <a:gd name="T14" fmla="*/ 41 w 1577"/>
                  <a:gd name="T15" fmla="*/ 24 h 1368"/>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577" h="1368">
                    <a:moveTo>
                      <a:pt x="789" y="1368"/>
                    </a:moveTo>
                    <a:lnTo>
                      <a:pt x="0" y="0"/>
                    </a:lnTo>
                    <a:lnTo>
                      <a:pt x="1577" y="0"/>
                    </a:lnTo>
                    <a:lnTo>
                      <a:pt x="789" y="1368"/>
                    </a:lnTo>
                    <a:close/>
                    <a:moveTo>
                      <a:pt x="41" y="24"/>
                    </a:moveTo>
                    <a:lnTo>
                      <a:pt x="789" y="1321"/>
                    </a:lnTo>
                    <a:lnTo>
                      <a:pt x="1536" y="24"/>
                    </a:lnTo>
                    <a:lnTo>
                      <a:pt x="41" y="24"/>
                    </a:lnTo>
                    <a:close/>
                  </a:path>
                </a:pathLst>
              </a:custGeom>
              <a:grpFill/>
              <a:ln w="0">
                <a:noFill/>
                <a:round/>
                <a:headEnd/>
                <a:tailEnd/>
              </a:ln>
              <a:extLst/>
            </p:spPr>
            <p:txBody>
              <a:bodyPr vert="horz" wrap="square" lIns="68580" tIns="34290" rIns="68580" bIns="34290" numCol="1" anchor="t" anchorCtr="0" compatLnSpc="1">
                <a:prstTxWarp prst="textNoShape">
                  <a:avLst/>
                </a:prstTxWarp>
              </a:bodyPr>
              <a:lstStyle/>
              <a:p>
                <a:endParaRPr lang="id-ID" sz="1350"/>
              </a:p>
            </p:txBody>
          </p:sp>
          <p:sp>
            <p:nvSpPr>
              <p:cNvPr id="62" name="Freeform 323"/>
              <p:cNvSpPr>
                <a:spLocks noEditPoints="1"/>
              </p:cNvSpPr>
              <p:nvPr/>
            </p:nvSpPr>
            <p:spPr bwMode="auto">
              <a:xfrm>
                <a:off x="8349573" y="460263"/>
                <a:ext cx="2501900" cy="2168525"/>
              </a:xfrm>
              <a:custGeom>
                <a:avLst/>
                <a:gdLst>
                  <a:gd name="T0" fmla="*/ 788 w 1576"/>
                  <a:gd name="T1" fmla="*/ 1366 h 1366"/>
                  <a:gd name="T2" fmla="*/ 0 w 1576"/>
                  <a:gd name="T3" fmla="*/ 0 h 1366"/>
                  <a:gd name="T4" fmla="*/ 1576 w 1576"/>
                  <a:gd name="T5" fmla="*/ 0 h 1366"/>
                  <a:gd name="T6" fmla="*/ 788 w 1576"/>
                  <a:gd name="T7" fmla="*/ 1366 h 1366"/>
                  <a:gd name="T8" fmla="*/ 40 w 1576"/>
                  <a:gd name="T9" fmla="*/ 24 h 1366"/>
                  <a:gd name="T10" fmla="*/ 788 w 1576"/>
                  <a:gd name="T11" fmla="*/ 1318 h 1366"/>
                  <a:gd name="T12" fmla="*/ 1536 w 1576"/>
                  <a:gd name="T13" fmla="*/ 24 h 1366"/>
                  <a:gd name="T14" fmla="*/ 40 w 1576"/>
                  <a:gd name="T15" fmla="*/ 24 h 136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576" h="1366">
                    <a:moveTo>
                      <a:pt x="788" y="1366"/>
                    </a:moveTo>
                    <a:lnTo>
                      <a:pt x="0" y="0"/>
                    </a:lnTo>
                    <a:lnTo>
                      <a:pt x="1576" y="0"/>
                    </a:lnTo>
                    <a:lnTo>
                      <a:pt x="788" y="1366"/>
                    </a:lnTo>
                    <a:close/>
                    <a:moveTo>
                      <a:pt x="40" y="24"/>
                    </a:moveTo>
                    <a:lnTo>
                      <a:pt x="788" y="1318"/>
                    </a:lnTo>
                    <a:lnTo>
                      <a:pt x="1536" y="24"/>
                    </a:lnTo>
                    <a:lnTo>
                      <a:pt x="40" y="24"/>
                    </a:lnTo>
                    <a:close/>
                  </a:path>
                </a:pathLst>
              </a:custGeom>
              <a:grpFill/>
              <a:ln w="0">
                <a:noFill/>
                <a:round/>
                <a:headEnd/>
                <a:tailEnd/>
              </a:ln>
              <a:extLst/>
            </p:spPr>
            <p:txBody>
              <a:bodyPr vert="horz" wrap="square" lIns="68580" tIns="34290" rIns="68580" bIns="34290" numCol="1" anchor="t" anchorCtr="0" compatLnSpc="1">
                <a:prstTxWarp prst="textNoShape">
                  <a:avLst/>
                </a:prstTxWarp>
              </a:bodyPr>
              <a:lstStyle/>
              <a:p>
                <a:endParaRPr lang="id-ID" sz="1350"/>
              </a:p>
            </p:txBody>
          </p:sp>
          <p:sp>
            <p:nvSpPr>
              <p:cNvPr id="63" name="Freeform 324"/>
              <p:cNvSpPr>
                <a:spLocks noEditPoints="1"/>
              </p:cNvSpPr>
              <p:nvPr/>
            </p:nvSpPr>
            <p:spPr bwMode="auto">
              <a:xfrm>
                <a:off x="9570361" y="441213"/>
                <a:ext cx="2503488" cy="2168525"/>
              </a:xfrm>
              <a:custGeom>
                <a:avLst/>
                <a:gdLst>
                  <a:gd name="T0" fmla="*/ 1577 w 1577"/>
                  <a:gd name="T1" fmla="*/ 1366 h 1366"/>
                  <a:gd name="T2" fmla="*/ 0 w 1577"/>
                  <a:gd name="T3" fmla="*/ 1366 h 1366"/>
                  <a:gd name="T4" fmla="*/ 788 w 1577"/>
                  <a:gd name="T5" fmla="*/ 0 h 1366"/>
                  <a:gd name="T6" fmla="*/ 1577 w 1577"/>
                  <a:gd name="T7" fmla="*/ 1366 h 1366"/>
                  <a:gd name="T8" fmla="*/ 41 w 1577"/>
                  <a:gd name="T9" fmla="*/ 1342 h 1366"/>
                  <a:gd name="T10" fmla="*/ 1536 w 1577"/>
                  <a:gd name="T11" fmla="*/ 1342 h 1366"/>
                  <a:gd name="T12" fmla="*/ 788 w 1577"/>
                  <a:gd name="T13" fmla="*/ 47 h 1366"/>
                  <a:gd name="T14" fmla="*/ 41 w 1577"/>
                  <a:gd name="T15" fmla="*/ 1342 h 136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577" h="1366">
                    <a:moveTo>
                      <a:pt x="1577" y="1366"/>
                    </a:moveTo>
                    <a:lnTo>
                      <a:pt x="0" y="1366"/>
                    </a:lnTo>
                    <a:lnTo>
                      <a:pt x="788" y="0"/>
                    </a:lnTo>
                    <a:lnTo>
                      <a:pt x="1577" y="1366"/>
                    </a:lnTo>
                    <a:close/>
                    <a:moveTo>
                      <a:pt x="41" y="1342"/>
                    </a:moveTo>
                    <a:lnTo>
                      <a:pt x="1536" y="1342"/>
                    </a:lnTo>
                    <a:lnTo>
                      <a:pt x="788" y="47"/>
                    </a:lnTo>
                    <a:lnTo>
                      <a:pt x="41" y="1342"/>
                    </a:lnTo>
                    <a:close/>
                  </a:path>
                </a:pathLst>
              </a:custGeom>
              <a:grpFill/>
              <a:ln w="0">
                <a:noFill/>
                <a:round/>
                <a:headEnd/>
                <a:tailEnd/>
              </a:ln>
              <a:extLst/>
            </p:spPr>
            <p:txBody>
              <a:bodyPr vert="horz" wrap="square" lIns="68580" tIns="34290" rIns="68580" bIns="34290" numCol="1" anchor="t" anchorCtr="0" compatLnSpc="1">
                <a:prstTxWarp prst="textNoShape">
                  <a:avLst/>
                </a:prstTxWarp>
              </a:bodyPr>
              <a:lstStyle/>
              <a:p>
                <a:endParaRPr lang="id-ID" sz="1350"/>
              </a:p>
            </p:txBody>
          </p:sp>
          <p:sp>
            <p:nvSpPr>
              <p:cNvPr id="64" name="Freeform 325"/>
              <p:cNvSpPr>
                <a:spLocks noEditPoints="1"/>
              </p:cNvSpPr>
              <p:nvPr/>
            </p:nvSpPr>
            <p:spPr bwMode="auto">
              <a:xfrm>
                <a:off x="10787973" y="460263"/>
                <a:ext cx="2501900" cy="2168525"/>
              </a:xfrm>
              <a:custGeom>
                <a:avLst/>
                <a:gdLst>
                  <a:gd name="T0" fmla="*/ 788 w 1576"/>
                  <a:gd name="T1" fmla="*/ 1366 h 1366"/>
                  <a:gd name="T2" fmla="*/ 0 w 1576"/>
                  <a:gd name="T3" fmla="*/ 0 h 1366"/>
                  <a:gd name="T4" fmla="*/ 1576 w 1576"/>
                  <a:gd name="T5" fmla="*/ 0 h 1366"/>
                  <a:gd name="T6" fmla="*/ 788 w 1576"/>
                  <a:gd name="T7" fmla="*/ 1366 h 1366"/>
                  <a:gd name="T8" fmla="*/ 40 w 1576"/>
                  <a:gd name="T9" fmla="*/ 24 h 1366"/>
                  <a:gd name="T10" fmla="*/ 788 w 1576"/>
                  <a:gd name="T11" fmla="*/ 1318 h 1366"/>
                  <a:gd name="T12" fmla="*/ 1536 w 1576"/>
                  <a:gd name="T13" fmla="*/ 24 h 1366"/>
                  <a:gd name="T14" fmla="*/ 40 w 1576"/>
                  <a:gd name="T15" fmla="*/ 24 h 136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576" h="1366">
                    <a:moveTo>
                      <a:pt x="788" y="1366"/>
                    </a:moveTo>
                    <a:lnTo>
                      <a:pt x="0" y="0"/>
                    </a:lnTo>
                    <a:lnTo>
                      <a:pt x="1576" y="0"/>
                    </a:lnTo>
                    <a:lnTo>
                      <a:pt x="788" y="1366"/>
                    </a:lnTo>
                    <a:close/>
                    <a:moveTo>
                      <a:pt x="40" y="24"/>
                    </a:moveTo>
                    <a:lnTo>
                      <a:pt x="788" y="1318"/>
                    </a:lnTo>
                    <a:lnTo>
                      <a:pt x="1536" y="24"/>
                    </a:lnTo>
                    <a:lnTo>
                      <a:pt x="40" y="24"/>
                    </a:lnTo>
                    <a:close/>
                  </a:path>
                </a:pathLst>
              </a:custGeom>
              <a:grpFill/>
              <a:ln w="0">
                <a:noFill/>
                <a:round/>
                <a:headEnd/>
                <a:tailEnd/>
              </a:ln>
              <a:extLst/>
            </p:spPr>
            <p:txBody>
              <a:bodyPr vert="horz" wrap="square" lIns="68580" tIns="34290" rIns="68580" bIns="34290" numCol="1" anchor="t" anchorCtr="0" compatLnSpc="1">
                <a:prstTxWarp prst="textNoShape">
                  <a:avLst/>
                </a:prstTxWarp>
              </a:bodyPr>
              <a:lstStyle/>
              <a:p>
                <a:endParaRPr lang="id-ID" sz="1350"/>
              </a:p>
            </p:txBody>
          </p:sp>
          <p:sp>
            <p:nvSpPr>
              <p:cNvPr id="65" name="Freeform 326"/>
              <p:cNvSpPr>
                <a:spLocks noEditPoints="1"/>
              </p:cNvSpPr>
              <p:nvPr/>
            </p:nvSpPr>
            <p:spPr bwMode="auto">
              <a:xfrm>
                <a:off x="12008761" y="441213"/>
                <a:ext cx="2503488" cy="2168525"/>
              </a:xfrm>
              <a:custGeom>
                <a:avLst/>
                <a:gdLst>
                  <a:gd name="T0" fmla="*/ 1577 w 1577"/>
                  <a:gd name="T1" fmla="*/ 1366 h 1366"/>
                  <a:gd name="T2" fmla="*/ 0 w 1577"/>
                  <a:gd name="T3" fmla="*/ 1366 h 1366"/>
                  <a:gd name="T4" fmla="*/ 789 w 1577"/>
                  <a:gd name="T5" fmla="*/ 0 h 1366"/>
                  <a:gd name="T6" fmla="*/ 1577 w 1577"/>
                  <a:gd name="T7" fmla="*/ 1366 h 1366"/>
                  <a:gd name="T8" fmla="*/ 41 w 1577"/>
                  <a:gd name="T9" fmla="*/ 1342 h 1366"/>
                  <a:gd name="T10" fmla="*/ 1536 w 1577"/>
                  <a:gd name="T11" fmla="*/ 1342 h 1366"/>
                  <a:gd name="T12" fmla="*/ 789 w 1577"/>
                  <a:gd name="T13" fmla="*/ 47 h 1366"/>
                  <a:gd name="T14" fmla="*/ 41 w 1577"/>
                  <a:gd name="T15" fmla="*/ 1342 h 136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577" h="1366">
                    <a:moveTo>
                      <a:pt x="1577" y="1366"/>
                    </a:moveTo>
                    <a:lnTo>
                      <a:pt x="0" y="1366"/>
                    </a:lnTo>
                    <a:lnTo>
                      <a:pt x="789" y="0"/>
                    </a:lnTo>
                    <a:lnTo>
                      <a:pt x="1577" y="1366"/>
                    </a:lnTo>
                    <a:close/>
                    <a:moveTo>
                      <a:pt x="41" y="1342"/>
                    </a:moveTo>
                    <a:lnTo>
                      <a:pt x="1536" y="1342"/>
                    </a:lnTo>
                    <a:lnTo>
                      <a:pt x="789" y="47"/>
                    </a:lnTo>
                    <a:lnTo>
                      <a:pt x="41" y="1342"/>
                    </a:lnTo>
                    <a:close/>
                  </a:path>
                </a:pathLst>
              </a:custGeom>
              <a:grpFill/>
              <a:ln w="0">
                <a:noFill/>
                <a:round/>
                <a:headEnd/>
                <a:tailEnd/>
              </a:ln>
              <a:extLst/>
            </p:spPr>
            <p:txBody>
              <a:bodyPr vert="horz" wrap="square" lIns="68580" tIns="34290" rIns="68580" bIns="34290" numCol="1" anchor="t" anchorCtr="0" compatLnSpc="1">
                <a:prstTxWarp prst="textNoShape">
                  <a:avLst/>
                </a:prstTxWarp>
              </a:bodyPr>
              <a:lstStyle/>
              <a:p>
                <a:endParaRPr lang="id-ID" sz="1350"/>
              </a:p>
            </p:txBody>
          </p:sp>
          <p:sp>
            <p:nvSpPr>
              <p:cNvPr id="66" name="Freeform 327"/>
              <p:cNvSpPr>
                <a:spLocks noEditPoints="1"/>
              </p:cNvSpPr>
              <p:nvPr/>
            </p:nvSpPr>
            <p:spPr bwMode="auto">
              <a:xfrm>
                <a:off x="8349573" y="2552588"/>
                <a:ext cx="2501900" cy="2171700"/>
              </a:xfrm>
              <a:custGeom>
                <a:avLst/>
                <a:gdLst>
                  <a:gd name="T0" fmla="*/ 1576 w 1576"/>
                  <a:gd name="T1" fmla="*/ 1368 h 1368"/>
                  <a:gd name="T2" fmla="*/ 0 w 1576"/>
                  <a:gd name="T3" fmla="*/ 1368 h 1368"/>
                  <a:gd name="T4" fmla="*/ 788 w 1576"/>
                  <a:gd name="T5" fmla="*/ 0 h 1368"/>
                  <a:gd name="T6" fmla="*/ 1576 w 1576"/>
                  <a:gd name="T7" fmla="*/ 1368 h 1368"/>
                  <a:gd name="T8" fmla="*/ 40 w 1576"/>
                  <a:gd name="T9" fmla="*/ 1345 h 1368"/>
                  <a:gd name="T10" fmla="*/ 1536 w 1576"/>
                  <a:gd name="T11" fmla="*/ 1345 h 1368"/>
                  <a:gd name="T12" fmla="*/ 788 w 1576"/>
                  <a:gd name="T13" fmla="*/ 48 h 1368"/>
                  <a:gd name="T14" fmla="*/ 40 w 1576"/>
                  <a:gd name="T15" fmla="*/ 1345 h 1368"/>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576" h="1368">
                    <a:moveTo>
                      <a:pt x="1576" y="1368"/>
                    </a:moveTo>
                    <a:lnTo>
                      <a:pt x="0" y="1368"/>
                    </a:lnTo>
                    <a:lnTo>
                      <a:pt x="788" y="0"/>
                    </a:lnTo>
                    <a:lnTo>
                      <a:pt x="1576" y="1368"/>
                    </a:lnTo>
                    <a:close/>
                    <a:moveTo>
                      <a:pt x="40" y="1345"/>
                    </a:moveTo>
                    <a:lnTo>
                      <a:pt x="1536" y="1345"/>
                    </a:lnTo>
                    <a:lnTo>
                      <a:pt x="788" y="48"/>
                    </a:lnTo>
                    <a:lnTo>
                      <a:pt x="40" y="1345"/>
                    </a:lnTo>
                    <a:close/>
                  </a:path>
                </a:pathLst>
              </a:custGeom>
              <a:grpFill/>
              <a:ln w="0">
                <a:noFill/>
                <a:round/>
                <a:headEnd/>
                <a:tailEnd/>
              </a:ln>
              <a:extLst/>
            </p:spPr>
            <p:txBody>
              <a:bodyPr vert="horz" wrap="square" lIns="68580" tIns="34290" rIns="68580" bIns="34290" numCol="1" anchor="t" anchorCtr="0" compatLnSpc="1">
                <a:prstTxWarp prst="textNoShape">
                  <a:avLst/>
                </a:prstTxWarp>
              </a:bodyPr>
              <a:lstStyle/>
              <a:p>
                <a:endParaRPr lang="id-ID" sz="1350"/>
              </a:p>
            </p:txBody>
          </p:sp>
          <p:sp>
            <p:nvSpPr>
              <p:cNvPr id="67" name="Freeform 328"/>
              <p:cNvSpPr>
                <a:spLocks noEditPoints="1"/>
              </p:cNvSpPr>
              <p:nvPr/>
            </p:nvSpPr>
            <p:spPr bwMode="auto">
              <a:xfrm>
                <a:off x="9570361" y="2571638"/>
                <a:ext cx="2503488" cy="2171700"/>
              </a:xfrm>
              <a:custGeom>
                <a:avLst/>
                <a:gdLst>
                  <a:gd name="T0" fmla="*/ 788 w 1577"/>
                  <a:gd name="T1" fmla="*/ 1368 h 1368"/>
                  <a:gd name="T2" fmla="*/ 0 w 1577"/>
                  <a:gd name="T3" fmla="*/ 0 h 1368"/>
                  <a:gd name="T4" fmla="*/ 1577 w 1577"/>
                  <a:gd name="T5" fmla="*/ 0 h 1368"/>
                  <a:gd name="T6" fmla="*/ 788 w 1577"/>
                  <a:gd name="T7" fmla="*/ 1368 h 1368"/>
                  <a:gd name="T8" fmla="*/ 41 w 1577"/>
                  <a:gd name="T9" fmla="*/ 24 h 1368"/>
                  <a:gd name="T10" fmla="*/ 788 w 1577"/>
                  <a:gd name="T11" fmla="*/ 1321 h 1368"/>
                  <a:gd name="T12" fmla="*/ 1536 w 1577"/>
                  <a:gd name="T13" fmla="*/ 24 h 1368"/>
                  <a:gd name="T14" fmla="*/ 41 w 1577"/>
                  <a:gd name="T15" fmla="*/ 24 h 1368"/>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577" h="1368">
                    <a:moveTo>
                      <a:pt x="788" y="1368"/>
                    </a:moveTo>
                    <a:lnTo>
                      <a:pt x="0" y="0"/>
                    </a:lnTo>
                    <a:lnTo>
                      <a:pt x="1577" y="0"/>
                    </a:lnTo>
                    <a:lnTo>
                      <a:pt x="788" y="1368"/>
                    </a:lnTo>
                    <a:close/>
                    <a:moveTo>
                      <a:pt x="41" y="24"/>
                    </a:moveTo>
                    <a:lnTo>
                      <a:pt x="788" y="1321"/>
                    </a:lnTo>
                    <a:lnTo>
                      <a:pt x="1536" y="24"/>
                    </a:lnTo>
                    <a:lnTo>
                      <a:pt x="41" y="24"/>
                    </a:lnTo>
                    <a:close/>
                  </a:path>
                </a:pathLst>
              </a:custGeom>
              <a:grpFill/>
              <a:ln w="0">
                <a:noFill/>
                <a:round/>
                <a:headEnd/>
                <a:tailEnd/>
              </a:ln>
              <a:extLst/>
            </p:spPr>
            <p:txBody>
              <a:bodyPr vert="horz" wrap="square" lIns="68580" tIns="34290" rIns="68580" bIns="34290" numCol="1" anchor="t" anchorCtr="0" compatLnSpc="1">
                <a:prstTxWarp prst="textNoShape">
                  <a:avLst/>
                </a:prstTxWarp>
              </a:bodyPr>
              <a:lstStyle/>
              <a:p>
                <a:endParaRPr lang="id-ID" sz="1350"/>
              </a:p>
            </p:txBody>
          </p:sp>
          <p:sp>
            <p:nvSpPr>
              <p:cNvPr id="68" name="Freeform 329"/>
              <p:cNvSpPr>
                <a:spLocks noEditPoints="1"/>
              </p:cNvSpPr>
              <p:nvPr/>
            </p:nvSpPr>
            <p:spPr bwMode="auto">
              <a:xfrm>
                <a:off x="10787973" y="2552588"/>
                <a:ext cx="2501900" cy="2171700"/>
              </a:xfrm>
              <a:custGeom>
                <a:avLst/>
                <a:gdLst>
                  <a:gd name="T0" fmla="*/ 1576 w 1576"/>
                  <a:gd name="T1" fmla="*/ 1368 h 1368"/>
                  <a:gd name="T2" fmla="*/ 0 w 1576"/>
                  <a:gd name="T3" fmla="*/ 1368 h 1368"/>
                  <a:gd name="T4" fmla="*/ 788 w 1576"/>
                  <a:gd name="T5" fmla="*/ 0 h 1368"/>
                  <a:gd name="T6" fmla="*/ 1576 w 1576"/>
                  <a:gd name="T7" fmla="*/ 1368 h 1368"/>
                  <a:gd name="T8" fmla="*/ 40 w 1576"/>
                  <a:gd name="T9" fmla="*/ 1345 h 1368"/>
                  <a:gd name="T10" fmla="*/ 1536 w 1576"/>
                  <a:gd name="T11" fmla="*/ 1345 h 1368"/>
                  <a:gd name="T12" fmla="*/ 788 w 1576"/>
                  <a:gd name="T13" fmla="*/ 48 h 1368"/>
                  <a:gd name="T14" fmla="*/ 40 w 1576"/>
                  <a:gd name="T15" fmla="*/ 1345 h 1368"/>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576" h="1368">
                    <a:moveTo>
                      <a:pt x="1576" y="1368"/>
                    </a:moveTo>
                    <a:lnTo>
                      <a:pt x="0" y="1368"/>
                    </a:lnTo>
                    <a:lnTo>
                      <a:pt x="788" y="0"/>
                    </a:lnTo>
                    <a:lnTo>
                      <a:pt x="1576" y="1368"/>
                    </a:lnTo>
                    <a:close/>
                    <a:moveTo>
                      <a:pt x="40" y="1345"/>
                    </a:moveTo>
                    <a:lnTo>
                      <a:pt x="1536" y="1345"/>
                    </a:lnTo>
                    <a:lnTo>
                      <a:pt x="788" y="48"/>
                    </a:lnTo>
                    <a:lnTo>
                      <a:pt x="40" y="1345"/>
                    </a:lnTo>
                    <a:close/>
                  </a:path>
                </a:pathLst>
              </a:custGeom>
              <a:grpFill/>
              <a:ln w="0">
                <a:noFill/>
                <a:round/>
                <a:headEnd/>
                <a:tailEnd/>
              </a:ln>
              <a:extLst/>
            </p:spPr>
            <p:txBody>
              <a:bodyPr vert="horz" wrap="square" lIns="68580" tIns="34290" rIns="68580" bIns="34290" numCol="1" anchor="t" anchorCtr="0" compatLnSpc="1">
                <a:prstTxWarp prst="textNoShape">
                  <a:avLst/>
                </a:prstTxWarp>
              </a:bodyPr>
              <a:lstStyle/>
              <a:p>
                <a:endParaRPr lang="id-ID" sz="1350"/>
              </a:p>
            </p:txBody>
          </p:sp>
          <p:sp>
            <p:nvSpPr>
              <p:cNvPr id="69" name="Freeform 330"/>
              <p:cNvSpPr>
                <a:spLocks noEditPoints="1"/>
              </p:cNvSpPr>
              <p:nvPr/>
            </p:nvSpPr>
            <p:spPr bwMode="auto">
              <a:xfrm>
                <a:off x="12008761" y="2571638"/>
                <a:ext cx="2503488" cy="2171700"/>
              </a:xfrm>
              <a:custGeom>
                <a:avLst/>
                <a:gdLst>
                  <a:gd name="T0" fmla="*/ 789 w 1577"/>
                  <a:gd name="T1" fmla="*/ 1368 h 1368"/>
                  <a:gd name="T2" fmla="*/ 0 w 1577"/>
                  <a:gd name="T3" fmla="*/ 0 h 1368"/>
                  <a:gd name="T4" fmla="*/ 1577 w 1577"/>
                  <a:gd name="T5" fmla="*/ 0 h 1368"/>
                  <a:gd name="T6" fmla="*/ 789 w 1577"/>
                  <a:gd name="T7" fmla="*/ 1368 h 1368"/>
                  <a:gd name="T8" fmla="*/ 41 w 1577"/>
                  <a:gd name="T9" fmla="*/ 24 h 1368"/>
                  <a:gd name="T10" fmla="*/ 789 w 1577"/>
                  <a:gd name="T11" fmla="*/ 1321 h 1368"/>
                  <a:gd name="T12" fmla="*/ 1536 w 1577"/>
                  <a:gd name="T13" fmla="*/ 24 h 1368"/>
                  <a:gd name="T14" fmla="*/ 41 w 1577"/>
                  <a:gd name="T15" fmla="*/ 24 h 1368"/>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577" h="1368">
                    <a:moveTo>
                      <a:pt x="789" y="1368"/>
                    </a:moveTo>
                    <a:lnTo>
                      <a:pt x="0" y="0"/>
                    </a:lnTo>
                    <a:lnTo>
                      <a:pt x="1577" y="0"/>
                    </a:lnTo>
                    <a:lnTo>
                      <a:pt x="789" y="1368"/>
                    </a:lnTo>
                    <a:close/>
                    <a:moveTo>
                      <a:pt x="41" y="24"/>
                    </a:moveTo>
                    <a:lnTo>
                      <a:pt x="789" y="1321"/>
                    </a:lnTo>
                    <a:lnTo>
                      <a:pt x="1536" y="24"/>
                    </a:lnTo>
                    <a:lnTo>
                      <a:pt x="41" y="24"/>
                    </a:lnTo>
                    <a:close/>
                  </a:path>
                </a:pathLst>
              </a:custGeom>
              <a:grpFill/>
              <a:ln w="0">
                <a:noFill/>
                <a:round/>
                <a:headEnd/>
                <a:tailEnd/>
              </a:ln>
              <a:extLst/>
            </p:spPr>
            <p:txBody>
              <a:bodyPr vert="horz" wrap="square" lIns="68580" tIns="34290" rIns="68580" bIns="34290" numCol="1" anchor="t" anchorCtr="0" compatLnSpc="1">
                <a:prstTxWarp prst="textNoShape">
                  <a:avLst/>
                </a:prstTxWarp>
              </a:bodyPr>
              <a:lstStyle/>
              <a:p>
                <a:endParaRPr lang="id-ID" sz="1350"/>
              </a:p>
            </p:txBody>
          </p:sp>
        </p:grpSp>
        <p:grpSp>
          <p:nvGrpSpPr>
            <p:cNvPr id="11" name="组合 10"/>
            <p:cNvGrpSpPr/>
            <p:nvPr userDrawn="1"/>
          </p:nvGrpSpPr>
          <p:grpSpPr>
            <a:xfrm>
              <a:off x="584611" y="246308"/>
              <a:ext cx="2608160" cy="2142169"/>
              <a:chOff x="2607344" y="-649181"/>
              <a:chExt cx="2608160" cy="2142169"/>
            </a:xfrm>
          </p:grpSpPr>
          <p:grpSp>
            <p:nvGrpSpPr>
              <p:cNvPr id="34" name="Group 74"/>
              <p:cNvGrpSpPr/>
              <p:nvPr userDrawn="1"/>
            </p:nvGrpSpPr>
            <p:grpSpPr>
              <a:xfrm rot="1800000">
                <a:off x="3246128" y="-649181"/>
                <a:ext cx="1314075" cy="1368235"/>
                <a:chOff x="8349573" y="-1673337"/>
                <a:chExt cx="6162676" cy="6416675"/>
              </a:xfrm>
              <a:solidFill>
                <a:schemeClr val="bg1">
                  <a:alpha val="15000"/>
                </a:schemeClr>
              </a:solidFill>
            </p:grpSpPr>
            <p:sp>
              <p:nvSpPr>
                <p:cNvPr id="43" name="Freeform 319"/>
                <p:cNvSpPr>
                  <a:spLocks noEditPoints="1"/>
                </p:cNvSpPr>
                <p:nvPr/>
              </p:nvSpPr>
              <p:spPr bwMode="auto">
                <a:xfrm>
                  <a:off x="8349573" y="-1673337"/>
                  <a:ext cx="2501900" cy="2171700"/>
                </a:xfrm>
                <a:custGeom>
                  <a:avLst/>
                  <a:gdLst>
                    <a:gd name="T0" fmla="*/ 1576 w 1576"/>
                    <a:gd name="T1" fmla="*/ 1368 h 1368"/>
                    <a:gd name="T2" fmla="*/ 0 w 1576"/>
                    <a:gd name="T3" fmla="*/ 1368 h 1368"/>
                    <a:gd name="T4" fmla="*/ 788 w 1576"/>
                    <a:gd name="T5" fmla="*/ 0 h 1368"/>
                    <a:gd name="T6" fmla="*/ 1576 w 1576"/>
                    <a:gd name="T7" fmla="*/ 1368 h 1368"/>
                    <a:gd name="T8" fmla="*/ 40 w 1576"/>
                    <a:gd name="T9" fmla="*/ 1344 h 1368"/>
                    <a:gd name="T10" fmla="*/ 1536 w 1576"/>
                    <a:gd name="T11" fmla="*/ 1344 h 1368"/>
                    <a:gd name="T12" fmla="*/ 788 w 1576"/>
                    <a:gd name="T13" fmla="*/ 47 h 1368"/>
                    <a:gd name="T14" fmla="*/ 40 w 1576"/>
                    <a:gd name="T15" fmla="*/ 1344 h 1368"/>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576" h="1368">
                      <a:moveTo>
                        <a:pt x="1576" y="1368"/>
                      </a:moveTo>
                      <a:lnTo>
                        <a:pt x="0" y="1368"/>
                      </a:lnTo>
                      <a:lnTo>
                        <a:pt x="788" y="0"/>
                      </a:lnTo>
                      <a:lnTo>
                        <a:pt x="1576" y="1368"/>
                      </a:lnTo>
                      <a:close/>
                      <a:moveTo>
                        <a:pt x="40" y="1344"/>
                      </a:moveTo>
                      <a:lnTo>
                        <a:pt x="1536" y="1344"/>
                      </a:lnTo>
                      <a:lnTo>
                        <a:pt x="788" y="47"/>
                      </a:lnTo>
                      <a:lnTo>
                        <a:pt x="40" y="134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68580" tIns="34290" rIns="68580" bIns="34290" numCol="1" anchor="t" anchorCtr="0" compatLnSpc="1">
                  <a:prstTxWarp prst="textNoShape">
                    <a:avLst/>
                  </a:prstTxWarp>
                </a:bodyPr>
                <a:lstStyle/>
                <a:p>
                  <a:endParaRPr lang="id-ID" sz="1350"/>
                </a:p>
              </p:txBody>
            </p:sp>
            <p:sp>
              <p:nvSpPr>
                <p:cNvPr id="44" name="Freeform 320"/>
                <p:cNvSpPr>
                  <a:spLocks noEditPoints="1"/>
                </p:cNvSpPr>
                <p:nvPr/>
              </p:nvSpPr>
              <p:spPr bwMode="auto">
                <a:xfrm>
                  <a:off x="9570361" y="-1655875"/>
                  <a:ext cx="2503488" cy="2171700"/>
                </a:xfrm>
                <a:custGeom>
                  <a:avLst/>
                  <a:gdLst>
                    <a:gd name="T0" fmla="*/ 788 w 1577"/>
                    <a:gd name="T1" fmla="*/ 1368 h 1368"/>
                    <a:gd name="T2" fmla="*/ 0 w 1577"/>
                    <a:gd name="T3" fmla="*/ 0 h 1368"/>
                    <a:gd name="T4" fmla="*/ 1577 w 1577"/>
                    <a:gd name="T5" fmla="*/ 0 h 1368"/>
                    <a:gd name="T6" fmla="*/ 788 w 1577"/>
                    <a:gd name="T7" fmla="*/ 1368 h 1368"/>
                    <a:gd name="T8" fmla="*/ 41 w 1577"/>
                    <a:gd name="T9" fmla="*/ 24 h 1368"/>
                    <a:gd name="T10" fmla="*/ 788 w 1577"/>
                    <a:gd name="T11" fmla="*/ 1321 h 1368"/>
                    <a:gd name="T12" fmla="*/ 1536 w 1577"/>
                    <a:gd name="T13" fmla="*/ 24 h 1368"/>
                    <a:gd name="T14" fmla="*/ 41 w 1577"/>
                    <a:gd name="T15" fmla="*/ 24 h 1368"/>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577" h="1368">
                      <a:moveTo>
                        <a:pt x="788" y="1368"/>
                      </a:moveTo>
                      <a:lnTo>
                        <a:pt x="0" y="0"/>
                      </a:lnTo>
                      <a:lnTo>
                        <a:pt x="1577" y="0"/>
                      </a:lnTo>
                      <a:lnTo>
                        <a:pt x="788" y="1368"/>
                      </a:lnTo>
                      <a:close/>
                      <a:moveTo>
                        <a:pt x="41" y="24"/>
                      </a:moveTo>
                      <a:lnTo>
                        <a:pt x="788" y="1321"/>
                      </a:lnTo>
                      <a:lnTo>
                        <a:pt x="1536" y="24"/>
                      </a:lnTo>
                      <a:lnTo>
                        <a:pt x="41" y="2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68580" tIns="34290" rIns="68580" bIns="34290" numCol="1" anchor="t" anchorCtr="0" compatLnSpc="1">
                  <a:prstTxWarp prst="textNoShape">
                    <a:avLst/>
                  </a:prstTxWarp>
                </a:bodyPr>
                <a:lstStyle/>
                <a:p>
                  <a:endParaRPr lang="id-ID" sz="1350"/>
                </a:p>
              </p:txBody>
            </p:sp>
            <p:sp>
              <p:nvSpPr>
                <p:cNvPr id="45" name="Freeform 321"/>
                <p:cNvSpPr>
                  <a:spLocks noEditPoints="1"/>
                </p:cNvSpPr>
                <p:nvPr/>
              </p:nvSpPr>
              <p:spPr bwMode="auto">
                <a:xfrm>
                  <a:off x="10787973" y="-1673337"/>
                  <a:ext cx="2501900" cy="2171700"/>
                </a:xfrm>
                <a:custGeom>
                  <a:avLst/>
                  <a:gdLst>
                    <a:gd name="T0" fmla="*/ 1576 w 1576"/>
                    <a:gd name="T1" fmla="*/ 1368 h 1368"/>
                    <a:gd name="T2" fmla="*/ 0 w 1576"/>
                    <a:gd name="T3" fmla="*/ 1368 h 1368"/>
                    <a:gd name="T4" fmla="*/ 788 w 1576"/>
                    <a:gd name="T5" fmla="*/ 0 h 1368"/>
                    <a:gd name="T6" fmla="*/ 1576 w 1576"/>
                    <a:gd name="T7" fmla="*/ 1368 h 1368"/>
                    <a:gd name="T8" fmla="*/ 40 w 1576"/>
                    <a:gd name="T9" fmla="*/ 1344 h 1368"/>
                    <a:gd name="T10" fmla="*/ 1536 w 1576"/>
                    <a:gd name="T11" fmla="*/ 1344 h 1368"/>
                    <a:gd name="T12" fmla="*/ 788 w 1576"/>
                    <a:gd name="T13" fmla="*/ 47 h 1368"/>
                    <a:gd name="T14" fmla="*/ 40 w 1576"/>
                    <a:gd name="T15" fmla="*/ 1344 h 1368"/>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576" h="1368">
                      <a:moveTo>
                        <a:pt x="1576" y="1368"/>
                      </a:moveTo>
                      <a:lnTo>
                        <a:pt x="0" y="1368"/>
                      </a:lnTo>
                      <a:lnTo>
                        <a:pt x="788" y="0"/>
                      </a:lnTo>
                      <a:lnTo>
                        <a:pt x="1576" y="1368"/>
                      </a:lnTo>
                      <a:close/>
                      <a:moveTo>
                        <a:pt x="40" y="1344"/>
                      </a:moveTo>
                      <a:lnTo>
                        <a:pt x="1536" y="1344"/>
                      </a:lnTo>
                      <a:lnTo>
                        <a:pt x="788" y="47"/>
                      </a:lnTo>
                      <a:lnTo>
                        <a:pt x="40" y="134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68580" tIns="34290" rIns="68580" bIns="34290" numCol="1" anchor="t" anchorCtr="0" compatLnSpc="1">
                  <a:prstTxWarp prst="textNoShape">
                    <a:avLst/>
                  </a:prstTxWarp>
                </a:bodyPr>
                <a:lstStyle/>
                <a:p>
                  <a:endParaRPr lang="id-ID" sz="1350"/>
                </a:p>
              </p:txBody>
            </p:sp>
            <p:sp>
              <p:nvSpPr>
                <p:cNvPr id="49" name="Freeform 322"/>
                <p:cNvSpPr>
                  <a:spLocks noEditPoints="1"/>
                </p:cNvSpPr>
                <p:nvPr/>
              </p:nvSpPr>
              <p:spPr bwMode="auto">
                <a:xfrm>
                  <a:off x="12008761" y="-1655875"/>
                  <a:ext cx="2503488" cy="2171700"/>
                </a:xfrm>
                <a:custGeom>
                  <a:avLst/>
                  <a:gdLst>
                    <a:gd name="T0" fmla="*/ 789 w 1577"/>
                    <a:gd name="T1" fmla="*/ 1368 h 1368"/>
                    <a:gd name="T2" fmla="*/ 0 w 1577"/>
                    <a:gd name="T3" fmla="*/ 0 h 1368"/>
                    <a:gd name="T4" fmla="*/ 1577 w 1577"/>
                    <a:gd name="T5" fmla="*/ 0 h 1368"/>
                    <a:gd name="T6" fmla="*/ 789 w 1577"/>
                    <a:gd name="T7" fmla="*/ 1368 h 1368"/>
                    <a:gd name="T8" fmla="*/ 41 w 1577"/>
                    <a:gd name="T9" fmla="*/ 24 h 1368"/>
                    <a:gd name="T10" fmla="*/ 789 w 1577"/>
                    <a:gd name="T11" fmla="*/ 1321 h 1368"/>
                    <a:gd name="T12" fmla="*/ 1536 w 1577"/>
                    <a:gd name="T13" fmla="*/ 24 h 1368"/>
                    <a:gd name="T14" fmla="*/ 41 w 1577"/>
                    <a:gd name="T15" fmla="*/ 24 h 1368"/>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577" h="1368">
                      <a:moveTo>
                        <a:pt x="789" y="1368"/>
                      </a:moveTo>
                      <a:lnTo>
                        <a:pt x="0" y="0"/>
                      </a:lnTo>
                      <a:lnTo>
                        <a:pt x="1577" y="0"/>
                      </a:lnTo>
                      <a:lnTo>
                        <a:pt x="789" y="1368"/>
                      </a:lnTo>
                      <a:close/>
                      <a:moveTo>
                        <a:pt x="41" y="24"/>
                      </a:moveTo>
                      <a:lnTo>
                        <a:pt x="789" y="1321"/>
                      </a:lnTo>
                      <a:lnTo>
                        <a:pt x="1536" y="24"/>
                      </a:lnTo>
                      <a:lnTo>
                        <a:pt x="41" y="2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68580" tIns="34290" rIns="68580" bIns="34290" numCol="1" anchor="t" anchorCtr="0" compatLnSpc="1">
                  <a:prstTxWarp prst="textNoShape">
                    <a:avLst/>
                  </a:prstTxWarp>
                </a:bodyPr>
                <a:lstStyle/>
                <a:p>
                  <a:endParaRPr lang="id-ID" sz="1350"/>
                </a:p>
              </p:txBody>
            </p:sp>
            <p:sp>
              <p:nvSpPr>
                <p:cNvPr id="50" name="Freeform 323"/>
                <p:cNvSpPr>
                  <a:spLocks noEditPoints="1"/>
                </p:cNvSpPr>
                <p:nvPr/>
              </p:nvSpPr>
              <p:spPr bwMode="auto">
                <a:xfrm>
                  <a:off x="8349573" y="460263"/>
                  <a:ext cx="2501900" cy="2168525"/>
                </a:xfrm>
                <a:custGeom>
                  <a:avLst/>
                  <a:gdLst>
                    <a:gd name="T0" fmla="*/ 788 w 1576"/>
                    <a:gd name="T1" fmla="*/ 1366 h 1366"/>
                    <a:gd name="T2" fmla="*/ 0 w 1576"/>
                    <a:gd name="T3" fmla="*/ 0 h 1366"/>
                    <a:gd name="T4" fmla="*/ 1576 w 1576"/>
                    <a:gd name="T5" fmla="*/ 0 h 1366"/>
                    <a:gd name="T6" fmla="*/ 788 w 1576"/>
                    <a:gd name="T7" fmla="*/ 1366 h 1366"/>
                    <a:gd name="T8" fmla="*/ 40 w 1576"/>
                    <a:gd name="T9" fmla="*/ 24 h 1366"/>
                    <a:gd name="T10" fmla="*/ 788 w 1576"/>
                    <a:gd name="T11" fmla="*/ 1318 h 1366"/>
                    <a:gd name="T12" fmla="*/ 1536 w 1576"/>
                    <a:gd name="T13" fmla="*/ 24 h 1366"/>
                    <a:gd name="T14" fmla="*/ 40 w 1576"/>
                    <a:gd name="T15" fmla="*/ 24 h 136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576" h="1366">
                      <a:moveTo>
                        <a:pt x="788" y="1366"/>
                      </a:moveTo>
                      <a:lnTo>
                        <a:pt x="0" y="0"/>
                      </a:lnTo>
                      <a:lnTo>
                        <a:pt x="1576" y="0"/>
                      </a:lnTo>
                      <a:lnTo>
                        <a:pt x="788" y="1366"/>
                      </a:lnTo>
                      <a:close/>
                      <a:moveTo>
                        <a:pt x="40" y="24"/>
                      </a:moveTo>
                      <a:lnTo>
                        <a:pt x="788" y="1318"/>
                      </a:lnTo>
                      <a:lnTo>
                        <a:pt x="1536" y="24"/>
                      </a:lnTo>
                      <a:lnTo>
                        <a:pt x="40" y="2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68580" tIns="34290" rIns="68580" bIns="34290" numCol="1" anchor="t" anchorCtr="0" compatLnSpc="1">
                  <a:prstTxWarp prst="textNoShape">
                    <a:avLst/>
                  </a:prstTxWarp>
                </a:bodyPr>
                <a:lstStyle/>
                <a:p>
                  <a:endParaRPr lang="id-ID" sz="1350"/>
                </a:p>
              </p:txBody>
            </p:sp>
            <p:sp>
              <p:nvSpPr>
                <p:cNvPr id="51" name="Freeform 324"/>
                <p:cNvSpPr>
                  <a:spLocks noEditPoints="1"/>
                </p:cNvSpPr>
                <p:nvPr/>
              </p:nvSpPr>
              <p:spPr bwMode="auto">
                <a:xfrm>
                  <a:off x="9570361" y="441213"/>
                  <a:ext cx="2503488" cy="2168525"/>
                </a:xfrm>
                <a:custGeom>
                  <a:avLst/>
                  <a:gdLst>
                    <a:gd name="T0" fmla="*/ 1577 w 1577"/>
                    <a:gd name="T1" fmla="*/ 1366 h 1366"/>
                    <a:gd name="T2" fmla="*/ 0 w 1577"/>
                    <a:gd name="T3" fmla="*/ 1366 h 1366"/>
                    <a:gd name="T4" fmla="*/ 788 w 1577"/>
                    <a:gd name="T5" fmla="*/ 0 h 1366"/>
                    <a:gd name="T6" fmla="*/ 1577 w 1577"/>
                    <a:gd name="T7" fmla="*/ 1366 h 1366"/>
                    <a:gd name="T8" fmla="*/ 41 w 1577"/>
                    <a:gd name="T9" fmla="*/ 1342 h 1366"/>
                    <a:gd name="T10" fmla="*/ 1536 w 1577"/>
                    <a:gd name="T11" fmla="*/ 1342 h 1366"/>
                    <a:gd name="T12" fmla="*/ 788 w 1577"/>
                    <a:gd name="T13" fmla="*/ 47 h 1366"/>
                    <a:gd name="T14" fmla="*/ 41 w 1577"/>
                    <a:gd name="T15" fmla="*/ 1342 h 136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577" h="1366">
                      <a:moveTo>
                        <a:pt x="1577" y="1366"/>
                      </a:moveTo>
                      <a:lnTo>
                        <a:pt x="0" y="1366"/>
                      </a:lnTo>
                      <a:lnTo>
                        <a:pt x="788" y="0"/>
                      </a:lnTo>
                      <a:lnTo>
                        <a:pt x="1577" y="1366"/>
                      </a:lnTo>
                      <a:close/>
                      <a:moveTo>
                        <a:pt x="41" y="1342"/>
                      </a:moveTo>
                      <a:lnTo>
                        <a:pt x="1536" y="1342"/>
                      </a:lnTo>
                      <a:lnTo>
                        <a:pt x="788" y="47"/>
                      </a:lnTo>
                      <a:lnTo>
                        <a:pt x="41" y="134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68580" tIns="34290" rIns="68580" bIns="34290" numCol="1" anchor="t" anchorCtr="0" compatLnSpc="1">
                  <a:prstTxWarp prst="textNoShape">
                    <a:avLst/>
                  </a:prstTxWarp>
                </a:bodyPr>
                <a:lstStyle/>
                <a:p>
                  <a:endParaRPr lang="id-ID" sz="1350"/>
                </a:p>
              </p:txBody>
            </p:sp>
            <p:sp>
              <p:nvSpPr>
                <p:cNvPr id="52" name="Freeform 325"/>
                <p:cNvSpPr>
                  <a:spLocks noEditPoints="1"/>
                </p:cNvSpPr>
                <p:nvPr/>
              </p:nvSpPr>
              <p:spPr bwMode="auto">
                <a:xfrm>
                  <a:off x="10787973" y="460263"/>
                  <a:ext cx="2501900" cy="2168525"/>
                </a:xfrm>
                <a:custGeom>
                  <a:avLst/>
                  <a:gdLst>
                    <a:gd name="T0" fmla="*/ 788 w 1576"/>
                    <a:gd name="T1" fmla="*/ 1366 h 1366"/>
                    <a:gd name="T2" fmla="*/ 0 w 1576"/>
                    <a:gd name="T3" fmla="*/ 0 h 1366"/>
                    <a:gd name="T4" fmla="*/ 1576 w 1576"/>
                    <a:gd name="T5" fmla="*/ 0 h 1366"/>
                    <a:gd name="T6" fmla="*/ 788 w 1576"/>
                    <a:gd name="T7" fmla="*/ 1366 h 1366"/>
                    <a:gd name="T8" fmla="*/ 40 w 1576"/>
                    <a:gd name="T9" fmla="*/ 24 h 1366"/>
                    <a:gd name="T10" fmla="*/ 788 w 1576"/>
                    <a:gd name="T11" fmla="*/ 1318 h 1366"/>
                    <a:gd name="T12" fmla="*/ 1536 w 1576"/>
                    <a:gd name="T13" fmla="*/ 24 h 1366"/>
                    <a:gd name="T14" fmla="*/ 40 w 1576"/>
                    <a:gd name="T15" fmla="*/ 24 h 136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576" h="1366">
                      <a:moveTo>
                        <a:pt x="788" y="1366"/>
                      </a:moveTo>
                      <a:lnTo>
                        <a:pt x="0" y="0"/>
                      </a:lnTo>
                      <a:lnTo>
                        <a:pt x="1576" y="0"/>
                      </a:lnTo>
                      <a:lnTo>
                        <a:pt x="788" y="1366"/>
                      </a:lnTo>
                      <a:close/>
                      <a:moveTo>
                        <a:pt x="40" y="24"/>
                      </a:moveTo>
                      <a:lnTo>
                        <a:pt x="788" y="1318"/>
                      </a:lnTo>
                      <a:lnTo>
                        <a:pt x="1536" y="24"/>
                      </a:lnTo>
                      <a:lnTo>
                        <a:pt x="40" y="2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68580" tIns="34290" rIns="68580" bIns="34290" numCol="1" anchor="t" anchorCtr="0" compatLnSpc="1">
                  <a:prstTxWarp prst="textNoShape">
                    <a:avLst/>
                  </a:prstTxWarp>
                </a:bodyPr>
                <a:lstStyle/>
                <a:p>
                  <a:endParaRPr lang="id-ID" sz="1350"/>
                </a:p>
              </p:txBody>
            </p:sp>
            <p:sp>
              <p:nvSpPr>
                <p:cNvPr id="53" name="Freeform 326"/>
                <p:cNvSpPr>
                  <a:spLocks noEditPoints="1"/>
                </p:cNvSpPr>
                <p:nvPr/>
              </p:nvSpPr>
              <p:spPr bwMode="auto">
                <a:xfrm>
                  <a:off x="12008761" y="441213"/>
                  <a:ext cx="2503488" cy="2168525"/>
                </a:xfrm>
                <a:custGeom>
                  <a:avLst/>
                  <a:gdLst>
                    <a:gd name="T0" fmla="*/ 1577 w 1577"/>
                    <a:gd name="T1" fmla="*/ 1366 h 1366"/>
                    <a:gd name="T2" fmla="*/ 0 w 1577"/>
                    <a:gd name="T3" fmla="*/ 1366 h 1366"/>
                    <a:gd name="T4" fmla="*/ 789 w 1577"/>
                    <a:gd name="T5" fmla="*/ 0 h 1366"/>
                    <a:gd name="T6" fmla="*/ 1577 w 1577"/>
                    <a:gd name="T7" fmla="*/ 1366 h 1366"/>
                    <a:gd name="T8" fmla="*/ 41 w 1577"/>
                    <a:gd name="T9" fmla="*/ 1342 h 1366"/>
                    <a:gd name="T10" fmla="*/ 1536 w 1577"/>
                    <a:gd name="T11" fmla="*/ 1342 h 1366"/>
                    <a:gd name="T12" fmla="*/ 789 w 1577"/>
                    <a:gd name="T13" fmla="*/ 47 h 1366"/>
                    <a:gd name="T14" fmla="*/ 41 w 1577"/>
                    <a:gd name="T15" fmla="*/ 1342 h 136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577" h="1366">
                      <a:moveTo>
                        <a:pt x="1577" y="1366"/>
                      </a:moveTo>
                      <a:lnTo>
                        <a:pt x="0" y="1366"/>
                      </a:lnTo>
                      <a:lnTo>
                        <a:pt x="789" y="0"/>
                      </a:lnTo>
                      <a:lnTo>
                        <a:pt x="1577" y="1366"/>
                      </a:lnTo>
                      <a:close/>
                      <a:moveTo>
                        <a:pt x="41" y="1342"/>
                      </a:moveTo>
                      <a:lnTo>
                        <a:pt x="1536" y="1342"/>
                      </a:lnTo>
                      <a:lnTo>
                        <a:pt x="789" y="47"/>
                      </a:lnTo>
                      <a:lnTo>
                        <a:pt x="41" y="134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68580" tIns="34290" rIns="68580" bIns="34290" numCol="1" anchor="t" anchorCtr="0" compatLnSpc="1">
                  <a:prstTxWarp prst="textNoShape">
                    <a:avLst/>
                  </a:prstTxWarp>
                </a:bodyPr>
                <a:lstStyle/>
                <a:p>
                  <a:endParaRPr lang="id-ID" sz="1350"/>
                </a:p>
              </p:txBody>
            </p:sp>
            <p:sp>
              <p:nvSpPr>
                <p:cNvPr id="54" name="Freeform 327"/>
                <p:cNvSpPr>
                  <a:spLocks noEditPoints="1"/>
                </p:cNvSpPr>
                <p:nvPr/>
              </p:nvSpPr>
              <p:spPr bwMode="auto">
                <a:xfrm>
                  <a:off x="8349573" y="2552588"/>
                  <a:ext cx="2501900" cy="2171700"/>
                </a:xfrm>
                <a:custGeom>
                  <a:avLst/>
                  <a:gdLst>
                    <a:gd name="T0" fmla="*/ 1576 w 1576"/>
                    <a:gd name="T1" fmla="*/ 1368 h 1368"/>
                    <a:gd name="T2" fmla="*/ 0 w 1576"/>
                    <a:gd name="T3" fmla="*/ 1368 h 1368"/>
                    <a:gd name="T4" fmla="*/ 788 w 1576"/>
                    <a:gd name="T5" fmla="*/ 0 h 1368"/>
                    <a:gd name="T6" fmla="*/ 1576 w 1576"/>
                    <a:gd name="T7" fmla="*/ 1368 h 1368"/>
                    <a:gd name="T8" fmla="*/ 40 w 1576"/>
                    <a:gd name="T9" fmla="*/ 1345 h 1368"/>
                    <a:gd name="T10" fmla="*/ 1536 w 1576"/>
                    <a:gd name="T11" fmla="*/ 1345 h 1368"/>
                    <a:gd name="T12" fmla="*/ 788 w 1576"/>
                    <a:gd name="T13" fmla="*/ 48 h 1368"/>
                    <a:gd name="T14" fmla="*/ 40 w 1576"/>
                    <a:gd name="T15" fmla="*/ 1345 h 1368"/>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576" h="1368">
                      <a:moveTo>
                        <a:pt x="1576" y="1368"/>
                      </a:moveTo>
                      <a:lnTo>
                        <a:pt x="0" y="1368"/>
                      </a:lnTo>
                      <a:lnTo>
                        <a:pt x="788" y="0"/>
                      </a:lnTo>
                      <a:lnTo>
                        <a:pt x="1576" y="1368"/>
                      </a:lnTo>
                      <a:close/>
                      <a:moveTo>
                        <a:pt x="40" y="1345"/>
                      </a:moveTo>
                      <a:lnTo>
                        <a:pt x="1536" y="1345"/>
                      </a:lnTo>
                      <a:lnTo>
                        <a:pt x="788" y="48"/>
                      </a:lnTo>
                      <a:lnTo>
                        <a:pt x="40" y="1345"/>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68580" tIns="34290" rIns="68580" bIns="34290" numCol="1" anchor="t" anchorCtr="0" compatLnSpc="1">
                  <a:prstTxWarp prst="textNoShape">
                    <a:avLst/>
                  </a:prstTxWarp>
                </a:bodyPr>
                <a:lstStyle/>
                <a:p>
                  <a:endParaRPr lang="id-ID" sz="1350"/>
                </a:p>
              </p:txBody>
            </p:sp>
            <p:sp>
              <p:nvSpPr>
                <p:cNvPr id="55" name="Freeform 328"/>
                <p:cNvSpPr>
                  <a:spLocks noEditPoints="1"/>
                </p:cNvSpPr>
                <p:nvPr/>
              </p:nvSpPr>
              <p:spPr bwMode="auto">
                <a:xfrm>
                  <a:off x="9570361" y="2571638"/>
                  <a:ext cx="2503488" cy="2171700"/>
                </a:xfrm>
                <a:custGeom>
                  <a:avLst/>
                  <a:gdLst>
                    <a:gd name="T0" fmla="*/ 788 w 1577"/>
                    <a:gd name="T1" fmla="*/ 1368 h 1368"/>
                    <a:gd name="T2" fmla="*/ 0 w 1577"/>
                    <a:gd name="T3" fmla="*/ 0 h 1368"/>
                    <a:gd name="T4" fmla="*/ 1577 w 1577"/>
                    <a:gd name="T5" fmla="*/ 0 h 1368"/>
                    <a:gd name="T6" fmla="*/ 788 w 1577"/>
                    <a:gd name="T7" fmla="*/ 1368 h 1368"/>
                    <a:gd name="T8" fmla="*/ 41 w 1577"/>
                    <a:gd name="T9" fmla="*/ 24 h 1368"/>
                    <a:gd name="T10" fmla="*/ 788 w 1577"/>
                    <a:gd name="T11" fmla="*/ 1321 h 1368"/>
                    <a:gd name="T12" fmla="*/ 1536 w 1577"/>
                    <a:gd name="T13" fmla="*/ 24 h 1368"/>
                    <a:gd name="T14" fmla="*/ 41 w 1577"/>
                    <a:gd name="T15" fmla="*/ 24 h 1368"/>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577" h="1368">
                      <a:moveTo>
                        <a:pt x="788" y="1368"/>
                      </a:moveTo>
                      <a:lnTo>
                        <a:pt x="0" y="0"/>
                      </a:lnTo>
                      <a:lnTo>
                        <a:pt x="1577" y="0"/>
                      </a:lnTo>
                      <a:lnTo>
                        <a:pt x="788" y="1368"/>
                      </a:lnTo>
                      <a:close/>
                      <a:moveTo>
                        <a:pt x="41" y="24"/>
                      </a:moveTo>
                      <a:lnTo>
                        <a:pt x="788" y="1321"/>
                      </a:lnTo>
                      <a:lnTo>
                        <a:pt x="1536" y="24"/>
                      </a:lnTo>
                      <a:lnTo>
                        <a:pt x="41" y="2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68580" tIns="34290" rIns="68580" bIns="34290" numCol="1" anchor="t" anchorCtr="0" compatLnSpc="1">
                  <a:prstTxWarp prst="textNoShape">
                    <a:avLst/>
                  </a:prstTxWarp>
                </a:bodyPr>
                <a:lstStyle/>
                <a:p>
                  <a:endParaRPr lang="id-ID" sz="1350"/>
                </a:p>
              </p:txBody>
            </p:sp>
            <p:sp>
              <p:nvSpPr>
                <p:cNvPr id="56" name="Freeform 329"/>
                <p:cNvSpPr>
                  <a:spLocks noEditPoints="1"/>
                </p:cNvSpPr>
                <p:nvPr/>
              </p:nvSpPr>
              <p:spPr bwMode="auto">
                <a:xfrm>
                  <a:off x="10787973" y="2552588"/>
                  <a:ext cx="2501900" cy="2171700"/>
                </a:xfrm>
                <a:custGeom>
                  <a:avLst/>
                  <a:gdLst>
                    <a:gd name="T0" fmla="*/ 1576 w 1576"/>
                    <a:gd name="T1" fmla="*/ 1368 h 1368"/>
                    <a:gd name="T2" fmla="*/ 0 w 1576"/>
                    <a:gd name="T3" fmla="*/ 1368 h 1368"/>
                    <a:gd name="T4" fmla="*/ 788 w 1576"/>
                    <a:gd name="T5" fmla="*/ 0 h 1368"/>
                    <a:gd name="T6" fmla="*/ 1576 w 1576"/>
                    <a:gd name="T7" fmla="*/ 1368 h 1368"/>
                    <a:gd name="T8" fmla="*/ 40 w 1576"/>
                    <a:gd name="T9" fmla="*/ 1345 h 1368"/>
                    <a:gd name="T10" fmla="*/ 1536 w 1576"/>
                    <a:gd name="T11" fmla="*/ 1345 h 1368"/>
                    <a:gd name="T12" fmla="*/ 788 w 1576"/>
                    <a:gd name="T13" fmla="*/ 48 h 1368"/>
                    <a:gd name="T14" fmla="*/ 40 w 1576"/>
                    <a:gd name="T15" fmla="*/ 1345 h 1368"/>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576" h="1368">
                      <a:moveTo>
                        <a:pt x="1576" y="1368"/>
                      </a:moveTo>
                      <a:lnTo>
                        <a:pt x="0" y="1368"/>
                      </a:lnTo>
                      <a:lnTo>
                        <a:pt x="788" y="0"/>
                      </a:lnTo>
                      <a:lnTo>
                        <a:pt x="1576" y="1368"/>
                      </a:lnTo>
                      <a:close/>
                      <a:moveTo>
                        <a:pt x="40" y="1345"/>
                      </a:moveTo>
                      <a:lnTo>
                        <a:pt x="1536" y="1345"/>
                      </a:lnTo>
                      <a:lnTo>
                        <a:pt x="788" y="48"/>
                      </a:lnTo>
                      <a:lnTo>
                        <a:pt x="40" y="1345"/>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68580" tIns="34290" rIns="68580" bIns="34290" numCol="1" anchor="t" anchorCtr="0" compatLnSpc="1">
                  <a:prstTxWarp prst="textNoShape">
                    <a:avLst/>
                  </a:prstTxWarp>
                </a:bodyPr>
                <a:lstStyle/>
                <a:p>
                  <a:endParaRPr lang="id-ID" sz="1350"/>
                </a:p>
              </p:txBody>
            </p:sp>
            <p:sp>
              <p:nvSpPr>
                <p:cNvPr id="57" name="Freeform 330"/>
                <p:cNvSpPr>
                  <a:spLocks noEditPoints="1"/>
                </p:cNvSpPr>
                <p:nvPr/>
              </p:nvSpPr>
              <p:spPr bwMode="auto">
                <a:xfrm>
                  <a:off x="12008761" y="2571638"/>
                  <a:ext cx="2503488" cy="2171700"/>
                </a:xfrm>
                <a:custGeom>
                  <a:avLst/>
                  <a:gdLst>
                    <a:gd name="T0" fmla="*/ 789 w 1577"/>
                    <a:gd name="T1" fmla="*/ 1368 h 1368"/>
                    <a:gd name="T2" fmla="*/ 0 w 1577"/>
                    <a:gd name="T3" fmla="*/ 0 h 1368"/>
                    <a:gd name="T4" fmla="*/ 1577 w 1577"/>
                    <a:gd name="T5" fmla="*/ 0 h 1368"/>
                    <a:gd name="T6" fmla="*/ 789 w 1577"/>
                    <a:gd name="T7" fmla="*/ 1368 h 1368"/>
                    <a:gd name="T8" fmla="*/ 41 w 1577"/>
                    <a:gd name="T9" fmla="*/ 24 h 1368"/>
                    <a:gd name="T10" fmla="*/ 789 w 1577"/>
                    <a:gd name="T11" fmla="*/ 1321 h 1368"/>
                    <a:gd name="T12" fmla="*/ 1536 w 1577"/>
                    <a:gd name="T13" fmla="*/ 24 h 1368"/>
                    <a:gd name="T14" fmla="*/ 41 w 1577"/>
                    <a:gd name="T15" fmla="*/ 24 h 1368"/>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577" h="1368">
                      <a:moveTo>
                        <a:pt x="789" y="1368"/>
                      </a:moveTo>
                      <a:lnTo>
                        <a:pt x="0" y="0"/>
                      </a:lnTo>
                      <a:lnTo>
                        <a:pt x="1577" y="0"/>
                      </a:lnTo>
                      <a:lnTo>
                        <a:pt x="789" y="1368"/>
                      </a:lnTo>
                      <a:close/>
                      <a:moveTo>
                        <a:pt x="41" y="24"/>
                      </a:moveTo>
                      <a:lnTo>
                        <a:pt x="789" y="1321"/>
                      </a:lnTo>
                      <a:lnTo>
                        <a:pt x="1536" y="24"/>
                      </a:lnTo>
                      <a:lnTo>
                        <a:pt x="41" y="2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68580" tIns="34290" rIns="68580" bIns="34290" numCol="1" anchor="t" anchorCtr="0" compatLnSpc="1">
                  <a:prstTxWarp prst="textNoShape">
                    <a:avLst/>
                  </a:prstTxWarp>
                </a:bodyPr>
                <a:lstStyle/>
                <a:p>
                  <a:endParaRPr lang="id-ID" sz="1350"/>
                </a:p>
              </p:txBody>
            </p:sp>
          </p:grpSp>
          <p:grpSp>
            <p:nvGrpSpPr>
              <p:cNvPr id="35" name="Group 58"/>
              <p:cNvGrpSpPr/>
              <p:nvPr userDrawn="1"/>
            </p:nvGrpSpPr>
            <p:grpSpPr>
              <a:xfrm>
                <a:off x="2607344" y="-468621"/>
                <a:ext cx="2608160" cy="1961609"/>
                <a:chOff x="1925461" y="-469483"/>
                <a:chExt cx="5437137" cy="4089296"/>
              </a:xfrm>
              <a:solidFill>
                <a:schemeClr val="accent2">
                  <a:lumMod val="60000"/>
                  <a:lumOff val="40000"/>
                  <a:alpha val="25000"/>
                </a:schemeClr>
              </a:solidFill>
            </p:grpSpPr>
            <p:sp>
              <p:nvSpPr>
                <p:cNvPr id="36" name="Freeform 61"/>
                <p:cNvSpPr>
                  <a:spLocks/>
                </p:cNvSpPr>
                <p:nvPr/>
              </p:nvSpPr>
              <p:spPr bwMode="auto">
                <a:xfrm>
                  <a:off x="1925461" y="2554358"/>
                  <a:ext cx="921032" cy="1065455"/>
                </a:xfrm>
                <a:custGeom>
                  <a:avLst/>
                  <a:gdLst>
                    <a:gd name="T0" fmla="*/ 0 w 338"/>
                    <a:gd name="T1" fmla="*/ 197 h 391"/>
                    <a:gd name="T2" fmla="*/ 338 w 338"/>
                    <a:gd name="T3" fmla="*/ 391 h 391"/>
                    <a:gd name="T4" fmla="*/ 338 w 338"/>
                    <a:gd name="T5" fmla="*/ 0 h 391"/>
                    <a:gd name="T6" fmla="*/ 0 w 338"/>
                    <a:gd name="T7" fmla="*/ 197 h 391"/>
                  </a:gdLst>
                  <a:ahLst/>
                  <a:cxnLst>
                    <a:cxn ang="0">
                      <a:pos x="T0" y="T1"/>
                    </a:cxn>
                    <a:cxn ang="0">
                      <a:pos x="T2" y="T3"/>
                    </a:cxn>
                    <a:cxn ang="0">
                      <a:pos x="T4" y="T5"/>
                    </a:cxn>
                    <a:cxn ang="0">
                      <a:pos x="T6" y="T7"/>
                    </a:cxn>
                  </a:cxnLst>
                  <a:rect l="0" t="0" r="r" b="b"/>
                  <a:pathLst>
                    <a:path w="338" h="391">
                      <a:moveTo>
                        <a:pt x="0" y="197"/>
                      </a:moveTo>
                      <a:lnTo>
                        <a:pt x="338" y="391"/>
                      </a:lnTo>
                      <a:lnTo>
                        <a:pt x="338" y="0"/>
                      </a:lnTo>
                      <a:lnTo>
                        <a:pt x="0" y="197"/>
                      </a:lnTo>
                      <a:close/>
                    </a:path>
                  </a:pathLst>
                </a:custGeom>
                <a:grpFill/>
                <a:ln w="15875" cap="flat">
                  <a:solidFill>
                    <a:schemeClr val="bg1">
                      <a:alpha val="10000"/>
                    </a:schemeClr>
                  </a:solidFill>
                  <a:prstDash val="solid"/>
                  <a:miter lim="800000"/>
                  <a:headEnd/>
                  <a:tailEnd/>
                </a:ln>
              </p:spPr>
              <p:txBody>
                <a:bodyPr vert="horz" wrap="square" lIns="68580" tIns="34290" rIns="68580" bIns="34290" numCol="1" anchor="t" anchorCtr="0" compatLnSpc="1">
                  <a:prstTxWarp prst="textNoShape">
                    <a:avLst/>
                  </a:prstTxWarp>
                </a:bodyPr>
                <a:lstStyle/>
                <a:p>
                  <a:endParaRPr lang="id-ID" sz="1350"/>
                </a:p>
              </p:txBody>
            </p:sp>
            <p:sp>
              <p:nvSpPr>
                <p:cNvPr id="37" name="Freeform 6"/>
                <p:cNvSpPr>
                  <a:spLocks/>
                </p:cNvSpPr>
                <p:nvPr/>
              </p:nvSpPr>
              <p:spPr bwMode="auto">
                <a:xfrm>
                  <a:off x="4588603" y="-469483"/>
                  <a:ext cx="929208" cy="1062729"/>
                </a:xfrm>
                <a:custGeom>
                  <a:avLst/>
                  <a:gdLst>
                    <a:gd name="T0" fmla="*/ 0 w 341"/>
                    <a:gd name="T1" fmla="*/ 196 h 390"/>
                    <a:gd name="T2" fmla="*/ 341 w 341"/>
                    <a:gd name="T3" fmla="*/ 390 h 390"/>
                    <a:gd name="T4" fmla="*/ 338 w 341"/>
                    <a:gd name="T5" fmla="*/ 0 h 390"/>
                    <a:gd name="T6" fmla="*/ 0 w 341"/>
                    <a:gd name="T7" fmla="*/ 196 h 390"/>
                  </a:gdLst>
                  <a:ahLst/>
                  <a:cxnLst>
                    <a:cxn ang="0">
                      <a:pos x="T0" y="T1"/>
                    </a:cxn>
                    <a:cxn ang="0">
                      <a:pos x="T2" y="T3"/>
                    </a:cxn>
                    <a:cxn ang="0">
                      <a:pos x="T4" y="T5"/>
                    </a:cxn>
                    <a:cxn ang="0">
                      <a:pos x="T6" y="T7"/>
                    </a:cxn>
                  </a:cxnLst>
                  <a:rect l="0" t="0" r="r" b="b"/>
                  <a:pathLst>
                    <a:path w="341" h="390">
                      <a:moveTo>
                        <a:pt x="0" y="196"/>
                      </a:moveTo>
                      <a:lnTo>
                        <a:pt x="341" y="390"/>
                      </a:lnTo>
                      <a:lnTo>
                        <a:pt x="338" y="0"/>
                      </a:lnTo>
                      <a:lnTo>
                        <a:pt x="0" y="196"/>
                      </a:lnTo>
                      <a:close/>
                    </a:path>
                  </a:pathLst>
                </a:custGeom>
                <a:grpFill/>
                <a:ln w="15875" cap="flat">
                  <a:solidFill>
                    <a:schemeClr val="bg1">
                      <a:alpha val="10000"/>
                    </a:schemeClr>
                  </a:solidFill>
                  <a:prstDash val="solid"/>
                  <a:miter lim="800000"/>
                  <a:headEnd/>
                  <a:tailEnd/>
                </a:ln>
              </p:spPr>
              <p:txBody>
                <a:bodyPr vert="horz" wrap="square" lIns="68580" tIns="34290" rIns="68580" bIns="34290" numCol="1" anchor="t" anchorCtr="0" compatLnSpc="1">
                  <a:prstTxWarp prst="textNoShape">
                    <a:avLst/>
                  </a:prstTxWarp>
                </a:bodyPr>
                <a:lstStyle/>
                <a:p>
                  <a:endParaRPr lang="id-ID" sz="1350"/>
                </a:p>
              </p:txBody>
            </p:sp>
            <p:sp>
              <p:nvSpPr>
                <p:cNvPr id="38" name="Freeform 42"/>
                <p:cNvSpPr>
                  <a:spLocks/>
                </p:cNvSpPr>
                <p:nvPr/>
              </p:nvSpPr>
              <p:spPr bwMode="auto">
                <a:xfrm>
                  <a:off x="5517809" y="64607"/>
                  <a:ext cx="921032" cy="1065455"/>
                </a:xfrm>
                <a:custGeom>
                  <a:avLst/>
                  <a:gdLst>
                    <a:gd name="T0" fmla="*/ 0 w 338"/>
                    <a:gd name="T1" fmla="*/ 194 h 391"/>
                    <a:gd name="T2" fmla="*/ 338 w 338"/>
                    <a:gd name="T3" fmla="*/ 391 h 391"/>
                    <a:gd name="T4" fmla="*/ 338 w 338"/>
                    <a:gd name="T5" fmla="*/ 0 h 391"/>
                    <a:gd name="T6" fmla="*/ 0 w 338"/>
                    <a:gd name="T7" fmla="*/ 194 h 391"/>
                  </a:gdLst>
                  <a:ahLst/>
                  <a:cxnLst>
                    <a:cxn ang="0">
                      <a:pos x="T0" y="T1"/>
                    </a:cxn>
                    <a:cxn ang="0">
                      <a:pos x="T2" y="T3"/>
                    </a:cxn>
                    <a:cxn ang="0">
                      <a:pos x="T4" y="T5"/>
                    </a:cxn>
                    <a:cxn ang="0">
                      <a:pos x="T6" y="T7"/>
                    </a:cxn>
                  </a:cxnLst>
                  <a:rect l="0" t="0" r="r" b="b"/>
                  <a:pathLst>
                    <a:path w="338" h="391">
                      <a:moveTo>
                        <a:pt x="0" y="194"/>
                      </a:moveTo>
                      <a:lnTo>
                        <a:pt x="338" y="391"/>
                      </a:lnTo>
                      <a:lnTo>
                        <a:pt x="338" y="0"/>
                      </a:lnTo>
                      <a:lnTo>
                        <a:pt x="0" y="194"/>
                      </a:lnTo>
                      <a:close/>
                    </a:path>
                  </a:pathLst>
                </a:custGeom>
                <a:grpFill/>
                <a:ln w="15875" cap="flat">
                  <a:solidFill>
                    <a:schemeClr val="bg1">
                      <a:alpha val="10000"/>
                    </a:schemeClr>
                  </a:solidFill>
                  <a:prstDash val="solid"/>
                  <a:miter lim="800000"/>
                  <a:headEnd/>
                  <a:tailEnd/>
                </a:ln>
              </p:spPr>
              <p:txBody>
                <a:bodyPr vert="horz" wrap="square" lIns="68580" tIns="34290" rIns="68580" bIns="34290" numCol="1" anchor="t" anchorCtr="0" compatLnSpc="1">
                  <a:prstTxWarp prst="textNoShape">
                    <a:avLst/>
                  </a:prstTxWarp>
                </a:bodyPr>
                <a:lstStyle/>
                <a:p>
                  <a:endParaRPr lang="id-ID" sz="1350"/>
                </a:p>
              </p:txBody>
            </p:sp>
            <p:sp>
              <p:nvSpPr>
                <p:cNvPr id="39" name="Freeform 43"/>
                <p:cNvSpPr>
                  <a:spLocks/>
                </p:cNvSpPr>
                <p:nvPr/>
              </p:nvSpPr>
              <p:spPr bwMode="auto">
                <a:xfrm>
                  <a:off x="6438840" y="-469483"/>
                  <a:ext cx="923758" cy="1062729"/>
                </a:xfrm>
                <a:custGeom>
                  <a:avLst/>
                  <a:gdLst>
                    <a:gd name="T0" fmla="*/ 0 w 339"/>
                    <a:gd name="T1" fmla="*/ 196 h 390"/>
                    <a:gd name="T2" fmla="*/ 339 w 339"/>
                    <a:gd name="T3" fmla="*/ 390 h 390"/>
                    <a:gd name="T4" fmla="*/ 339 w 339"/>
                    <a:gd name="T5" fmla="*/ 0 h 390"/>
                    <a:gd name="T6" fmla="*/ 0 w 339"/>
                    <a:gd name="T7" fmla="*/ 196 h 390"/>
                  </a:gdLst>
                  <a:ahLst/>
                  <a:cxnLst>
                    <a:cxn ang="0">
                      <a:pos x="T0" y="T1"/>
                    </a:cxn>
                    <a:cxn ang="0">
                      <a:pos x="T2" y="T3"/>
                    </a:cxn>
                    <a:cxn ang="0">
                      <a:pos x="T4" y="T5"/>
                    </a:cxn>
                    <a:cxn ang="0">
                      <a:pos x="T6" y="T7"/>
                    </a:cxn>
                  </a:cxnLst>
                  <a:rect l="0" t="0" r="r" b="b"/>
                  <a:pathLst>
                    <a:path w="339" h="390">
                      <a:moveTo>
                        <a:pt x="0" y="196"/>
                      </a:moveTo>
                      <a:lnTo>
                        <a:pt x="339" y="390"/>
                      </a:lnTo>
                      <a:lnTo>
                        <a:pt x="339" y="0"/>
                      </a:lnTo>
                      <a:lnTo>
                        <a:pt x="0" y="196"/>
                      </a:lnTo>
                      <a:close/>
                    </a:path>
                  </a:pathLst>
                </a:custGeom>
                <a:grpFill/>
                <a:ln w="15875" cap="flat">
                  <a:solidFill>
                    <a:schemeClr val="bg1">
                      <a:alpha val="10000"/>
                    </a:schemeClr>
                  </a:solidFill>
                  <a:prstDash val="solid"/>
                  <a:miter lim="800000"/>
                  <a:headEnd/>
                  <a:tailEnd/>
                </a:ln>
              </p:spPr>
              <p:txBody>
                <a:bodyPr vert="horz" wrap="square" lIns="68580" tIns="34290" rIns="68580" bIns="34290" numCol="1" anchor="t" anchorCtr="0" compatLnSpc="1">
                  <a:prstTxWarp prst="textNoShape">
                    <a:avLst/>
                  </a:prstTxWarp>
                </a:bodyPr>
                <a:lstStyle/>
                <a:p>
                  <a:endParaRPr lang="id-ID" sz="1350"/>
                </a:p>
              </p:txBody>
            </p:sp>
            <p:sp>
              <p:nvSpPr>
                <p:cNvPr id="40" name="Freeform 63"/>
                <p:cNvSpPr>
                  <a:spLocks/>
                </p:cNvSpPr>
                <p:nvPr/>
              </p:nvSpPr>
              <p:spPr bwMode="auto">
                <a:xfrm>
                  <a:off x="4594053" y="593246"/>
                  <a:ext cx="923758" cy="1070905"/>
                </a:xfrm>
                <a:custGeom>
                  <a:avLst/>
                  <a:gdLst>
                    <a:gd name="T0" fmla="*/ 0 w 339"/>
                    <a:gd name="T1" fmla="*/ 197 h 393"/>
                    <a:gd name="T2" fmla="*/ 339 w 339"/>
                    <a:gd name="T3" fmla="*/ 393 h 393"/>
                    <a:gd name="T4" fmla="*/ 339 w 339"/>
                    <a:gd name="T5" fmla="*/ 0 h 393"/>
                    <a:gd name="T6" fmla="*/ 0 w 339"/>
                    <a:gd name="T7" fmla="*/ 197 h 393"/>
                  </a:gdLst>
                  <a:ahLst/>
                  <a:cxnLst>
                    <a:cxn ang="0">
                      <a:pos x="T0" y="T1"/>
                    </a:cxn>
                    <a:cxn ang="0">
                      <a:pos x="T2" y="T3"/>
                    </a:cxn>
                    <a:cxn ang="0">
                      <a:pos x="T4" y="T5"/>
                    </a:cxn>
                    <a:cxn ang="0">
                      <a:pos x="T6" y="T7"/>
                    </a:cxn>
                  </a:cxnLst>
                  <a:rect l="0" t="0" r="r" b="b"/>
                  <a:pathLst>
                    <a:path w="339" h="393">
                      <a:moveTo>
                        <a:pt x="0" y="197"/>
                      </a:moveTo>
                      <a:lnTo>
                        <a:pt x="339" y="393"/>
                      </a:lnTo>
                      <a:lnTo>
                        <a:pt x="339" y="0"/>
                      </a:lnTo>
                      <a:lnTo>
                        <a:pt x="0" y="197"/>
                      </a:lnTo>
                      <a:close/>
                    </a:path>
                  </a:pathLst>
                </a:custGeom>
                <a:grpFill/>
                <a:ln w="15875" cap="flat">
                  <a:solidFill>
                    <a:schemeClr val="bg1">
                      <a:alpha val="10000"/>
                    </a:schemeClr>
                  </a:solidFill>
                  <a:prstDash val="solid"/>
                  <a:miter lim="800000"/>
                  <a:headEnd/>
                  <a:tailEnd/>
                </a:ln>
              </p:spPr>
              <p:txBody>
                <a:bodyPr vert="horz" wrap="square" lIns="68580" tIns="34290" rIns="68580" bIns="34290" numCol="1" anchor="t" anchorCtr="0" compatLnSpc="1">
                  <a:prstTxWarp prst="textNoShape">
                    <a:avLst/>
                  </a:prstTxWarp>
                </a:bodyPr>
                <a:lstStyle/>
                <a:p>
                  <a:endParaRPr lang="id-ID" sz="1350"/>
                </a:p>
              </p:txBody>
            </p:sp>
            <p:sp>
              <p:nvSpPr>
                <p:cNvPr id="41" name="Freeform 76"/>
                <p:cNvSpPr>
                  <a:spLocks/>
                </p:cNvSpPr>
                <p:nvPr/>
              </p:nvSpPr>
              <p:spPr bwMode="auto">
                <a:xfrm>
                  <a:off x="3646908" y="1658700"/>
                  <a:ext cx="923758" cy="1062729"/>
                </a:xfrm>
                <a:custGeom>
                  <a:avLst/>
                  <a:gdLst>
                    <a:gd name="T0" fmla="*/ 0 w 339"/>
                    <a:gd name="T1" fmla="*/ 390 h 390"/>
                    <a:gd name="T2" fmla="*/ 0 w 339"/>
                    <a:gd name="T3" fmla="*/ 0 h 390"/>
                    <a:gd name="T4" fmla="*/ 339 w 339"/>
                    <a:gd name="T5" fmla="*/ 196 h 390"/>
                    <a:gd name="T6" fmla="*/ 0 w 339"/>
                    <a:gd name="T7" fmla="*/ 390 h 390"/>
                  </a:gdLst>
                  <a:ahLst/>
                  <a:cxnLst>
                    <a:cxn ang="0">
                      <a:pos x="T0" y="T1"/>
                    </a:cxn>
                    <a:cxn ang="0">
                      <a:pos x="T2" y="T3"/>
                    </a:cxn>
                    <a:cxn ang="0">
                      <a:pos x="T4" y="T5"/>
                    </a:cxn>
                    <a:cxn ang="0">
                      <a:pos x="T6" y="T7"/>
                    </a:cxn>
                  </a:cxnLst>
                  <a:rect l="0" t="0" r="r" b="b"/>
                  <a:pathLst>
                    <a:path w="339" h="390">
                      <a:moveTo>
                        <a:pt x="0" y="390"/>
                      </a:moveTo>
                      <a:lnTo>
                        <a:pt x="0" y="0"/>
                      </a:lnTo>
                      <a:lnTo>
                        <a:pt x="339" y="196"/>
                      </a:lnTo>
                      <a:lnTo>
                        <a:pt x="0" y="390"/>
                      </a:lnTo>
                      <a:close/>
                    </a:path>
                  </a:pathLst>
                </a:custGeom>
                <a:grpFill/>
                <a:ln w="15875" cap="flat">
                  <a:solidFill>
                    <a:schemeClr val="bg1">
                      <a:alpha val="10000"/>
                    </a:schemeClr>
                  </a:solidFill>
                  <a:prstDash val="solid"/>
                  <a:miter lim="800000"/>
                  <a:headEnd/>
                  <a:tailEnd/>
                </a:ln>
              </p:spPr>
              <p:txBody>
                <a:bodyPr vert="horz" wrap="square" lIns="68580" tIns="34290" rIns="68580" bIns="34290" numCol="1" anchor="t" anchorCtr="0" compatLnSpc="1">
                  <a:prstTxWarp prst="textNoShape">
                    <a:avLst/>
                  </a:prstTxWarp>
                </a:bodyPr>
                <a:lstStyle/>
                <a:p>
                  <a:endParaRPr lang="id-ID" sz="1350"/>
                </a:p>
              </p:txBody>
            </p:sp>
            <p:sp>
              <p:nvSpPr>
                <p:cNvPr id="42" name="Freeform 77"/>
                <p:cNvSpPr>
                  <a:spLocks/>
                </p:cNvSpPr>
                <p:nvPr/>
              </p:nvSpPr>
              <p:spPr bwMode="auto">
                <a:xfrm>
                  <a:off x="5548104" y="1683977"/>
                  <a:ext cx="921032" cy="1065455"/>
                </a:xfrm>
                <a:custGeom>
                  <a:avLst/>
                  <a:gdLst>
                    <a:gd name="T0" fmla="*/ 0 w 338"/>
                    <a:gd name="T1" fmla="*/ 391 h 391"/>
                    <a:gd name="T2" fmla="*/ 0 w 338"/>
                    <a:gd name="T3" fmla="*/ 0 h 391"/>
                    <a:gd name="T4" fmla="*/ 338 w 338"/>
                    <a:gd name="T5" fmla="*/ 197 h 391"/>
                    <a:gd name="T6" fmla="*/ 0 w 338"/>
                    <a:gd name="T7" fmla="*/ 391 h 391"/>
                  </a:gdLst>
                  <a:ahLst/>
                  <a:cxnLst>
                    <a:cxn ang="0">
                      <a:pos x="T0" y="T1"/>
                    </a:cxn>
                    <a:cxn ang="0">
                      <a:pos x="T2" y="T3"/>
                    </a:cxn>
                    <a:cxn ang="0">
                      <a:pos x="T4" y="T5"/>
                    </a:cxn>
                    <a:cxn ang="0">
                      <a:pos x="T6" y="T7"/>
                    </a:cxn>
                  </a:cxnLst>
                  <a:rect l="0" t="0" r="r" b="b"/>
                  <a:pathLst>
                    <a:path w="338" h="391">
                      <a:moveTo>
                        <a:pt x="0" y="391"/>
                      </a:moveTo>
                      <a:lnTo>
                        <a:pt x="0" y="0"/>
                      </a:lnTo>
                      <a:lnTo>
                        <a:pt x="338" y="197"/>
                      </a:lnTo>
                      <a:lnTo>
                        <a:pt x="0" y="391"/>
                      </a:lnTo>
                      <a:close/>
                    </a:path>
                  </a:pathLst>
                </a:custGeom>
                <a:grpFill/>
                <a:ln w="15875" cap="flat">
                  <a:solidFill>
                    <a:schemeClr val="bg1">
                      <a:alpha val="10000"/>
                    </a:schemeClr>
                  </a:solidFill>
                  <a:prstDash val="solid"/>
                  <a:miter lim="800000"/>
                  <a:headEnd/>
                  <a:tailEnd/>
                </a:ln>
              </p:spPr>
              <p:txBody>
                <a:bodyPr vert="horz" wrap="square" lIns="68580" tIns="34290" rIns="68580" bIns="34290" numCol="1" anchor="t" anchorCtr="0" compatLnSpc="1">
                  <a:prstTxWarp prst="textNoShape">
                    <a:avLst/>
                  </a:prstTxWarp>
                </a:bodyPr>
                <a:lstStyle/>
                <a:p>
                  <a:endParaRPr lang="id-ID" sz="1350"/>
                </a:p>
              </p:txBody>
            </p:sp>
          </p:grpSp>
        </p:grpSp>
        <p:grpSp>
          <p:nvGrpSpPr>
            <p:cNvPr id="12" name="Group 42"/>
            <p:cNvGrpSpPr/>
            <p:nvPr/>
          </p:nvGrpSpPr>
          <p:grpSpPr>
            <a:xfrm>
              <a:off x="1100762" y="1771283"/>
              <a:ext cx="2608160" cy="1961609"/>
              <a:chOff x="1925461" y="-469483"/>
              <a:chExt cx="5437137" cy="4089296"/>
            </a:xfrm>
            <a:solidFill>
              <a:schemeClr val="accent2">
                <a:lumMod val="60000"/>
                <a:lumOff val="40000"/>
                <a:alpha val="45000"/>
              </a:schemeClr>
            </a:solidFill>
          </p:grpSpPr>
          <p:sp>
            <p:nvSpPr>
              <p:cNvPr id="27" name="Freeform 61"/>
              <p:cNvSpPr>
                <a:spLocks/>
              </p:cNvSpPr>
              <p:nvPr/>
            </p:nvSpPr>
            <p:spPr bwMode="auto">
              <a:xfrm>
                <a:off x="1925461" y="2554358"/>
                <a:ext cx="921032" cy="1065455"/>
              </a:xfrm>
              <a:custGeom>
                <a:avLst/>
                <a:gdLst>
                  <a:gd name="T0" fmla="*/ 0 w 338"/>
                  <a:gd name="T1" fmla="*/ 197 h 391"/>
                  <a:gd name="T2" fmla="*/ 338 w 338"/>
                  <a:gd name="T3" fmla="*/ 391 h 391"/>
                  <a:gd name="T4" fmla="*/ 338 w 338"/>
                  <a:gd name="T5" fmla="*/ 0 h 391"/>
                  <a:gd name="T6" fmla="*/ 0 w 338"/>
                  <a:gd name="T7" fmla="*/ 197 h 391"/>
                </a:gdLst>
                <a:ahLst/>
                <a:cxnLst>
                  <a:cxn ang="0">
                    <a:pos x="T0" y="T1"/>
                  </a:cxn>
                  <a:cxn ang="0">
                    <a:pos x="T2" y="T3"/>
                  </a:cxn>
                  <a:cxn ang="0">
                    <a:pos x="T4" y="T5"/>
                  </a:cxn>
                  <a:cxn ang="0">
                    <a:pos x="T6" y="T7"/>
                  </a:cxn>
                </a:cxnLst>
                <a:rect l="0" t="0" r="r" b="b"/>
                <a:pathLst>
                  <a:path w="338" h="391">
                    <a:moveTo>
                      <a:pt x="0" y="197"/>
                    </a:moveTo>
                    <a:lnTo>
                      <a:pt x="338" y="391"/>
                    </a:lnTo>
                    <a:lnTo>
                      <a:pt x="338" y="0"/>
                    </a:lnTo>
                    <a:lnTo>
                      <a:pt x="0" y="197"/>
                    </a:lnTo>
                    <a:close/>
                  </a:path>
                </a:pathLst>
              </a:custGeom>
              <a:grpFill/>
              <a:ln w="15875" cap="flat">
                <a:solidFill>
                  <a:schemeClr val="bg1">
                    <a:alpha val="10000"/>
                  </a:schemeClr>
                </a:solidFill>
                <a:prstDash val="solid"/>
                <a:miter lim="800000"/>
                <a:headEnd/>
                <a:tailEnd/>
              </a:ln>
            </p:spPr>
            <p:txBody>
              <a:bodyPr vert="horz" wrap="square" lIns="68580" tIns="34290" rIns="68580" bIns="34290" numCol="1" anchor="t" anchorCtr="0" compatLnSpc="1">
                <a:prstTxWarp prst="textNoShape">
                  <a:avLst/>
                </a:prstTxWarp>
              </a:bodyPr>
              <a:lstStyle/>
              <a:p>
                <a:endParaRPr lang="id-ID" sz="1350"/>
              </a:p>
            </p:txBody>
          </p:sp>
          <p:sp>
            <p:nvSpPr>
              <p:cNvPr id="28" name="Freeform 6"/>
              <p:cNvSpPr>
                <a:spLocks/>
              </p:cNvSpPr>
              <p:nvPr/>
            </p:nvSpPr>
            <p:spPr bwMode="auto">
              <a:xfrm>
                <a:off x="4588603" y="-469483"/>
                <a:ext cx="929208" cy="1062729"/>
              </a:xfrm>
              <a:custGeom>
                <a:avLst/>
                <a:gdLst>
                  <a:gd name="T0" fmla="*/ 0 w 341"/>
                  <a:gd name="T1" fmla="*/ 196 h 390"/>
                  <a:gd name="T2" fmla="*/ 341 w 341"/>
                  <a:gd name="T3" fmla="*/ 390 h 390"/>
                  <a:gd name="T4" fmla="*/ 338 w 341"/>
                  <a:gd name="T5" fmla="*/ 0 h 390"/>
                  <a:gd name="T6" fmla="*/ 0 w 341"/>
                  <a:gd name="T7" fmla="*/ 196 h 390"/>
                </a:gdLst>
                <a:ahLst/>
                <a:cxnLst>
                  <a:cxn ang="0">
                    <a:pos x="T0" y="T1"/>
                  </a:cxn>
                  <a:cxn ang="0">
                    <a:pos x="T2" y="T3"/>
                  </a:cxn>
                  <a:cxn ang="0">
                    <a:pos x="T4" y="T5"/>
                  </a:cxn>
                  <a:cxn ang="0">
                    <a:pos x="T6" y="T7"/>
                  </a:cxn>
                </a:cxnLst>
                <a:rect l="0" t="0" r="r" b="b"/>
                <a:pathLst>
                  <a:path w="341" h="390">
                    <a:moveTo>
                      <a:pt x="0" y="196"/>
                    </a:moveTo>
                    <a:lnTo>
                      <a:pt x="341" y="390"/>
                    </a:lnTo>
                    <a:lnTo>
                      <a:pt x="338" y="0"/>
                    </a:lnTo>
                    <a:lnTo>
                      <a:pt x="0" y="196"/>
                    </a:lnTo>
                    <a:close/>
                  </a:path>
                </a:pathLst>
              </a:custGeom>
              <a:grpFill/>
              <a:ln w="15875" cap="flat">
                <a:solidFill>
                  <a:schemeClr val="bg1">
                    <a:alpha val="10000"/>
                  </a:schemeClr>
                </a:solidFill>
                <a:prstDash val="solid"/>
                <a:miter lim="800000"/>
                <a:headEnd/>
                <a:tailEnd/>
              </a:ln>
            </p:spPr>
            <p:txBody>
              <a:bodyPr vert="horz" wrap="square" lIns="68580" tIns="34290" rIns="68580" bIns="34290" numCol="1" anchor="t" anchorCtr="0" compatLnSpc="1">
                <a:prstTxWarp prst="textNoShape">
                  <a:avLst/>
                </a:prstTxWarp>
              </a:bodyPr>
              <a:lstStyle/>
              <a:p>
                <a:endParaRPr lang="id-ID" sz="1350"/>
              </a:p>
            </p:txBody>
          </p:sp>
          <p:sp>
            <p:nvSpPr>
              <p:cNvPr id="29" name="Freeform 42"/>
              <p:cNvSpPr>
                <a:spLocks/>
              </p:cNvSpPr>
              <p:nvPr/>
            </p:nvSpPr>
            <p:spPr bwMode="auto">
              <a:xfrm>
                <a:off x="5517809" y="64607"/>
                <a:ext cx="921032" cy="1065455"/>
              </a:xfrm>
              <a:custGeom>
                <a:avLst/>
                <a:gdLst>
                  <a:gd name="T0" fmla="*/ 0 w 338"/>
                  <a:gd name="T1" fmla="*/ 194 h 391"/>
                  <a:gd name="T2" fmla="*/ 338 w 338"/>
                  <a:gd name="T3" fmla="*/ 391 h 391"/>
                  <a:gd name="T4" fmla="*/ 338 w 338"/>
                  <a:gd name="T5" fmla="*/ 0 h 391"/>
                  <a:gd name="T6" fmla="*/ 0 w 338"/>
                  <a:gd name="T7" fmla="*/ 194 h 391"/>
                </a:gdLst>
                <a:ahLst/>
                <a:cxnLst>
                  <a:cxn ang="0">
                    <a:pos x="T0" y="T1"/>
                  </a:cxn>
                  <a:cxn ang="0">
                    <a:pos x="T2" y="T3"/>
                  </a:cxn>
                  <a:cxn ang="0">
                    <a:pos x="T4" y="T5"/>
                  </a:cxn>
                  <a:cxn ang="0">
                    <a:pos x="T6" y="T7"/>
                  </a:cxn>
                </a:cxnLst>
                <a:rect l="0" t="0" r="r" b="b"/>
                <a:pathLst>
                  <a:path w="338" h="391">
                    <a:moveTo>
                      <a:pt x="0" y="194"/>
                    </a:moveTo>
                    <a:lnTo>
                      <a:pt x="338" y="391"/>
                    </a:lnTo>
                    <a:lnTo>
                      <a:pt x="338" y="0"/>
                    </a:lnTo>
                    <a:lnTo>
                      <a:pt x="0" y="194"/>
                    </a:lnTo>
                    <a:close/>
                  </a:path>
                </a:pathLst>
              </a:custGeom>
              <a:grpFill/>
              <a:ln w="15875" cap="flat">
                <a:solidFill>
                  <a:schemeClr val="bg1">
                    <a:alpha val="10000"/>
                  </a:schemeClr>
                </a:solidFill>
                <a:prstDash val="solid"/>
                <a:miter lim="800000"/>
                <a:headEnd/>
                <a:tailEnd/>
              </a:ln>
            </p:spPr>
            <p:txBody>
              <a:bodyPr vert="horz" wrap="square" lIns="68580" tIns="34290" rIns="68580" bIns="34290" numCol="1" anchor="t" anchorCtr="0" compatLnSpc="1">
                <a:prstTxWarp prst="textNoShape">
                  <a:avLst/>
                </a:prstTxWarp>
              </a:bodyPr>
              <a:lstStyle/>
              <a:p>
                <a:endParaRPr lang="id-ID" sz="1350"/>
              </a:p>
            </p:txBody>
          </p:sp>
          <p:sp>
            <p:nvSpPr>
              <p:cNvPr id="30" name="Freeform 43"/>
              <p:cNvSpPr>
                <a:spLocks/>
              </p:cNvSpPr>
              <p:nvPr/>
            </p:nvSpPr>
            <p:spPr bwMode="auto">
              <a:xfrm>
                <a:off x="6438840" y="-469483"/>
                <a:ext cx="923758" cy="1062729"/>
              </a:xfrm>
              <a:custGeom>
                <a:avLst/>
                <a:gdLst>
                  <a:gd name="T0" fmla="*/ 0 w 339"/>
                  <a:gd name="T1" fmla="*/ 196 h 390"/>
                  <a:gd name="T2" fmla="*/ 339 w 339"/>
                  <a:gd name="T3" fmla="*/ 390 h 390"/>
                  <a:gd name="T4" fmla="*/ 339 w 339"/>
                  <a:gd name="T5" fmla="*/ 0 h 390"/>
                  <a:gd name="T6" fmla="*/ 0 w 339"/>
                  <a:gd name="T7" fmla="*/ 196 h 390"/>
                </a:gdLst>
                <a:ahLst/>
                <a:cxnLst>
                  <a:cxn ang="0">
                    <a:pos x="T0" y="T1"/>
                  </a:cxn>
                  <a:cxn ang="0">
                    <a:pos x="T2" y="T3"/>
                  </a:cxn>
                  <a:cxn ang="0">
                    <a:pos x="T4" y="T5"/>
                  </a:cxn>
                  <a:cxn ang="0">
                    <a:pos x="T6" y="T7"/>
                  </a:cxn>
                </a:cxnLst>
                <a:rect l="0" t="0" r="r" b="b"/>
                <a:pathLst>
                  <a:path w="339" h="390">
                    <a:moveTo>
                      <a:pt x="0" y="196"/>
                    </a:moveTo>
                    <a:lnTo>
                      <a:pt x="339" y="390"/>
                    </a:lnTo>
                    <a:lnTo>
                      <a:pt x="339" y="0"/>
                    </a:lnTo>
                    <a:lnTo>
                      <a:pt x="0" y="196"/>
                    </a:lnTo>
                    <a:close/>
                  </a:path>
                </a:pathLst>
              </a:custGeom>
              <a:grpFill/>
              <a:ln w="15875" cap="flat">
                <a:solidFill>
                  <a:schemeClr val="bg1">
                    <a:alpha val="10000"/>
                  </a:schemeClr>
                </a:solidFill>
                <a:prstDash val="solid"/>
                <a:miter lim="800000"/>
                <a:headEnd/>
                <a:tailEnd/>
              </a:ln>
            </p:spPr>
            <p:txBody>
              <a:bodyPr vert="horz" wrap="square" lIns="68580" tIns="34290" rIns="68580" bIns="34290" numCol="1" anchor="t" anchorCtr="0" compatLnSpc="1">
                <a:prstTxWarp prst="textNoShape">
                  <a:avLst/>
                </a:prstTxWarp>
              </a:bodyPr>
              <a:lstStyle/>
              <a:p>
                <a:endParaRPr lang="id-ID" sz="1350"/>
              </a:p>
            </p:txBody>
          </p:sp>
          <p:sp>
            <p:nvSpPr>
              <p:cNvPr id="31" name="Freeform 47"/>
              <p:cNvSpPr>
                <a:spLocks/>
              </p:cNvSpPr>
              <p:nvPr/>
            </p:nvSpPr>
            <p:spPr bwMode="auto">
              <a:xfrm>
                <a:off x="4594053" y="593246"/>
                <a:ext cx="923758" cy="1070905"/>
              </a:xfrm>
              <a:custGeom>
                <a:avLst/>
                <a:gdLst>
                  <a:gd name="T0" fmla="*/ 0 w 339"/>
                  <a:gd name="T1" fmla="*/ 197 h 393"/>
                  <a:gd name="T2" fmla="*/ 339 w 339"/>
                  <a:gd name="T3" fmla="*/ 393 h 393"/>
                  <a:gd name="T4" fmla="*/ 339 w 339"/>
                  <a:gd name="T5" fmla="*/ 0 h 393"/>
                  <a:gd name="T6" fmla="*/ 0 w 339"/>
                  <a:gd name="T7" fmla="*/ 197 h 393"/>
                </a:gdLst>
                <a:ahLst/>
                <a:cxnLst>
                  <a:cxn ang="0">
                    <a:pos x="T0" y="T1"/>
                  </a:cxn>
                  <a:cxn ang="0">
                    <a:pos x="T2" y="T3"/>
                  </a:cxn>
                  <a:cxn ang="0">
                    <a:pos x="T4" y="T5"/>
                  </a:cxn>
                  <a:cxn ang="0">
                    <a:pos x="T6" y="T7"/>
                  </a:cxn>
                </a:cxnLst>
                <a:rect l="0" t="0" r="r" b="b"/>
                <a:pathLst>
                  <a:path w="339" h="393">
                    <a:moveTo>
                      <a:pt x="0" y="197"/>
                    </a:moveTo>
                    <a:lnTo>
                      <a:pt x="339" y="393"/>
                    </a:lnTo>
                    <a:lnTo>
                      <a:pt x="339" y="0"/>
                    </a:lnTo>
                    <a:lnTo>
                      <a:pt x="0" y="197"/>
                    </a:lnTo>
                    <a:close/>
                  </a:path>
                </a:pathLst>
              </a:custGeom>
              <a:grpFill/>
              <a:ln w="15875" cap="flat">
                <a:solidFill>
                  <a:schemeClr val="bg1">
                    <a:alpha val="10000"/>
                  </a:schemeClr>
                </a:solidFill>
                <a:prstDash val="solid"/>
                <a:miter lim="800000"/>
                <a:headEnd/>
                <a:tailEnd/>
              </a:ln>
            </p:spPr>
            <p:txBody>
              <a:bodyPr vert="horz" wrap="square" lIns="68580" tIns="34290" rIns="68580" bIns="34290" numCol="1" anchor="t" anchorCtr="0" compatLnSpc="1">
                <a:prstTxWarp prst="textNoShape">
                  <a:avLst/>
                </a:prstTxWarp>
              </a:bodyPr>
              <a:lstStyle/>
              <a:p>
                <a:endParaRPr lang="id-ID" sz="1350"/>
              </a:p>
            </p:txBody>
          </p:sp>
          <p:sp>
            <p:nvSpPr>
              <p:cNvPr id="32" name="Freeform 76"/>
              <p:cNvSpPr>
                <a:spLocks/>
              </p:cNvSpPr>
              <p:nvPr/>
            </p:nvSpPr>
            <p:spPr bwMode="auto">
              <a:xfrm>
                <a:off x="3646908" y="1658700"/>
                <a:ext cx="923758" cy="1062729"/>
              </a:xfrm>
              <a:custGeom>
                <a:avLst/>
                <a:gdLst>
                  <a:gd name="T0" fmla="*/ 0 w 339"/>
                  <a:gd name="T1" fmla="*/ 390 h 390"/>
                  <a:gd name="T2" fmla="*/ 0 w 339"/>
                  <a:gd name="T3" fmla="*/ 0 h 390"/>
                  <a:gd name="T4" fmla="*/ 339 w 339"/>
                  <a:gd name="T5" fmla="*/ 196 h 390"/>
                  <a:gd name="T6" fmla="*/ 0 w 339"/>
                  <a:gd name="T7" fmla="*/ 390 h 390"/>
                </a:gdLst>
                <a:ahLst/>
                <a:cxnLst>
                  <a:cxn ang="0">
                    <a:pos x="T0" y="T1"/>
                  </a:cxn>
                  <a:cxn ang="0">
                    <a:pos x="T2" y="T3"/>
                  </a:cxn>
                  <a:cxn ang="0">
                    <a:pos x="T4" y="T5"/>
                  </a:cxn>
                  <a:cxn ang="0">
                    <a:pos x="T6" y="T7"/>
                  </a:cxn>
                </a:cxnLst>
                <a:rect l="0" t="0" r="r" b="b"/>
                <a:pathLst>
                  <a:path w="339" h="390">
                    <a:moveTo>
                      <a:pt x="0" y="390"/>
                    </a:moveTo>
                    <a:lnTo>
                      <a:pt x="0" y="0"/>
                    </a:lnTo>
                    <a:lnTo>
                      <a:pt x="339" y="196"/>
                    </a:lnTo>
                    <a:lnTo>
                      <a:pt x="0" y="390"/>
                    </a:lnTo>
                    <a:close/>
                  </a:path>
                </a:pathLst>
              </a:custGeom>
              <a:grpFill/>
              <a:ln w="15875" cap="flat">
                <a:solidFill>
                  <a:schemeClr val="bg1">
                    <a:alpha val="10000"/>
                  </a:schemeClr>
                </a:solidFill>
                <a:prstDash val="solid"/>
                <a:miter lim="800000"/>
                <a:headEnd/>
                <a:tailEnd/>
              </a:ln>
            </p:spPr>
            <p:txBody>
              <a:bodyPr vert="horz" wrap="square" lIns="68580" tIns="34290" rIns="68580" bIns="34290" numCol="1" anchor="t" anchorCtr="0" compatLnSpc="1">
                <a:prstTxWarp prst="textNoShape">
                  <a:avLst/>
                </a:prstTxWarp>
              </a:bodyPr>
              <a:lstStyle/>
              <a:p>
                <a:endParaRPr lang="id-ID" sz="1350"/>
              </a:p>
            </p:txBody>
          </p:sp>
          <p:sp>
            <p:nvSpPr>
              <p:cNvPr id="33" name="Freeform 77"/>
              <p:cNvSpPr>
                <a:spLocks/>
              </p:cNvSpPr>
              <p:nvPr/>
            </p:nvSpPr>
            <p:spPr bwMode="auto">
              <a:xfrm>
                <a:off x="5548104" y="1683977"/>
                <a:ext cx="921032" cy="1065455"/>
              </a:xfrm>
              <a:custGeom>
                <a:avLst/>
                <a:gdLst>
                  <a:gd name="T0" fmla="*/ 0 w 338"/>
                  <a:gd name="T1" fmla="*/ 391 h 391"/>
                  <a:gd name="T2" fmla="*/ 0 w 338"/>
                  <a:gd name="T3" fmla="*/ 0 h 391"/>
                  <a:gd name="T4" fmla="*/ 338 w 338"/>
                  <a:gd name="T5" fmla="*/ 197 h 391"/>
                  <a:gd name="T6" fmla="*/ 0 w 338"/>
                  <a:gd name="T7" fmla="*/ 391 h 391"/>
                </a:gdLst>
                <a:ahLst/>
                <a:cxnLst>
                  <a:cxn ang="0">
                    <a:pos x="T0" y="T1"/>
                  </a:cxn>
                  <a:cxn ang="0">
                    <a:pos x="T2" y="T3"/>
                  </a:cxn>
                  <a:cxn ang="0">
                    <a:pos x="T4" y="T5"/>
                  </a:cxn>
                  <a:cxn ang="0">
                    <a:pos x="T6" y="T7"/>
                  </a:cxn>
                </a:cxnLst>
                <a:rect l="0" t="0" r="r" b="b"/>
                <a:pathLst>
                  <a:path w="338" h="391">
                    <a:moveTo>
                      <a:pt x="0" y="391"/>
                    </a:moveTo>
                    <a:lnTo>
                      <a:pt x="0" y="0"/>
                    </a:lnTo>
                    <a:lnTo>
                      <a:pt x="338" y="197"/>
                    </a:lnTo>
                    <a:lnTo>
                      <a:pt x="0" y="391"/>
                    </a:lnTo>
                    <a:close/>
                  </a:path>
                </a:pathLst>
              </a:custGeom>
              <a:grpFill/>
              <a:ln w="15875" cap="flat">
                <a:solidFill>
                  <a:schemeClr val="bg1">
                    <a:alpha val="10000"/>
                  </a:schemeClr>
                </a:solidFill>
                <a:prstDash val="solid"/>
                <a:miter lim="800000"/>
                <a:headEnd/>
                <a:tailEnd/>
              </a:ln>
            </p:spPr>
            <p:txBody>
              <a:bodyPr vert="horz" wrap="square" lIns="68580" tIns="34290" rIns="68580" bIns="34290" numCol="1" anchor="t" anchorCtr="0" compatLnSpc="1">
                <a:prstTxWarp prst="textNoShape">
                  <a:avLst/>
                </a:prstTxWarp>
              </a:bodyPr>
              <a:lstStyle/>
              <a:p>
                <a:endParaRPr lang="id-ID" sz="1350"/>
              </a:p>
            </p:txBody>
          </p:sp>
        </p:grpSp>
        <p:grpSp>
          <p:nvGrpSpPr>
            <p:cNvPr id="16" name="Group 50"/>
            <p:cNvGrpSpPr/>
            <p:nvPr/>
          </p:nvGrpSpPr>
          <p:grpSpPr>
            <a:xfrm>
              <a:off x="2868777" y="1045370"/>
              <a:ext cx="2608160" cy="1961609"/>
              <a:chOff x="1925461" y="-469483"/>
              <a:chExt cx="5437137" cy="4089296"/>
            </a:xfrm>
            <a:solidFill>
              <a:schemeClr val="accent2">
                <a:alpha val="25000"/>
              </a:schemeClr>
            </a:solidFill>
          </p:grpSpPr>
          <p:sp>
            <p:nvSpPr>
              <p:cNvPr id="20" name="Freeform 61"/>
              <p:cNvSpPr>
                <a:spLocks/>
              </p:cNvSpPr>
              <p:nvPr/>
            </p:nvSpPr>
            <p:spPr bwMode="auto">
              <a:xfrm>
                <a:off x="1925461" y="2554358"/>
                <a:ext cx="921032" cy="1065455"/>
              </a:xfrm>
              <a:custGeom>
                <a:avLst/>
                <a:gdLst>
                  <a:gd name="T0" fmla="*/ 0 w 338"/>
                  <a:gd name="T1" fmla="*/ 197 h 391"/>
                  <a:gd name="T2" fmla="*/ 338 w 338"/>
                  <a:gd name="T3" fmla="*/ 391 h 391"/>
                  <a:gd name="T4" fmla="*/ 338 w 338"/>
                  <a:gd name="T5" fmla="*/ 0 h 391"/>
                  <a:gd name="T6" fmla="*/ 0 w 338"/>
                  <a:gd name="T7" fmla="*/ 197 h 391"/>
                </a:gdLst>
                <a:ahLst/>
                <a:cxnLst>
                  <a:cxn ang="0">
                    <a:pos x="T0" y="T1"/>
                  </a:cxn>
                  <a:cxn ang="0">
                    <a:pos x="T2" y="T3"/>
                  </a:cxn>
                  <a:cxn ang="0">
                    <a:pos x="T4" y="T5"/>
                  </a:cxn>
                  <a:cxn ang="0">
                    <a:pos x="T6" y="T7"/>
                  </a:cxn>
                </a:cxnLst>
                <a:rect l="0" t="0" r="r" b="b"/>
                <a:pathLst>
                  <a:path w="338" h="391">
                    <a:moveTo>
                      <a:pt x="0" y="197"/>
                    </a:moveTo>
                    <a:lnTo>
                      <a:pt x="338" y="391"/>
                    </a:lnTo>
                    <a:lnTo>
                      <a:pt x="338" y="0"/>
                    </a:lnTo>
                    <a:lnTo>
                      <a:pt x="0" y="197"/>
                    </a:lnTo>
                    <a:close/>
                  </a:path>
                </a:pathLst>
              </a:custGeom>
              <a:grpFill/>
              <a:ln w="15875" cap="flat">
                <a:solidFill>
                  <a:schemeClr val="bg1">
                    <a:alpha val="10000"/>
                  </a:schemeClr>
                </a:solidFill>
                <a:prstDash val="solid"/>
                <a:miter lim="800000"/>
                <a:headEnd/>
                <a:tailEnd/>
              </a:ln>
            </p:spPr>
            <p:txBody>
              <a:bodyPr vert="horz" wrap="square" lIns="68580" tIns="34290" rIns="68580" bIns="34290" numCol="1" anchor="t" anchorCtr="0" compatLnSpc="1">
                <a:prstTxWarp prst="textNoShape">
                  <a:avLst/>
                </a:prstTxWarp>
              </a:bodyPr>
              <a:lstStyle/>
              <a:p>
                <a:endParaRPr lang="id-ID" sz="1350"/>
              </a:p>
            </p:txBody>
          </p:sp>
          <p:sp>
            <p:nvSpPr>
              <p:cNvPr id="21" name="Freeform 6"/>
              <p:cNvSpPr>
                <a:spLocks/>
              </p:cNvSpPr>
              <p:nvPr/>
            </p:nvSpPr>
            <p:spPr bwMode="auto">
              <a:xfrm>
                <a:off x="4588603" y="-469483"/>
                <a:ext cx="929208" cy="1062729"/>
              </a:xfrm>
              <a:custGeom>
                <a:avLst/>
                <a:gdLst>
                  <a:gd name="T0" fmla="*/ 0 w 341"/>
                  <a:gd name="T1" fmla="*/ 196 h 390"/>
                  <a:gd name="T2" fmla="*/ 341 w 341"/>
                  <a:gd name="T3" fmla="*/ 390 h 390"/>
                  <a:gd name="T4" fmla="*/ 338 w 341"/>
                  <a:gd name="T5" fmla="*/ 0 h 390"/>
                  <a:gd name="T6" fmla="*/ 0 w 341"/>
                  <a:gd name="T7" fmla="*/ 196 h 390"/>
                </a:gdLst>
                <a:ahLst/>
                <a:cxnLst>
                  <a:cxn ang="0">
                    <a:pos x="T0" y="T1"/>
                  </a:cxn>
                  <a:cxn ang="0">
                    <a:pos x="T2" y="T3"/>
                  </a:cxn>
                  <a:cxn ang="0">
                    <a:pos x="T4" y="T5"/>
                  </a:cxn>
                  <a:cxn ang="0">
                    <a:pos x="T6" y="T7"/>
                  </a:cxn>
                </a:cxnLst>
                <a:rect l="0" t="0" r="r" b="b"/>
                <a:pathLst>
                  <a:path w="341" h="390">
                    <a:moveTo>
                      <a:pt x="0" y="196"/>
                    </a:moveTo>
                    <a:lnTo>
                      <a:pt x="341" y="390"/>
                    </a:lnTo>
                    <a:lnTo>
                      <a:pt x="338" y="0"/>
                    </a:lnTo>
                    <a:lnTo>
                      <a:pt x="0" y="196"/>
                    </a:lnTo>
                    <a:close/>
                  </a:path>
                </a:pathLst>
              </a:custGeom>
              <a:grpFill/>
              <a:ln w="15875" cap="flat">
                <a:solidFill>
                  <a:schemeClr val="bg1">
                    <a:alpha val="10000"/>
                  </a:schemeClr>
                </a:solidFill>
                <a:prstDash val="solid"/>
                <a:miter lim="800000"/>
                <a:headEnd/>
                <a:tailEnd/>
              </a:ln>
            </p:spPr>
            <p:txBody>
              <a:bodyPr vert="horz" wrap="square" lIns="68580" tIns="34290" rIns="68580" bIns="34290" numCol="1" anchor="t" anchorCtr="0" compatLnSpc="1">
                <a:prstTxWarp prst="textNoShape">
                  <a:avLst/>
                </a:prstTxWarp>
              </a:bodyPr>
              <a:lstStyle/>
              <a:p>
                <a:endParaRPr lang="id-ID" sz="1350"/>
              </a:p>
            </p:txBody>
          </p:sp>
          <p:sp>
            <p:nvSpPr>
              <p:cNvPr id="22" name="Freeform 42"/>
              <p:cNvSpPr>
                <a:spLocks/>
              </p:cNvSpPr>
              <p:nvPr/>
            </p:nvSpPr>
            <p:spPr bwMode="auto">
              <a:xfrm>
                <a:off x="5517809" y="64607"/>
                <a:ext cx="921032" cy="1065455"/>
              </a:xfrm>
              <a:custGeom>
                <a:avLst/>
                <a:gdLst>
                  <a:gd name="T0" fmla="*/ 0 w 338"/>
                  <a:gd name="T1" fmla="*/ 194 h 391"/>
                  <a:gd name="T2" fmla="*/ 338 w 338"/>
                  <a:gd name="T3" fmla="*/ 391 h 391"/>
                  <a:gd name="T4" fmla="*/ 338 w 338"/>
                  <a:gd name="T5" fmla="*/ 0 h 391"/>
                  <a:gd name="T6" fmla="*/ 0 w 338"/>
                  <a:gd name="T7" fmla="*/ 194 h 391"/>
                </a:gdLst>
                <a:ahLst/>
                <a:cxnLst>
                  <a:cxn ang="0">
                    <a:pos x="T0" y="T1"/>
                  </a:cxn>
                  <a:cxn ang="0">
                    <a:pos x="T2" y="T3"/>
                  </a:cxn>
                  <a:cxn ang="0">
                    <a:pos x="T4" y="T5"/>
                  </a:cxn>
                  <a:cxn ang="0">
                    <a:pos x="T6" y="T7"/>
                  </a:cxn>
                </a:cxnLst>
                <a:rect l="0" t="0" r="r" b="b"/>
                <a:pathLst>
                  <a:path w="338" h="391">
                    <a:moveTo>
                      <a:pt x="0" y="194"/>
                    </a:moveTo>
                    <a:lnTo>
                      <a:pt x="338" y="391"/>
                    </a:lnTo>
                    <a:lnTo>
                      <a:pt x="338" y="0"/>
                    </a:lnTo>
                    <a:lnTo>
                      <a:pt x="0" y="194"/>
                    </a:lnTo>
                    <a:close/>
                  </a:path>
                </a:pathLst>
              </a:custGeom>
              <a:grpFill/>
              <a:ln w="15875" cap="flat">
                <a:solidFill>
                  <a:schemeClr val="bg1">
                    <a:alpha val="10000"/>
                  </a:schemeClr>
                </a:solidFill>
                <a:prstDash val="solid"/>
                <a:miter lim="800000"/>
                <a:headEnd/>
                <a:tailEnd/>
              </a:ln>
            </p:spPr>
            <p:txBody>
              <a:bodyPr vert="horz" wrap="square" lIns="68580" tIns="34290" rIns="68580" bIns="34290" numCol="1" anchor="t" anchorCtr="0" compatLnSpc="1">
                <a:prstTxWarp prst="textNoShape">
                  <a:avLst/>
                </a:prstTxWarp>
              </a:bodyPr>
              <a:lstStyle/>
              <a:p>
                <a:endParaRPr lang="id-ID" sz="1350"/>
              </a:p>
            </p:txBody>
          </p:sp>
          <p:sp>
            <p:nvSpPr>
              <p:cNvPr id="23" name="Freeform 43"/>
              <p:cNvSpPr>
                <a:spLocks/>
              </p:cNvSpPr>
              <p:nvPr/>
            </p:nvSpPr>
            <p:spPr bwMode="auto">
              <a:xfrm>
                <a:off x="6438840" y="-469483"/>
                <a:ext cx="923758" cy="1062729"/>
              </a:xfrm>
              <a:custGeom>
                <a:avLst/>
                <a:gdLst>
                  <a:gd name="T0" fmla="*/ 0 w 339"/>
                  <a:gd name="T1" fmla="*/ 196 h 390"/>
                  <a:gd name="T2" fmla="*/ 339 w 339"/>
                  <a:gd name="T3" fmla="*/ 390 h 390"/>
                  <a:gd name="T4" fmla="*/ 339 w 339"/>
                  <a:gd name="T5" fmla="*/ 0 h 390"/>
                  <a:gd name="T6" fmla="*/ 0 w 339"/>
                  <a:gd name="T7" fmla="*/ 196 h 390"/>
                </a:gdLst>
                <a:ahLst/>
                <a:cxnLst>
                  <a:cxn ang="0">
                    <a:pos x="T0" y="T1"/>
                  </a:cxn>
                  <a:cxn ang="0">
                    <a:pos x="T2" y="T3"/>
                  </a:cxn>
                  <a:cxn ang="0">
                    <a:pos x="T4" y="T5"/>
                  </a:cxn>
                  <a:cxn ang="0">
                    <a:pos x="T6" y="T7"/>
                  </a:cxn>
                </a:cxnLst>
                <a:rect l="0" t="0" r="r" b="b"/>
                <a:pathLst>
                  <a:path w="339" h="390">
                    <a:moveTo>
                      <a:pt x="0" y="196"/>
                    </a:moveTo>
                    <a:lnTo>
                      <a:pt x="339" y="390"/>
                    </a:lnTo>
                    <a:lnTo>
                      <a:pt x="339" y="0"/>
                    </a:lnTo>
                    <a:lnTo>
                      <a:pt x="0" y="196"/>
                    </a:lnTo>
                    <a:close/>
                  </a:path>
                </a:pathLst>
              </a:custGeom>
              <a:grpFill/>
              <a:ln w="15875" cap="flat">
                <a:solidFill>
                  <a:schemeClr val="bg1">
                    <a:alpha val="10000"/>
                  </a:schemeClr>
                </a:solidFill>
                <a:prstDash val="solid"/>
                <a:miter lim="800000"/>
                <a:headEnd/>
                <a:tailEnd/>
              </a:ln>
            </p:spPr>
            <p:txBody>
              <a:bodyPr vert="horz" wrap="square" lIns="68580" tIns="34290" rIns="68580" bIns="34290" numCol="1" anchor="t" anchorCtr="0" compatLnSpc="1">
                <a:prstTxWarp prst="textNoShape">
                  <a:avLst/>
                </a:prstTxWarp>
              </a:bodyPr>
              <a:lstStyle/>
              <a:p>
                <a:endParaRPr lang="id-ID" sz="1350"/>
              </a:p>
            </p:txBody>
          </p:sp>
          <p:sp>
            <p:nvSpPr>
              <p:cNvPr id="24" name="Freeform 55"/>
              <p:cNvSpPr>
                <a:spLocks/>
              </p:cNvSpPr>
              <p:nvPr/>
            </p:nvSpPr>
            <p:spPr bwMode="auto">
              <a:xfrm>
                <a:off x="4594053" y="593246"/>
                <a:ext cx="923758" cy="1070905"/>
              </a:xfrm>
              <a:custGeom>
                <a:avLst/>
                <a:gdLst>
                  <a:gd name="T0" fmla="*/ 0 w 339"/>
                  <a:gd name="T1" fmla="*/ 197 h 393"/>
                  <a:gd name="T2" fmla="*/ 339 w 339"/>
                  <a:gd name="T3" fmla="*/ 393 h 393"/>
                  <a:gd name="T4" fmla="*/ 339 w 339"/>
                  <a:gd name="T5" fmla="*/ 0 h 393"/>
                  <a:gd name="T6" fmla="*/ 0 w 339"/>
                  <a:gd name="T7" fmla="*/ 197 h 393"/>
                </a:gdLst>
                <a:ahLst/>
                <a:cxnLst>
                  <a:cxn ang="0">
                    <a:pos x="T0" y="T1"/>
                  </a:cxn>
                  <a:cxn ang="0">
                    <a:pos x="T2" y="T3"/>
                  </a:cxn>
                  <a:cxn ang="0">
                    <a:pos x="T4" y="T5"/>
                  </a:cxn>
                  <a:cxn ang="0">
                    <a:pos x="T6" y="T7"/>
                  </a:cxn>
                </a:cxnLst>
                <a:rect l="0" t="0" r="r" b="b"/>
                <a:pathLst>
                  <a:path w="339" h="393">
                    <a:moveTo>
                      <a:pt x="0" y="197"/>
                    </a:moveTo>
                    <a:lnTo>
                      <a:pt x="339" y="393"/>
                    </a:lnTo>
                    <a:lnTo>
                      <a:pt x="339" y="0"/>
                    </a:lnTo>
                    <a:lnTo>
                      <a:pt x="0" y="197"/>
                    </a:lnTo>
                    <a:close/>
                  </a:path>
                </a:pathLst>
              </a:custGeom>
              <a:grpFill/>
              <a:ln w="15875" cap="flat">
                <a:solidFill>
                  <a:schemeClr val="bg1">
                    <a:alpha val="10000"/>
                  </a:schemeClr>
                </a:solidFill>
                <a:prstDash val="solid"/>
                <a:miter lim="800000"/>
                <a:headEnd/>
                <a:tailEnd/>
              </a:ln>
            </p:spPr>
            <p:txBody>
              <a:bodyPr vert="horz" wrap="square" lIns="68580" tIns="34290" rIns="68580" bIns="34290" numCol="1" anchor="t" anchorCtr="0" compatLnSpc="1">
                <a:prstTxWarp prst="textNoShape">
                  <a:avLst/>
                </a:prstTxWarp>
              </a:bodyPr>
              <a:lstStyle/>
              <a:p>
                <a:endParaRPr lang="id-ID" sz="1350"/>
              </a:p>
            </p:txBody>
          </p:sp>
          <p:sp>
            <p:nvSpPr>
              <p:cNvPr id="25" name="Freeform 76"/>
              <p:cNvSpPr>
                <a:spLocks/>
              </p:cNvSpPr>
              <p:nvPr/>
            </p:nvSpPr>
            <p:spPr bwMode="auto">
              <a:xfrm>
                <a:off x="3646908" y="1658700"/>
                <a:ext cx="923758" cy="1062729"/>
              </a:xfrm>
              <a:custGeom>
                <a:avLst/>
                <a:gdLst>
                  <a:gd name="T0" fmla="*/ 0 w 339"/>
                  <a:gd name="T1" fmla="*/ 390 h 390"/>
                  <a:gd name="T2" fmla="*/ 0 w 339"/>
                  <a:gd name="T3" fmla="*/ 0 h 390"/>
                  <a:gd name="T4" fmla="*/ 339 w 339"/>
                  <a:gd name="T5" fmla="*/ 196 h 390"/>
                  <a:gd name="T6" fmla="*/ 0 w 339"/>
                  <a:gd name="T7" fmla="*/ 390 h 390"/>
                </a:gdLst>
                <a:ahLst/>
                <a:cxnLst>
                  <a:cxn ang="0">
                    <a:pos x="T0" y="T1"/>
                  </a:cxn>
                  <a:cxn ang="0">
                    <a:pos x="T2" y="T3"/>
                  </a:cxn>
                  <a:cxn ang="0">
                    <a:pos x="T4" y="T5"/>
                  </a:cxn>
                  <a:cxn ang="0">
                    <a:pos x="T6" y="T7"/>
                  </a:cxn>
                </a:cxnLst>
                <a:rect l="0" t="0" r="r" b="b"/>
                <a:pathLst>
                  <a:path w="339" h="390">
                    <a:moveTo>
                      <a:pt x="0" y="390"/>
                    </a:moveTo>
                    <a:lnTo>
                      <a:pt x="0" y="0"/>
                    </a:lnTo>
                    <a:lnTo>
                      <a:pt x="339" y="196"/>
                    </a:lnTo>
                    <a:lnTo>
                      <a:pt x="0" y="390"/>
                    </a:lnTo>
                    <a:close/>
                  </a:path>
                </a:pathLst>
              </a:custGeom>
              <a:grpFill/>
              <a:ln w="15875" cap="flat">
                <a:solidFill>
                  <a:schemeClr val="bg1">
                    <a:alpha val="10000"/>
                  </a:schemeClr>
                </a:solidFill>
                <a:prstDash val="solid"/>
                <a:miter lim="800000"/>
                <a:headEnd/>
                <a:tailEnd/>
              </a:ln>
            </p:spPr>
            <p:txBody>
              <a:bodyPr vert="horz" wrap="square" lIns="68580" tIns="34290" rIns="68580" bIns="34290" numCol="1" anchor="t" anchorCtr="0" compatLnSpc="1">
                <a:prstTxWarp prst="textNoShape">
                  <a:avLst/>
                </a:prstTxWarp>
              </a:bodyPr>
              <a:lstStyle/>
              <a:p>
                <a:endParaRPr lang="id-ID" sz="1350"/>
              </a:p>
            </p:txBody>
          </p:sp>
          <p:sp>
            <p:nvSpPr>
              <p:cNvPr id="26" name="Freeform 77"/>
              <p:cNvSpPr>
                <a:spLocks/>
              </p:cNvSpPr>
              <p:nvPr/>
            </p:nvSpPr>
            <p:spPr bwMode="auto">
              <a:xfrm>
                <a:off x="5548104" y="1683977"/>
                <a:ext cx="921032" cy="1065455"/>
              </a:xfrm>
              <a:custGeom>
                <a:avLst/>
                <a:gdLst>
                  <a:gd name="T0" fmla="*/ 0 w 338"/>
                  <a:gd name="T1" fmla="*/ 391 h 391"/>
                  <a:gd name="T2" fmla="*/ 0 w 338"/>
                  <a:gd name="T3" fmla="*/ 0 h 391"/>
                  <a:gd name="T4" fmla="*/ 338 w 338"/>
                  <a:gd name="T5" fmla="*/ 197 h 391"/>
                  <a:gd name="T6" fmla="*/ 0 w 338"/>
                  <a:gd name="T7" fmla="*/ 391 h 391"/>
                </a:gdLst>
                <a:ahLst/>
                <a:cxnLst>
                  <a:cxn ang="0">
                    <a:pos x="T0" y="T1"/>
                  </a:cxn>
                  <a:cxn ang="0">
                    <a:pos x="T2" y="T3"/>
                  </a:cxn>
                  <a:cxn ang="0">
                    <a:pos x="T4" y="T5"/>
                  </a:cxn>
                  <a:cxn ang="0">
                    <a:pos x="T6" y="T7"/>
                  </a:cxn>
                </a:cxnLst>
                <a:rect l="0" t="0" r="r" b="b"/>
                <a:pathLst>
                  <a:path w="338" h="391">
                    <a:moveTo>
                      <a:pt x="0" y="391"/>
                    </a:moveTo>
                    <a:lnTo>
                      <a:pt x="0" y="0"/>
                    </a:lnTo>
                    <a:lnTo>
                      <a:pt x="338" y="197"/>
                    </a:lnTo>
                    <a:lnTo>
                      <a:pt x="0" y="391"/>
                    </a:lnTo>
                    <a:close/>
                  </a:path>
                </a:pathLst>
              </a:custGeom>
              <a:grpFill/>
              <a:ln w="15875" cap="flat">
                <a:solidFill>
                  <a:schemeClr val="bg1">
                    <a:alpha val="10000"/>
                  </a:schemeClr>
                </a:solidFill>
                <a:prstDash val="solid"/>
                <a:miter lim="800000"/>
                <a:headEnd/>
                <a:tailEnd/>
              </a:ln>
            </p:spPr>
            <p:txBody>
              <a:bodyPr vert="horz" wrap="square" lIns="68580" tIns="34290" rIns="68580" bIns="34290" numCol="1" anchor="t" anchorCtr="0" compatLnSpc="1">
                <a:prstTxWarp prst="textNoShape">
                  <a:avLst/>
                </a:prstTxWarp>
              </a:bodyPr>
              <a:lstStyle/>
              <a:p>
                <a:endParaRPr lang="id-ID" sz="1350"/>
              </a:p>
            </p:txBody>
          </p:sp>
        </p:grpSp>
      </p:grpSp>
      <p:sp>
        <p:nvSpPr>
          <p:cNvPr id="13" name="标题 1"/>
          <p:cNvSpPr>
            <a:spLocks noGrp="1"/>
          </p:cNvSpPr>
          <p:nvPr>
            <p:ph type="ctrTitle" hasCustomPrompt="1"/>
          </p:nvPr>
        </p:nvSpPr>
        <p:spPr>
          <a:xfrm>
            <a:off x="2485223" y="1971868"/>
            <a:ext cx="12426532" cy="1664384"/>
          </a:xfrm>
        </p:spPr>
        <p:txBody>
          <a:bodyPr anchor="ctr">
            <a:noAutofit/>
          </a:bodyPr>
          <a:lstStyle>
            <a:lvl1pPr marL="0" indent="0" algn="l">
              <a:buFont typeface="Arial" panose="020B0604020202020204" pitchFamily="34" charset="0"/>
              <a:buNone/>
              <a:defRPr sz="8800">
                <a:solidFill>
                  <a:schemeClr val="tx1">
                    <a:lumMod val="85000"/>
                    <a:lumOff val="15000"/>
                  </a:schemeClr>
                </a:solidFill>
              </a:defRPr>
            </a:lvl1pPr>
          </a:lstStyle>
          <a:p>
            <a:r>
              <a:rPr lang="zh-CN" altLang="en-US" dirty="0"/>
              <a:t>结束语</a:t>
            </a:r>
          </a:p>
        </p:txBody>
      </p:sp>
    </p:spTree>
    <p:extLst>
      <p:ext uri="{BB962C8B-B14F-4D97-AF65-F5344CB8AC3E}">
        <p14:creationId xmlns:p14="http://schemas.microsoft.com/office/powerpoint/2010/main" val="2378658405"/>
      </p:ext>
    </p:extLst>
  </p:cSld>
  <p:clrMapOvr>
    <a:overrideClrMapping bg1="lt1" tx1="dk1" bg2="lt2" tx2="dk2" accent1="accent1" accent2="accent2" accent3="accent3" accent4="accent4" accent5="accent5" accent6="accent6" hlink="hlink" folHlink="folHlink"/>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title">
  <p:cSld name="1_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863997" y="3019584"/>
            <a:ext cx="15551944" cy="2083556"/>
          </a:xfrm>
          <a:noFill/>
        </p:spPr>
        <p:txBody>
          <a:bodyPr>
            <a:normAutofit/>
          </a:bodyPr>
          <a:lstStyle>
            <a:lvl1pPr algn="ctr">
              <a:defRPr sz="8800" b="1">
                <a:solidFill>
                  <a:schemeClr val="tx2"/>
                </a:solidFill>
                <a:latin typeface="等线" panose="02010600030101010101" pitchFamily="2" charset="-122"/>
                <a:ea typeface="等线" panose="02010600030101010101" pitchFamily="2" charset="-122"/>
              </a:defRPr>
            </a:lvl1pPr>
          </a:lstStyle>
          <a:p>
            <a:r>
              <a:rPr lang="zh-CN" altLang="en-US" dirty="0"/>
              <a:t>单击此处编辑母版标题样式</a:t>
            </a:r>
          </a:p>
        </p:txBody>
      </p:sp>
      <p:sp>
        <p:nvSpPr>
          <p:cNvPr id="3" name="副标题 2"/>
          <p:cNvSpPr>
            <a:spLocks noGrp="1"/>
          </p:cNvSpPr>
          <p:nvPr>
            <p:ph type="subTitle" idx="1"/>
          </p:nvPr>
        </p:nvSpPr>
        <p:spPr>
          <a:xfrm>
            <a:off x="2591992" y="5508149"/>
            <a:ext cx="12095957" cy="2484067"/>
          </a:xfrm>
        </p:spPr>
        <p:txBody>
          <a:bodyPr>
            <a:normAutofit/>
          </a:bodyPr>
          <a:lstStyle>
            <a:lvl1pPr marL="0" indent="0" algn="ctr">
              <a:buNone/>
              <a:defRPr sz="2400">
                <a:solidFill>
                  <a:schemeClr val="tx1">
                    <a:tint val="75000"/>
                  </a:schemeClr>
                </a:solidFill>
              </a:defRPr>
            </a:lvl1pPr>
            <a:lvl2pPr marL="457222" indent="0" algn="ctr">
              <a:buNone/>
              <a:defRPr>
                <a:solidFill>
                  <a:schemeClr val="tx1">
                    <a:tint val="75000"/>
                  </a:schemeClr>
                </a:solidFill>
              </a:defRPr>
            </a:lvl2pPr>
            <a:lvl3pPr marL="914443" indent="0" algn="ctr">
              <a:buNone/>
              <a:defRPr>
                <a:solidFill>
                  <a:schemeClr val="tx1">
                    <a:tint val="75000"/>
                  </a:schemeClr>
                </a:solidFill>
              </a:defRPr>
            </a:lvl3pPr>
            <a:lvl4pPr marL="1371665" indent="0" algn="ctr">
              <a:buNone/>
              <a:defRPr>
                <a:solidFill>
                  <a:schemeClr val="tx1">
                    <a:tint val="75000"/>
                  </a:schemeClr>
                </a:solidFill>
              </a:defRPr>
            </a:lvl4pPr>
            <a:lvl5pPr marL="1828886" indent="0" algn="ctr">
              <a:buNone/>
              <a:defRPr>
                <a:solidFill>
                  <a:schemeClr val="tx1">
                    <a:tint val="75000"/>
                  </a:schemeClr>
                </a:solidFill>
              </a:defRPr>
            </a:lvl5pPr>
            <a:lvl6pPr marL="2286107" indent="0" algn="ctr">
              <a:buNone/>
              <a:defRPr>
                <a:solidFill>
                  <a:schemeClr val="tx1">
                    <a:tint val="75000"/>
                  </a:schemeClr>
                </a:solidFill>
              </a:defRPr>
            </a:lvl6pPr>
            <a:lvl7pPr marL="2743328" indent="0" algn="ctr">
              <a:buNone/>
              <a:defRPr>
                <a:solidFill>
                  <a:schemeClr val="tx1">
                    <a:tint val="75000"/>
                  </a:schemeClr>
                </a:solidFill>
              </a:defRPr>
            </a:lvl7pPr>
            <a:lvl8pPr marL="3200550" indent="0" algn="ctr">
              <a:buNone/>
              <a:defRPr>
                <a:solidFill>
                  <a:schemeClr val="tx1">
                    <a:tint val="75000"/>
                  </a:schemeClr>
                </a:solidFill>
              </a:defRPr>
            </a:lvl8pPr>
            <a:lvl9pPr marL="3657771" indent="0" algn="ctr">
              <a:buNone/>
              <a:defRPr>
                <a:solidFill>
                  <a:schemeClr val="tx1">
                    <a:tint val="75000"/>
                  </a:schemeClr>
                </a:solidFill>
              </a:defRPr>
            </a:lvl9pPr>
          </a:lstStyle>
          <a:p>
            <a:r>
              <a:rPr lang="zh-CN" altLang="en-US" dirty="0"/>
              <a:t>单击以编辑母版副标题样式</a:t>
            </a:r>
          </a:p>
        </p:txBody>
      </p:sp>
      <p:cxnSp>
        <p:nvCxnSpPr>
          <p:cNvPr id="8" name="直接连接符 7"/>
          <p:cNvCxnSpPr/>
          <p:nvPr userDrawn="1"/>
        </p:nvCxnSpPr>
        <p:spPr>
          <a:xfrm>
            <a:off x="863997" y="5166316"/>
            <a:ext cx="15551944" cy="0"/>
          </a:xfrm>
          <a:prstGeom prst="line">
            <a:avLst/>
          </a:prstGeom>
          <a:ln w="190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3289640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949497" y="2"/>
            <a:ext cx="15378696" cy="1458038"/>
          </a:xfrm>
          <a:prstGeom prst="rect">
            <a:avLst/>
          </a:prstGeom>
        </p:spPr>
        <p:txBody>
          <a:bodyPr vert="horz" lIns="91440" tIns="45720" rIns="91440" bIns="45720" rtlCol="0" anchor="b">
            <a:normAutofit/>
          </a:bodyPr>
          <a:lstStyle/>
          <a:p>
            <a:r>
              <a:rPr lang="zh-CN" altLang="en-US" dirty="0"/>
              <a:t>单击此处编辑母版标题样式</a:t>
            </a:r>
          </a:p>
        </p:txBody>
      </p:sp>
      <p:sp>
        <p:nvSpPr>
          <p:cNvPr id="3" name="文本占位符 2"/>
          <p:cNvSpPr>
            <a:spLocks noGrp="1"/>
          </p:cNvSpPr>
          <p:nvPr>
            <p:ph type="body" idx="1"/>
          </p:nvPr>
        </p:nvSpPr>
        <p:spPr>
          <a:xfrm>
            <a:off x="949497" y="1593045"/>
            <a:ext cx="15378696" cy="7114693"/>
          </a:xfrm>
          <a:prstGeom prst="rect">
            <a:avLst/>
          </a:prstGeom>
        </p:spPr>
        <p:txBody>
          <a:bodyPr vert="horz" lIns="91440" tIns="45720" rIns="91440" bIns="45720" rtlCol="0">
            <a:normAutofit/>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grpSp>
        <p:nvGrpSpPr>
          <p:cNvPr id="13" name="组合 12"/>
          <p:cNvGrpSpPr/>
          <p:nvPr userDrawn="1"/>
        </p:nvGrpSpPr>
        <p:grpSpPr>
          <a:xfrm>
            <a:off x="949495" y="1468215"/>
            <a:ext cx="15378697" cy="95481"/>
            <a:chOff x="-1122704" y="0"/>
            <a:chExt cx="30704616" cy="6858000"/>
          </a:xfrm>
        </p:grpSpPr>
        <p:sp>
          <p:nvSpPr>
            <p:cNvPr id="14" name="平行四边形 13"/>
            <p:cNvSpPr/>
            <p:nvPr/>
          </p:nvSpPr>
          <p:spPr>
            <a:xfrm flipH="1">
              <a:off x="2352002" y="0"/>
              <a:ext cx="27229910" cy="6858000"/>
            </a:xfrm>
            <a:prstGeom prst="rect">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1800" dirty="0"/>
            </a:p>
          </p:txBody>
        </p:sp>
        <p:sp>
          <p:nvSpPr>
            <p:cNvPr id="15" name="平行四边形 14"/>
            <p:cNvSpPr/>
            <p:nvPr/>
          </p:nvSpPr>
          <p:spPr>
            <a:xfrm flipH="1">
              <a:off x="-1122704" y="0"/>
              <a:ext cx="7183963"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1800" dirty="0"/>
            </a:p>
          </p:txBody>
        </p:sp>
      </p:grpSp>
    </p:spTree>
    <p:extLst>
      <p:ext uri="{BB962C8B-B14F-4D97-AF65-F5344CB8AC3E}">
        <p14:creationId xmlns:p14="http://schemas.microsoft.com/office/powerpoint/2010/main" val="3784027784"/>
      </p:ext>
    </p:extLst>
  </p:cSld>
  <p:clrMap bg1="lt1" tx1="dk1" bg2="lt2" tx2="dk2" accent1="accent1" accent2="accent2" accent3="accent3" accent4="accent4" accent5="accent5" accent6="accent6" hlink="hlink" folHlink="folHlink"/>
  <p:sldLayoutIdLst>
    <p:sldLayoutId id="2147483660" r:id="rId1"/>
    <p:sldLayoutId id="2147483650" r:id="rId2"/>
    <p:sldLayoutId id="2147483678" r:id="rId3"/>
    <p:sldLayoutId id="2147483680" r:id="rId4"/>
    <p:sldLayoutId id="2147483677" r:id="rId5"/>
    <p:sldLayoutId id="2147483651" r:id="rId6"/>
    <p:sldLayoutId id="2147483668" r:id="rId7"/>
    <p:sldLayoutId id="2147483669" r:id="rId8"/>
    <p:sldLayoutId id="2147483670" r:id="rId9"/>
    <p:sldLayoutId id="2147483671" r:id="rId10"/>
    <p:sldLayoutId id="2147483672" r:id="rId11"/>
    <p:sldLayoutId id="2147483683" r:id="rId12"/>
    <p:sldLayoutId id="2147483679" r:id="rId13"/>
    <p:sldLayoutId id="2147483673" r:id="rId14"/>
    <p:sldLayoutId id="2147483674" r:id="rId15"/>
    <p:sldLayoutId id="2147483675" r:id="rId16"/>
    <p:sldLayoutId id="2147483676" r:id="rId17"/>
    <p:sldLayoutId id="2147483654" r:id="rId18"/>
    <p:sldLayoutId id="2147483655" r:id="rId19"/>
    <p:sldLayoutId id="2147483661" r:id="rId20"/>
    <p:sldLayoutId id="2147483667" r:id="rId21"/>
  </p:sldLayoutIdLst>
  <p:hf hdr="0" dt="0"/>
  <p:txStyles>
    <p:titleStyle>
      <a:lvl1pPr algn="l" defTabSz="914397" rtl="0" eaLnBrk="1" latinLnBrk="0" hangingPunct="1">
        <a:lnSpc>
          <a:spcPct val="90000"/>
        </a:lnSpc>
        <a:spcBef>
          <a:spcPct val="0"/>
        </a:spcBef>
        <a:buNone/>
        <a:defRPr sz="5400" b="1" kern="1200">
          <a:solidFill>
            <a:schemeClr val="tx1">
              <a:lumMod val="85000"/>
              <a:lumOff val="15000"/>
            </a:schemeClr>
          </a:solidFill>
          <a:latin typeface="+mj-lt"/>
          <a:ea typeface="+mj-ea"/>
          <a:cs typeface="+mj-cs"/>
        </a:defRPr>
      </a:lvl1pPr>
    </p:titleStyle>
    <p:bodyStyle>
      <a:lvl1pPr marL="228600" indent="-228600" algn="l" defTabSz="914397" rtl="0" eaLnBrk="1" latinLnBrk="0" hangingPunct="1">
        <a:lnSpc>
          <a:spcPct val="150000"/>
        </a:lnSpc>
        <a:spcBef>
          <a:spcPts val="1000"/>
        </a:spcBef>
        <a:buFont typeface="Arial" panose="020B0604020202020204" pitchFamily="34" charset="0"/>
        <a:buChar char="•"/>
        <a:defRPr sz="2400" kern="1200">
          <a:solidFill>
            <a:schemeClr val="tx1">
              <a:lumMod val="65000"/>
              <a:lumOff val="35000"/>
            </a:schemeClr>
          </a:solidFill>
          <a:latin typeface="+mn-lt"/>
          <a:ea typeface="+mn-ea"/>
          <a:cs typeface="+mn-cs"/>
        </a:defRPr>
      </a:lvl1pPr>
      <a:lvl2pPr marL="685798" indent="-228600" algn="l" defTabSz="914397" rtl="0" eaLnBrk="1" latinLnBrk="0" hangingPunct="1">
        <a:lnSpc>
          <a:spcPct val="150000"/>
        </a:lnSpc>
        <a:spcBef>
          <a:spcPts val="500"/>
        </a:spcBef>
        <a:buFont typeface="Arial" panose="020B0604020202020204" pitchFamily="34" charset="0"/>
        <a:buChar char="•"/>
        <a:defRPr sz="2400" kern="1200">
          <a:solidFill>
            <a:schemeClr val="tx1">
              <a:lumMod val="65000"/>
              <a:lumOff val="35000"/>
            </a:schemeClr>
          </a:solidFill>
          <a:latin typeface="+mn-lt"/>
          <a:ea typeface="+mn-ea"/>
          <a:cs typeface="+mn-cs"/>
        </a:defRPr>
      </a:lvl2pPr>
      <a:lvl3pPr marL="1142996" indent="-228600" algn="l" defTabSz="914397" rtl="0" eaLnBrk="1" latinLnBrk="0" hangingPunct="1">
        <a:lnSpc>
          <a:spcPct val="150000"/>
        </a:lnSpc>
        <a:spcBef>
          <a:spcPts val="500"/>
        </a:spcBef>
        <a:buFont typeface="Arial" panose="020B0604020202020204" pitchFamily="34" charset="0"/>
        <a:buChar char="•"/>
        <a:defRPr sz="2400" kern="1200">
          <a:solidFill>
            <a:schemeClr val="tx1">
              <a:lumMod val="65000"/>
              <a:lumOff val="35000"/>
            </a:schemeClr>
          </a:solidFill>
          <a:latin typeface="+mn-lt"/>
          <a:ea typeface="+mn-ea"/>
          <a:cs typeface="+mn-cs"/>
        </a:defRPr>
      </a:lvl3pPr>
      <a:lvl4pPr marL="1600195" indent="-228600" algn="l" defTabSz="914397" rtl="0" eaLnBrk="1" latinLnBrk="0" hangingPunct="1">
        <a:lnSpc>
          <a:spcPct val="150000"/>
        </a:lnSpc>
        <a:spcBef>
          <a:spcPts val="500"/>
        </a:spcBef>
        <a:buFont typeface="Arial" panose="020B0604020202020204" pitchFamily="34" charset="0"/>
        <a:buChar char="•"/>
        <a:defRPr sz="2400" kern="1200">
          <a:solidFill>
            <a:schemeClr val="tx1">
              <a:lumMod val="65000"/>
              <a:lumOff val="35000"/>
            </a:schemeClr>
          </a:solidFill>
          <a:latin typeface="+mn-lt"/>
          <a:ea typeface="+mn-ea"/>
          <a:cs typeface="+mn-cs"/>
        </a:defRPr>
      </a:lvl4pPr>
      <a:lvl5pPr marL="2057394" indent="-228600" algn="l" defTabSz="914397" rtl="0" eaLnBrk="1" latinLnBrk="0" hangingPunct="1">
        <a:lnSpc>
          <a:spcPct val="150000"/>
        </a:lnSpc>
        <a:spcBef>
          <a:spcPts val="500"/>
        </a:spcBef>
        <a:buFont typeface="Arial" panose="020B0604020202020204" pitchFamily="34" charset="0"/>
        <a:buChar char="•"/>
        <a:defRPr sz="2400" kern="1200">
          <a:solidFill>
            <a:schemeClr val="tx1">
              <a:lumMod val="65000"/>
              <a:lumOff val="35000"/>
            </a:schemeClr>
          </a:solidFill>
          <a:latin typeface="+mn-lt"/>
          <a:ea typeface="+mn-ea"/>
          <a:cs typeface="+mn-cs"/>
        </a:defRPr>
      </a:lvl5pPr>
      <a:lvl6pPr marL="2514592" indent="-228600" algn="l" defTabSz="91439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91" indent="-228600" algn="l" defTabSz="91439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90" indent="-228600" algn="l" defTabSz="91439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88" indent="-228600" algn="l" defTabSz="91439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397" rtl="0" eaLnBrk="1" latinLnBrk="0" hangingPunct="1">
        <a:defRPr sz="1800" kern="1200">
          <a:solidFill>
            <a:schemeClr val="tx1"/>
          </a:solidFill>
          <a:latin typeface="+mn-lt"/>
          <a:ea typeface="+mn-ea"/>
          <a:cs typeface="+mn-cs"/>
        </a:defRPr>
      </a:lvl1pPr>
      <a:lvl2pPr marL="457199" algn="l" defTabSz="914397" rtl="0" eaLnBrk="1" latinLnBrk="0" hangingPunct="1">
        <a:defRPr sz="1800" kern="1200">
          <a:solidFill>
            <a:schemeClr val="tx1"/>
          </a:solidFill>
          <a:latin typeface="+mn-lt"/>
          <a:ea typeface="+mn-ea"/>
          <a:cs typeface="+mn-cs"/>
        </a:defRPr>
      </a:lvl2pPr>
      <a:lvl3pPr marL="914397" algn="l" defTabSz="914397" rtl="0" eaLnBrk="1" latinLnBrk="0" hangingPunct="1">
        <a:defRPr sz="1800" kern="1200">
          <a:solidFill>
            <a:schemeClr val="tx1"/>
          </a:solidFill>
          <a:latin typeface="+mn-lt"/>
          <a:ea typeface="+mn-ea"/>
          <a:cs typeface="+mn-cs"/>
        </a:defRPr>
      </a:lvl3pPr>
      <a:lvl4pPr marL="1371596" algn="l" defTabSz="914397" rtl="0" eaLnBrk="1" latinLnBrk="0" hangingPunct="1">
        <a:defRPr sz="1800" kern="1200">
          <a:solidFill>
            <a:schemeClr val="tx1"/>
          </a:solidFill>
          <a:latin typeface="+mn-lt"/>
          <a:ea typeface="+mn-ea"/>
          <a:cs typeface="+mn-cs"/>
        </a:defRPr>
      </a:lvl4pPr>
      <a:lvl5pPr marL="1828795" algn="l" defTabSz="914397" rtl="0" eaLnBrk="1" latinLnBrk="0" hangingPunct="1">
        <a:defRPr sz="1800" kern="1200">
          <a:solidFill>
            <a:schemeClr val="tx1"/>
          </a:solidFill>
          <a:latin typeface="+mn-lt"/>
          <a:ea typeface="+mn-ea"/>
          <a:cs typeface="+mn-cs"/>
        </a:defRPr>
      </a:lvl5pPr>
      <a:lvl6pPr marL="2285993" algn="l" defTabSz="914397" rtl="0" eaLnBrk="1" latinLnBrk="0" hangingPunct="1">
        <a:defRPr sz="1800" kern="1200">
          <a:solidFill>
            <a:schemeClr val="tx1"/>
          </a:solidFill>
          <a:latin typeface="+mn-lt"/>
          <a:ea typeface="+mn-ea"/>
          <a:cs typeface="+mn-cs"/>
        </a:defRPr>
      </a:lvl6pPr>
      <a:lvl7pPr marL="2743191" algn="l" defTabSz="914397" rtl="0" eaLnBrk="1" latinLnBrk="0" hangingPunct="1">
        <a:defRPr sz="1800" kern="1200">
          <a:solidFill>
            <a:schemeClr val="tx1"/>
          </a:solidFill>
          <a:latin typeface="+mn-lt"/>
          <a:ea typeface="+mn-ea"/>
          <a:cs typeface="+mn-cs"/>
        </a:defRPr>
      </a:lvl7pPr>
      <a:lvl8pPr marL="3200390" algn="l" defTabSz="914397" rtl="0" eaLnBrk="1" latinLnBrk="0" hangingPunct="1">
        <a:defRPr sz="1800" kern="1200">
          <a:solidFill>
            <a:schemeClr val="tx1"/>
          </a:solidFill>
          <a:latin typeface="+mn-lt"/>
          <a:ea typeface="+mn-ea"/>
          <a:cs typeface="+mn-cs"/>
        </a:defRPr>
      </a:lvl8pPr>
      <a:lvl9pPr marL="3657590" algn="l" defTabSz="914397" rtl="0" eaLnBrk="1" latinLnBrk="0" hangingPunct="1">
        <a:defRPr sz="1800" kern="1200">
          <a:solidFill>
            <a:schemeClr val="tx1"/>
          </a:solidFill>
          <a:latin typeface="+mn-lt"/>
          <a:ea typeface="+mn-ea"/>
          <a:cs typeface="+mn-cs"/>
        </a:defRPr>
      </a:lvl9pPr>
    </p:otherStyle>
  </p:txStyles>
  <p:extLst mod="1">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8.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8.xml"/><Relationship Id="rId4" Type="http://schemas.openxmlformats.org/officeDocument/2006/relationships/image" Target="../media/image4.png"/></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2.xml"/><Relationship Id="rId1" Type="http://schemas.openxmlformats.org/officeDocument/2006/relationships/slideLayout" Target="../slideLayouts/slideLayout12.xml"/><Relationship Id="rId4" Type="http://schemas.openxmlformats.org/officeDocument/2006/relationships/chart" Target="../charts/char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610.pn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1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7.xml"/><Relationship Id="rId4" Type="http://schemas.microsoft.com/office/2007/relationships/hdphoto" Target="../media/hdphoto1.wdp"/></Relationships>
</file>

<file path=ppt/slides/_rels/slide12.xml.rels><?xml version="1.0" encoding="UTF-8" standalone="yes"?>
<Relationships xmlns="http://schemas.openxmlformats.org/package/2006/relationships"><Relationship Id="rId2" Type="http://schemas.openxmlformats.org/officeDocument/2006/relationships/image" Target="../media/image11.emf"/><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chart" Target="../charts/chart3.xml"/><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0.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8" Type="http://schemas.openxmlformats.org/officeDocument/2006/relationships/image" Target="../media/image18.png"/><Relationship Id="rId3" Type="http://schemas.openxmlformats.org/officeDocument/2006/relationships/image" Target="../media/image130.png"/><Relationship Id="rId7" Type="http://schemas.openxmlformats.org/officeDocument/2006/relationships/image" Target="../media/image17.png"/><Relationship Id="rId2" Type="http://schemas.openxmlformats.org/officeDocument/2006/relationships/image" Target="../media/image14.png"/><Relationship Id="rId1" Type="http://schemas.openxmlformats.org/officeDocument/2006/relationships/slideLayout" Target="../slideLayouts/slideLayout7.xml"/><Relationship Id="rId6" Type="http://schemas.openxmlformats.org/officeDocument/2006/relationships/image" Target="../media/image16.png"/><Relationship Id="rId11" Type="http://schemas.openxmlformats.org/officeDocument/2006/relationships/image" Target="../media/image21.png"/><Relationship Id="rId5" Type="http://schemas.openxmlformats.org/officeDocument/2006/relationships/image" Target="../media/image15.png"/><Relationship Id="rId10" Type="http://schemas.openxmlformats.org/officeDocument/2006/relationships/image" Target="../media/image20.png"/><Relationship Id="rId4" Type="http://schemas.openxmlformats.org/officeDocument/2006/relationships/image" Target="../media/image140.png"/><Relationship Id="rId9" Type="http://schemas.openxmlformats.org/officeDocument/2006/relationships/image" Target="../media/image19.png"/></Relationships>
</file>

<file path=ppt/slides/_rels/slide18.xml.rels><?xml version="1.0" encoding="UTF-8" standalone="yes"?>
<Relationships xmlns="http://schemas.openxmlformats.org/package/2006/relationships"><Relationship Id="rId8" Type="http://schemas.openxmlformats.org/officeDocument/2006/relationships/image" Target="../media/image27.png"/><Relationship Id="rId3" Type="http://schemas.openxmlformats.org/officeDocument/2006/relationships/image" Target="../media/image22.png"/><Relationship Id="rId7" Type="http://schemas.openxmlformats.org/officeDocument/2006/relationships/image" Target="../media/image26.png"/><Relationship Id="rId2" Type="http://schemas.openxmlformats.org/officeDocument/2006/relationships/notesSlide" Target="../notesSlides/notesSlide5.xml"/><Relationship Id="rId1" Type="http://schemas.openxmlformats.org/officeDocument/2006/relationships/slideLayout" Target="../slideLayouts/slideLayout8.xml"/><Relationship Id="rId6" Type="http://schemas.openxmlformats.org/officeDocument/2006/relationships/image" Target="../media/image25.png"/><Relationship Id="rId5" Type="http://schemas.openxmlformats.org/officeDocument/2006/relationships/image" Target="../media/image24.png"/><Relationship Id="rId4" Type="http://schemas.openxmlformats.org/officeDocument/2006/relationships/image" Target="../media/image23.png"/></Relationships>
</file>

<file path=ppt/slides/_rels/slide19.xml.rels><?xml version="1.0" encoding="UTF-8" standalone="yes"?>
<Relationships xmlns="http://schemas.openxmlformats.org/package/2006/relationships"><Relationship Id="rId8" Type="http://schemas.openxmlformats.org/officeDocument/2006/relationships/image" Target="../media/image33.png"/><Relationship Id="rId13" Type="http://schemas.openxmlformats.org/officeDocument/2006/relationships/image" Target="../media/image38.png"/><Relationship Id="rId3" Type="http://schemas.openxmlformats.org/officeDocument/2006/relationships/image" Target="../media/image28.png"/><Relationship Id="rId7" Type="http://schemas.openxmlformats.org/officeDocument/2006/relationships/image" Target="../media/image32.png"/><Relationship Id="rId12" Type="http://schemas.openxmlformats.org/officeDocument/2006/relationships/image" Target="../media/image37.png"/><Relationship Id="rId2" Type="http://schemas.openxmlformats.org/officeDocument/2006/relationships/notesSlide" Target="../notesSlides/notesSlide6.xml"/><Relationship Id="rId1" Type="http://schemas.openxmlformats.org/officeDocument/2006/relationships/slideLayout" Target="../slideLayouts/slideLayout8.xml"/><Relationship Id="rId6" Type="http://schemas.openxmlformats.org/officeDocument/2006/relationships/image" Target="../media/image31.png"/><Relationship Id="rId11" Type="http://schemas.openxmlformats.org/officeDocument/2006/relationships/image" Target="../media/image36.png"/><Relationship Id="rId5" Type="http://schemas.openxmlformats.org/officeDocument/2006/relationships/image" Target="../media/image30.png"/><Relationship Id="rId10" Type="http://schemas.openxmlformats.org/officeDocument/2006/relationships/image" Target="../media/image35.png"/><Relationship Id="rId4" Type="http://schemas.openxmlformats.org/officeDocument/2006/relationships/image" Target="../media/image29.png"/><Relationship Id="rId9" Type="http://schemas.openxmlformats.org/officeDocument/2006/relationships/image" Target="../media/image34.png"/><Relationship Id="rId14" Type="http://schemas.openxmlformats.org/officeDocument/2006/relationships/image" Target="../media/image39.png"/></Relationships>
</file>

<file path=ppt/slides/_rels/slide20.xml.rels><?xml version="1.0" encoding="UTF-8" standalone="yes"?>
<Relationships xmlns="http://schemas.openxmlformats.org/package/2006/relationships"><Relationship Id="rId8" Type="http://schemas.openxmlformats.org/officeDocument/2006/relationships/image" Target="../media/image45.png"/><Relationship Id="rId13" Type="http://schemas.openxmlformats.org/officeDocument/2006/relationships/image" Target="../media/image50.png"/><Relationship Id="rId3" Type="http://schemas.openxmlformats.org/officeDocument/2006/relationships/image" Target="../media/image40.png"/><Relationship Id="rId7" Type="http://schemas.openxmlformats.org/officeDocument/2006/relationships/image" Target="../media/image44.png"/><Relationship Id="rId12" Type="http://schemas.openxmlformats.org/officeDocument/2006/relationships/image" Target="../media/image49.png"/><Relationship Id="rId2" Type="http://schemas.openxmlformats.org/officeDocument/2006/relationships/notesSlide" Target="../notesSlides/notesSlide7.xml"/><Relationship Id="rId1" Type="http://schemas.openxmlformats.org/officeDocument/2006/relationships/slideLayout" Target="../slideLayouts/slideLayout8.xml"/><Relationship Id="rId6" Type="http://schemas.openxmlformats.org/officeDocument/2006/relationships/image" Target="../media/image43.png"/><Relationship Id="rId11" Type="http://schemas.openxmlformats.org/officeDocument/2006/relationships/image" Target="../media/image48.png"/><Relationship Id="rId5" Type="http://schemas.openxmlformats.org/officeDocument/2006/relationships/image" Target="../media/image42.png"/><Relationship Id="rId10" Type="http://schemas.openxmlformats.org/officeDocument/2006/relationships/image" Target="../media/image47.png"/><Relationship Id="rId4" Type="http://schemas.openxmlformats.org/officeDocument/2006/relationships/image" Target="../media/image41.png"/><Relationship Id="rId9" Type="http://schemas.openxmlformats.org/officeDocument/2006/relationships/image" Target="../media/image46.png"/><Relationship Id="rId14" Type="http://schemas.openxmlformats.org/officeDocument/2006/relationships/image" Target="../media/image51.png"/></Relationships>
</file>

<file path=ppt/slides/_rels/slide21.xml.rels><?xml version="1.0" encoding="UTF-8" standalone="yes"?>
<Relationships xmlns="http://schemas.openxmlformats.org/package/2006/relationships"><Relationship Id="rId8" Type="http://schemas.openxmlformats.org/officeDocument/2006/relationships/image" Target="../media/image57.png"/><Relationship Id="rId13" Type="http://schemas.openxmlformats.org/officeDocument/2006/relationships/image" Target="../media/image62.png"/><Relationship Id="rId3" Type="http://schemas.openxmlformats.org/officeDocument/2006/relationships/image" Target="../media/image52.png"/><Relationship Id="rId7" Type="http://schemas.openxmlformats.org/officeDocument/2006/relationships/image" Target="../media/image56.png"/><Relationship Id="rId12" Type="http://schemas.openxmlformats.org/officeDocument/2006/relationships/image" Target="../media/image61.png"/><Relationship Id="rId2" Type="http://schemas.openxmlformats.org/officeDocument/2006/relationships/notesSlide" Target="../notesSlides/notesSlide8.xml"/><Relationship Id="rId1" Type="http://schemas.openxmlformats.org/officeDocument/2006/relationships/slideLayout" Target="../slideLayouts/slideLayout8.xml"/><Relationship Id="rId6" Type="http://schemas.openxmlformats.org/officeDocument/2006/relationships/image" Target="../media/image55.png"/><Relationship Id="rId11" Type="http://schemas.openxmlformats.org/officeDocument/2006/relationships/image" Target="../media/image60.png"/><Relationship Id="rId5" Type="http://schemas.openxmlformats.org/officeDocument/2006/relationships/image" Target="../media/image54.png"/><Relationship Id="rId10" Type="http://schemas.openxmlformats.org/officeDocument/2006/relationships/image" Target="../media/image59.png"/><Relationship Id="rId4" Type="http://schemas.openxmlformats.org/officeDocument/2006/relationships/image" Target="../media/image53.png"/><Relationship Id="rId9" Type="http://schemas.openxmlformats.org/officeDocument/2006/relationships/image" Target="../media/image58.png"/><Relationship Id="rId14" Type="http://schemas.openxmlformats.org/officeDocument/2006/relationships/image" Target="../media/image63.png"/></Relationships>
</file>

<file path=ppt/slides/_rels/slide22.xml.rels><?xml version="1.0" encoding="UTF-8" standalone="yes"?>
<Relationships xmlns="http://schemas.openxmlformats.org/package/2006/relationships"><Relationship Id="rId8" Type="http://schemas.openxmlformats.org/officeDocument/2006/relationships/image" Target="../media/image69.png"/><Relationship Id="rId13" Type="http://schemas.openxmlformats.org/officeDocument/2006/relationships/image" Target="../media/image74.png"/><Relationship Id="rId3" Type="http://schemas.openxmlformats.org/officeDocument/2006/relationships/image" Target="../media/image64.png"/><Relationship Id="rId7" Type="http://schemas.openxmlformats.org/officeDocument/2006/relationships/image" Target="../media/image68.png"/><Relationship Id="rId12" Type="http://schemas.openxmlformats.org/officeDocument/2006/relationships/image" Target="../media/image73.png"/><Relationship Id="rId2" Type="http://schemas.openxmlformats.org/officeDocument/2006/relationships/notesSlide" Target="../notesSlides/notesSlide9.xml"/><Relationship Id="rId1" Type="http://schemas.openxmlformats.org/officeDocument/2006/relationships/slideLayout" Target="../slideLayouts/slideLayout8.xml"/><Relationship Id="rId6" Type="http://schemas.openxmlformats.org/officeDocument/2006/relationships/image" Target="../media/image67.png"/><Relationship Id="rId11" Type="http://schemas.openxmlformats.org/officeDocument/2006/relationships/image" Target="../media/image72.png"/><Relationship Id="rId5" Type="http://schemas.openxmlformats.org/officeDocument/2006/relationships/image" Target="../media/image66.png"/><Relationship Id="rId15" Type="http://schemas.openxmlformats.org/officeDocument/2006/relationships/image" Target="../media/image76.png"/><Relationship Id="rId10" Type="http://schemas.openxmlformats.org/officeDocument/2006/relationships/image" Target="../media/image71.png"/><Relationship Id="rId4" Type="http://schemas.openxmlformats.org/officeDocument/2006/relationships/image" Target="../media/image65.png"/><Relationship Id="rId9" Type="http://schemas.openxmlformats.org/officeDocument/2006/relationships/image" Target="../media/image70.png"/><Relationship Id="rId14" Type="http://schemas.openxmlformats.org/officeDocument/2006/relationships/image" Target="../media/image75.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4.xml.rels><?xml version="1.0" encoding="UTF-8" standalone="yes"?>
<Relationships xmlns="http://schemas.openxmlformats.org/package/2006/relationships"><Relationship Id="rId2" Type="http://schemas.openxmlformats.org/officeDocument/2006/relationships/image" Target="../media/image77.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78.png"/><Relationship Id="rId1" Type="http://schemas.openxmlformats.org/officeDocument/2006/relationships/slideLayout" Target="../slideLayouts/slideLayout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79.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80.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81.png"/><Relationship Id="rId7" Type="http://schemas.openxmlformats.org/officeDocument/2006/relationships/image" Target="../media/image85.png"/><Relationship Id="rId2" Type="http://schemas.openxmlformats.org/officeDocument/2006/relationships/notesSlide" Target="../notesSlides/notesSlide10.xml"/><Relationship Id="rId1" Type="http://schemas.openxmlformats.org/officeDocument/2006/relationships/slideLayout" Target="../slideLayouts/slideLayout20.xml"/><Relationship Id="rId6" Type="http://schemas.openxmlformats.org/officeDocument/2006/relationships/image" Target="../media/image84.png"/><Relationship Id="rId5" Type="http://schemas.openxmlformats.org/officeDocument/2006/relationships/image" Target="../media/image83.png"/><Relationship Id="rId4" Type="http://schemas.openxmlformats.org/officeDocument/2006/relationships/image" Target="../media/image82.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a:extLst>
              <a:ext uri="{FF2B5EF4-FFF2-40B4-BE49-F238E27FC236}">
                <a16:creationId xmlns:a16="http://schemas.microsoft.com/office/drawing/2014/main" id="{80E5EE24-9970-4588-BF76-9B2E36B921C4}"/>
              </a:ext>
            </a:extLst>
          </p:cNvPr>
          <p:cNvSpPr>
            <a:spLocks noGrp="1"/>
          </p:cNvSpPr>
          <p:nvPr>
            <p:ph type="body" sz="quarter" idx="10"/>
          </p:nvPr>
        </p:nvSpPr>
        <p:spPr/>
        <p:txBody>
          <a:bodyPr/>
          <a:lstStyle/>
          <a:p>
            <a:endParaRPr lang="zh-CN" altLang="en-US"/>
          </a:p>
        </p:txBody>
      </p:sp>
      <p:sp>
        <p:nvSpPr>
          <p:cNvPr id="3" name="文本占位符 2">
            <a:extLst>
              <a:ext uri="{FF2B5EF4-FFF2-40B4-BE49-F238E27FC236}">
                <a16:creationId xmlns:a16="http://schemas.microsoft.com/office/drawing/2014/main" id="{AE2035A5-1EC2-46A6-8C86-55C2ECACBFA4}"/>
              </a:ext>
            </a:extLst>
          </p:cNvPr>
          <p:cNvSpPr>
            <a:spLocks noGrp="1"/>
          </p:cNvSpPr>
          <p:nvPr>
            <p:ph type="body" sz="quarter" idx="11"/>
          </p:nvPr>
        </p:nvSpPr>
        <p:spPr/>
        <p:txBody>
          <a:bodyPr/>
          <a:lstStyle/>
          <a:p>
            <a:endParaRPr lang="zh-CN" altLang="en-US"/>
          </a:p>
        </p:txBody>
      </p:sp>
      <p:sp>
        <p:nvSpPr>
          <p:cNvPr id="4" name="副标题 3">
            <a:extLst>
              <a:ext uri="{FF2B5EF4-FFF2-40B4-BE49-F238E27FC236}">
                <a16:creationId xmlns:a16="http://schemas.microsoft.com/office/drawing/2014/main" id="{780B543F-B408-4AFC-9DD3-16146A85CA90}"/>
              </a:ext>
            </a:extLst>
          </p:cNvPr>
          <p:cNvSpPr>
            <a:spLocks noGrp="1"/>
          </p:cNvSpPr>
          <p:nvPr>
            <p:ph type="subTitle" idx="1"/>
          </p:nvPr>
        </p:nvSpPr>
        <p:spPr/>
        <p:txBody>
          <a:bodyPr/>
          <a:lstStyle/>
          <a:p>
            <a:endParaRPr lang="zh-CN" altLang="en-US" dirty="0"/>
          </a:p>
        </p:txBody>
      </p:sp>
      <p:sp>
        <p:nvSpPr>
          <p:cNvPr id="5" name="标题 4">
            <a:extLst>
              <a:ext uri="{FF2B5EF4-FFF2-40B4-BE49-F238E27FC236}">
                <a16:creationId xmlns:a16="http://schemas.microsoft.com/office/drawing/2014/main" id="{C0931BEA-83A1-4AA8-B35A-5C8C761FD876}"/>
              </a:ext>
            </a:extLst>
          </p:cNvPr>
          <p:cNvSpPr>
            <a:spLocks noGrp="1"/>
          </p:cNvSpPr>
          <p:nvPr>
            <p:ph type="ctrTitle"/>
          </p:nvPr>
        </p:nvSpPr>
        <p:spPr/>
        <p:txBody>
          <a:bodyPr/>
          <a:lstStyle/>
          <a:p>
            <a:r>
              <a:rPr lang="zh-CN" altLang="en-US" dirty="0"/>
              <a:t>含权债和可转债</a:t>
            </a:r>
          </a:p>
        </p:txBody>
      </p:sp>
    </p:spTree>
    <p:extLst>
      <p:ext uri="{BB962C8B-B14F-4D97-AF65-F5344CB8AC3E}">
        <p14:creationId xmlns:p14="http://schemas.microsoft.com/office/powerpoint/2010/main" val="213570303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A78ADE0-BFA5-48C4-ACC5-ADB392AF5BF3}"/>
              </a:ext>
            </a:extLst>
          </p:cNvPr>
          <p:cNvSpPr>
            <a:spLocks noGrp="1"/>
          </p:cNvSpPr>
          <p:nvPr>
            <p:ph type="title"/>
          </p:nvPr>
        </p:nvSpPr>
        <p:spPr/>
        <p:txBody>
          <a:bodyPr/>
          <a:lstStyle/>
          <a:p>
            <a:r>
              <a:rPr lang="zh-CN" altLang="en-US" dirty="0"/>
              <a:t>（一）选择权的价值</a:t>
            </a:r>
          </a:p>
        </p:txBody>
      </p:sp>
      <p:sp>
        <p:nvSpPr>
          <p:cNvPr id="3" name="文本占位符 2">
            <a:extLst>
              <a:ext uri="{FF2B5EF4-FFF2-40B4-BE49-F238E27FC236}">
                <a16:creationId xmlns:a16="http://schemas.microsoft.com/office/drawing/2014/main" id="{800BA740-FF96-4300-BEB6-71D9CB6B961F}"/>
              </a:ext>
            </a:extLst>
          </p:cNvPr>
          <p:cNvSpPr>
            <a:spLocks noGrp="1"/>
          </p:cNvSpPr>
          <p:nvPr>
            <p:ph type="body" idx="1"/>
          </p:nvPr>
        </p:nvSpPr>
        <p:spPr/>
        <p:txBody>
          <a:bodyPr/>
          <a:lstStyle/>
          <a:p>
            <a:r>
              <a:rPr lang="zh-CN" altLang="en-US" dirty="0"/>
              <a:t>不同选择会导致完全不同的经济结果，投资活动的选择尤其如此，因此大胆假设，谨慎决策是含权债的必要步骤</a:t>
            </a:r>
          </a:p>
        </p:txBody>
      </p:sp>
    </p:spTree>
    <p:extLst>
      <p:ext uri="{BB962C8B-B14F-4D97-AF65-F5344CB8AC3E}">
        <p14:creationId xmlns:p14="http://schemas.microsoft.com/office/powerpoint/2010/main" val="79833563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权利类型</a:t>
            </a:r>
          </a:p>
        </p:txBody>
      </p:sp>
      <p:sp>
        <p:nvSpPr>
          <p:cNvPr id="5" name="内容占位符 4"/>
          <p:cNvSpPr>
            <a:spLocks noGrp="1"/>
          </p:cNvSpPr>
          <p:nvPr>
            <p:ph idx="1"/>
          </p:nvPr>
        </p:nvSpPr>
        <p:spPr/>
        <p:txBody>
          <a:bodyPr/>
          <a:lstStyle/>
          <a:p>
            <a:r>
              <a:rPr lang="zh-CN" altLang="en-US" dirty="0"/>
              <a:t>金融合约是权利和义务的交换，不同特点的权利必然会极大影响合约的价值</a:t>
            </a:r>
            <a:endParaRPr lang="en-US" altLang="zh-CN" dirty="0"/>
          </a:p>
          <a:p>
            <a:endParaRPr lang="en-US" altLang="zh-CN" dirty="0"/>
          </a:p>
          <a:p>
            <a:r>
              <a:rPr lang="zh-CN" altLang="en-US" dirty="0"/>
              <a:t>债券发行的合约条款中，最常见的权利：</a:t>
            </a:r>
            <a:endParaRPr lang="en-US" altLang="zh-CN" dirty="0"/>
          </a:p>
          <a:p>
            <a:pPr lvl="1"/>
            <a:r>
              <a:rPr lang="zh-CN" altLang="en-US" b="1" dirty="0"/>
              <a:t>可赎回权</a:t>
            </a:r>
            <a:r>
              <a:rPr lang="zh-CN" altLang="en-US" dirty="0"/>
              <a:t>：发行人可在约定时段、当债券价格超过约定价位时，从持有人手中买回该只债券</a:t>
            </a:r>
            <a:endParaRPr lang="en-US" altLang="zh-CN" dirty="0"/>
          </a:p>
          <a:p>
            <a:pPr lvl="1"/>
            <a:r>
              <a:rPr lang="zh-CN" altLang="en-US" b="1" dirty="0"/>
              <a:t>可回售权</a:t>
            </a:r>
            <a:r>
              <a:rPr lang="zh-CN" altLang="en-US" dirty="0"/>
              <a:t>：投资人可在约定时段、当债券价格低于约定价位时，将所持有债券卖回给发行人</a:t>
            </a:r>
            <a:endParaRPr lang="en-US" altLang="zh-CN" dirty="0"/>
          </a:p>
          <a:p>
            <a:pPr lvl="1"/>
            <a:r>
              <a:rPr lang="zh-CN" altLang="en-US" b="1" dirty="0"/>
              <a:t>可转换权</a:t>
            </a:r>
            <a:r>
              <a:rPr lang="zh-CN" altLang="en-US" dirty="0"/>
              <a:t>：投资人可约定时段、当债券价格低于约定价位时，将所持有债券按照约定转换系数，转换为上市公司股票份额</a:t>
            </a:r>
            <a:endParaRPr lang="en-US" altLang="zh-CN" dirty="0"/>
          </a:p>
        </p:txBody>
      </p:sp>
    </p:spTree>
    <p:extLst>
      <p:ext uri="{BB962C8B-B14F-4D97-AF65-F5344CB8AC3E}">
        <p14:creationId xmlns:p14="http://schemas.microsoft.com/office/powerpoint/2010/main" val="106462594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CB6DDFF-91E4-4832-AF06-12DA5574FFD2}"/>
              </a:ext>
            </a:extLst>
          </p:cNvPr>
          <p:cNvSpPr>
            <a:spLocks noGrp="1"/>
          </p:cNvSpPr>
          <p:nvPr>
            <p:ph type="title"/>
          </p:nvPr>
        </p:nvSpPr>
        <p:spPr/>
        <p:txBody>
          <a:bodyPr/>
          <a:lstStyle/>
          <a:p>
            <a:r>
              <a:rPr lang="zh-CN" altLang="en-US" dirty="0"/>
              <a:t>可赎回债券</a:t>
            </a:r>
          </a:p>
        </p:txBody>
      </p:sp>
      <p:sp>
        <p:nvSpPr>
          <p:cNvPr id="3" name="文本占位符 2">
            <a:extLst>
              <a:ext uri="{FF2B5EF4-FFF2-40B4-BE49-F238E27FC236}">
                <a16:creationId xmlns:a16="http://schemas.microsoft.com/office/drawing/2014/main" id="{57E4B2EA-2AD2-4008-8E40-EEB45CF2D3BD}"/>
              </a:ext>
            </a:extLst>
          </p:cNvPr>
          <p:cNvSpPr>
            <a:spLocks noGrp="1"/>
          </p:cNvSpPr>
          <p:nvPr>
            <p:ph type="body" idx="1"/>
          </p:nvPr>
        </p:nvSpPr>
        <p:spPr>
          <a:xfrm>
            <a:off x="949497" y="1503885"/>
            <a:ext cx="15466444" cy="906774"/>
          </a:xfrm>
        </p:spPr>
        <p:txBody>
          <a:bodyPr/>
          <a:lstStyle/>
          <a:p>
            <a:r>
              <a:rPr lang="en-US" altLang="zh-CN" b="1" dirty="0"/>
              <a:t>CALLABLE</a:t>
            </a:r>
            <a:r>
              <a:rPr lang="zh-CN" altLang="en-US" dirty="0"/>
              <a:t>：发行人可按照约定价格和时间窗口，将流通债券买回的权利</a:t>
            </a:r>
          </a:p>
        </p:txBody>
      </p:sp>
      <p:sp>
        <p:nvSpPr>
          <p:cNvPr id="4" name="内容占位符 3">
            <a:extLst>
              <a:ext uri="{FF2B5EF4-FFF2-40B4-BE49-F238E27FC236}">
                <a16:creationId xmlns:a16="http://schemas.microsoft.com/office/drawing/2014/main" id="{B6626300-4896-420B-B8CB-77396735E71F}"/>
              </a:ext>
            </a:extLst>
          </p:cNvPr>
          <p:cNvSpPr>
            <a:spLocks noGrp="1"/>
          </p:cNvSpPr>
          <p:nvPr>
            <p:ph sz="half" idx="2"/>
          </p:nvPr>
        </p:nvSpPr>
        <p:spPr>
          <a:xfrm>
            <a:off x="949496" y="2524497"/>
            <a:ext cx="9022199" cy="6908869"/>
          </a:xfrm>
        </p:spPr>
        <p:txBody>
          <a:bodyPr>
            <a:normAutofit/>
          </a:bodyPr>
          <a:lstStyle/>
          <a:p>
            <a:r>
              <a:rPr lang="zh-CN" altLang="en-US" dirty="0"/>
              <a:t>曲线形态有两种可能的路径（行权、不行权）</a:t>
            </a:r>
            <a:endParaRPr lang="en-US" altLang="zh-CN" dirty="0"/>
          </a:p>
          <a:p>
            <a:r>
              <a:rPr lang="zh-CN" altLang="en-US" dirty="0"/>
              <a:t>这意味着普通债券的久期和凸性的性质不再适用。</a:t>
            </a:r>
            <a:endParaRPr lang="en-US" altLang="zh-CN" dirty="0"/>
          </a:p>
          <a:p>
            <a:endParaRPr lang="en-US" altLang="zh-CN" dirty="0"/>
          </a:p>
          <a:p>
            <a:r>
              <a:rPr lang="zh-CN" altLang="en-US" dirty="0"/>
              <a:t>可赎回债券存在最高价</a:t>
            </a:r>
            <a:endParaRPr lang="en-US" altLang="zh-CN" dirty="0"/>
          </a:p>
          <a:p>
            <a:pPr lvl="1"/>
            <a:r>
              <a:rPr lang="en-US" altLang="zh-CN" dirty="0">
                <a:solidFill>
                  <a:srgbClr val="C00000"/>
                </a:solidFill>
              </a:rPr>
              <a:t>Min{ </a:t>
            </a:r>
            <a:r>
              <a:rPr lang="zh-CN" altLang="en-US" dirty="0">
                <a:solidFill>
                  <a:srgbClr val="C00000"/>
                </a:solidFill>
              </a:rPr>
              <a:t>债券价格、行权价 </a:t>
            </a:r>
            <a:r>
              <a:rPr lang="en-US" altLang="zh-CN" dirty="0">
                <a:solidFill>
                  <a:srgbClr val="C00000"/>
                </a:solidFill>
              </a:rPr>
              <a:t>}&lt;=</a:t>
            </a:r>
            <a:r>
              <a:rPr lang="zh-CN" altLang="en-US" dirty="0">
                <a:solidFill>
                  <a:srgbClr val="C00000"/>
                </a:solidFill>
              </a:rPr>
              <a:t>行权价</a:t>
            </a:r>
            <a:endParaRPr lang="en-US" altLang="zh-CN" dirty="0">
              <a:solidFill>
                <a:srgbClr val="C00000"/>
              </a:solidFill>
            </a:endParaRPr>
          </a:p>
          <a:p>
            <a:pPr lvl="1"/>
            <a:endParaRPr lang="en-US" altLang="zh-CN" dirty="0"/>
          </a:p>
          <a:p>
            <a:r>
              <a:rPr lang="zh-CN" altLang="en-US" dirty="0"/>
              <a:t>权利的价值</a:t>
            </a:r>
            <a:r>
              <a:rPr lang="en-US" altLang="zh-CN" dirty="0"/>
              <a:t>=</a:t>
            </a:r>
            <a:r>
              <a:rPr lang="zh-CN" altLang="en-US" dirty="0"/>
              <a:t>普通债价格</a:t>
            </a:r>
            <a:r>
              <a:rPr lang="en-US" altLang="zh-CN" dirty="0"/>
              <a:t>-</a:t>
            </a:r>
            <a:r>
              <a:rPr lang="zh-CN" altLang="en-US" dirty="0"/>
              <a:t>含权债价格</a:t>
            </a:r>
            <a:endParaRPr lang="en-US" altLang="zh-CN" dirty="0"/>
          </a:p>
          <a:p>
            <a:pPr lvl="1"/>
            <a:r>
              <a:rPr lang="zh-CN" altLang="en-US" dirty="0"/>
              <a:t>随着债券价格从低到高的过程中，权利价值加速上升；</a:t>
            </a:r>
            <a:endParaRPr lang="en-US" altLang="zh-CN" dirty="0"/>
          </a:p>
          <a:p>
            <a:pPr lvl="1"/>
            <a:r>
              <a:rPr lang="zh-CN" altLang="en-US" dirty="0"/>
              <a:t>权力属于发行人，为了补偿投资人</a:t>
            </a:r>
            <a:r>
              <a:rPr lang="zh-CN" altLang="en-US" dirty="0">
                <a:sym typeface="Wingdings" panose="05000000000000000000" pitchFamily="2" charset="2"/>
              </a:rPr>
              <a:t>（</a:t>
            </a:r>
            <a:r>
              <a:rPr lang="en-US" altLang="zh-CN" dirty="0">
                <a:sym typeface="Wingdings" panose="05000000000000000000" pitchFamily="2" charset="2"/>
              </a:rPr>
              <a:t>1</a:t>
            </a:r>
            <a:r>
              <a:rPr lang="zh-CN" altLang="en-US" dirty="0"/>
              <a:t>）行权价会设置的比较高；（</a:t>
            </a:r>
            <a:r>
              <a:rPr lang="en-US" altLang="zh-CN" dirty="0"/>
              <a:t>2</a:t>
            </a:r>
            <a:r>
              <a:rPr lang="zh-CN" altLang="en-US" dirty="0"/>
              <a:t>）发行价较低</a:t>
            </a:r>
            <a:endParaRPr lang="en-US" altLang="zh-CN" dirty="0"/>
          </a:p>
        </p:txBody>
      </p:sp>
      <p:pic>
        <p:nvPicPr>
          <p:cNvPr id="24" name="内容占位符 23">
            <a:extLst>
              <a:ext uri="{FF2B5EF4-FFF2-40B4-BE49-F238E27FC236}">
                <a16:creationId xmlns:a16="http://schemas.microsoft.com/office/drawing/2014/main" id="{6F01A9C6-D7FF-458F-9595-5FAD28ECC86D}"/>
              </a:ext>
            </a:extLst>
          </p:cNvPr>
          <p:cNvPicPr>
            <a:picLocks noGrp="1" noChangeAspect="1"/>
          </p:cNvPicPr>
          <p:nvPr>
            <p:ph sz="quarter" idx="4"/>
          </p:nvPr>
        </p:nvPicPr>
        <p:blipFill>
          <a:blip r:embed="rId2"/>
          <a:stretch>
            <a:fillRect/>
          </a:stretch>
        </p:blipFill>
        <p:spPr>
          <a:xfrm>
            <a:off x="11220450" y="4570412"/>
            <a:ext cx="5566978" cy="4180049"/>
          </a:xfrm>
        </p:spPr>
      </p:pic>
      <p:grpSp>
        <p:nvGrpSpPr>
          <p:cNvPr id="22" name="组合 21">
            <a:extLst>
              <a:ext uri="{FF2B5EF4-FFF2-40B4-BE49-F238E27FC236}">
                <a16:creationId xmlns:a16="http://schemas.microsoft.com/office/drawing/2014/main" id="{C3B15090-58E6-4BFF-92AF-1059607A9636}"/>
              </a:ext>
            </a:extLst>
          </p:cNvPr>
          <p:cNvGrpSpPr/>
          <p:nvPr/>
        </p:nvGrpSpPr>
        <p:grpSpPr>
          <a:xfrm>
            <a:off x="11417201" y="5577302"/>
            <a:ext cx="954107" cy="725698"/>
            <a:chOff x="11417201" y="5577302"/>
            <a:chExt cx="954107" cy="725698"/>
          </a:xfrm>
        </p:grpSpPr>
        <p:grpSp>
          <p:nvGrpSpPr>
            <p:cNvPr id="8" name="组合 7">
              <a:extLst>
                <a:ext uri="{FF2B5EF4-FFF2-40B4-BE49-F238E27FC236}">
                  <a16:creationId xmlns:a16="http://schemas.microsoft.com/office/drawing/2014/main" id="{E25729FE-4A8C-4D3A-82E5-C370B40E0308}"/>
                </a:ext>
              </a:extLst>
            </p:cNvPr>
            <p:cNvGrpSpPr/>
            <p:nvPr/>
          </p:nvGrpSpPr>
          <p:grpSpPr>
            <a:xfrm>
              <a:off x="11417201" y="5577302"/>
              <a:ext cx="954107" cy="495115"/>
              <a:chOff x="11056883" y="3982614"/>
              <a:chExt cx="954107" cy="495115"/>
            </a:xfrm>
          </p:grpSpPr>
          <p:sp>
            <p:nvSpPr>
              <p:cNvPr id="16" name="文本框 15">
                <a:extLst>
                  <a:ext uri="{FF2B5EF4-FFF2-40B4-BE49-F238E27FC236}">
                    <a16:creationId xmlns:a16="http://schemas.microsoft.com/office/drawing/2014/main" id="{649FA39F-6DEE-496A-84AC-48297FE15994}"/>
                  </a:ext>
                </a:extLst>
              </p:cNvPr>
              <p:cNvSpPr txBox="1"/>
              <p:nvPr/>
            </p:nvSpPr>
            <p:spPr>
              <a:xfrm>
                <a:off x="11056883" y="3982614"/>
                <a:ext cx="954107" cy="400110"/>
              </a:xfrm>
              <a:prstGeom prst="rect">
                <a:avLst/>
              </a:prstGeom>
              <a:noFill/>
            </p:spPr>
            <p:txBody>
              <a:bodyPr wrap="none" rtlCol="0">
                <a:spAutoFit/>
              </a:bodyPr>
              <a:lstStyle/>
              <a:p>
                <a:r>
                  <a:rPr lang="zh-CN" altLang="en-US" sz="2000" b="1" dirty="0">
                    <a:solidFill>
                      <a:srgbClr val="00B0F0"/>
                    </a:solidFill>
                  </a:rPr>
                  <a:t>行权价</a:t>
                </a:r>
              </a:p>
            </p:txBody>
          </p:sp>
          <p:cxnSp>
            <p:nvCxnSpPr>
              <p:cNvPr id="17" name="直接箭头连接符 16">
                <a:extLst>
                  <a:ext uri="{FF2B5EF4-FFF2-40B4-BE49-F238E27FC236}">
                    <a16:creationId xmlns:a16="http://schemas.microsoft.com/office/drawing/2014/main" id="{DC69806D-6763-42D2-9E5B-CFF2990FF8A7}"/>
                  </a:ext>
                </a:extLst>
              </p:cNvPr>
              <p:cNvCxnSpPr>
                <a:cxnSpLocks/>
              </p:cNvCxnSpPr>
              <p:nvPr/>
            </p:nvCxnSpPr>
            <p:spPr>
              <a:xfrm>
                <a:off x="11411466" y="4352577"/>
                <a:ext cx="83998" cy="125152"/>
              </a:xfrm>
              <a:prstGeom prst="straightConnector1">
                <a:avLst/>
              </a:prstGeom>
              <a:ln w="19050">
                <a:solidFill>
                  <a:srgbClr val="00B0F0"/>
                </a:solidFill>
                <a:tailEnd type="triangle"/>
              </a:ln>
            </p:spPr>
            <p:style>
              <a:lnRef idx="1">
                <a:schemeClr val="accent1"/>
              </a:lnRef>
              <a:fillRef idx="0">
                <a:schemeClr val="accent1"/>
              </a:fillRef>
              <a:effectRef idx="0">
                <a:schemeClr val="accent1"/>
              </a:effectRef>
              <a:fontRef idx="minor">
                <a:schemeClr val="tx1"/>
              </a:fontRef>
            </p:style>
          </p:cxnSp>
        </p:grpSp>
        <p:sp>
          <p:nvSpPr>
            <p:cNvPr id="9" name="椭圆 8">
              <a:extLst>
                <a:ext uri="{FF2B5EF4-FFF2-40B4-BE49-F238E27FC236}">
                  <a16:creationId xmlns:a16="http://schemas.microsoft.com/office/drawing/2014/main" id="{6BC88971-8659-4DC7-91B4-B1E9E1E5807F}"/>
                </a:ext>
              </a:extLst>
            </p:cNvPr>
            <p:cNvSpPr/>
            <p:nvPr/>
          </p:nvSpPr>
          <p:spPr>
            <a:xfrm>
              <a:off x="11855782" y="6148198"/>
              <a:ext cx="154802" cy="154802"/>
            </a:xfrm>
            <a:prstGeom prst="ellipse">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000"/>
            </a:p>
          </p:txBody>
        </p:sp>
      </p:grpSp>
      <p:grpSp>
        <p:nvGrpSpPr>
          <p:cNvPr id="25" name="组合 24">
            <a:extLst>
              <a:ext uri="{FF2B5EF4-FFF2-40B4-BE49-F238E27FC236}">
                <a16:creationId xmlns:a16="http://schemas.microsoft.com/office/drawing/2014/main" id="{9D8C6887-CF60-40A6-89B5-3AB38EC1485F}"/>
              </a:ext>
            </a:extLst>
          </p:cNvPr>
          <p:cNvGrpSpPr/>
          <p:nvPr/>
        </p:nvGrpSpPr>
        <p:grpSpPr>
          <a:xfrm>
            <a:off x="14299524" y="6360764"/>
            <a:ext cx="1239150" cy="746164"/>
            <a:chOff x="14299524" y="6360764"/>
            <a:chExt cx="1239150" cy="746164"/>
          </a:xfrm>
        </p:grpSpPr>
        <p:sp>
          <p:nvSpPr>
            <p:cNvPr id="14" name="文本框 13">
              <a:extLst>
                <a:ext uri="{FF2B5EF4-FFF2-40B4-BE49-F238E27FC236}">
                  <a16:creationId xmlns:a16="http://schemas.microsoft.com/office/drawing/2014/main" id="{02FAF96A-0438-4D09-9706-184EDB13B066}"/>
                </a:ext>
              </a:extLst>
            </p:cNvPr>
            <p:cNvSpPr txBox="1"/>
            <p:nvPr/>
          </p:nvSpPr>
          <p:spPr>
            <a:xfrm>
              <a:off x="14328086" y="6360764"/>
              <a:ext cx="1210588" cy="400110"/>
            </a:xfrm>
            <a:prstGeom prst="rect">
              <a:avLst/>
            </a:prstGeom>
            <a:noFill/>
            <a:ln>
              <a:noFill/>
            </a:ln>
          </p:spPr>
          <p:txBody>
            <a:bodyPr wrap="none" rtlCol="0">
              <a:spAutoFit/>
            </a:bodyPr>
            <a:lstStyle/>
            <a:p>
              <a:r>
                <a:rPr lang="zh-CN" altLang="en-US" sz="2000" b="1" dirty="0">
                  <a:solidFill>
                    <a:srgbClr val="FFC000"/>
                  </a:solidFill>
                </a:rPr>
                <a:t>可赎回债</a:t>
              </a:r>
            </a:p>
          </p:txBody>
        </p:sp>
        <p:cxnSp>
          <p:nvCxnSpPr>
            <p:cNvPr id="15" name="直接箭头连接符 14">
              <a:extLst>
                <a:ext uri="{FF2B5EF4-FFF2-40B4-BE49-F238E27FC236}">
                  <a16:creationId xmlns:a16="http://schemas.microsoft.com/office/drawing/2014/main" id="{C92208B9-7CCC-4A95-8F5D-55CC8EAB59BF}"/>
                </a:ext>
              </a:extLst>
            </p:cNvPr>
            <p:cNvCxnSpPr>
              <a:cxnSpLocks/>
            </p:cNvCxnSpPr>
            <p:nvPr/>
          </p:nvCxnSpPr>
          <p:spPr>
            <a:xfrm flipH="1">
              <a:off x="14299524" y="6845640"/>
              <a:ext cx="343988" cy="261288"/>
            </a:xfrm>
            <a:prstGeom prst="straightConnector1">
              <a:avLst/>
            </a:prstGeom>
            <a:ln w="19050">
              <a:solidFill>
                <a:srgbClr val="FF8A65"/>
              </a:solidFill>
              <a:tailEnd type="triangle"/>
            </a:ln>
          </p:spPr>
          <p:style>
            <a:lnRef idx="1">
              <a:schemeClr val="accent1"/>
            </a:lnRef>
            <a:fillRef idx="0">
              <a:schemeClr val="accent1"/>
            </a:fillRef>
            <a:effectRef idx="0">
              <a:schemeClr val="accent1"/>
            </a:effectRef>
            <a:fontRef idx="minor">
              <a:schemeClr val="tx1"/>
            </a:fontRef>
          </p:style>
        </p:cxnSp>
      </p:grpSp>
      <p:grpSp>
        <p:nvGrpSpPr>
          <p:cNvPr id="23" name="组合 22">
            <a:extLst>
              <a:ext uri="{FF2B5EF4-FFF2-40B4-BE49-F238E27FC236}">
                <a16:creationId xmlns:a16="http://schemas.microsoft.com/office/drawing/2014/main" id="{1E540C26-220F-44EC-A526-968A59B9237F}"/>
              </a:ext>
            </a:extLst>
          </p:cNvPr>
          <p:cNvGrpSpPr/>
          <p:nvPr/>
        </p:nvGrpSpPr>
        <p:grpSpPr>
          <a:xfrm>
            <a:off x="12447168" y="4570412"/>
            <a:ext cx="1180064" cy="643646"/>
            <a:chOff x="12447168" y="4570412"/>
            <a:chExt cx="1180064" cy="643646"/>
          </a:xfrm>
        </p:grpSpPr>
        <p:sp>
          <p:nvSpPr>
            <p:cNvPr id="12" name="文本框 11">
              <a:extLst>
                <a:ext uri="{FF2B5EF4-FFF2-40B4-BE49-F238E27FC236}">
                  <a16:creationId xmlns:a16="http://schemas.microsoft.com/office/drawing/2014/main" id="{CF184943-3174-496F-80B3-B0F4D2705789}"/>
                </a:ext>
              </a:extLst>
            </p:cNvPr>
            <p:cNvSpPr txBox="1"/>
            <p:nvPr/>
          </p:nvSpPr>
          <p:spPr>
            <a:xfrm>
              <a:off x="12673125" y="4570412"/>
              <a:ext cx="954107" cy="400110"/>
            </a:xfrm>
            <a:prstGeom prst="rect">
              <a:avLst/>
            </a:prstGeom>
            <a:noFill/>
            <a:ln>
              <a:noFill/>
            </a:ln>
          </p:spPr>
          <p:txBody>
            <a:bodyPr wrap="none" rtlCol="0">
              <a:spAutoFit/>
            </a:bodyPr>
            <a:lstStyle/>
            <a:p>
              <a:r>
                <a:rPr lang="zh-CN" altLang="en-US" sz="2000" b="1" dirty="0"/>
                <a:t>普通债</a:t>
              </a:r>
            </a:p>
          </p:txBody>
        </p:sp>
        <p:cxnSp>
          <p:nvCxnSpPr>
            <p:cNvPr id="13" name="直接箭头连接符 12">
              <a:extLst>
                <a:ext uri="{FF2B5EF4-FFF2-40B4-BE49-F238E27FC236}">
                  <a16:creationId xmlns:a16="http://schemas.microsoft.com/office/drawing/2014/main" id="{83B95992-ACC0-4294-A776-45B69EC2A022}"/>
                </a:ext>
              </a:extLst>
            </p:cNvPr>
            <p:cNvCxnSpPr>
              <a:cxnSpLocks/>
            </p:cNvCxnSpPr>
            <p:nvPr/>
          </p:nvCxnSpPr>
          <p:spPr>
            <a:xfrm flipH="1">
              <a:off x="12447168" y="5046714"/>
              <a:ext cx="451914" cy="167344"/>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sp>
        <p:nvSpPr>
          <p:cNvPr id="31" name="左大括号 30">
            <a:extLst>
              <a:ext uri="{FF2B5EF4-FFF2-40B4-BE49-F238E27FC236}">
                <a16:creationId xmlns:a16="http://schemas.microsoft.com/office/drawing/2014/main" id="{2A8B7141-379C-4A2A-8110-25C27CA07FB9}"/>
              </a:ext>
            </a:extLst>
          </p:cNvPr>
          <p:cNvSpPr/>
          <p:nvPr/>
        </p:nvSpPr>
        <p:spPr>
          <a:xfrm rot="10800000">
            <a:off x="12625286" y="5545277"/>
            <a:ext cx="451914" cy="815486"/>
          </a:xfrm>
          <a:prstGeom prst="leftBrace">
            <a:avLst>
              <a:gd name="adj1" fmla="val 5658"/>
              <a:gd name="adj2" fmla="val 40698"/>
            </a:avLst>
          </a:prstGeom>
          <a:ln w="38100">
            <a:solidFill>
              <a:srgbClr val="7030A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sz="2000"/>
          </a:p>
        </p:txBody>
      </p:sp>
      <p:sp>
        <p:nvSpPr>
          <p:cNvPr id="32" name="文本框 31">
            <a:extLst>
              <a:ext uri="{FF2B5EF4-FFF2-40B4-BE49-F238E27FC236}">
                <a16:creationId xmlns:a16="http://schemas.microsoft.com/office/drawing/2014/main" id="{329BD20C-DC7D-4254-AE56-4FA733B03CE6}"/>
              </a:ext>
            </a:extLst>
          </p:cNvPr>
          <p:cNvSpPr txBox="1"/>
          <p:nvPr/>
        </p:nvSpPr>
        <p:spPr>
          <a:xfrm>
            <a:off x="13093435" y="5587541"/>
            <a:ext cx="1467068" cy="400110"/>
          </a:xfrm>
          <a:prstGeom prst="rect">
            <a:avLst/>
          </a:prstGeom>
          <a:noFill/>
        </p:spPr>
        <p:txBody>
          <a:bodyPr wrap="none" rtlCol="0">
            <a:spAutoFit/>
          </a:bodyPr>
          <a:lstStyle/>
          <a:p>
            <a:r>
              <a:rPr lang="zh-CN" altLang="en-US" sz="2000" b="1" dirty="0">
                <a:solidFill>
                  <a:srgbClr val="7030A0"/>
                </a:solidFill>
              </a:rPr>
              <a:t>权利的价值</a:t>
            </a:r>
          </a:p>
        </p:txBody>
      </p:sp>
    </p:spTree>
    <p:extLst>
      <p:ext uri="{BB962C8B-B14F-4D97-AF65-F5344CB8AC3E}">
        <p14:creationId xmlns:p14="http://schemas.microsoft.com/office/powerpoint/2010/main" val="181438521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a:extLst>
              <a:ext uri="{FF2B5EF4-FFF2-40B4-BE49-F238E27FC236}">
                <a16:creationId xmlns:a16="http://schemas.microsoft.com/office/drawing/2014/main" id="{1154FC62-051F-4A2F-B2ED-8BF2CBBADA42}"/>
              </a:ext>
            </a:extLst>
          </p:cNvPr>
          <p:cNvSpPr>
            <a:spLocks noGrp="1"/>
          </p:cNvSpPr>
          <p:nvPr>
            <p:ph type="title"/>
          </p:nvPr>
        </p:nvSpPr>
        <p:spPr/>
        <p:txBody>
          <a:bodyPr/>
          <a:lstStyle/>
          <a:p>
            <a:r>
              <a:rPr lang="zh-CN" altLang="en-US" dirty="0"/>
              <a:t>可回售债券</a:t>
            </a:r>
          </a:p>
        </p:txBody>
      </p:sp>
      <p:sp>
        <p:nvSpPr>
          <p:cNvPr id="2" name="文本占位符 1">
            <a:extLst>
              <a:ext uri="{FF2B5EF4-FFF2-40B4-BE49-F238E27FC236}">
                <a16:creationId xmlns:a16="http://schemas.microsoft.com/office/drawing/2014/main" id="{39FF2A38-0AD3-4A5E-BBA6-5A1BA16B2DC8}"/>
              </a:ext>
            </a:extLst>
          </p:cNvPr>
          <p:cNvSpPr>
            <a:spLocks noGrp="1"/>
          </p:cNvSpPr>
          <p:nvPr>
            <p:ph type="body" idx="1"/>
          </p:nvPr>
        </p:nvSpPr>
        <p:spPr/>
        <p:txBody>
          <a:bodyPr/>
          <a:lstStyle/>
          <a:p>
            <a:r>
              <a:rPr lang="en-US" altLang="zh-CN" b="1" dirty="0"/>
              <a:t>PUTABLE</a:t>
            </a:r>
            <a:r>
              <a:rPr lang="zh-CN" altLang="en-US" dirty="0"/>
              <a:t>：投资人可按约定价格将债券卖回给发行人的权利</a:t>
            </a:r>
            <a:endParaRPr lang="en-US" altLang="zh-CN" dirty="0"/>
          </a:p>
        </p:txBody>
      </p:sp>
      <mc:AlternateContent xmlns:mc="http://schemas.openxmlformats.org/markup-compatibility/2006" xmlns:a14="http://schemas.microsoft.com/office/drawing/2010/main">
        <mc:Choice Requires="a14">
          <p:sp>
            <p:nvSpPr>
              <p:cNvPr id="6" name="内容占位符 5">
                <a:extLst>
                  <a:ext uri="{FF2B5EF4-FFF2-40B4-BE49-F238E27FC236}">
                    <a16:creationId xmlns:a16="http://schemas.microsoft.com/office/drawing/2014/main" id="{988C9487-A842-4662-8F70-6B5FDF9D05B5}"/>
                  </a:ext>
                </a:extLst>
              </p:cNvPr>
              <p:cNvSpPr>
                <a:spLocks noGrp="1"/>
              </p:cNvSpPr>
              <p:nvPr>
                <p:ph sz="half" idx="2"/>
              </p:nvPr>
            </p:nvSpPr>
            <p:spPr>
              <a:xfrm>
                <a:off x="949497" y="2524497"/>
                <a:ext cx="8417436" cy="6908869"/>
              </a:xfrm>
            </p:spPr>
            <p:txBody>
              <a:bodyPr>
                <a:normAutofit/>
              </a:bodyPr>
              <a:lstStyle/>
              <a:p>
                <a:r>
                  <a:rPr lang="zh-CN" altLang="en-US" dirty="0"/>
                  <a:t>曲线形态有两种可能的路径</a:t>
                </a:r>
                <a:endParaRPr lang="en-US" altLang="zh-CN" dirty="0"/>
              </a:p>
              <a:p>
                <a:endParaRPr lang="en-US" altLang="zh-CN" dirty="0"/>
              </a:p>
              <a:p>
                <a:r>
                  <a:rPr lang="zh-CN" altLang="en-US" dirty="0"/>
                  <a:t>普通债券的久期和凸性的性质不再适用</a:t>
                </a:r>
                <a:endParaRPr lang="en-US" altLang="zh-CN" dirty="0"/>
              </a:p>
              <a:p>
                <a:pPr lvl="1"/>
                <a:r>
                  <a:rPr lang="zh-CN" altLang="en-US" dirty="0"/>
                  <a:t>可回收债券的价格存在最小值</a:t>
                </a:r>
                <a:endParaRPr lang="en-US" altLang="zh-CN" dirty="0"/>
              </a:p>
              <a:p>
                <a:pPr lvl="1"/>
                <a14:m>
                  <m:oMath xmlns:m="http://schemas.openxmlformats.org/officeDocument/2006/math">
                    <m:r>
                      <m:rPr>
                        <m:nor/>
                      </m:rPr>
                      <a:rPr lang="en-US" altLang="zh-CN" dirty="0">
                        <a:solidFill>
                          <a:srgbClr val="C00000"/>
                        </a:solidFill>
                      </a:rPr>
                      <m:t>Max</m:t>
                    </m:r>
                    <m:r>
                      <m:rPr>
                        <m:nor/>
                      </m:rPr>
                      <a:rPr lang="en-US" altLang="zh-CN" dirty="0">
                        <a:solidFill>
                          <a:srgbClr val="C00000"/>
                        </a:solidFill>
                      </a:rPr>
                      <m:t>{ </m:t>
                    </m:r>
                    <m:r>
                      <m:rPr>
                        <m:nor/>
                      </m:rPr>
                      <a:rPr lang="zh-CN" altLang="en-US" dirty="0">
                        <a:solidFill>
                          <a:srgbClr val="C00000"/>
                        </a:solidFill>
                      </a:rPr>
                      <m:t>债券价格、行权价 </m:t>
                    </m:r>
                    <m:r>
                      <m:rPr>
                        <m:nor/>
                      </m:rPr>
                      <a:rPr lang="en-US" altLang="zh-CN" dirty="0">
                        <a:solidFill>
                          <a:srgbClr val="C00000"/>
                        </a:solidFill>
                      </a:rPr>
                      <m:t>}&gt;=</m:t>
                    </m:r>
                    <m:r>
                      <m:rPr>
                        <m:nor/>
                      </m:rPr>
                      <a:rPr lang="zh-CN" altLang="en-US" dirty="0">
                        <a:solidFill>
                          <a:srgbClr val="C00000"/>
                        </a:solidFill>
                      </a:rPr>
                      <m:t>行权价</m:t>
                    </m:r>
                  </m:oMath>
                </a14:m>
                <a:endParaRPr lang="en-US" altLang="zh-CN" dirty="0">
                  <a:solidFill>
                    <a:srgbClr val="C00000"/>
                  </a:solidFill>
                </a:endParaRPr>
              </a:p>
              <a:p>
                <a:endParaRPr lang="en-US" altLang="zh-CN" dirty="0"/>
              </a:p>
              <a:p>
                <a:r>
                  <a:rPr lang="zh-CN" altLang="en-US" dirty="0"/>
                  <a:t>权利的价值</a:t>
                </a:r>
                <a:r>
                  <a:rPr lang="en-US" altLang="zh-CN" dirty="0"/>
                  <a:t>=</a:t>
                </a:r>
                <a:r>
                  <a:rPr lang="zh-CN" altLang="en-US" dirty="0"/>
                  <a:t>普通债价格</a:t>
                </a:r>
                <a:r>
                  <a:rPr lang="en-US" altLang="zh-CN" dirty="0"/>
                  <a:t>-</a:t>
                </a:r>
                <a:r>
                  <a:rPr lang="zh-CN" altLang="en-US" dirty="0"/>
                  <a:t>含权债价格</a:t>
                </a:r>
                <a:endParaRPr lang="en-US" altLang="zh-CN" dirty="0"/>
              </a:p>
              <a:p>
                <a:pPr lvl="1"/>
                <a:r>
                  <a:rPr lang="zh-CN" altLang="en-US" dirty="0"/>
                  <a:t>可回售债的价格逐渐降至行权价过程中，权利价值先从</a:t>
                </a:r>
                <a:r>
                  <a:rPr lang="en-US" altLang="zh-CN" dirty="0"/>
                  <a:t>0</a:t>
                </a:r>
                <a:r>
                  <a:rPr lang="zh-CN" altLang="en-US" dirty="0"/>
                  <a:t>增至最大，再缩小至</a:t>
                </a:r>
                <a:r>
                  <a:rPr lang="en-US" altLang="zh-CN" dirty="0"/>
                  <a:t>0</a:t>
                </a:r>
                <a:r>
                  <a:rPr lang="zh-CN" altLang="en-US" dirty="0"/>
                  <a:t>；</a:t>
                </a:r>
                <a:endParaRPr lang="en-US" altLang="zh-CN" dirty="0"/>
              </a:p>
              <a:p>
                <a:pPr lvl="1"/>
                <a:r>
                  <a:rPr lang="zh-CN" altLang="en-US" dirty="0"/>
                  <a:t>权利属于投资人</a:t>
                </a:r>
                <a:endParaRPr lang="en-US" altLang="zh-CN" dirty="0"/>
              </a:p>
            </p:txBody>
          </p:sp>
        </mc:Choice>
        <mc:Fallback xmlns="">
          <p:sp>
            <p:nvSpPr>
              <p:cNvPr id="6" name="内容占位符 5">
                <a:extLst>
                  <a:ext uri="{FF2B5EF4-FFF2-40B4-BE49-F238E27FC236}">
                    <a16:creationId xmlns:a16="http://schemas.microsoft.com/office/drawing/2014/main" id="{988C9487-A842-4662-8F70-6B5FDF9D05B5}"/>
                  </a:ext>
                </a:extLst>
              </p:cNvPr>
              <p:cNvSpPr>
                <a:spLocks noGrp="1" noRot="1" noChangeAspect="1" noMove="1" noResize="1" noEditPoints="1" noAdjustHandles="1" noChangeArrowheads="1" noChangeShapeType="1" noTextEdit="1"/>
              </p:cNvSpPr>
              <p:nvPr>
                <p:ph sz="half" idx="2"/>
              </p:nvPr>
            </p:nvSpPr>
            <p:spPr>
              <a:xfrm>
                <a:off x="949497" y="2524497"/>
                <a:ext cx="8417436" cy="6908869"/>
              </a:xfrm>
              <a:blipFill>
                <a:blip r:embed="rId3"/>
                <a:stretch>
                  <a:fillRect l="-1014" r="-434"/>
                </a:stretch>
              </a:blipFill>
            </p:spPr>
            <p:txBody>
              <a:bodyPr/>
              <a:lstStyle/>
              <a:p>
                <a:r>
                  <a:rPr lang="zh-CN" altLang="en-US">
                    <a:noFill/>
                  </a:rPr>
                  <a:t> </a:t>
                </a:r>
              </a:p>
            </p:txBody>
          </p:sp>
        </mc:Fallback>
      </mc:AlternateContent>
      <p:pic>
        <p:nvPicPr>
          <p:cNvPr id="36" name="内容占位符 35">
            <a:extLst>
              <a:ext uri="{FF2B5EF4-FFF2-40B4-BE49-F238E27FC236}">
                <a16:creationId xmlns:a16="http://schemas.microsoft.com/office/drawing/2014/main" id="{AD9A3656-AB1C-4BB0-9D86-6DFDAF4235AC}"/>
              </a:ext>
            </a:extLst>
          </p:cNvPr>
          <p:cNvPicPr>
            <a:picLocks noGrp="1" noChangeAspect="1"/>
          </p:cNvPicPr>
          <p:nvPr>
            <p:ph sz="quarter" idx="4"/>
          </p:nvPr>
        </p:nvPicPr>
        <p:blipFill>
          <a:blip r:embed="rId4"/>
          <a:stretch>
            <a:fillRect/>
          </a:stretch>
        </p:blipFill>
        <p:spPr>
          <a:xfrm>
            <a:off x="10077450" y="3479799"/>
            <a:ext cx="6338491" cy="5343983"/>
          </a:xfrm>
        </p:spPr>
      </p:pic>
      <p:grpSp>
        <p:nvGrpSpPr>
          <p:cNvPr id="39" name="组合 38">
            <a:extLst>
              <a:ext uri="{FF2B5EF4-FFF2-40B4-BE49-F238E27FC236}">
                <a16:creationId xmlns:a16="http://schemas.microsoft.com/office/drawing/2014/main" id="{EA8B1510-E83E-47F2-BF57-880784D2F4D5}"/>
              </a:ext>
            </a:extLst>
          </p:cNvPr>
          <p:cNvGrpSpPr/>
          <p:nvPr/>
        </p:nvGrpSpPr>
        <p:grpSpPr>
          <a:xfrm>
            <a:off x="10313043" y="3738326"/>
            <a:ext cx="6017398" cy="2801369"/>
            <a:chOff x="6677440" y="2307196"/>
            <a:chExt cx="5013434" cy="2171652"/>
          </a:xfrm>
        </p:grpSpPr>
        <p:sp>
          <p:nvSpPr>
            <p:cNvPr id="29" name="左大括号 28">
              <a:extLst>
                <a:ext uri="{FF2B5EF4-FFF2-40B4-BE49-F238E27FC236}">
                  <a16:creationId xmlns:a16="http://schemas.microsoft.com/office/drawing/2014/main" id="{1AAD8884-43E5-46F7-B2A3-7B1C3EC81546}"/>
                </a:ext>
              </a:extLst>
            </p:cNvPr>
            <p:cNvSpPr/>
            <p:nvPr/>
          </p:nvSpPr>
          <p:spPr>
            <a:xfrm>
              <a:off x="8579451" y="3689022"/>
              <a:ext cx="283780" cy="639762"/>
            </a:xfrm>
            <a:prstGeom prst="leftBrace">
              <a:avLst/>
            </a:prstGeom>
            <a:ln w="38100">
              <a:solidFill>
                <a:srgbClr val="7030A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sz="2000"/>
            </a:p>
          </p:txBody>
        </p:sp>
        <p:sp>
          <p:nvSpPr>
            <p:cNvPr id="30" name="文本框 29">
              <a:extLst>
                <a:ext uri="{FF2B5EF4-FFF2-40B4-BE49-F238E27FC236}">
                  <a16:creationId xmlns:a16="http://schemas.microsoft.com/office/drawing/2014/main" id="{D550FBCD-9FC7-48B6-AA56-AB2FBD699BC0}"/>
                </a:ext>
              </a:extLst>
            </p:cNvPr>
            <p:cNvSpPr txBox="1"/>
            <p:nvPr/>
          </p:nvSpPr>
          <p:spPr>
            <a:xfrm>
              <a:off x="6759722" y="3748665"/>
              <a:ext cx="1467068" cy="400110"/>
            </a:xfrm>
            <a:prstGeom prst="rect">
              <a:avLst/>
            </a:prstGeom>
            <a:noFill/>
            <a:ln>
              <a:noFill/>
            </a:ln>
          </p:spPr>
          <p:txBody>
            <a:bodyPr wrap="none" rtlCol="0">
              <a:spAutoFit/>
            </a:bodyPr>
            <a:lstStyle/>
            <a:p>
              <a:r>
                <a:rPr lang="zh-CN" altLang="en-US" sz="2000" b="1" dirty="0">
                  <a:solidFill>
                    <a:srgbClr val="7030A0"/>
                  </a:solidFill>
                </a:rPr>
                <a:t>权利的价值</a:t>
              </a:r>
            </a:p>
          </p:txBody>
        </p:sp>
        <p:grpSp>
          <p:nvGrpSpPr>
            <p:cNvPr id="38" name="组合 37">
              <a:extLst>
                <a:ext uri="{FF2B5EF4-FFF2-40B4-BE49-F238E27FC236}">
                  <a16:creationId xmlns:a16="http://schemas.microsoft.com/office/drawing/2014/main" id="{6D55EB9A-6FD5-4009-99B8-25A98EA24C1C}"/>
                </a:ext>
              </a:extLst>
            </p:cNvPr>
            <p:cNvGrpSpPr/>
            <p:nvPr/>
          </p:nvGrpSpPr>
          <p:grpSpPr>
            <a:xfrm>
              <a:off x="6677440" y="2307196"/>
              <a:ext cx="5013434" cy="2171652"/>
              <a:chOff x="6677440" y="2307196"/>
              <a:chExt cx="5013434" cy="2171652"/>
            </a:xfrm>
          </p:grpSpPr>
          <p:cxnSp>
            <p:nvCxnSpPr>
              <p:cNvPr id="32" name="直接连接符 31">
                <a:extLst>
                  <a:ext uri="{FF2B5EF4-FFF2-40B4-BE49-F238E27FC236}">
                    <a16:creationId xmlns:a16="http://schemas.microsoft.com/office/drawing/2014/main" id="{B0741D11-2603-41EF-BA3A-98804811194C}"/>
                  </a:ext>
                </a:extLst>
              </p:cNvPr>
              <p:cNvCxnSpPr>
                <a:cxnSpLocks/>
              </p:cNvCxnSpPr>
              <p:nvPr/>
            </p:nvCxnSpPr>
            <p:spPr>
              <a:xfrm>
                <a:off x="10825653" y="4400008"/>
                <a:ext cx="609602" cy="0"/>
              </a:xfrm>
              <a:prstGeom prst="line">
                <a:avLst/>
              </a:prstGeom>
              <a:ln w="101600"/>
            </p:spPr>
            <p:style>
              <a:lnRef idx="1">
                <a:schemeClr val="accent1"/>
              </a:lnRef>
              <a:fillRef idx="0">
                <a:schemeClr val="accent1"/>
              </a:fillRef>
              <a:effectRef idx="0">
                <a:schemeClr val="accent1"/>
              </a:effectRef>
              <a:fontRef idx="minor">
                <a:schemeClr val="tx1"/>
              </a:fontRef>
            </p:style>
          </p:cxnSp>
          <p:grpSp>
            <p:nvGrpSpPr>
              <p:cNvPr id="28" name="组合 27">
                <a:extLst>
                  <a:ext uri="{FF2B5EF4-FFF2-40B4-BE49-F238E27FC236}">
                    <a16:creationId xmlns:a16="http://schemas.microsoft.com/office/drawing/2014/main" id="{6BB6C8BF-6D3A-455D-A98B-86D6E9D84EFA}"/>
                  </a:ext>
                </a:extLst>
              </p:cNvPr>
              <p:cNvGrpSpPr/>
              <p:nvPr/>
            </p:nvGrpSpPr>
            <p:grpSpPr>
              <a:xfrm>
                <a:off x="6677440" y="2307196"/>
                <a:ext cx="5013434" cy="2171652"/>
                <a:chOff x="6495914" y="2305757"/>
                <a:chExt cx="5013434" cy="2171652"/>
              </a:xfrm>
            </p:grpSpPr>
            <p:grpSp>
              <p:nvGrpSpPr>
                <p:cNvPr id="14" name="组合 13">
                  <a:extLst>
                    <a:ext uri="{FF2B5EF4-FFF2-40B4-BE49-F238E27FC236}">
                      <a16:creationId xmlns:a16="http://schemas.microsoft.com/office/drawing/2014/main" id="{1C50D91E-3539-45F9-A703-4976751EC359}"/>
                    </a:ext>
                  </a:extLst>
                </p:cNvPr>
                <p:cNvGrpSpPr/>
                <p:nvPr/>
              </p:nvGrpSpPr>
              <p:grpSpPr>
                <a:xfrm>
                  <a:off x="10555241" y="3690889"/>
                  <a:ext cx="954107" cy="569494"/>
                  <a:chOff x="10975654" y="3759015"/>
                  <a:chExt cx="954107" cy="569494"/>
                </a:xfrm>
              </p:grpSpPr>
              <p:sp>
                <p:nvSpPr>
                  <p:cNvPr id="7" name="文本框 6">
                    <a:extLst>
                      <a:ext uri="{FF2B5EF4-FFF2-40B4-BE49-F238E27FC236}">
                        <a16:creationId xmlns:a16="http://schemas.microsoft.com/office/drawing/2014/main" id="{C0BE57EF-B457-4D4D-92D8-C97B644FD96F}"/>
                      </a:ext>
                    </a:extLst>
                  </p:cNvPr>
                  <p:cNvSpPr txBox="1"/>
                  <p:nvPr/>
                </p:nvSpPr>
                <p:spPr>
                  <a:xfrm>
                    <a:off x="10975654" y="3759015"/>
                    <a:ext cx="954107" cy="400110"/>
                  </a:xfrm>
                  <a:prstGeom prst="rect">
                    <a:avLst/>
                  </a:prstGeom>
                  <a:noFill/>
                </p:spPr>
                <p:txBody>
                  <a:bodyPr wrap="none" rtlCol="0">
                    <a:spAutoFit/>
                  </a:bodyPr>
                  <a:lstStyle/>
                  <a:p>
                    <a:r>
                      <a:rPr lang="zh-CN" altLang="en-US" sz="2000" dirty="0">
                        <a:solidFill>
                          <a:srgbClr val="00B0F0"/>
                        </a:solidFill>
                      </a:rPr>
                      <a:t>行权价</a:t>
                    </a:r>
                  </a:p>
                </p:txBody>
              </p:sp>
              <p:cxnSp>
                <p:nvCxnSpPr>
                  <p:cNvPr id="9" name="直接箭头连接符 8">
                    <a:extLst>
                      <a:ext uri="{FF2B5EF4-FFF2-40B4-BE49-F238E27FC236}">
                        <a16:creationId xmlns:a16="http://schemas.microsoft.com/office/drawing/2014/main" id="{B8192A5D-2585-42BC-AFDB-D17AC37C7D40}"/>
                      </a:ext>
                    </a:extLst>
                  </p:cNvPr>
                  <p:cNvCxnSpPr>
                    <a:cxnSpLocks/>
                    <a:stCxn id="7" idx="2"/>
                  </p:cNvCxnSpPr>
                  <p:nvPr/>
                </p:nvCxnSpPr>
                <p:spPr>
                  <a:xfrm flipH="1">
                    <a:off x="11190668" y="4159125"/>
                    <a:ext cx="262040" cy="169384"/>
                  </a:xfrm>
                  <a:prstGeom prst="straightConnector1">
                    <a:avLst/>
                  </a:prstGeom>
                  <a:ln w="19050">
                    <a:solidFill>
                      <a:srgbClr val="00B0F0"/>
                    </a:solidFill>
                    <a:tailEnd type="triangle"/>
                  </a:ln>
                </p:spPr>
                <p:style>
                  <a:lnRef idx="1">
                    <a:schemeClr val="accent1"/>
                  </a:lnRef>
                  <a:fillRef idx="0">
                    <a:schemeClr val="accent1"/>
                  </a:fillRef>
                  <a:effectRef idx="0">
                    <a:schemeClr val="accent1"/>
                  </a:effectRef>
                  <a:fontRef idx="minor">
                    <a:schemeClr val="tx1"/>
                  </a:fontRef>
                </p:style>
              </p:cxnSp>
            </p:grpSp>
            <p:sp>
              <p:nvSpPr>
                <p:cNvPr id="10" name="椭圆 9">
                  <a:extLst>
                    <a:ext uri="{FF2B5EF4-FFF2-40B4-BE49-F238E27FC236}">
                      <a16:creationId xmlns:a16="http://schemas.microsoft.com/office/drawing/2014/main" id="{429FC7C3-6E85-4B77-A974-4342BE2B80CE}"/>
                    </a:ext>
                  </a:extLst>
                </p:cNvPr>
                <p:cNvSpPr/>
                <p:nvPr/>
              </p:nvSpPr>
              <p:spPr>
                <a:xfrm>
                  <a:off x="10555241" y="4322607"/>
                  <a:ext cx="154802" cy="154802"/>
                </a:xfrm>
                <a:prstGeom prst="ellipse">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000"/>
                </a:p>
              </p:txBody>
            </p:sp>
            <p:grpSp>
              <p:nvGrpSpPr>
                <p:cNvPr id="13" name="组合 12">
                  <a:extLst>
                    <a:ext uri="{FF2B5EF4-FFF2-40B4-BE49-F238E27FC236}">
                      <a16:creationId xmlns:a16="http://schemas.microsoft.com/office/drawing/2014/main" id="{C25A55FA-342A-4DB9-96E0-B83C40D8F91C}"/>
                    </a:ext>
                  </a:extLst>
                </p:cNvPr>
                <p:cNvGrpSpPr/>
                <p:nvPr/>
              </p:nvGrpSpPr>
              <p:grpSpPr>
                <a:xfrm>
                  <a:off x="7922847" y="2305757"/>
                  <a:ext cx="1210588" cy="686137"/>
                  <a:chOff x="7922847" y="2305757"/>
                  <a:chExt cx="1210588" cy="686137"/>
                </a:xfrm>
              </p:grpSpPr>
              <p:sp>
                <p:nvSpPr>
                  <p:cNvPr id="11" name="文本框 10">
                    <a:extLst>
                      <a:ext uri="{FF2B5EF4-FFF2-40B4-BE49-F238E27FC236}">
                        <a16:creationId xmlns:a16="http://schemas.microsoft.com/office/drawing/2014/main" id="{07B54975-1862-42A9-807B-48068F290FD3}"/>
                      </a:ext>
                    </a:extLst>
                  </p:cNvPr>
                  <p:cNvSpPr txBox="1"/>
                  <p:nvPr/>
                </p:nvSpPr>
                <p:spPr>
                  <a:xfrm>
                    <a:off x="7922847" y="2305757"/>
                    <a:ext cx="1210588" cy="400110"/>
                  </a:xfrm>
                  <a:prstGeom prst="rect">
                    <a:avLst/>
                  </a:prstGeom>
                  <a:noFill/>
                  <a:ln>
                    <a:noFill/>
                  </a:ln>
                </p:spPr>
                <p:txBody>
                  <a:bodyPr wrap="none" rtlCol="0">
                    <a:spAutoFit/>
                  </a:bodyPr>
                  <a:lstStyle/>
                  <a:p>
                    <a:r>
                      <a:rPr lang="zh-CN" altLang="en-US" sz="2000" b="1" dirty="0">
                        <a:solidFill>
                          <a:srgbClr val="FFC000"/>
                        </a:solidFill>
                      </a:rPr>
                      <a:t>可回售债</a:t>
                    </a:r>
                  </a:p>
                </p:txBody>
              </p:sp>
              <p:cxnSp>
                <p:nvCxnSpPr>
                  <p:cNvPr id="12" name="直接箭头连接符 11">
                    <a:extLst>
                      <a:ext uri="{FF2B5EF4-FFF2-40B4-BE49-F238E27FC236}">
                        <a16:creationId xmlns:a16="http://schemas.microsoft.com/office/drawing/2014/main" id="{E58476BD-5CD2-4130-93BF-38097C6A3B77}"/>
                      </a:ext>
                    </a:extLst>
                  </p:cNvPr>
                  <p:cNvCxnSpPr>
                    <a:cxnSpLocks/>
                  </p:cNvCxnSpPr>
                  <p:nvPr/>
                </p:nvCxnSpPr>
                <p:spPr>
                  <a:xfrm flipH="1">
                    <a:off x="8037564" y="2696397"/>
                    <a:ext cx="160503" cy="295497"/>
                  </a:xfrm>
                  <a:prstGeom prst="straightConnector1">
                    <a:avLst/>
                  </a:prstGeom>
                  <a:ln w="19050">
                    <a:solidFill>
                      <a:srgbClr val="FF8A65"/>
                    </a:solidFill>
                    <a:tailEnd type="triangle"/>
                  </a:ln>
                </p:spPr>
                <p:style>
                  <a:lnRef idx="1">
                    <a:schemeClr val="accent1"/>
                  </a:lnRef>
                  <a:fillRef idx="0">
                    <a:schemeClr val="accent1"/>
                  </a:fillRef>
                  <a:effectRef idx="0">
                    <a:schemeClr val="accent1"/>
                  </a:effectRef>
                  <a:fontRef idx="minor">
                    <a:schemeClr val="tx1"/>
                  </a:fontRef>
                </p:style>
              </p:cxnSp>
            </p:grpSp>
            <p:grpSp>
              <p:nvGrpSpPr>
                <p:cNvPr id="16" name="组合 15">
                  <a:extLst>
                    <a:ext uri="{FF2B5EF4-FFF2-40B4-BE49-F238E27FC236}">
                      <a16:creationId xmlns:a16="http://schemas.microsoft.com/office/drawing/2014/main" id="{1FF6E9F9-FEE4-4515-8F8E-131C193D682C}"/>
                    </a:ext>
                  </a:extLst>
                </p:cNvPr>
                <p:cNvGrpSpPr/>
                <p:nvPr/>
              </p:nvGrpSpPr>
              <p:grpSpPr>
                <a:xfrm>
                  <a:off x="6495914" y="2609911"/>
                  <a:ext cx="954107" cy="480895"/>
                  <a:chOff x="7883279" y="1438368"/>
                  <a:chExt cx="954107" cy="480895"/>
                </a:xfrm>
              </p:grpSpPr>
              <p:sp>
                <p:nvSpPr>
                  <p:cNvPr id="17" name="文本框 16">
                    <a:extLst>
                      <a:ext uri="{FF2B5EF4-FFF2-40B4-BE49-F238E27FC236}">
                        <a16:creationId xmlns:a16="http://schemas.microsoft.com/office/drawing/2014/main" id="{42C4ED3B-BC02-4239-A16F-589C55F1D94D}"/>
                      </a:ext>
                    </a:extLst>
                  </p:cNvPr>
                  <p:cNvSpPr txBox="1"/>
                  <p:nvPr/>
                </p:nvSpPr>
                <p:spPr>
                  <a:xfrm>
                    <a:off x="7883279" y="1438368"/>
                    <a:ext cx="954107" cy="400110"/>
                  </a:xfrm>
                  <a:prstGeom prst="rect">
                    <a:avLst/>
                  </a:prstGeom>
                  <a:noFill/>
                  <a:ln>
                    <a:noFill/>
                  </a:ln>
                </p:spPr>
                <p:txBody>
                  <a:bodyPr wrap="none" rtlCol="0">
                    <a:spAutoFit/>
                  </a:bodyPr>
                  <a:lstStyle/>
                  <a:p>
                    <a:r>
                      <a:rPr lang="zh-CN" altLang="en-US" sz="2000" b="1" dirty="0"/>
                      <a:t>普通债</a:t>
                    </a:r>
                  </a:p>
                </p:txBody>
              </p:sp>
              <p:cxnSp>
                <p:nvCxnSpPr>
                  <p:cNvPr id="18" name="直接箭头连接符 17">
                    <a:extLst>
                      <a:ext uri="{FF2B5EF4-FFF2-40B4-BE49-F238E27FC236}">
                        <a16:creationId xmlns:a16="http://schemas.microsoft.com/office/drawing/2014/main" id="{1B56ED73-B8FF-4B1B-AF1B-681A320DA13C}"/>
                      </a:ext>
                    </a:extLst>
                  </p:cNvPr>
                  <p:cNvCxnSpPr>
                    <a:cxnSpLocks/>
                  </p:cNvCxnSpPr>
                  <p:nvPr/>
                </p:nvCxnSpPr>
                <p:spPr>
                  <a:xfrm>
                    <a:off x="8646715" y="1820351"/>
                    <a:ext cx="165125" cy="98912"/>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grpSp>
        </p:grpSp>
      </p:grpSp>
    </p:spTree>
    <p:extLst>
      <p:ext uri="{BB962C8B-B14F-4D97-AF65-F5344CB8AC3E}">
        <p14:creationId xmlns:p14="http://schemas.microsoft.com/office/powerpoint/2010/main" val="78044578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标题 8"/>
          <p:cNvSpPr>
            <a:spLocks noGrp="1"/>
          </p:cNvSpPr>
          <p:nvPr>
            <p:ph type="title"/>
          </p:nvPr>
        </p:nvSpPr>
        <p:spPr/>
        <p:txBody>
          <a:bodyPr/>
          <a:lstStyle/>
          <a:p>
            <a:r>
              <a:rPr lang="zh-CN" altLang="en-US" dirty="0"/>
              <a:t>可转换债券</a:t>
            </a:r>
          </a:p>
        </p:txBody>
      </p:sp>
      <p:sp>
        <p:nvSpPr>
          <p:cNvPr id="8" name="内容占位符 7">
            <a:extLst>
              <a:ext uri="{FF2B5EF4-FFF2-40B4-BE49-F238E27FC236}">
                <a16:creationId xmlns:a16="http://schemas.microsoft.com/office/drawing/2014/main" id="{AC8354A2-A90E-46D0-9B77-C030BDD69322}"/>
              </a:ext>
            </a:extLst>
          </p:cNvPr>
          <p:cNvSpPr>
            <a:spLocks noGrp="1"/>
          </p:cNvSpPr>
          <p:nvPr>
            <p:ph sz="half" idx="1"/>
          </p:nvPr>
        </p:nvSpPr>
        <p:spPr/>
        <p:txBody>
          <a:bodyPr/>
          <a:lstStyle/>
          <a:p>
            <a:r>
              <a:rPr lang="en-US" altLang="zh-CN" dirty="0"/>
              <a:t>CONVERTIBLE</a:t>
            </a:r>
            <a:r>
              <a:rPr lang="zh-CN" altLang="en-US" dirty="0"/>
              <a:t>：可转换债券合约中嵌入了在符合约定条件下，投资人可将持有债券转换为相应股份的权利。</a:t>
            </a:r>
            <a:endParaRPr lang="en-US" altLang="zh-CN" dirty="0"/>
          </a:p>
          <a:p>
            <a:r>
              <a:rPr lang="zh-CN" altLang="en-US" dirty="0"/>
              <a:t>行权前，投资人需判断行权所带来的收益和购买一个普通债券</a:t>
            </a:r>
            <a:r>
              <a:rPr lang="en-US" altLang="zh-CN" dirty="0"/>
              <a:t>+</a:t>
            </a:r>
            <a:r>
              <a:rPr lang="zh-CN" altLang="en-US" dirty="0"/>
              <a:t>相应股份的组合之间的收益差距。这个收益差距，就是可转债的权利价值。</a:t>
            </a:r>
          </a:p>
        </p:txBody>
      </p:sp>
      <p:pic>
        <p:nvPicPr>
          <p:cNvPr id="10" name="内容占位符 9">
            <a:extLst>
              <a:ext uri="{FF2B5EF4-FFF2-40B4-BE49-F238E27FC236}">
                <a16:creationId xmlns:a16="http://schemas.microsoft.com/office/drawing/2014/main" id="{457B65C0-E728-4CF3-B4D9-DCACCD8496E8}"/>
              </a:ext>
            </a:extLst>
          </p:cNvPr>
          <p:cNvPicPr>
            <a:picLocks noGrp="1" noChangeAspect="1"/>
          </p:cNvPicPr>
          <p:nvPr>
            <p:ph sz="half" idx="12"/>
          </p:nvPr>
        </p:nvPicPr>
        <p:blipFill>
          <a:blip r:embed="rId2"/>
          <a:stretch>
            <a:fillRect/>
          </a:stretch>
        </p:blipFill>
        <p:spPr>
          <a:xfrm>
            <a:off x="949497" y="4069193"/>
            <a:ext cx="7231375" cy="5279978"/>
          </a:xfrm>
          <a:ln>
            <a:solidFill>
              <a:schemeClr val="accent1"/>
            </a:solidFill>
          </a:ln>
        </p:spPr>
      </p:pic>
      <p:pic>
        <p:nvPicPr>
          <p:cNvPr id="12" name="内容占位符 3">
            <a:extLst>
              <a:ext uri="{FF2B5EF4-FFF2-40B4-BE49-F238E27FC236}">
                <a16:creationId xmlns:a16="http://schemas.microsoft.com/office/drawing/2014/main" id="{AA19FBB3-0640-496D-B2B6-18CE73E19E08}"/>
              </a:ext>
            </a:extLst>
          </p:cNvPr>
          <p:cNvPicPr>
            <a:picLocks noGrp="1" noChangeAspect="1"/>
          </p:cNvPicPr>
          <p:nvPr>
            <p:ph sz="half" idx="13"/>
          </p:nvPr>
        </p:nvPicPr>
        <p:blipFill>
          <a:blip r:embed="rId3"/>
          <a:stretch>
            <a:fillRect/>
          </a:stretch>
        </p:blipFill>
        <p:spPr>
          <a:xfrm>
            <a:off x="8638845" y="4069193"/>
            <a:ext cx="7550641" cy="5207739"/>
          </a:xfrm>
          <a:ln>
            <a:solidFill>
              <a:schemeClr val="accent1"/>
            </a:solidFill>
          </a:ln>
        </p:spPr>
      </p:pic>
    </p:spTree>
    <p:extLst>
      <p:ext uri="{BB962C8B-B14F-4D97-AF65-F5344CB8AC3E}">
        <p14:creationId xmlns:p14="http://schemas.microsoft.com/office/powerpoint/2010/main" val="13484320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p:txBody>
          <a:bodyPr/>
          <a:lstStyle/>
          <a:p>
            <a:r>
              <a:rPr lang="zh-CN" altLang="en-US" dirty="0"/>
              <a:t>例：通鼎转债</a:t>
            </a:r>
          </a:p>
        </p:txBody>
      </p:sp>
      <p:graphicFrame>
        <p:nvGraphicFramePr>
          <p:cNvPr id="13" name="内容占位符 12">
            <a:extLst>
              <a:ext uri="{FF2B5EF4-FFF2-40B4-BE49-F238E27FC236}">
                <a16:creationId xmlns:a16="http://schemas.microsoft.com/office/drawing/2014/main" id="{ACEDC71F-9DB3-4C01-BA1F-4EB75704B51D}"/>
              </a:ext>
            </a:extLst>
          </p:cNvPr>
          <p:cNvGraphicFramePr>
            <a:graphicFrameLocks noGrp="1"/>
          </p:cNvGraphicFramePr>
          <p:nvPr>
            <p:ph sz="half" idx="12"/>
            <p:extLst>
              <p:ext uri="{D42A27DB-BD31-4B8C-83A1-F6EECF244321}">
                <p14:modId xmlns:p14="http://schemas.microsoft.com/office/powerpoint/2010/main" val="2507466518"/>
              </p:ext>
            </p:extLst>
          </p:nvPr>
        </p:nvGraphicFramePr>
        <p:xfrm>
          <a:off x="949325" y="4758073"/>
          <a:ext cx="7546975" cy="4663739"/>
        </p:xfrm>
        <a:graphic>
          <a:graphicData uri="http://schemas.openxmlformats.org/drawingml/2006/chart">
            <c:chart xmlns:c="http://schemas.openxmlformats.org/drawingml/2006/chart" xmlns:r="http://schemas.openxmlformats.org/officeDocument/2006/relationships" r:id="rId3"/>
          </a:graphicData>
        </a:graphic>
      </p:graphicFrame>
      <p:grpSp>
        <p:nvGrpSpPr>
          <p:cNvPr id="16" name="组合 15">
            <a:extLst>
              <a:ext uri="{FF2B5EF4-FFF2-40B4-BE49-F238E27FC236}">
                <a16:creationId xmlns:a16="http://schemas.microsoft.com/office/drawing/2014/main" id="{EEC18D6B-5A96-40FE-9715-50051CA40BAF}"/>
              </a:ext>
            </a:extLst>
          </p:cNvPr>
          <p:cNvGrpSpPr/>
          <p:nvPr/>
        </p:nvGrpSpPr>
        <p:grpSpPr>
          <a:xfrm>
            <a:off x="9058542" y="4736385"/>
            <a:ext cx="7097418" cy="4496515"/>
            <a:chOff x="9058542" y="4758074"/>
            <a:chExt cx="6625405" cy="4184388"/>
          </a:xfrm>
        </p:grpSpPr>
        <p:graphicFrame>
          <p:nvGraphicFramePr>
            <p:cNvPr id="17" name="图表 16">
              <a:extLst>
                <a:ext uri="{FF2B5EF4-FFF2-40B4-BE49-F238E27FC236}">
                  <a16:creationId xmlns:a16="http://schemas.microsoft.com/office/drawing/2014/main" id="{17F3BA89-FE76-4F4D-80D7-3478DD45C2CE}"/>
                </a:ext>
              </a:extLst>
            </p:cNvPr>
            <p:cNvGraphicFramePr>
              <a:graphicFrameLocks/>
            </p:cNvGraphicFramePr>
            <p:nvPr>
              <p:extLst>
                <p:ext uri="{D42A27DB-BD31-4B8C-83A1-F6EECF244321}">
                  <p14:modId xmlns:p14="http://schemas.microsoft.com/office/powerpoint/2010/main" val="1478498065"/>
                </p:ext>
              </p:extLst>
            </p:nvPr>
          </p:nvGraphicFramePr>
          <p:xfrm>
            <a:off x="9058542" y="4758074"/>
            <a:ext cx="6625405" cy="4184388"/>
          </p:xfrm>
          <a:graphic>
            <a:graphicData uri="http://schemas.openxmlformats.org/drawingml/2006/chart">
              <c:chart xmlns:c="http://schemas.openxmlformats.org/drawingml/2006/chart" xmlns:r="http://schemas.openxmlformats.org/officeDocument/2006/relationships" r:id="rId4"/>
            </a:graphicData>
          </a:graphic>
        </p:graphicFrame>
        <p:grpSp>
          <p:nvGrpSpPr>
            <p:cNvPr id="19" name="组合 18">
              <a:extLst>
                <a:ext uri="{FF2B5EF4-FFF2-40B4-BE49-F238E27FC236}">
                  <a16:creationId xmlns:a16="http://schemas.microsoft.com/office/drawing/2014/main" id="{0A09C695-60EA-4473-B9D6-1A5C9AE4A24D}"/>
                </a:ext>
              </a:extLst>
            </p:cNvPr>
            <p:cNvGrpSpPr/>
            <p:nvPr/>
          </p:nvGrpSpPr>
          <p:grpSpPr>
            <a:xfrm>
              <a:off x="9991904" y="7299182"/>
              <a:ext cx="4032207" cy="1003780"/>
              <a:chOff x="5639850" y="4988119"/>
              <a:chExt cx="3138189" cy="835817"/>
            </a:xfrm>
          </p:grpSpPr>
          <p:cxnSp>
            <p:nvCxnSpPr>
              <p:cNvPr id="22" name="直接连接符 21">
                <a:extLst>
                  <a:ext uri="{FF2B5EF4-FFF2-40B4-BE49-F238E27FC236}">
                    <a16:creationId xmlns:a16="http://schemas.microsoft.com/office/drawing/2014/main" id="{2BE7D852-45A2-47E4-B31B-68054E13EB4C}"/>
                  </a:ext>
                </a:extLst>
              </p:cNvPr>
              <p:cNvCxnSpPr>
                <a:cxnSpLocks/>
              </p:cNvCxnSpPr>
              <p:nvPr/>
            </p:nvCxnSpPr>
            <p:spPr>
              <a:xfrm flipV="1">
                <a:off x="5639850" y="4988119"/>
                <a:ext cx="71128" cy="835817"/>
              </a:xfrm>
              <a:prstGeom prst="line">
                <a:avLst/>
              </a:prstGeom>
              <a:ln w="127000">
                <a:solidFill>
                  <a:srgbClr val="00B050">
                    <a:alpha val="40000"/>
                  </a:srgbClr>
                </a:solidFill>
              </a:ln>
            </p:spPr>
            <p:style>
              <a:lnRef idx="1">
                <a:schemeClr val="accent1"/>
              </a:lnRef>
              <a:fillRef idx="0">
                <a:schemeClr val="accent1"/>
              </a:fillRef>
              <a:effectRef idx="0">
                <a:schemeClr val="accent1"/>
              </a:effectRef>
              <a:fontRef idx="minor">
                <a:schemeClr val="tx1"/>
              </a:fontRef>
            </p:style>
          </p:cxnSp>
          <p:cxnSp>
            <p:nvCxnSpPr>
              <p:cNvPr id="23" name="直接连接符 22">
                <a:extLst>
                  <a:ext uri="{FF2B5EF4-FFF2-40B4-BE49-F238E27FC236}">
                    <a16:creationId xmlns:a16="http://schemas.microsoft.com/office/drawing/2014/main" id="{9E6A873F-6F17-4100-BC18-3B4E88A0C9A8}"/>
                  </a:ext>
                </a:extLst>
              </p:cNvPr>
              <p:cNvCxnSpPr>
                <a:cxnSpLocks/>
              </p:cNvCxnSpPr>
              <p:nvPr/>
            </p:nvCxnSpPr>
            <p:spPr>
              <a:xfrm>
                <a:off x="5710978" y="4988119"/>
                <a:ext cx="3067061" cy="0"/>
              </a:xfrm>
              <a:prstGeom prst="line">
                <a:avLst/>
              </a:prstGeom>
              <a:ln w="127000">
                <a:solidFill>
                  <a:srgbClr val="00B050">
                    <a:alpha val="40000"/>
                  </a:srgbClr>
                </a:solidFill>
              </a:ln>
            </p:spPr>
            <p:style>
              <a:lnRef idx="1">
                <a:schemeClr val="accent1"/>
              </a:lnRef>
              <a:fillRef idx="0">
                <a:schemeClr val="accent1"/>
              </a:fillRef>
              <a:effectRef idx="0">
                <a:schemeClr val="accent1"/>
              </a:effectRef>
              <a:fontRef idx="minor">
                <a:schemeClr val="tx1"/>
              </a:fontRef>
            </p:style>
          </p:cxnSp>
        </p:grpSp>
      </p:grpSp>
      <p:graphicFrame>
        <p:nvGraphicFramePr>
          <p:cNvPr id="27" name="内容占位符 26">
            <a:extLst>
              <a:ext uri="{FF2B5EF4-FFF2-40B4-BE49-F238E27FC236}">
                <a16:creationId xmlns:a16="http://schemas.microsoft.com/office/drawing/2014/main" id="{89890478-F5EE-484B-BA46-BF7BC146E5DE}"/>
              </a:ext>
            </a:extLst>
          </p:cNvPr>
          <p:cNvGraphicFramePr>
            <a:graphicFrameLocks noGrp="1"/>
          </p:cNvGraphicFramePr>
          <p:nvPr>
            <p:ph sz="half" idx="1"/>
            <p:extLst>
              <p:ext uri="{D42A27DB-BD31-4B8C-83A1-F6EECF244321}">
                <p14:modId xmlns:p14="http://schemas.microsoft.com/office/powerpoint/2010/main" val="1162458442"/>
              </p:ext>
            </p:extLst>
          </p:nvPr>
        </p:nvGraphicFramePr>
        <p:xfrm>
          <a:off x="949325" y="1593850"/>
          <a:ext cx="15378696" cy="3141793"/>
        </p:xfrm>
        <a:graphic>
          <a:graphicData uri="http://schemas.openxmlformats.org/drawingml/2006/table">
            <a:tbl>
              <a:tblPr firstRow="1" bandRow="1">
                <a:tableStyleId>{7DF18680-E054-41AD-8BC1-D1AEF772440D}</a:tableStyleId>
              </a:tblPr>
              <a:tblGrid>
                <a:gridCol w="2592772">
                  <a:extLst>
                    <a:ext uri="{9D8B030D-6E8A-4147-A177-3AD203B41FA5}">
                      <a16:colId xmlns:a16="http://schemas.microsoft.com/office/drawing/2014/main" val="3831085112"/>
                    </a:ext>
                  </a:extLst>
                </a:gridCol>
                <a:gridCol w="12785924">
                  <a:extLst>
                    <a:ext uri="{9D8B030D-6E8A-4147-A177-3AD203B41FA5}">
                      <a16:colId xmlns:a16="http://schemas.microsoft.com/office/drawing/2014/main" val="1882807710"/>
                    </a:ext>
                  </a:extLst>
                </a:gridCol>
              </a:tblGrid>
              <a:tr h="497383">
                <a:tc>
                  <a:txBody>
                    <a:bodyPr/>
                    <a:lstStyle/>
                    <a:p>
                      <a:pPr algn="ctr" fontAlgn="ctr"/>
                      <a:r>
                        <a:rPr lang="zh-CN" altLang="en-US" sz="1800" b="1" u="none" strike="noStrike" dirty="0">
                          <a:effectLst/>
                          <a:latin typeface="微软雅黑" panose="020B0503020204020204" pitchFamily="34" charset="-122"/>
                          <a:ea typeface="微软雅黑" panose="020B0503020204020204" pitchFamily="34" charset="-122"/>
                        </a:rPr>
                        <a:t>主要条款</a:t>
                      </a:r>
                      <a:endParaRPr lang="zh-CN" altLang="en-US" sz="1800" b="1" i="0" u="none" strike="noStrike" dirty="0">
                        <a:solidFill>
                          <a:srgbClr val="000000"/>
                        </a:solidFill>
                        <a:effectLst/>
                        <a:latin typeface="微软雅黑" panose="020B0503020204020204" pitchFamily="34" charset="-122"/>
                        <a:ea typeface="微软雅黑" panose="020B0503020204020204" pitchFamily="34" charset="-122"/>
                      </a:endParaRPr>
                    </a:p>
                  </a:txBody>
                  <a:tcPr marL="10800" marR="10800" marT="10800" marB="64800" anchor="ctr"/>
                </a:tc>
                <a:tc>
                  <a:txBody>
                    <a:bodyPr/>
                    <a:lstStyle/>
                    <a:p>
                      <a:pPr algn="ctr" fontAlgn="ctr"/>
                      <a:r>
                        <a:rPr lang="zh-CN" altLang="en-US" sz="1800" b="1" u="none" strike="noStrike" dirty="0">
                          <a:effectLst/>
                          <a:latin typeface="微软雅黑" panose="020B0503020204020204" pitchFamily="34" charset="-122"/>
                          <a:ea typeface="微软雅黑" panose="020B0503020204020204" pitchFamily="34" charset="-122"/>
                        </a:rPr>
                        <a:t>说明</a:t>
                      </a:r>
                      <a:endParaRPr lang="en-US" altLang="zh-CN" sz="1800" b="1" i="0" u="none" strike="noStrike" dirty="0">
                        <a:solidFill>
                          <a:srgbClr val="000000"/>
                        </a:solidFill>
                        <a:effectLst/>
                        <a:latin typeface="微软雅黑" panose="020B0503020204020204" pitchFamily="34" charset="-122"/>
                        <a:ea typeface="微软雅黑" panose="020B0503020204020204" pitchFamily="34" charset="-122"/>
                      </a:endParaRPr>
                    </a:p>
                  </a:txBody>
                  <a:tcPr marL="10800" marR="10800" marT="10800" marB="64800" anchor="ctr"/>
                </a:tc>
                <a:extLst>
                  <a:ext uri="{0D108BD9-81ED-4DB2-BD59-A6C34878D82A}">
                    <a16:rowId xmlns:a16="http://schemas.microsoft.com/office/drawing/2014/main" val="1881069370"/>
                  </a:ext>
                </a:extLst>
              </a:tr>
              <a:tr h="440539">
                <a:tc>
                  <a:txBody>
                    <a:bodyPr/>
                    <a:lstStyle/>
                    <a:p>
                      <a:pPr algn="ctr" fontAlgn="ctr"/>
                      <a:r>
                        <a:rPr lang="zh-CN" altLang="en-US" sz="1800" b="0" u="none" strike="noStrike" dirty="0">
                          <a:effectLst/>
                          <a:latin typeface="微软雅黑" panose="020B0503020204020204" pitchFamily="34" charset="-122"/>
                          <a:ea typeface="微软雅黑" panose="020B0503020204020204" pitchFamily="34" charset="-122"/>
                        </a:rPr>
                        <a:t>利率</a:t>
                      </a:r>
                      <a:endParaRPr lang="zh-CN" altLang="en-US" sz="1800" b="0" i="0" u="none" strike="noStrike" dirty="0">
                        <a:solidFill>
                          <a:srgbClr val="000000"/>
                        </a:solidFill>
                        <a:effectLst/>
                        <a:latin typeface="微软雅黑" panose="020B0503020204020204" pitchFamily="34" charset="-122"/>
                        <a:ea typeface="微软雅黑" panose="020B0503020204020204" pitchFamily="34" charset="-122"/>
                      </a:endParaRPr>
                    </a:p>
                  </a:txBody>
                  <a:tcPr marL="10800" marR="10800" marT="10800" marB="64800" anchor="ctr"/>
                </a:tc>
                <a:tc>
                  <a:txBody>
                    <a:bodyPr/>
                    <a:lstStyle/>
                    <a:p>
                      <a:pPr algn="l" fontAlgn="ctr"/>
                      <a:r>
                        <a:rPr lang="zh-CN" altLang="en-US" sz="1800" b="0" u="none" strike="noStrike" dirty="0">
                          <a:effectLst/>
                          <a:latin typeface="微软雅黑" panose="020B0503020204020204" pitchFamily="34" charset="-122"/>
                          <a:ea typeface="微软雅黑" panose="020B0503020204020204" pitchFamily="34" charset="-122"/>
                        </a:rPr>
                        <a:t>票面利率为第一年</a:t>
                      </a:r>
                      <a:r>
                        <a:rPr lang="en-US" altLang="zh-CN" sz="1800" b="0" u="none" strike="noStrike" dirty="0">
                          <a:effectLst/>
                          <a:latin typeface="微软雅黑" panose="020B0503020204020204" pitchFamily="34" charset="-122"/>
                          <a:ea typeface="微软雅黑" panose="020B0503020204020204" pitchFamily="34" charset="-122"/>
                        </a:rPr>
                        <a:t>0.8%</a:t>
                      </a:r>
                      <a:r>
                        <a:rPr lang="zh-CN" altLang="en-US" sz="1800" b="0" u="none" strike="noStrike" dirty="0">
                          <a:effectLst/>
                          <a:latin typeface="微软雅黑" panose="020B0503020204020204" pitchFamily="34" charset="-122"/>
                          <a:ea typeface="微软雅黑" panose="020B0503020204020204" pitchFamily="34" charset="-122"/>
                        </a:rPr>
                        <a:t>，第二年</a:t>
                      </a:r>
                      <a:r>
                        <a:rPr lang="en-US" altLang="zh-CN" sz="1800" b="0" u="none" strike="noStrike" dirty="0">
                          <a:effectLst/>
                          <a:latin typeface="微软雅黑" panose="020B0503020204020204" pitchFamily="34" charset="-122"/>
                          <a:ea typeface="微软雅黑" panose="020B0503020204020204" pitchFamily="34" charset="-122"/>
                        </a:rPr>
                        <a:t>1%</a:t>
                      </a:r>
                      <a:r>
                        <a:rPr lang="zh-CN" altLang="en-US" sz="1800" b="0" u="none" strike="noStrike" dirty="0">
                          <a:effectLst/>
                          <a:latin typeface="微软雅黑" panose="020B0503020204020204" pitchFamily="34" charset="-122"/>
                          <a:ea typeface="微软雅黑" panose="020B0503020204020204" pitchFamily="34" charset="-122"/>
                        </a:rPr>
                        <a:t>，（略）</a:t>
                      </a:r>
                      <a:endParaRPr lang="en-US" altLang="zh-CN" sz="1800" b="0" i="0" u="none" strike="noStrike" dirty="0">
                        <a:solidFill>
                          <a:srgbClr val="000000"/>
                        </a:solidFill>
                        <a:effectLst/>
                        <a:latin typeface="微软雅黑" panose="020B0503020204020204" pitchFamily="34" charset="-122"/>
                        <a:ea typeface="微软雅黑" panose="020B0503020204020204" pitchFamily="34" charset="-122"/>
                      </a:endParaRPr>
                    </a:p>
                  </a:txBody>
                  <a:tcPr marL="10800" marR="10800" marT="10800" marB="64800" anchor="ctr"/>
                </a:tc>
                <a:extLst>
                  <a:ext uri="{0D108BD9-81ED-4DB2-BD59-A6C34878D82A}">
                    <a16:rowId xmlns:a16="http://schemas.microsoft.com/office/drawing/2014/main" val="975929584"/>
                  </a:ext>
                </a:extLst>
              </a:tr>
              <a:tr h="441715">
                <a:tc>
                  <a:txBody>
                    <a:bodyPr/>
                    <a:lstStyle/>
                    <a:p>
                      <a:pPr algn="ctr" fontAlgn="ctr"/>
                      <a:r>
                        <a:rPr lang="zh-CN" altLang="en-US" sz="1800" b="0" u="none" strike="noStrike" dirty="0">
                          <a:effectLst/>
                          <a:latin typeface="微软雅黑" panose="020B0503020204020204" pitchFamily="34" charset="-122"/>
                          <a:ea typeface="微软雅黑" panose="020B0503020204020204" pitchFamily="34" charset="-122"/>
                        </a:rPr>
                        <a:t>补偿利率</a:t>
                      </a:r>
                      <a:endParaRPr lang="zh-CN" altLang="en-US" sz="1800" b="0" i="0" u="none" strike="noStrike" dirty="0">
                        <a:solidFill>
                          <a:srgbClr val="000000"/>
                        </a:solidFill>
                        <a:effectLst/>
                        <a:latin typeface="微软雅黑" panose="020B0503020204020204" pitchFamily="34" charset="-122"/>
                        <a:ea typeface="微软雅黑" panose="020B0503020204020204" pitchFamily="34" charset="-122"/>
                      </a:endParaRPr>
                    </a:p>
                  </a:txBody>
                  <a:tcPr marL="10800" marR="10800" marT="10800" marB="64800" anchor="ctr"/>
                </a:tc>
                <a:tc>
                  <a:txBody>
                    <a:bodyPr/>
                    <a:lstStyle/>
                    <a:p>
                      <a:pPr marL="0" marR="0" lvl="0" indent="0" algn="l" defTabSz="914400" rtl="0" eaLnBrk="1" fontAlgn="ctr" latinLnBrk="0" hangingPunct="1">
                        <a:lnSpc>
                          <a:spcPct val="100000"/>
                        </a:lnSpc>
                        <a:spcBef>
                          <a:spcPts val="0"/>
                        </a:spcBef>
                        <a:spcAft>
                          <a:spcPts val="0"/>
                        </a:spcAft>
                        <a:buClrTx/>
                        <a:buSzTx/>
                        <a:buFontTx/>
                        <a:buNone/>
                        <a:tabLst/>
                        <a:defRPr/>
                      </a:pPr>
                      <a:r>
                        <a:rPr lang="zh-CN" altLang="en-US" sz="1800" b="0" u="none" strike="noStrike" dirty="0">
                          <a:effectLst/>
                          <a:latin typeface="微软雅黑" panose="020B0503020204020204" pitchFamily="34" charset="-122"/>
                          <a:ea typeface="微软雅黑" panose="020B0503020204020204" pitchFamily="34" charset="-122"/>
                        </a:rPr>
                        <a:t>略</a:t>
                      </a:r>
                      <a:endParaRPr lang="zh-CN" altLang="en-US" sz="1800" b="0" i="0" u="none" strike="noStrike" dirty="0">
                        <a:solidFill>
                          <a:srgbClr val="000000"/>
                        </a:solidFill>
                        <a:effectLst/>
                        <a:latin typeface="微软雅黑" panose="020B0503020204020204" pitchFamily="34" charset="-122"/>
                        <a:ea typeface="微软雅黑" panose="020B0503020204020204" pitchFamily="34" charset="-122"/>
                      </a:endParaRPr>
                    </a:p>
                  </a:txBody>
                  <a:tcPr marL="10800" marR="10800" marT="10800" marB="64800" anchor="ctr"/>
                </a:tc>
                <a:extLst>
                  <a:ext uri="{0D108BD9-81ED-4DB2-BD59-A6C34878D82A}">
                    <a16:rowId xmlns:a16="http://schemas.microsoft.com/office/drawing/2014/main" val="1952915363"/>
                  </a:ext>
                </a:extLst>
              </a:tr>
              <a:tr h="440539">
                <a:tc>
                  <a:txBody>
                    <a:bodyPr/>
                    <a:lstStyle/>
                    <a:p>
                      <a:pPr algn="ctr" fontAlgn="ctr"/>
                      <a:r>
                        <a:rPr lang="zh-CN" altLang="en-US" sz="1800" b="0" u="none" strike="noStrike" dirty="0">
                          <a:effectLst/>
                          <a:latin typeface="微软雅黑" panose="020B0503020204020204" pitchFamily="34" charset="-122"/>
                          <a:ea typeface="微软雅黑" panose="020B0503020204020204" pitchFamily="34" charset="-122"/>
                        </a:rPr>
                        <a:t>转股价格（元）</a:t>
                      </a:r>
                      <a:endParaRPr lang="zh-CN" altLang="en-US" sz="1800" b="0" i="0" u="none" strike="noStrike" dirty="0">
                        <a:solidFill>
                          <a:srgbClr val="000000"/>
                        </a:solidFill>
                        <a:effectLst/>
                        <a:latin typeface="微软雅黑" panose="020B0503020204020204" pitchFamily="34" charset="-122"/>
                        <a:ea typeface="微软雅黑" panose="020B0503020204020204" pitchFamily="34" charset="-122"/>
                      </a:endParaRPr>
                    </a:p>
                  </a:txBody>
                  <a:tcPr marL="10800" marR="10800" marT="10800" marB="64800" anchor="ctr"/>
                </a:tc>
                <a:tc>
                  <a:txBody>
                    <a:bodyPr/>
                    <a:lstStyle/>
                    <a:p>
                      <a:pPr algn="l" fontAlgn="ctr"/>
                      <a:r>
                        <a:rPr lang="en-US" altLang="zh-CN" sz="1800" b="0" u="none" strike="noStrike" dirty="0">
                          <a:effectLst/>
                          <a:latin typeface="微软雅黑" panose="020B0503020204020204" pitchFamily="34" charset="-122"/>
                          <a:ea typeface="微软雅黑" panose="020B0503020204020204" pitchFamily="34" charset="-122"/>
                        </a:rPr>
                        <a:t>17.50</a:t>
                      </a:r>
                      <a:endParaRPr lang="en-US" altLang="zh-CN" sz="1800" b="0" i="0" u="none" strike="noStrike" dirty="0">
                        <a:solidFill>
                          <a:srgbClr val="000000"/>
                        </a:solidFill>
                        <a:effectLst/>
                        <a:latin typeface="微软雅黑" panose="020B0503020204020204" pitchFamily="34" charset="-122"/>
                        <a:ea typeface="微软雅黑" panose="020B0503020204020204" pitchFamily="34" charset="-122"/>
                      </a:endParaRPr>
                    </a:p>
                  </a:txBody>
                  <a:tcPr marL="10800" marR="10800" marT="10800" marB="64800" anchor="ctr"/>
                </a:tc>
                <a:extLst>
                  <a:ext uri="{0D108BD9-81ED-4DB2-BD59-A6C34878D82A}">
                    <a16:rowId xmlns:a16="http://schemas.microsoft.com/office/drawing/2014/main" val="2206685892"/>
                  </a:ext>
                </a:extLst>
              </a:tr>
              <a:tr h="440539">
                <a:tc>
                  <a:txBody>
                    <a:bodyPr/>
                    <a:lstStyle/>
                    <a:p>
                      <a:pPr algn="ctr" fontAlgn="ctr"/>
                      <a:r>
                        <a:rPr lang="zh-CN" altLang="en-US" sz="1800" b="0" u="none" strike="noStrike" dirty="0">
                          <a:effectLst/>
                          <a:latin typeface="微软雅黑" panose="020B0503020204020204" pitchFamily="34" charset="-122"/>
                          <a:ea typeface="微软雅黑" panose="020B0503020204020204" pitchFamily="34" charset="-122"/>
                        </a:rPr>
                        <a:t>转股比例</a:t>
                      </a:r>
                      <a:endParaRPr lang="zh-CN" altLang="en-US" sz="1800" b="0" i="0" u="none" strike="noStrike" dirty="0">
                        <a:solidFill>
                          <a:srgbClr val="000000"/>
                        </a:solidFill>
                        <a:effectLst/>
                        <a:latin typeface="微软雅黑" panose="020B0503020204020204" pitchFamily="34" charset="-122"/>
                        <a:ea typeface="微软雅黑" panose="020B0503020204020204" pitchFamily="34" charset="-122"/>
                      </a:endParaRPr>
                    </a:p>
                  </a:txBody>
                  <a:tcPr marL="10800" marR="10800" marT="10800" marB="64800" anchor="ctr"/>
                </a:tc>
                <a:tc>
                  <a:txBody>
                    <a:bodyPr/>
                    <a:lstStyle/>
                    <a:p>
                      <a:pPr algn="l" fontAlgn="ctr"/>
                      <a:r>
                        <a:rPr lang="en-US" altLang="zh-CN" sz="1800" b="0" u="none" strike="noStrike" dirty="0">
                          <a:effectLst/>
                          <a:latin typeface="微软雅黑" panose="020B0503020204020204" pitchFamily="34" charset="-122"/>
                          <a:ea typeface="微软雅黑" panose="020B0503020204020204" pitchFamily="34" charset="-122"/>
                        </a:rPr>
                        <a:t>  5.71</a:t>
                      </a:r>
                      <a:endParaRPr lang="en-US" altLang="zh-CN" sz="1800" b="0" i="0" u="none" strike="noStrike" dirty="0">
                        <a:solidFill>
                          <a:srgbClr val="000000"/>
                        </a:solidFill>
                        <a:effectLst/>
                        <a:latin typeface="微软雅黑" panose="020B0503020204020204" pitchFamily="34" charset="-122"/>
                        <a:ea typeface="微软雅黑" panose="020B0503020204020204" pitchFamily="34" charset="-122"/>
                      </a:endParaRPr>
                    </a:p>
                  </a:txBody>
                  <a:tcPr marL="10800" marR="10800" marT="10800" marB="64800" anchor="ctr"/>
                </a:tc>
                <a:extLst>
                  <a:ext uri="{0D108BD9-81ED-4DB2-BD59-A6C34878D82A}">
                    <a16:rowId xmlns:a16="http://schemas.microsoft.com/office/drawing/2014/main" val="3459747534"/>
                  </a:ext>
                </a:extLst>
              </a:tr>
              <a:tr h="440539">
                <a:tc>
                  <a:txBody>
                    <a:bodyPr/>
                    <a:lstStyle/>
                    <a:p>
                      <a:pPr algn="ctr" fontAlgn="ctr"/>
                      <a:r>
                        <a:rPr lang="zh-CN" altLang="en-US" sz="1800" b="0" u="none" strike="noStrike" dirty="0">
                          <a:effectLst/>
                          <a:latin typeface="微软雅黑" panose="020B0503020204020204" pitchFamily="34" charset="-122"/>
                          <a:ea typeface="微软雅黑" panose="020B0503020204020204" pitchFamily="34" charset="-122"/>
                        </a:rPr>
                        <a:t>转股价调整原则</a:t>
                      </a:r>
                      <a:endParaRPr lang="zh-CN" altLang="en-US" sz="1800" b="0" i="0" u="none" strike="noStrike" dirty="0">
                        <a:solidFill>
                          <a:srgbClr val="000000"/>
                        </a:solidFill>
                        <a:effectLst/>
                        <a:latin typeface="微软雅黑" panose="020B0503020204020204" pitchFamily="34" charset="-122"/>
                        <a:ea typeface="微软雅黑" panose="020B0503020204020204" pitchFamily="34" charset="-122"/>
                      </a:endParaRPr>
                    </a:p>
                  </a:txBody>
                  <a:tcPr marL="10800" marR="10800" marT="10800" marB="64800" anchor="ctr"/>
                </a:tc>
                <a:tc>
                  <a:txBody>
                    <a:bodyPr/>
                    <a:lstStyle/>
                    <a:p>
                      <a:pPr marL="0" marR="0" lvl="0" indent="0" algn="l" defTabSz="914400" rtl="0" eaLnBrk="1" fontAlgn="ctr" latinLnBrk="0" hangingPunct="1">
                        <a:lnSpc>
                          <a:spcPct val="100000"/>
                        </a:lnSpc>
                        <a:spcBef>
                          <a:spcPts val="0"/>
                        </a:spcBef>
                        <a:spcAft>
                          <a:spcPts val="0"/>
                        </a:spcAft>
                        <a:buClrTx/>
                        <a:buSzTx/>
                        <a:buFontTx/>
                        <a:buNone/>
                        <a:tabLst/>
                        <a:defRPr/>
                      </a:pPr>
                      <a:r>
                        <a:rPr lang="zh-CN" altLang="en-US" sz="1800" b="0" u="none" strike="noStrike" dirty="0">
                          <a:effectLst/>
                          <a:latin typeface="微软雅黑" panose="020B0503020204020204" pitchFamily="34" charset="-122"/>
                          <a:ea typeface="微软雅黑" panose="020B0503020204020204" pitchFamily="34" charset="-122"/>
                        </a:rPr>
                        <a:t>略</a:t>
                      </a:r>
                      <a:endParaRPr lang="zh-CN" altLang="en-US" sz="1800" b="0" i="0" u="none" strike="noStrike" dirty="0">
                        <a:solidFill>
                          <a:srgbClr val="000000"/>
                        </a:solidFill>
                        <a:effectLst/>
                        <a:latin typeface="微软雅黑" panose="020B0503020204020204" pitchFamily="34" charset="-122"/>
                        <a:ea typeface="微软雅黑" panose="020B0503020204020204" pitchFamily="34" charset="-122"/>
                      </a:endParaRPr>
                    </a:p>
                  </a:txBody>
                  <a:tcPr marL="10800" marR="10800" marT="10800" marB="64800" anchor="ctr"/>
                </a:tc>
                <a:extLst>
                  <a:ext uri="{0D108BD9-81ED-4DB2-BD59-A6C34878D82A}">
                    <a16:rowId xmlns:a16="http://schemas.microsoft.com/office/drawing/2014/main" val="2897412896"/>
                  </a:ext>
                </a:extLst>
              </a:tr>
              <a:tr h="440539">
                <a:tc>
                  <a:txBody>
                    <a:bodyPr/>
                    <a:lstStyle/>
                    <a:p>
                      <a:pPr algn="ctr" fontAlgn="ctr"/>
                      <a:r>
                        <a:rPr lang="zh-CN" altLang="en-US" sz="1800" b="0" u="none" strike="noStrike" dirty="0">
                          <a:effectLst/>
                          <a:latin typeface="微软雅黑" panose="020B0503020204020204" pitchFamily="34" charset="-122"/>
                          <a:ea typeface="微软雅黑" panose="020B0503020204020204" pitchFamily="34" charset="-122"/>
                        </a:rPr>
                        <a:t>转股期间</a:t>
                      </a:r>
                      <a:endParaRPr lang="zh-CN" altLang="en-US" sz="1800" b="0" i="0" u="none" strike="noStrike" dirty="0">
                        <a:solidFill>
                          <a:srgbClr val="000000"/>
                        </a:solidFill>
                        <a:effectLst/>
                        <a:latin typeface="微软雅黑" panose="020B0503020204020204" pitchFamily="34" charset="-122"/>
                        <a:ea typeface="微软雅黑" panose="020B0503020204020204" pitchFamily="34" charset="-122"/>
                      </a:endParaRPr>
                    </a:p>
                  </a:txBody>
                  <a:tcPr marL="10800" marR="10800" marT="10800" marB="64800" anchor="ctr"/>
                </a:tc>
                <a:tc>
                  <a:txBody>
                    <a:bodyPr/>
                    <a:lstStyle/>
                    <a:p>
                      <a:pPr algn="l" fontAlgn="ctr"/>
                      <a:r>
                        <a:rPr lang="zh-CN" altLang="en-US" sz="1800" b="0" u="none" strike="noStrike" dirty="0">
                          <a:effectLst/>
                          <a:latin typeface="微软雅黑" panose="020B0503020204020204" pitchFamily="34" charset="-122"/>
                          <a:ea typeface="微软雅黑" panose="020B0503020204020204" pitchFamily="34" charset="-122"/>
                        </a:rPr>
                        <a:t>发行</a:t>
                      </a:r>
                      <a:r>
                        <a:rPr lang="en-US" altLang="zh-CN" sz="1800" b="0" u="none" strike="noStrike" dirty="0">
                          <a:effectLst/>
                          <a:latin typeface="微软雅黑" panose="020B0503020204020204" pitchFamily="34" charset="-122"/>
                          <a:ea typeface="微软雅黑" panose="020B0503020204020204" pitchFamily="34" charset="-122"/>
                        </a:rPr>
                        <a:t>6</a:t>
                      </a:r>
                      <a:r>
                        <a:rPr lang="zh-CN" altLang="en-US" sz="1800" b="0" u="none" strike="noStrike" dirty="0">
                          <a:effectLst/>
                          <a:latin typeface="微软雅黑" panose="020B0503020204020204" pitchFamily="34" charset="-122"/>
                          <a:ea typeface="微软雅黑" panose="020B0503020204020204" pitchFamily="34" charset="-122"/>
                        </a:rPr>
                        <a:t>个月后</a:t>
                      </a:r>
                      <a:endParaRPr lang="zh-CN" altLang="en-US" sz="1800" b="0" i="0" u="none" strike="noStrike" dirty="0">
                        <a:solidFill>
                          <a:srgbClr val="000000"/>
                        </a:solidFill>
                        <a:effectLst/>
                        <a:latin typeface="微软雅黑" panose="020B0503020204020204" pitchFamily="34" charset="-122"/>
                        <a:ea typeface="微软雅黑" panose="020B0503020204020204" pitchFamily="34" charset="-122"/>
                      </a:endParaRPr>
                    </a:p>
                  </a:txBody>
                  <a:tcPr marL="10800" marR="10800" marT="10800" marB="64800" anchor="ctr"/>
                </a:tc>
                <a:extLst>
                  <a:ext uri="{0D108BD9-81ED-4DB2-BD59-A6C34878D82A}">
                    <a16:rowId xmlns:a16="http://schemas.microsoft.com/office/drawing/2014/main" val="4005711908"/>
                  </a:ext>
                </a:extLst>
              </a:tr>
            </a:tbl>
          </a:graphicData>
        </a:graphic>
      </p:graphicFrame>
      <p:sp>
        <p:nvSpPr>
          <p:cNvPr id="2" name="任意多边形: 形状 1">
            <a:extLst>
              <a:ext uri="{FF2B5EF4-FFF2-40B4-BE49-F238E27FC236}">
                <a16:creationId xmlns:a16="http://schemas.microsoft.com/office/drawing/2014/main" id="{4EFE3B46-4E2B-45BE-83F2-9E974EC8AAAE}"/>
              </a:ext>
            </a:extLst>
          </p:cNvPr>
          <p:cNvSpPr/>
          <p:nvPr/>
        </p:nvSpPr>
        <p:spPr>
          <a:xfrm>
            <a:off x="9893303" y="5734049"/>
            <a:ext cx="3936987" cy="2811647"/>
          </a:xfrm>
          <a:custGeom>
            <a:avLst/>
            <a:gdLst>
              <a:gd name="connsiteX0" fmla="*/ 0 w 3835400"/>
              <a:gd name="connsiteY0" fmla="*/ 2559050 h 2559050"/>
              <a:gd name="connsiteX1" fmla="*/ 647700 w 3835400"/>
              <a:gd name="connsiteY1" fmla="*/ 1955800 h 2559050"/>
              <a:gd name="connsiteX2" fmla="*/ 901700 w 3835400"/>
              <a:gd name="connsiteY2" fmla="*/ 1250950 h 2559050"/>
              <a:gd name="connsiteX3" fmla="*/ 1060450 w 3835400"/>
              <a:gd name="connsiteY3" fmla="*/ 971550 h 2559050"/>
              <a:gd name="connsiteX4" fmla="*/ 1517650 w 3835400"/>
              <a:gd name="connsiteY4" fmla="*/ 1092200 h 2559050"/>
              <a:gd name="connsiteX5" fmla="*/ 1746250 w 3835400"/>
              <a:gd name="connsiteY5" fmla="*/ 1447800 h 2559050"/>
              <a:gd name="connsiteX6" fmla="*/ 2070100 w 3835400"/>
              <a:gd name="connsiteY6" fmla="*/ 857250 h 2559050"/>
              <a:gd name="connsiteX7" fmla="*/ 3009900 w 3835400"/>
              <a:gd name="connsiteY7" fmla="*/ 400050 h 2559050"/>
              <a:gd name="connsiteX8" fmla="*/ 3835400 w 3835400"/>
              <a:gd name="connsiteY8" fmla="*/ 0 h 2559050"/>
              <a:gd name="connsiteX0" fmla="*/ 0 w 3835400"/>
              <a:gd name="connsiteY0" fmla="*/ 2559050 h 2559050"/>
              <a:gd name="connsiteX1" fmla="*/ 647700 w 3835400"/>
              <a:gd name="connsiteY1" fmla="*/ 1955800 h 2559050"/>
              <a:gd name="connsiteX2" fmla="*/ 901700 w 3835400"/>
              <a:gd name="connsiteY2" fmla="*/ 1250950 h 2559050"/>
              <a:gd name="connsiteX3" fmla="*/ 1060450 w 3835400"/>
              <a:gd name="connsiteY3" fmla="*/ 971550 h 2559050"/>
              <a:gd name="connsiteX4" fmla="*/ 1517650 w 3835400"/>
              <a:gd name="connsiteY4" fmla="*/ 1092200 h 2559050"/>
              <a:gd name="connsiteX5" fmla="*/ 2070100 w 3835400"/>
              <a:gd name="connsiteY5" fmla="*/ 857250 h 2559050"/>
              <a:gd name="connsiteX6" fmla="*/ 3009900 w 3835400"/>
              <a:gd name="connsiteY6" fmla="*/ 400050 h 2559050"/>
              <a:gd name="connsiteX7" fmla="*/ 3835400 w 3835400"/>
              <a:gd name="connsiteY7" fmla="*/ 0 h 2559050"/>
              <a:gd name="connsiteX0" fmla="*/ 0 w 3835400"/>
              <a:gd name="connsiteY0" fmla="*/ 2559050 h 2559050"/>
              <a:gd name="connsiteX1" fmla="*/ 647700 w 3835400"/>
              <a:gd name="connsiteY1" fmla="*/ 1955800 h 2559050"/>
              <a:gd name="connsiteX2" fmla="*/ 798555 w 3835400"/>
              <a:gd name="connsiteY2" fmla="*/ 1233429 h 2559050"/>
              <a:gd name="connsiteX3" fmla="*/ 1060450 w 3835400"/>
              <a:gd name="connsiteY3" fmla="*/ 971550 h 2559050"/>
              <a:gd name="connsiteX4" fmla="*/ 1517650 w 3835400"/>
              <a:gd name="connsiteY4" fmla="*/ 1092200 h 2559050"/>
              <a:gd name="connsiteX5" fmla="*/ 2070100 w 3835400"/>
              <a:gd name="connsiteY5" fmla="*/ 857250 h 2559050"/>
              <a:gd name="connsiteX6" fmla="*/ 3009900 w 3835400"/>
              <a:gd name="connsiteY6" fmla="*/ 400050 h 2559050"/>
              <a:gd name="connsiteX7" fmla="*/ 3835400 w 3835400"/>
              <a:gd name="connsiteY7" fmla="*/ 0 h 2559050"/>
              <a:gd name="connsiteX0" fmla="*/ 0 w 3835400"/>
              <a:gd name="connsiteY0" fmla="*/ 2559050 h 2559050"/>
              <a:gd name="connsiteX1" fmla="*/ 497668 w 3835400"/>
              <a:gd name="connsiteY1" fmla="*/ 1929518 h 2559050"/>
              <a:gd name="connsiteX2" fmla="*/ 798555 w 3835400"/>
              <a:gd name="connsiteY2" fmla="*/ 1233429 h 2559050"/>
              <a:gd name="connsiteX3" fmla="*/ 1060450 w 3835400"/>
              <a:gd name="connsiteY3" fmla="*/ 971550 h 2559050"/>
              <a:gd name="connsiteX4" fmla="*/ 1517650 w 3835400"/>
              <a:gd name="connsiteY4" fmla="*/ 1092200 h 2559050"/>
              <a:gd name="connsiteX5" fmla="*/ 2070100 w 3835400"/>
              <a:gd name="connsiteY5" fmla="*/ 857250 h 2559050"/>
              <a:gd name="connsiteX6" fmla="*/ 3009900 w 3835400"/>
              <a:gd name="connsiteY6" fmla="*/ 400050 h 2559050"/>
              <a:gd name="connsiteX7" fmla="*/ 3835400 w 3835400"/>
              <a:gd name="connsiteY7" fmla="*/ 0 h 2559050"/>
              <a:gd name="connsiteX0" fmla="*/ 0 w 3835400"/>
              <a:gd name="connsiteY0" fmla="*/ 2559050 h 2559050"/>
              <a:gd name="connsiteX1" fmla="*/ 497668 w 3835400"/>
              <a:gd name="connsiteY1" fmla="*/ 1929518 h 2559050"/>
              <a:gd name="connsiteX2" fmla="*/ 798555 w 3835400"/>
              <a:gd name="connsiteY2" fmla="*/ 1233429 h 2559050"/>
              <a:gd name="connsiteX3" fmla="*/ 966681 w 3835400"/>
              <a:gd name="connsiteY3" fmla="*/ 1015352 h 2559050"/>
              <a:gd name="connsiteX4" fmla="*/ 1517650 w 3835400"/>
              <a:gd name="connsiteY4" fmla="*/ 1092200 h 2559050"/>
              <a:gd name="connsiteX5" fmla="*/ 2070100 w 3835400"/>
              <a:gd name="connsiteY5" fmla="*/ 857250 h 2559050"/>
              <a:gd name="connsiteX6" fmla="*/ 3009900 w 3835400"/>
              <a:gd name="connsiteY6" fmla="*/ 400050 h 2559050"/>
              <a:gd name="connsiteX7" fmla="*/ 3835400 w 3835400"/>
              <a:gd name="connsiteY7" fmla="*/ 0 h 25590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835400" h="2559050">
                <a:moveTo>
                  <a:pt x="0" y="2559050"/>
                </a:moveTo>
                <a:cubicBezTo>
                  <a:pt x="248708" y="2366433"/>
                  <a:pt x="364576" y="2150455"/>
                  <a:pt x="497668" y="1929518"/>
                </a:cubicBezTo>
                <a:cubicBezTo>
                  <a:pt x="630761" y="1708581"/>
                  <a:pt x="720386" y="1385790"/>
                  <a:pt x="798555" y="1233429"/>
                </a:cubicBezTo>
                <a:cubicBezTo>
                  <a:pt x="876724" y="1081068"/>
                  <a:pt x="846832" y="1038890"/>
                  <a:pt x="966681" y="1015352"/>
                </a:cubicBezTo>
                <a:cubicBezTo>
                  <a:pt x="1086530" y="991814"/>
                  <a:pt x="1333747" y="1118550"/>
                  <a:pt x="1517650" y="1092200"/>
                </a:cubicBezTo>
                <a:cubicBezTo>
                  <a:pt x="1701553" y="1065850"/>
                  <a:pt x="1821392" y="972608"/>
                  <a:pt x="2070100" y="857250"/>
                </a:cubicBezTo>
                <a:cubicBezTo>
                  <a:pt x="2280708" y="682625"/>
                  <a:pt x="3009900" y="400050"/>
                  <a:pt x="3009900" y="400050"/>
                </a:cubicBezTo>
                <a:cubicBezTo>
                  <a:pt x="3304117" y="257175"/>
                  <a:pt x="3698875" y="93133"/>
                  <a:pt x="3835400" y="0"/>
                </a:cubicBezTo>
              </a:path>
            </a:pathLst>
          </a:custGeom>
          <a:noFill/>
          <a:ln w="127000">
            <a:solidFill>
              <a:srgbClr val="00B0F0">
                <a:alpha val="50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323060786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a:extLst>
              <a:ext uri="{FF2B5EF4-FFF2-40B4-BE49-F238E27FC236}">
                <a16:creationId xmlns:a16="http://schemas.microsoft.com/office/drawing/2014/main" id="{E46D68AE-DE0B-4393-9258-7FA888594B27}"/>
              </a:ext>
            </a:extLst>
          </p:cNvPr>
          <p:cNvSpPr>
            <a:spLocks noGrp="1"/>
          </p:cNvSpPr>
          <p:nvPr>
            <p:ph type="title"/>
          </p:nvPr>
        </p:nvSpPr>
        <p:spPr/>
        <p:txBody>
          <a:bodyPr/>
          <a:lstStyle/>
          <a:p>
            <a:r>
              <a:rPr lang="zh-CN" altLang="en-US" dirty="0"/>
              <a:t>选择权的概念</a:t>
            </a:r>
          </a:p>
        </p:txBody>
      </p:sp>
      <p:sp>
        <p:nvSpPr>
          <p:cNvPr id="5" name="内容占位符 4">
            <a:extLst>
              <a:ext uri="{FF2B5EF4-FFF2-40B4-BE49-F238E27FC236}">
                <a16:creationId xmlns:a16="http://schemas.microsoft.com/office/drawing/2014/main" id="{9CE09B8A-6295-4033-B80B-EFD803632810}"/>
              </a:ext>
            </a:extLst>
          </p:cNvPr>
          <p:cNvSpPr>
            <a:spLocks noGrp="1"/>
          </p:cNvSpPr>
          <p:nvPr>
            <p:ph idx="1"/>
          </p:nvPr>
        </p:nvSpPr>
        <p:spPr/>
        <p:txBody>
          <a:bodyPr/>
          <a:lstStyle/>
          <a:p>
            <a:r>
              <a:rPr lang="en-US" altLang="zh-CN" b="1" dirty="0"/>
              <a:t>Option</a:t>
            </a:r>
            <a:r>
              <a:rPr lang="zh-CN" altLang="en-US" b="1" dirty="0"/>
              <a:t>，称为选择权</a:t>
            </a:r>
            <a:endParaRPr lang="en-US" altLang="zh-CN" b="1" dirty="0"/>
          </a:p>
          <a:p>
            <a:pPr lvl="1"/>
            <a:r>
              <a:rPr lang="zh-CN" altLang="en-US" dirty="0"/>
              <a:t>是一种权利，权利人能够在约定的时点上，根据自主意愿决定是否按约定价格买入或按约定价格卖出，特定数量的金融资产</a:t>
            </a:r>
            <a:endParaRPr lang="en-US" altLang="zh-CN" dirty="0"/>
          </a:p>
          <a:p>
            <a:pPr lvl="1"/>
            <a:r>
              <a:rPr lang="zh-CN" altLang="en-US" dirty="0"/>
              <a:t>由于权利都是在未来执行的，中文更多翻译为</a:t>
            </a:r>
            <a:r>
              <a:rPr lang="zh-CN" altLang="en-US" b="1" dirty="0"/>
              <a:t>期权</a:t>
            </a:r>
            <a:endParaRPr lang="en-US" altLang="zh-CN" b="1" dirty="0"/>
          </a:p>
          <a:p>
            <a:pPr lvl="1"/>
            <a:r>
              <a:rPr lang="zh-CN" altLang="en-US" dirty="0"/>
              <a:t>期权费，体现了这种权利的价值，需要在成交即支付，且不能收回</a:t>
            </a:r>
            <a:endParaRPr lang="en-US" altLang="zh-CN" dirty="0"/>
          </a:p>
          <a:p>
            <a:pPr lvl="1"/>
            <a:r>
              <a:rPr lang="zh-CN" altLang="en-US" dirty="0"/>
              <a:t>权利人可以选择行使权利，也可以放弃权利</a:t>
            </a:r>
            <a:endParaRPr lang="en-US" altLang="zh-CN" dirty="0"/>
          </a:p>
          <a:p>
            <a:pPr lvl="1"/>
            <a:endParaRPr lang="en-US" altLang="zh-CN" dirty="0"/>
          </a:p>
          <a:p>
            <a:r>
              <a:rPr lang="zh-CN" altLang="en-US" b="1" dirty="0"/>
              <a:t>选择权分类</a:t>
            </a:r>
            <a:endParaRPr lang="en-US" altLang="zh-CN" b="1" dirty="0"/>
          </a:p>
          <a:p>
            <a:pPr lvl="1"/>
            <a:r>
              <a:rPr lang="zh-CN" altLang="en-US" dirty="0"/>
              <a:t>按交易方向可以分为卖方和买方，</a:t>
            </a:r>
            <a:r>
              <a:rPr lang="en-US" altLang="zh-CN" dirty="0"/>
              <a:t>buy / sell</a:t>
            </a:r>
          </a:p>
          <a:p>
            <a:pPr lvl="1"/>
            <a:r>
              <a:rPr lang="zh-CN" altLang="en-US" dirty="0"/>
              <a:t>按对金融资产价格的涨跌看法分为看涨和看跌，</a:t>
            </a:r>
            <a:r>
              <a:rPr lang="en-US" altLang="zh-CN" dirty="0"/>
              <a:t>long / short</a:t>
            </a:r>
          </a:p>
          <a:p>
            <a:pPr lvl="1"/>
            <a:r>
              <a:rPr lang="zh-CN" altLang="en-US" dirty="0"/>
              <a:t>按行权日是否固定分为欧式期权和美式期权，</a:t>
            </a:r>
            <a:r>
              <a:rPr lang="en-US" altLang="zh-CN" dirty="0"/>
              <a:t>European / American</a:t>
            </a:r>
          </a:p>
          <a:p>
            <a:pPr lvl="1"/>
            <a:r>
              <a:rPr lang="zh-CN" altLang="en-US" dirty="0"/>
              <a:t>按交易标的的性质分为金融期权、商品期权、实物期权等，</a:t>
            </a:r>
            <a:r>
              <a:rPr lang="en-US" altLang="zh-CN" dirty="0"/>
              <a:t>financial product / Commodity / Real</a:t>
            </a:r>
            <a:endParaRPr lang="zh-CN" altLang="en-US" dirty="0"/>
          </a:p>
        </p:txBody>
      </p:sp>
    </p:spTree>
    <p:extLst>
      <p:ext uri="{BB962C8B-B14F-4D97-AF65-F5344CB8AC3E}">
        <p14:creationId xmlns:p14="http://schemas.microsoft.com/office/powerpoint/2010/main" val="48382635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411F513-0ADF-4246-AF8E-82101A3E7E4F}"/>
              </a:ext>
            </a:extLst>
          </p:cNvPr>
          <p:cNvSpPr>
            <a:spLocks noGrp="1"/>
          </p:cNvSpPr>
          <p:nvPr>
            <p:ph type="title"/>
          </p:nvPr>
        </p:nvSpPr>
        <p:spPr/>
        <p:txBody>
          <a:bodyPr/>
          <a:lstStyle/>
          <a:p>
            <a:r>
              <a:rPr lang="zh-CN" altLang="en-US" dirty="0"/>
              <a:t>不同类型选择权的盈亏结构</a:t>
            </a:r>
          </a:p>
        </p:txBody>
      </p:sp>
      <p:grpSp>
        <p:nvGrpSpPr>
          <p:cNvPr id="71" name="组合 70">
            <a:extLst>
              <a:ext uri="{FF2B5EF4-FFF2-40B4-BE49-F238E27FC236}">
                <a16:creationId xmlns:a16="http://schemas.microsoft.com/office/drawing/2014/main" id="{90C69FAF-8E1B-4359-80F7-F5098A32FFB2}"/>
              </a:ext>
            </a:extLst>
          </p:cNvPr>
          <p:cNvGrpSpPr/>
          <p:nvPr/>
        </p:nvGrpSpPr>
        <p:grpSpPr>
          <a:xfrm>
            <a:off x="1567900" y="2217016"/>
            <a:ext cx="13671731" cy="6701045"/>
            <a:chOff x="1567900" y="2217016"/>
            <a:chExt cx="13671731" cy="6701045"/>
          </a:xfrm>
        </p:grpSpPr>
        <p:grpSp>
          <p:nvGrpSpPr>
            <p:cNvPr id="17" name="组合 16">
              <a:extLst>
                <a:ext uri="{FF2B5EF4-FFF2-40B4-BE49-F238E27FC236}">
                  <a16:creationId xmlns:a16="http://schemas.microsoft.com/office/drawing/2014/main" id="{96144F47-3A6C-434A-AF7B-6B8ED5F3A495}"/>
                </a:ext>
              </a:extLst>
            </p:cNvPr>
            <p:cNvGrpSpPr/>
            <p:nvPr/>
          </p:nvGrpSpPr>
          <p:grpSpPr>
            <a:xfrm>
              <a:off x="2026681" y="2222731"/>
              <a:ext cx="3276600" cy="2868045"/>
              <a:chOff x="2286000" y="1992086"/>
              <a:chExt cx="3276600" cy="3722914"/>
            </a:xfrm>
          </p:grpSpPr>
          <p:grpSp>
            <p:nvGrpSpPr>
              <p:cNvPr id="13" name="组合 12">
                <a:extLst>
                  <a:ext uri="{FF2B5EF4-FFF2-40B4-BE49-F238E27FC236}">
                    <a16:creationId xmlns:a16="http://schemas.microsoft.com/office/drawing/2014/main" id="{3533EF93-0954-4695-BBAC-038FCEE36D6B}"/>
                  </a:ext>
                </a:extLst>
              </p:cNvPr>
              <p:cNvGrpSpPr/>
              <p:nvPr/>
            </p:nvGrpSpPr>
            <p:grpSpPr>
              <a:xfrm>
                <a:off x="2286000" y="1992086"/>
                <a:ext cx="3276600" cy="3722914"/>
                <a:chOff x="2286000" y="1992086"/>
                <a:chExt cx="4203700" cy="3722914"/>
              </a:xfrm>
            </p:grpSpPr>
            <p:cxnSp>
              <p:nvCxnSpPr>
                <p:cNvPr id="5" name="直接箭头连接符 4">
                  <a:extLst>
                    <a:ext uri="{FF2B5EF4-FFF2-40B4-BE49-F238E27FC236}">
                      <a16:creationId xmlns:a16="http://schemas.microsoft.com/office/drawing/2014/main" id="{2667B159-03DB-4E62-91F1-3D31396CE869}"/>
                    </a:ext>
                  </a:extLst>
                </p:cNvPr>
                <p:cNvCxnSpPr/>
                <p:nvPr/>
              </p:nvCxnSpPr>
              <p:spPr>
                <a:xfrm>
                  <a:off x="2286000" y="1992086"/>
                  <a:ext cx="0" cy="3722914"/>
                </a:xfrm>
                <a:prstGeom prst="straightConnector1">
                  <a:avLst/>
                </a:prstGeom>
                <a:ln w="38100">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7" name="直接箭头连接符 6">
                  <a:extLst>
                    <a:ext uri="{FF2B5EF4-FFF2-40B4-BE49-F238E27FC236}">
                      <a16:creationId xmlns:a16="http://schemas.microsoft.com/office/drawing/2014/main" id="{4D43382F-DCCF-4CF3-A2BE-8D52BB87BEC1}"/>
                    </a:ext>
                  </a:extLst>
                </p:cNvPr>
                <p:cNvCxnSpPr>
                  <a:cxnSpLocks/>
                </p:cNvCxnSpPr>
                <p:nvPr/>
              </p:nvCxnSpPr>
              <p:spPr>
                <a:xfrm>
                  <a:off x="2286000" y="3804557"/>
                  <a:ext cx="4203700" cy="0"/>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9" name="直接连接符 8">
                  <a:extLst>
                    <a:ext uri="{FF2B5EF4-FFF2-40B4-BE49-F238E27FC236}">
                      <a16:creationId xmlns:a16="http://schemas.microsoft.com/office/drawing/2014/main" id="{0C3E7EBF-EE5F-471F-B631-D4374730D6AC}"/>
                    </a:ext>
                  </a:extLst>
                </p:cNvPr>
                <p:cNvCxnSpPr/>
                <p:nvPr/>
              </p:nvCxnSpPr>
              <p:spPr>
                <a:xfrm>
                  <a:off x="2286000" y="4506686"/>
                  <a:ext cx="2171700"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 name="直接连接符 10">
                  <a:extLst>
                    <a:ext uri="{FF2B5EF4-FFF2-40B4-BE49-F238E27FC236}">
                      <a16:creationId xmlns:a16="http://schemas.microsoft.com/office/drawing/2014/main" id="{CB733915-2F72-47ED-8E4D-2EADDAD19A56}"/>
                    </a:ext>
                  </a:extLst>
                </p:cNvPr>
                <p:cNvCxnSpPr>
                  <a:cxnSpLocks/>
                </p:cNvCxnSpPr>
                <p:nvPr/>
              </p:nvCxnSpPr>
              <p:spPr>
                <a:xfrm flipV="1">
                  <a:off x="4457700" y="2906487"/>
                  <a:ext cx="1698171" cy="1600199"/>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16" name="直接连接符 15">
                <a:extLst>
                  <a:ext uri="{FF2B5EF4-FFF2-40B4-BE49-F238E27FC236}">
                    <a16:creationId xmlns:a16="http://schemas.microsoft.com/office/drawing/2014/main" id="{A5A00B77-D95C-43C2-A138-25705805D1AE}"/>
                  </a:ext>
                </a:extLst>
              </p:cNvPr>
              <p:cNvCxnSpPr/>
              <p:nvPr/>
            </p:nvCxnSpPr>
            <p:spPr>
              <a:xfrm flipV="1">
                <a:off x="3978745" y="3804557"/>
                <a:ext cx="0" cy="702128"/>
              </a:xfrm>
              <a:prstGeom prst="line">
                <a:avLst/>
              </a:prstGeom>
              <a:ln w="19050">
                <a:prstDash val="sysDot"/>
              </a:ln>
            </p:spPr>
            <p:style>
              <a:lnRef idx="1">
                <a:schemeClr val="accent1"/>
              </a:lnRef>
              <a:fillRef idx="0">
                <a:schemeClr val="accent1"/>
              </a:fillRef>
              <a:effectRef idx="0">
                <a:schemeClr val="accent1"/>
              </a:effectRef>
              <a:fontRef idx="minor">
                <a:schemeClr val="tx1"/>
              </a:fontRef>
            </p:style>
          </p:cxnSp>
        </p:grpSp>
        <p:grpSp>
          <p:nvGrpSpPr>
            <p:cNvPr id="18" name="组合 17">
              <a:extLst>
                <a:ext uri="{FF2B5EF4-FFF2-40B4-BE49-F238E27FC236}">
                  <a16:creationId xmlns:a16="http://schemas.microsoft.com/office/drawing/2014/main" id="{A467AEDC-77D9-43AF-AEF6-6FBC34FB7771}"/>
                </a:ext>
              </a:extLst>
            </p:cNvPr>
            <p:cNvGrpSpPr/>
            <p:nvPr/>
          </p:nvGrpSpPr>
          <p:grpSpPr>
            <a:xfrm flipV="1">
              <a:off x="2081126" y="6050017"/>
              <a:ext cx="3276600" cy="2868044"/>
              <a:chOff x="2286000" y="1992086"/>
              <a:chExt cx="3276600" cy="3722914"/>
            </a:xfrm>
          </p:grpSpPr>
          <p:grpSp>
            <p:nvGrpSpPr>
              <p:cNvPr id="19" name="组合 18">
                <a:extLst>
                  <a:ext uri="{FF2B5EF4-FFF2-40B4-BE49-F238E27FC236}">
                    <a16:creationId xmlns:a16="http://schemas.microsoft.com/office/drawing/2014/main" id="{58D5EDAA-00E0-4B36-A163-1348BF4743A2}"/>
                  </a:ext>
                </a:extLst>
              </p:cNvPr>
              <p:cNvGrpSpPr/>
              <p:nvPr/>
            </p:nvGrpSpPr>
            <p:grpSpPr>
              <a:xfrm>
                <a:off x="2286000" y="1992086"/>
                <a:ext cx="3276600" cy="3722914"/>
                <a:chOff x="2286000" y="1992086"/>
                <a:chExt cx="4203700" cy="3722914"/>
              </a:xfrm>
            </p:grpSpPr>
            <p:cxnSp>
              <p:nvCxnSpPr>
                <p:cNvPr id="21" name="直接箭头连接符 20">
                  <a:extLst>
                    <a:ext uri="{FF2B5EF4-FFF2-40B4-BE49-F238E27FC236}">
                      <a16:creationId xmlns:a16="http://schemas.microsoft.com/office/drawing/2014/main" id="{580CF270-94E1-40CE-8A69-E2F3F2BBEDCC}"/>
                    </a:ext>
                  </a:extLst>
                </p:cNvPr>
                <p:cNvCxnSpPr/>
                <p:nvPr/>
              </p:nvCxnSpPr>
              <p:spPr>
                <a:xfrm>
                  <a:off x="2286000" y="1992086"/>
                  <a:ext cx="0" cy="3722914"/>
                </a:xfrm>
                <a:prstGeom prst="straightConnector1">
                  <a:avLst/>
                </a:prstGeom>
                <a:ln w="38100">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22" name="直接箭头连接符 21">
                  <a:extLst>
                    <a:ext uri="{FF2B5EF4-FFF2-40B4-BE49-F238E27FC236}">
                      <a16:creationId xmlns:a16="http://schemas.microsoft.com/office/drawing/2014/main" id="{03A537E4-BA3D-43E7-ADF7-B0FEA473203E}"/>
                    </a:ext>
                  </a:extLst>
                </p:cNvPr>
                <p:cNvCxnSpPr>
                  <a:cxnSpLocks/>
                </p:cNvCxnSpPr>
                <p:nvPr/>
              </p:nvCxnSpPr>
              <p:spPr>
                <a:xfrm>
                  <a:off x="2286000" y="3804557"/>
                  <a:ext cx="4203700" cy="0"/>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23" name="直接连接符 22">
                  <a:extLst>
                    <a:ext uri="{FF2B5EF4-FFF2-40B4-BE49-F238E27FC236}">
                      <a16:creationId xmlns:a16="http://schemas.microsoft.com/office/drawing/2014/main" id="{654F71D1-975F-4F15-8655-BF32FFE5CE89}"/>
                    </a:ext>
                  </a:extLst>
                </p:cNvPr>
                <p:cNvCxnSpPr/>
                <p:nvPr/>
              </p:nvCxnSpPr>
              <p:spPr>
                <a:xfrm>
                  <a:off x="2286000" y="4506686"/>
                  <a:ext cx="2171700"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4" name="直接连接符 23">
                  <a:extLst>
                    <a:ext uri="{FF2B5EF4-FFF2-40B4-BE49-F238E27FC236}">
                      <a16:creationId xmlns:a16="http://schemas.microsoft.com/office/drawing/2014/main" id="{9FB21EEF-9589-4B7E-B744-7E7A0BEC8034}"/>
                    </a:ext>
                  </a:extLst>
                </p:cNvPr>
                <p:cNvCxnSpPr>
                  <a:cxnSpLocks/>
                </p:cNvCxnSpPr>
                <p:nvPr/>
              </p:nvCxnSpPr>
              <p:spPr>
                <a:xfrm flipV="1">
                  <a:off x="4457700" y="2906487"/>
                  <a:ext cx="1698171" cy="1600199"/>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20" name="直接连接符 19">
                <a:extLst>
                  <a:ext uri="{FF2B5EF4-FFF2-40B4-BE49-F238E27FC236}">
                    <a16:creationId xmlns:a16="http://schemas.microsoft.com/office/drawing/2014/main" id="{D978CD02-70F1-4EFC-A8BA-B0B82DAE04A7}"/>
                  </a:ext>
                </a:extLst>
              </p:cNvPr>
              <p:cNvCxnSpPr/>
              <p:nvPr/>
            </p:nvCxnSpPr>
            <p:spPr>
              <a:xfrm flipV="1">
                <a:off x="3978745" y="3804557"/>
                <a:ext cx="0" cy="702128"/>
              </a:xfrm>
              <a:prstGeom prst="line">
                <a:avLst/>
              </a:prstGeom>
              <a:ln w="19050">
                <a:prstDash val="sysDot"/>
              </a:ln>
            </p:spPr>
            <p:style>
              <a:lnRef idx="1">
                <a:schemeClr val="accent1"/>
              </a:lnRef>
              <a:fillRef idx="0">
                <a:schemeClr val="accent1"/>
              </a:fillRef>
              <a:effectRef idx="0">
                <a:schemeClr val="accent1"/>
              </a:effectRef>
              <a:fontRef idx="minor">
                <a:schemeClr val="tx1"/>
              </a:fontRef>
            </p:style>
          </p:cxnSp>
        </p:grpSp>
        <p:grpSp>
          <p:nvGrpSpPr>
            <p:cNvPr id="25" name="组合 24">
              <a:extLst>
                <a:ext uri="{FF2B5EF4-FFF2-40B4-BE49-F238E27FC236}">
                  <a16:creationId xmlns:a16="http://schemas.microsoft.com/office/drawing/2014/main" id="{DA2CAEC8-BDE6-425C-80E2-E72C984EFF12}"/>
                </a:ext>
              </a:extLst>
            </p:cNvPr>
            <p:cNvGrpSpPr/>
            <p:nvPr/>
          </p:nvGrpSpPr>
          <p:grpSpPr>
            <a:xfrm>
              <a:off x="10820524" y="2260469"/>
              <a:ext cx="3276600" cy="2868045"/>
              <a:chOff x="2286000" y="1992086"/>
              <a:chExt cx="3276600" cy="3722914"/>
            </a:xfrm>
          </p:grpSpPr>
          <p:grpSp>
            <p:nvGrpSpPr>
              <p:cNvPr id="26" name="组合 25">
                <a:extLst>
                  <a:ext uri="{FF2B5EF4-FFF2-40B4-BE49-F238E27FC236}">
                    <a16:creationId xmlns:a16="http://schemas.microsoft.com/office/drawing/2014/main" id="{DFD4A58B-DD27-4CD4-914A-A99D45667662}"/>
                  </a:ext>
                </a:extLst>
              </p:cNvPr>
              <p:cNvGrpSpPr/>
              <p:nvPr/>
            </p:nvGrpSpPr>
            <p:grpSpPr>
              <a:xfrm>
                <a:off x="2286000" y="1992086"/>
                <a:ext cx="3276600" cy="3722914"/>
                <a:chOff x="2286000" y="1992086"/>
                <a:chExt cx="4203700" cy="3722914"/>
              </a:xfrm>
            </p:grpSpPr>
            <p:cxnSp>
              <p:nvCxnSpPr>
                <p:cNvPr id="28" name="直接箭头连接符 27">
                  <a:extLst>
                    <a:ext uri="{FF2B5EF4-FFF2-40B4-BE49-F238E27FC236}">
                      <a16:creationId xmlns:a16="http://schemas.microsoft.com/office/drawing/2014/main" id="{F81FE157-5A6B-4079-BAF1-164C11A6F854}"/>
                    </a:ext>
                  </a:extLst>
                </p:cNvPr>
                <p:cNvCxnSpPr/>
                <p:nvPr/>
              </p:nvCxnSpPr>
              <p:spPr>
                <a:xfrm>
                  <a:off x="2286000" y="1992086"/>
                  <a:ext cx="0" cy="3722914"/>
                </a:xfrm>
                <a:prstGeom prst="straightConnector1">
                  <a:avLst/>
                </a:prstGeom>
                <a:ln w="38100">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29" name="直接箭头连接符 28">
                  <a:extLst>
                    <a:ext uri="{FF2B5EF4-FFF2-40B4-BE49-F238E27FC236}">
                      <a16:creationId xmlns:a16="http://schemas.microsoft.com/office/drawing/2014/main" id="{ECDEAE16-F6F3-482A-9D11-D3CA778242BD}"/>
                    </a:ext>
                  </a:extLst>
                </p:cNvPr>
                <p:cNvCxnSpPr>
                  <a:cxnSpLocks/>
                </p:cNvCxnSpPr>
                <p:nvPr/>
              </p:nvCxnSpPr>
              <p:spPr>
                <a:xfrm>
                  <a:off x="2286000" y="3804557"/>
                  <a:ext cx="4203700" cy="0"/>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30" name="直接连接符 29">
                  <a:extLst>
                    <a:ext uri="{FF2B5EF4-FFF2-40B4-BE49-F238E27FC236}">
                      <a16:creationId xmlns:a16="http://schemas.microsoft.com/office/drawing/2014/main" id="{C2A08D50-7229-4800-AB83-6132C7FEF3AE}"/>
                    </a:ext>
                  </a:extLst>
                </p:cNvPr>
                <p:cNvCxnSpPr>
                  <a:cxnSpLocks/>
                </p:cNvCxnSpPr>
                <p:nvPr/>
              </p:nvCxnSpPr>
              <p:spPr>
                <a:xfrm>
                  <a:off x="4457700" y="4506685"/>
                  <a:ext cx="1917946"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1" name="直接连接符 30">
                  <a:extLst>
                    <a:ext uri="{FF2B5EF4-FFF2-40B4-BE49-F238E27FC236}">
                      <a16:creationId xmlns:a16="http://schemas.microsoft.com/office/drawing/2014/main" id="{CD3D3963-7717-4203-AB5B-60BEEF6CA7B8}"/>
                    </a:ext>
                  </a:extLst>
                </p:cNvPr>
                <p:cNvCxnSpPr>
                  <a:cxnSpLocks/>
                </p:cNvCxnSpPr>
                <p:nvPr/>
              </p:nvCxnSpPr>
              <p:spPr>
                <a:xfrm flipH="1" flipV="1">
                  <a:off x="2522765" y="2241722"/>
                  <a:ext cx="1934935" cy="2264964"/>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27" name="直接连接符 26">
                <a:extLst>
                  <a:ext uri="{FF2B5EF4-FFF2-40B4-BE49-F238E27FC236}">
                    <a16:creationId xmlns:a16="http://schemas.microsoft.com/office/drawing/2014/main" id="{EBEA4925-C5D5-48B9-BED6-B2C96FA4470B}"/>
                  </a:ext>
                </a:extLst>
              </p:cNvPr>
              <p:cNvCxnSpPr/>
              <p:nvPr/>
            </p:nvCxnSpPr>
            <p:spPr>
              <a:xfrm flipV="1">
                <a:off x="3978745" y="3804557"/>
                <a:ext cx="0" cy="702128"/>
              </a:xfrm>
              <a:prstGeom prst="line">
                <a:avLst/>
              </a:prstGeom>
              <a:ln w="19050">
                <a:prstDash val="sysDot"/>
              </a:ln>
            </p:spPr>
            <p:style>
              <a:lnRef idx="1">
                <a:schemeClr val="accent1"/>
              </a:lnRef>
              <a:fillRef idx="0">
                <a:schemeClr val="accent1"/>
              </a:fillRef>
              <a:effectRef idx="0">
                <a:schemeClr val="accent1"/>
              </a:effectRef>
              <a:fontRef idx="minor">
                <a:schemeClr val="tx1"/>
              </a:fontRef>
            </p:style>
          </p:cxnSp>
        </p:grpSp>
        <p:grpSp>
          <p:nvGrpSpPr>
            <p:cNvPr id="41" name="组合 40">
              <a:extLst>
                <a:ext uri="{FF2B5EF4-FFF2-40B4-BE49-F238E27FC236}">
                  <a16:creationId xmlns:a16="http://schemas.microsoft.com/office/drawing/2014/main" id="{A6A8E081-C744-443D-A85A-87E19AF1A97B}"/>
                </a:ext>
              </a:extLst>
            </p:cNvPr>
            <p:cNvGrpSpPr/>
            <p:nvPr/>
          </p:nvGrpSpPr>
          <p:grpSpPr>
            <a:xfrm flipV="1">
              <a:off x="10820524" y="6050015"/>
              <a:ext cx="3276600" cy="2868037"/>
              <a:chOff x="2286000" y="1992086"/>
              <a:chExt cx="3276600" cy="3722914"/>
            </a:xfrm>
          </p:grpSpPr>
          <p:grpSp>
            <p:nvGrpSpPr>
              <p:cNvPr id="42" name="组合 41">
                <a:extLst>
                  <a:ext uri="{FF2B5EF4-FFF2-40B4-BE49-F238E27FC236}">
                    <a16:creationId xmlns:a16="http://schemas.microsoft.com/office/drawing/2014/main" id="{8E8953D9-FB55-456E-B6C3-CFA76D686638}"/>
                  </a:ext>
                </a:extLst>
              </p:cNvPr>
              <p:cNvGrpSpPr/>
              <p:nvPr/>
            </p:nvGrpSpPr>
            <p:grpSpPr>
              <a:xfrm>
                <a:off x="2286000" y="1992086"/>
                <a:ext cx="3276600" cy="3722914"/>
                <a:chOff x="2286000" y="1992086"/>
                <a:chExt cx="4203700" cy="3722914"/>
              </a:xfrm>
            </p:grpSpPr>
            <p:cxnSp>
              <p:nvCxnSpPr>
                <p:cNvPr id="44" name="直接箭头连接符 43">
                  <a:extLst>
                    <a:ext uri="{FF2B5EF4-FFF2-40B4-BE49-F238E27FC236}">
                      <a16:creationId xmlns:a16="http://schemas.microsoft.com/office/drawing/2014/main" id="{482DD095-2136-4ED5-95C2-F47B9FCC4FD6}"/>
                    </a:ext>
                  </a:extLst>
                </p:cNvPr>
                <p:cNvCxnSpPr/>
                <p:nvPr/>
              </p:nvCxnSpPr>
              <p:spPr>
                <a:xfrm>
                  <a:off x="2286000" y="1992086"/>
                  <a:ext cx="0" cy="3722914"/>
                </a:xfrm>
                <a:prstGeom prst="straightConnector1">
                  <a:avLst/>
                </a:prstGeom>
                <a:ln w="38100">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45" name="直接箭头连接符 44">
                  <a:extLst>
                    <a:ext uri="{FF2B5EF4-FFF2-40B4-BE49-F238E27FC236}">
                      <a16:creationId xmlns:a16="http://schemas.microsoft.com/office/drawing/2014/main" id="{7FD08DAC-F3BF-420B-B65D-A927895217D4}"/>
                    </a:ext>
                  </a:extLst>
                </p:cNvPr>
                <p:cNvCxnSpPr>
                  <a:cxnSpLocks/>
                </p:cNvCxnSpPr>
                <p:nvPr/>
              </p:nvCxnSpPr>
              <p:spPr>
                <a:xfrm>
                  <a:off x="2286000" y="3804557"/>
                  <a:ext cx="4203700" cy="0"/>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46" name="直接连接符 45">
                  <a:extLst>
                    <a:ext uri="{FF2B5EF4-FFF2-40B4-BE49-F238E27FC236}">
                      <a16:creationId xmlns:a16="http://schemas.microsoft.com/office/drawing/2014/main" id="{54465AC4-469E-458A-A001-69C2CEDFBD9C}"/>
                    </a:ext>
                  </a:extLst>
                </p:cNvPr>
                <p:cNvCxnSpPr>
                  <a:cxnSpLocks/>
                </p:cNvCxnSpPr>
                <p:nvPr/>
              </p:nvCxnSpPr>
              <p:spPr>
                <a:xfrm>
                  <a:off x="4457700" y="4506685"/>
                  <a:ext cx="1917946"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7" name="直接连接符 46">
                  <a:extLst>
                    <a:ext uri="{FF2B5EF4-FFF2-40B4-BE49-F238E27FC236}">
                      <a16:creationId xmlns:a16="http://schemas.microsoft.com/office/drawing/2014/main" id="{B6048212-2601-496A-8D68-72ED48B4A6BB}"/>
                    </a:ext>
                  </a:extLst>
                </p:cNvPr>
                <p:cNvCxnSpPr>
                  <a:cxnSpLocks/>
                </p:cNvCxnSpPr>
                <p:nvPr/>
              </p:nvCxnSpPr>
              <p:spPr>
                <a:xfrm flipH="1" flipV="1">
                  <a:off x="2522765" y="2241722"/>
                  <a:ext cx="1934935" cy="2264964"/>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43" name="直接连接符 42">
                <a:extLst>
                  <a:ext uri="{FF2B5EF4-FFF2-40B4-BE49-F238E27FC236}">
                    <a16:creationId xmlns:a16="http://schemas.microsoft.com/office/drawing/2014/main" id="{4FA1CBA1-8304-4534-9E58-8DBB7AFEF0EB}"/>
                  </a:ext>
                </a:extLst>
              </p:cNvPr>
              <p:cNvCxnSpPr/>
              <p:nvPr/>
            </p:nvCxnSpPr>
            <p:spPr>
              <a:xfrm flipV="1">
                <a:off x="3978745" y="3804557"/>
                <a:ext cx="0" cy="702128"/>
              </a:xfrm>
              <a:prstGeom prst="line">
                <a:avLst/>
              </a:prstGeom>
              <a:ln w="19050">
                <a:prstDash val="sysDot"/>
              </a:ln>
            </p:spPr>
            <p:style>
              <a:lnRef idx="1">
                <a:schemeClr val="accent1"/>
              </a:lnRef>
              <a:fillRef idx="0">
                <a:schemeClr val="accent1"/>
              </a:fillRef>
              <a:effectRef idx="0">
                <a:schemeClr val="accent1"/>
              </a:effectRef>
              <a:fontRef idx="minor">
                <a:schemeClr val="tx1"/>
              </a:fontRef>
            </p:style>
          </p:cxnSp>
        </p:grpSp>
        <mc:AlternateContent xmlns:mc="http://schemas.openxmlformats.org/markup-compatibility/2006" xmlns:a14="http://schemas.microsoft.com/office/drawing/2010/main">
          <mc:Choice Requires="a14">
            <p:sp>
              <p:nvSpPr>
                <p:cNvPr id="61" name="文本框 60">
                  <a:extLst>
                    <a:ext uri="{FF2B5EF4-FFF2-40B4-BE49-F238E27FC236}">
                      <a16:creationId xmlns:a16="http://schemas.microsoft.com/office/drawing/2014/main" id="{AFBF57CA-59F5-4975-A500-C34A984B1083}"/>
                    </a:ext>
                  </a:extLst>
                </p:cNvPr>
                <p:cNvSpPr txBox="1"/>
                <p:nvPr/>
              </p:nvSpPr>
              <p:spPr>
                <a:xfrm>
                  <a:off x="2764311" y="4606899"/>
                  <a:ext cx="3726469" cy="892552"/>
                </a:xfrm>
                <a:prstGeom prst="rect">
                  <a:avLst/>
                </a:prstGeom>
                <a:noFill/>
              </p:spPr>
              <p:txBody>
                <a:bodyPr wrap="none" rtlCol="0">
                  <a:spAutoFit/>
                </a:bodyPr>
                <a:lstStyle/>
                <a:p>
                  <a:pPr algn="ctr"/>
                  <a:r>
                    <a:rPr lang="zh-CN" altLang="en-US" sz="2400" dirty="0"/>
                    <a:t>买入看涨期权</a:t>
                  </a:r>
                  <a:endParaRPr lang="en-US" altLang="zh-CN" sz="2400" dirty="0"/>
                </a:p>
                <a:p>
                  <a:pPr algn="ctr"/>
                  <a14:m>
                    <m:oMathPara xmlns:m="http://schemas.openxmlformats.org/officeDocument/2006/math">
                      <m:oMathParaPr>
                        <m:jc m:val="centerGroup"/>
                      </m:oMathParaPr>
                      <m:oMath xmlns:m="http://schemas.openxmlformats.org/officeDocument/2006/math">
                        <m:r>
                          <m:rPr>
                            <m:nor/>
                          </m:rPr>
                          <a:rPr lang="en-US" altLang="zh-CN" sz="2800" i="1" dirty="0" smtClean="0">
                            <a:latin typeface="Cambria Math" panose="02040503050406030204" pitchFamily="18" charset="0"/>
                          </a:rPr>
                          <m:t>S</m:t>
                        </m:r>
                        <m:r>
                          <a:rPr lang="en-US" altLang="zh-CN" sz="2800" i="1" dirty="0" smtClean="0">
                            <a:latin typeface="Cambria Math" panose="02040503050406030204" pitchFamily="18" charset="0"/>
                            <a:ea typeface="Cambria Math" panose="02040503050406030204" pitchFamily="18" charset="0"/>
                          </a:rPr>
                          <m:t>≥</m:t>
                        </m:r>
                        <m:r>
                          <m:rPr>
                            <m:nor/>
                          </m:rPr>
                          <a:rPr lang="en-US" altLang="zh-CN" sz="2800" b="0" i="1" dirty="0" smtClean="0">
                            <a:latin typeface="Cambria Math" panose="02040503050406030204" pitchFamily="18" charset="0"/>
                            <a:ea typeface="Cambria Math" panose="02040503050406030204" pitchFamily="18" charset="0"/>
                          </a:rPr>
                          <m:t>C</m:t>
                        </m:r>
                        <m:r>
                          <a:rPr lang="en-US" altLang="zh-CN" sz="2800" i="1" dirty="0" smtClean="0">
                            <a:latin typeface="Cambria Math" panose="02040503050406030204" pitchFamily="18" charset="0"/>
                            <a:ea typeface="Cambria Math" panose="02040503050406030204" pitchFamily="18" charset="0"/>
                          </a:rPr>
                          <m:t>≥</m:t>
                        </m:r>
                        <m:r>
                          <m:rPr>
                            <m:nor/>
                          </m:rPr>
                          <a:rPr lang="en-US" altLang="zh-CN" sz="2800" i="1" dirty="0"/>
                          <m:t>max</m:t>
                        </m:r>
                        <m:r>
                          <m:rPr>
                            <m:nor/>
                          </m:rPr>
                          <a:rPr lang="en-US" altLang="zh-CN" sz="2800" b="0" i="1" dirty="0" smtClean="0"/>
                          <m:t>{</m:t>
                        </m:r>
                        <m:r>
                          <m:rPr>
                            <m:nor/>
                          </m:rPr>
                          <a:rPr lang="en-US" altLang="zh-CN" sz="2800" i="1" dirty="0"/>
                          <m:t>S</m:t>
                        </m:r>
                        <m:r>
                          <a:rPr lang="en-US" altLang="zh-CN" sz="2800" b="0" i="1" dirty="0" smtClean="0">
                            <a:latin typeface="Cambria Math" panose="02040503050406030204" pitchFamily="18" charset="0"/>
                          </a:rPr>
                          <m:t>−</m:t>
                        </m:r>
                        <m:r>
                          <m:rPr>
                            <m:nor/>
                          </m:rPr>
                          <a:rPr lang="en-US" altLang="zh-CN" sz="2800" i="1" dirty="0"/>
                          <m:t>K</m:t>
                        </m:r>
                        <m:r>
                          <m:rPr>
                            <m:nor/>
                          </m:rPr>
                          <a:rPr lang="en-US" altLang="zh-CN" sz="2800" b="0" i="1" dirty="0" smtClean="0"/>
                          <m:t>,</m:t>
                        </m:r>
                        <m:r>
                          <m:rPr>
                            <m:nor/>
                          </m:rPr>
                          <a:rPr lang="en-US" altLang="zh-CN" sz="2800" i="1" dirty="0"/>
                          <m:t>0}</m:t>
                        </m:r>
                      </m:oMath>
                    </m:oMathPara>
                  </a14:m>
                  <a:endParaRPr lang="zh-CN" altLang="en-US" sz="2800" i="1" dirty="0"/>
                </a:p>
              </p:txBody>
            </p:sp>
          </mc:Choice>
          <mc:Fallback xmlns="">
            <p:sp>
              <p:nvSpPr>
                <p:cNvPr id="61" name="文本框 60">
                  <a:extLst>
                    <a:ext uri="{FF2B5EF4-FFF2-40B4-BE49-F238E27FC236}">
                      <a16:creationId xmlns:a16="http://schemas.microsoft.com/office/drawing/2014/main" id="{AFBF57CA-59F5-4975-A500-C34A984B1083}"/>
                    </a:ext>
                  </a:extLst>
                </p:cNvPr>
                <p:cNvSpPr txBox="1">
                  <a:spLocks noRot="1" noChangeAspect="1" noMove="1" noResize="1" noEditPoints="1" noAdjustHandles="1" noChangeArrowheads="1" noChangeShapeType="1" noTextEdit="1"/>
                </p:cNvSpPr>
                <p:nvPr/>
              </p:nvSpPr>
              <p:spPr>
                <a:xfrm>
                  <a:off x="2764311" y="4606899"/>
                  <a:ext cx="3726469" cy="892552"/>
                </a:xfrm>
                <a:prstGeom prst="rect">
                  <a:avLst/>
                </a:prstGeom>
                <a:blipFill>
                  <a:blip r:embed="rId3"/>
                  <a:stretch>
                    <a:fillRect t="-5479"/>
                  </a:stretch>
                </a:blipFill>
              </p:spPr>
              <p:txBody>
                <a:bodyPr/>
                <a:lstStyle/>
                <a:p>
                  <a:r>
                    <a:rPr lang="zh-CN" altLang="en-US">
                      <a:noFill/>
                    </a:rPr>
                    <a:t> </a:t>
                  </a:r>
                </a:p>
              </p:txBody>
            </p:sp>
          </mc:Fallback>
        </mc:AlternateContent>
        <p:sp>
          <p:nvSpPr>
            <p:cNvPr id="62" name="文本框 61">
              <a:extLst>
                <a:ext uri="{FF2B5EF4-FFF2-40B4-BE49-F238E27FC236}">
                  <a16:creationId xmlns:a16="http://schemas.microsoft.com/office/drawing/2014/main" id="{FE9B130F-FCD8-4341-AD08-3EB522CBB561}"/>
                </a:ext>
              </a:extLst>
            </p:cNvPr>
            <p:cNvSpPr txBox="1"/>
            <p:nvPr/>
          </p:nvSpPr>
          <p:spPr>
            <a:xfrm>
              <a:off x="2762938" y="8424481"/>
              <a:ext cx="2031325" cy="461665"/>
            </a:xfrm>
            <a:prstGeom prst="rect">
              <a:avLst/>
            </a:prstGeom>
            <a:noFill/>
          </p:spPr>
          <p:txBody>
            <a:bodyPr wrap="none" rtlCol="0">
              <a:spAutoFit/>
            </a:bodyPr>
            <a:lstStyle/>
            <a:p>
              <a:r>
                <a:rPr lang="zh-CN" altLang="en-US" sz="2400" dirty="0"/>
                <a:t>卖出看涨期权</a:t>
              </a:r>
              <a:endParaRPr lang="en-US" altLang="zh-CN" sz="2400" dirty="0"/>
            </a:p>
          </p:txBody>
        </p:sp>
        <mc:AlternateContent xmlns:mc="http://schemas.openxmlformats.org/markup-compatibility/2006" xmlns:a14="http://schemas.microsoft.com/office/drawing/2010/main">
          <mc:Choice Requires="a14">
            <p:sp>
              <p:nvSpPr>
                <p:cNvPr id="63" name="文本框 62">
                  <a:extLst>
                    <a:ext uri="{FF2B5EF4-FFF2-40B4-BE49-F238E27FC236}">
                      <a16:creationId xmlns:a16="http://schemas.microsoft.com/office/drawing/2014/main" id="{66BCE8B8-38AA-4AC7-BF17-62EADA352239}"/>
                    </a:ext>
                  </a:extLst>
                </p:cNvPr>
                <p:cNvSpPr txBox="1"/>
                <p:nvPr/>
              </p:nvSpPr>
              <p:spPr>
                <a:xfrm>
                  <a:off x="11627745" y="4666973"/>
                  <a:ext cx="3611886" cy="892552"/>
                </a:xfrm>
                <a:prstGeom prst="rect">
                  <a:avLst/>
                </a:prstGeom>
                <a:noFill/>
              </p:spPr>
              <p:txBody>
                <a:bodyPr wrap="none" rtlCol="0">
                  <a:spAutoFit/>
                </a:bodyPr>
                <a:lstStyle/>
                <a:p>
                  <a:pPr algn="ctr"/>
                  <a:r>
                    <a:rPr lang="zh-CN" altLang="en-US" sz="2400" dirty="0"/>
                    <a:t>买入看跌期权</a:t>
                  </a:r>
                  <a:endParaRPr lang="en-US" altLang="zh-CN" sz="2400" dirty="0"/>
                </a:p>
                <a:p>
                  <a:pPr algn="ctr"/>
                  <a14:m>
                    <m:oMathPara xmlns:m="http://schemas.openxmlformats.org/officeDocument/2006/math">
                      <m:oMathParaPr>
                        <m:jc m:val="centerGroup"/>
                      </m:oMathParaPr>
                      <m:oMath xmlns:m="http://schemas.openxmlformats.org/officeDocument/2006/math">
                        <m:r>
                          <m:rPr>
                            <m:nor/>
                          </m:rPr>
                          <a:rPr lang="en-US" altLang="zh-CN" sz="2800" i="1" dirty="0" smtClean="0">
                            <a:latin typeface="Cambria Math" panose="02040503050406030204" pitchFamily="18" charset="0"/>
                          </a:rPr>
                          <m:t>K</m:t>
                        </m:r>
                        <m:r>
                          <m:rPr>
                            <m:nor/>
                          </m:rPr>
                          <a:rPr lang="en-US" altLang="zh-CN" sz="2800" i="1" dirty="0" smtClean="0">
                            <a:latin typeface="Cambria Math" panose="02040503050406030204" pitchFamily="18" charset="0"/>
                            <a:ea typeface="Cambria Math" panose="02040503050406030204" pitchFamily="18" charset="0"/>
                          </a:rPr>
                          <m:t>≥</m:t>
                        </m:r>
                        <m:r>
                          <m:rPr>
                            <m:nor/>
                          </m:rPr>
                          <a:rPr lang="en-US" altLang="zh-CN" sz="2800" b="0" i="1" dirty="0" smtClean="0">
                            <a:latin typeface="Cambria Math" panose="02040503050406030204" pitchFamily="18" charset="0"/>
                            <a:ea typeface="Cambria Math" panose="02040503050406030204" pitchFamily="18" charset="0"/>
                          </a:rPr>
                          <m:t>p</m:t>
                        </m:r>
                        <m:r>
                          <a:rPr lang="en-US" altLang="zh-CN" sz="2800" i="1" dirty="0" smtClean="0">
                            <a:latin typeface="Cambria Math" panose="02040503050406030204" pitchFamily="18" charset="0"/>
                            <a:ea typeface="Cambria Math" panose="02040503050406030204" pitchFamily="18" charset="0"/>
                          </a:rPr>
                          <m:t>≥</m:t>
                        </m:r>
                        <m:r>
                          <m:rPr>
                            <m:nor/>
                          </m:rPr>
                          <a:rPr lang="en-US" altLang="zh-CN" sz="2800" i="1" dirty="0"/>
                          <m:t>max</m:t>
                        </m:r>
                        <m:r>
                          <m:rPr>
                            <m:nor/>
                          </m:rPr>
                          <a:rPr lang="en-US" altLang="zh-CN" sz="2800" i="1" dirty="0"/>
                          <m:t>{</m:t>
                        </m:r>
                        <m:r>
                          <m:rPr>
                            <m:nor/>
                          </m:rPr>
                          <a:rPr lang="en-US" altLang="zh-CN" sz="2800" b="0" i="1" dirty="0" smtClean="0"/>
                          <m:t>K</m:t>
                        </m:r>
                        <m:r>
                          <a:rPr lang="en-US" altLang="zh-CN" sz="2800" b="0" i="1" dirty="0" smtClean="0">
                            <a:latin typeface="Cambria Math" panose="02040503050406030204" pitchFamily="18" charset="0"/>
                            <a:ea typeface="Cambria Math" panose="02040503050406030204" pitchFamily="18" charset="0"/>
                          </a:rPr>
                          <m:t>−</m:t>
                        </m:r>
                        <m:r>
                          <m:rPr>
                            <m:nor/>
                          </m:rPr>
                          <a:rPr lang="en-US" altLang="zh-CN" sz="2800" b="0" i="1" dirty="0" smtClean="0">
                            <a:latin typeface="Cambria Math" panose="02040503050406030204" pitchFamily="18" charset="0"/>
                            <a:ea typeface="Cambria Math" panose="02040503050406030204" pitchFamily="18" charset="0"/>
                          </a:rPr>
                          <m:t>S</m:t>
                        </m:r>
                        <m:r>
                          <m:rPr>
                            <m:nor/>
                          </m:rPr>
                          <a:rPr lang="en-US" altLang="zh-CN" sz="2800" i="1" dirty="0"/>
                          <m:t>,0} </m:t>
                        </m:r>
                      </m:oMath>
                    </m:oMathPara>
                  </a14:m>
                  <a:endParaRPr lang="zh-CN" altLang="en-US" sz="2800" i="1" dirty="0"/>
                </a:p>
              </p:txBody>
            </p:sp>
          </mc:Choice>
          <mc:Fallback xmlns="">
            <p:sp>
              <p:nvSpPr>
                <p:cNvPr id="63" name="文本框 62">
                  <a:extLst>
                    <a:ext uri="{FF2B5EF4-FFF2-40B4-BE49-F238E27FC236}">
                      <a16:creationId xmlns:a16="http://schemas.microsoft.com/office/drawing/2014/main" id="{66BCE8B8-38AA-4AC7-BF17-62EADA352239}"/>
                    </a:ext>
                  </a:extLst>
                </p:cNvPr>
                <p:cNvSpPr txBox="1">
                  <a:spLocks noRot="1" noChangeAspect="1" noMove="1" noResize="1" noEditPoints="1" noAdjustHandles="1" noChangeArrowheads="1" noChangeShapeType="1" noTextEdit="1"/>
                </p:cNvSpPr>
                <p:nvPr/>
              </p:nvSpPr>
              <p:spPr>
                <a:xfrm>
                  <a:off x="11627745" y="4666973"/>
                  <a:ext cx="3611886" cy="892552"/>
                </a:xfrm>
                <a:prstGeom prst="rect">
                  <a:avLst/>
                </a:prstGeom>
                <a:blipFill>
                  <a:blip r:embed="rId4"/>
                  <a:stretch>
                    <a:fillRect t="-5479"/>
                  </a:stretch>
                </a:blipFill>
              </p:spPr>
              <p:txBody>
                <a:bodyPr/>
                <a:lstStyle/>
                <a:p>
                  <a:r>
                    <a:rPr lang="zh-CN" altLang="en-US">
                      <a:noFill/>
                    </a:rPr>
                    <a:t> </a:t>
                  </a:r>
                </a:p>
              </p:txBody>
            </p:sp>
          </mc:Fallback>
        </mc:AlternateContent>
        <p:sp>
          <p:nvSpPr>
            <p:cNvPr id="64" name="文本框 63">
              <a:extLst>
                <a:ext uri="{FF2B5EF4-FFF2-40B4-BE49-F238E27FC236}">
                  <a16:creationId xmlns:a16="http://schemas.microsoft.com/office/drawing/2014/main" id="{41CDFCC1-4BC1-4033-8F04-1CD1DF765A76}"/>
                </a:ext>
              </a:extLst>
            </p:cNvPr>
            <p:cNvSpPr txBox="1"/>
            <p:nvPr/>
          </p:nvSpPr>
          <p:spPr>
            <a:xfrm>
              <a:off x="11471452" y="8433176"/>
              <a:ext cx="2031325" cy="461665"/>
            </a:xfrm>
            <a:prstGeom prst="rect">
              <a:avLst/>
            </a:prstGeom>
            <a:noFill/>
          </p:spPr>
          <p:txBody>
            <a:bodyPr wrap="none" rtlCol="0">
              <a:spAutoFit/>
            </a:bodyPr>
            <a:lstStyle/>
            <a:p>
              <a:r>
                <a:rPr lang="zh-CN" altLang="en-US" sz="2400" dirty="0"/>
                <a:t>卖出看跌期权</a:t>
              </a:r>
            </a:p>
          </p:txBody>
        </p:sp>
        <p:sp>
          <p:nvSpPr>
            <p:cNvPr id="66" name="文本框 65">
              <a:extLst>
                <a:ext uri="{FF2B5EF4-FFF2-40B4-BE49-F238E27FC236}">
                  <a16:creationId xmlns:a16="http://schemas.microsoft.com/office/drawing/2014/main" id="{27FB47C4-E159-45E4-B5B9-D1BAFE4F2906}"/>
                </a:ext>
              </a:extLst>
            </p:cNvPr>
            <p:cNvSpPr txBox="1"/>
            <p:nvPr/>
          </p:nvSpPr>
          <p:spPr>
            <a:xfrm>
              <a:off x="3524500" y="3157350"/>
              <a:ext cx="407484" cy="461665"/>
            </a:xfrm>
            <a:prstGeom prst="rect">
              <a:avLst/>
            </a:prstGeom>
            <a:noFill/>
          </p:spPr>
          <p:txBody>
            <a:bodyPr wrap="none" rtlCol="0">
              <a:spAutoFit/>
            </a:bodyPr>
            <a:lstStyle/>
            <a:p>
              <a:r>
                <a:rPr lang="en-US" altLang="zh-CN" sz="2400" b="1" i="1" dirty="0">
                  <a:solidFill>
                    <a:srgbClr val="0070C0"/>
                  </a:solidFill>
                </a:rPr>
                <a:t>K</a:t>
              </a:r>
              <a:endParaRPr lang="zh-CN" altLang="en-US" sz="2400" b="1" i="1" dirty="0">
                <a:solidFill>
                  <a:srgbClr val="0070C0"/>
                </a:solidFill>
              </a:endParaRPr>
            </a:p>
          </p:txBody>
        </p:sp>
        <p:sp>
          <p:nvSpPr>
            <p:cNvPr id="67" name="文本框 66">
              <a:extLst>
                <a:ext uri="{FF2B5EF4-FFF2-40B4-BE49-F238E27FC236}">
                  <a16:creationId xmlns:a16="http://schemas.microsoft.com/office/drawing/2014/main" id="{E08AE48A-1BDA-47B0-8ECC-79142CC814D1}"/>
                </a:ext>
              </a:extLst>
            </p:cNvPr>
            <p:cNvSpPr txBox="1"/>
            <p:nvPr/>
          </p:nvSpPr>
          <p:spPr>
            <a:xfrm>
              <a:off x="1567900" y="3873295"/>
              <a:ext cx="458780" cy="461665"/>
            </a:xfrm>
            <a:prstGeom prst="rect">
              <a:avLst/>
            </a:prstGeom>
            <a:noFill/>
          </p:spPr>
          <p:txBody>
            <a:bodyPr wrap="none" rtlCol="0">
              <a:spAutoFit/>
            </a:bodyPr>
            <a:lstStyle/>
            <a:p>
              <a:r>
                <a:rPr lang="en-US" altLang="zh-CN" sz="2400" b="1" i="1" dirty="0">
                  <a:solidFill>
                    <a:srgbClr val="0070C0"/>
                  </a:solidFill>
                </a:rPr>
                <a:t>-c</a:t>
              </a:r>
              <a:endParaRPr lang="zh-CN" altLang="en-US" sz="2400" b="1" i="1" dirty="0">
                <a:solidFill>
                  <a:srgbClr val="0070C0"/>
                </a:solidFill>
              </a:endParaRPr>
            </a:p>
          </p:txBody>
        </p:sp>
        <p:sp>
          <p:nvSpPr>
            <p:cNvPr id="68" name="文本框 67">
              <a:extLst>
                <a:ext uri="{FF2B5EF4-FFF2-40B4-BE49-F238E27FC236}">
                  <a16:creationId xmlns:a16="http://schemas.microsoft.com/office/drawing/2014/main" id="{C8904A34-EC9F-4A96-AC6E-951024FC2B21}"/>
                </a:ext>
              </a:extLst>
            </p:cNvPr>
            <p:cNvSpPr txBox="1"/>
            <p:nvPr/>
          </p:nvSpPr>
          <p:spPr>
            <a:xfrm>
              <a:off x="5125187" y="2512595"/>
              <a:ext cx="389850" cy="461665"/>
            </a:xfrm>
            <a:prstGeom prst="rect">
              <a:avLst/>
            </a:prstGeom>
            <a:noFill/>
          </p:spPr>
          <p:txBody>
            <a:bodyPr wrap="square" rtlCol="0">
              <a:spAutoFit/>
            </a:bodyPr>
            <a:lstStyle/>
            <a:p>
              <a:r>
                <a:rPr lang="en-US" altLang="zh-CN" sz="2400" b="1" i="1" dirty="0">
                  <a:solidFill>
                    <a:srgbClr val="0070C0"/>
                  </a:solidFill>
                </a:rPr>
                <a:t>S</a:t>
              </a:r>
              <a:endParaRPr lang="zh-CN" altLang="en-US" sz="2400" b="1" i="1" dirty="0">
                <a:solidFill>
                  <a:srgbClr val="0070C0"/>
                </a:solidFill>
              </a:endParaRPr>
            </a:p>
          </p:txBody>
        </p:sp>
        <p:sp>
          <p:nvSpPr>
            <p:cNvPr id="69" name="文本框 68">
              <a:extLst>
                <a:ext uri="{FF2B5EF4-FFF2-40B4-BE49-F238E27FC236}">
                  <a16:creationId xmlns:a16="http://schemas.microsoft.com/office/drawing/2014/main" id="{12F30CDF-B119-4E88-9700-1E0F5C66C76F}"/>
                </a:ext>
              </a:extLst>
            </p:cNvPr>
            <p:cNvSpPr txBox="1"/>
            <p:nvPr/>
          </p:nvSpPr>
          <p:spPr>
            <a:xfrm>
              <a:off x="1567900" y="2217016"/>
              <a:ext cx="389850" cy="830997"/>
            </a:xfrm>
            <a:prstGeom prst="rect">
              <a:avLst/>
            </a:prstGeom>
            <a:noFill/>
          </p:spPr>
          <p:txBody>
            <a:bodyPr wrap="square" rtlCol="0">
              <a:spAutoFit/>
            </a:bodyPr>
            <a:lstStyle/>
            <a:p>
              <a:r>
                <a:rPr lang="zh-CN" altLang="en-US" sz="2400" dirty="0"/>
                <a:t>价格</a:t>
              </a:r>
            </a:p>
          </p:txBody>
        </p:sp>
        <p:sp>
          <p:nvSpPr>
            <p:cNvPr id="70" name="文本框 69">
              <a:extLst>
                <a:ext uri="{FF2B5EF4-FFF2-40B4-BE49-F238E27FC236}">
                  <a16:creationId xmlns:a16="http://schemas.microsoft.com/office/drawing/2014/main" id="{06BC0C4C-71BA-4A2C-94B3-550C3B60D09F}"/>
                </a:ext>
              </a:extLst>
            </p:cNvPr>
            <p:cNvSpPr txBox="1"/>
            <p:nvPr/>
          </p:nvSpPr>
          <p:spPr>
            <a:xfrm>
              <a:off x="5238002" y="3411630"/>
              <a:ext cx="1323650" cy="461665"/>
            </a:xfrm>
            <a:prstGeom prst="rect">
              <a:avLst/>
            </a:prstGeom>
            <a:noFill/>
          </p:spPr>
          <p:txBody>
            <a:bodyPr wrap="square" rtlCol="0">
              <a:spAutoFit/>
            </a:bodyPr>
            <a:lstStyle/>
            <a:p>
              <a:r>
                <a:rPr lang="zh-CN" altLang="en-US" sz="2400" dirty="0"/>
                <a:t>时间</a:t>
              </a:r>
            </a:p>
          </p:txBody>
        </p:sp>
      </p:grpSp>
    </p:spTree>
    <p:extLst>
      <p:ext uri="{BB962C8B-B14F-4D97-AF65-F5344CB8AC3E}">
        <p14:creationId xmlns:p14="http://schemas.microsoft.com/office/powerpoint/2010/main" val="174124002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411F513-0ADF-4246-AF8E-82101A3E7E4F}"/>
              </a:ext>
            </a:extLst>
          </p:cNvPr>
          <p:cNvSpPr>
            <a:spLocks noGrp="1"/>
          </p:cNvSpPr>
          <p:nvPr>
            <p:ph type="title"/>
          </p:nvPr>
        </p:nvSpPr>
        <p:spPr/>
        <p:txBody>
          <a:bodyPr/>
          <a:lstStyle/>
          <a:p>
            <a:r>
              <a:rPr lang="zh-CN" altLang="en-US" dirty="0"/>
              <a:t>选择权的平价关系</a:t>
            </a:r>
          </a:p>
        </p:txBody>
      </p:sp>
      <mc:AlternateContent xmlns:mc="http://schemas.openxmlformats.org/markup-compatibility/2006" xmlns:a14="http://schemas.microsoft.com/office/drawing/2010/main">
        <mc:Choice Requires="a14">
          <p:sp>
            <p:nvSpPr>
              <p:cNvPr id="85" name="内容占位符 84">
                <a:extLst>
                  <a:ext uri="{FF2B5EF4-FFF2-40B4-BE49-F238E27FC236}">
                    <a16:creationId xmlns:a16="http://schemas.microsoft.com/office/drawing/2014/main" id="{16B4BD43-0AD1-4C5F-9B4D-68185AA9447C}"/>
                  </a:ext>
                </a:extLst>
              </p:cNvPr>
              <p:cNvSpPr>
                <a:spLocks noGrp="1"/>
              </p:cNvSpPr>
              <p:nvPr>
                <p:ph idx="1"/>
              </p:nvPr>
            </p:nvSpPr>
            <p:spPr/>
            <p:txBody>
              <a:bodyPr>
                <a:normAutofit/>
              </a:bodyPr>
              <a:lstStyle/>
              <a:p>
                <a:r>
                  <a:rPr lang="zh-CN" altLang="en-US" dirty="0"/>
                  <a:t>看涨期权和看跌期权之间存在等价关系</a:t>
                </a:r>
                <a:endParaRPr lang="en-US" altLang="zh-CN" dirty="0"/>
              </a:p>
              <a:p>
                <a:pPr lvl="1"/>
                <a:r>
                  <a:rPr lang="zh-CN" altLang="en-US" b="0" dirty="0">
                    <a:solidFill>
                      <a:schemeClr val="tx1">
                        <a:lumMod val="75000"/>
                        <a:lumOff val="25000"/>
                      </a:schemeClr>
                    </a:solidFill>
                  </a:rPr>
                  <a:t>期初：</a:t>
                </a:r>
                <a14:m>
                  <m:oMath xmlns:m="http://schemas.openxmlformats.org/officeDocument/2006/math">
                    <m:sSub>
                      <m:sSubPr>
                        <m:ctrlPr>
                          <a:rPr lang="en-US" altLang="zh-CN" sz="2800" b="1" i="1" smtClean="0">
                            <a:solidFill>
                              <a:schemeClr val="tx1">
                                <a:lumMod val="75000"/>
                                <a:lumOff val="25000"/>
                              </a:schemeClr>
                            </a:solidFill>
                            <a:latin typeface="Cambria Math" panose="02040503050406030204" pitchFamily="18" charset="0"/>
                          </a:rPr>
                        </m:ctrlPr>
                      </m:sSubPr>
                      <m:e>
                        <m:r>
                          <a:rPr lang="en-US" altLang="zh-CN" sz="2800" b="1" i="1" smtClean="0">
                            <a:solidFill>
                              <a:schemeClr val="tx1">
                                <a:lumMod val="75000"/>
                                <a:lumOff val="25000"/>
                              </a:schemeClr>
                            </a:solidFill>
                            <a:latin typeface="Cambria Math" panose="02040503050406030204" pitchFamily="18" charset="0"/>
                          </a:rPr>
                          <m:t>𝒄</m:t>
                        </m:r>
                      </m:e>
                      <m:sub>
                        <m:r>
                          <a:rPr lang="en-US" altLang="zh-CN" sz="2800" b="1" i="1" smtClean="0">
                            <a:solidFill>
                              <a:schemeClr val="tx1">
                                <a:lumMod val="75000"/>
                                <a:lumOff val="25000"/>
                              </a:schemeClr>
                            </a:solidFill>
                            <a:latin typeface="Cambria Math" panose="02040503050406030204" pitchFamily="18" charset="0"/>
                          </a:rPr>
                          <m:t>𝟎</m:t>
                        </m:r>
                      </m:sub>
                    </m:sSub>
                    <m:r>
                      <a:rPr lang="en-US" altLang="zh-CN" sz="2800" b="1" i="1" smtClean="0">
                        <a:solidFill>
                          <a:schemeClr val="tx1">
                            <a:lumMod val="75000"/>
                            <a:lumOff val="25000"/>
                          </a:schemeClr>
                        </a:solidFill>
                        <a:latin typeface="Cambria Math" panose="02040503050406030204" pitchFamily="18" charset="0"/>
                      </a:rPr>
                      <m:t>+</m:t>
                    </m:r>
                    <m:r>
                      <a:rPr lang="en-US" altLang="zh-CN" sz="2800" b="1" i="1" smtClean="0">
                        <a:solidFill>
                          <a:schemeClr val="tx1">
                            <a:lumMod val="75000"/>
                            <a:lumOff val="25000"/>
                          </a:schemeClr>
                        </a:solidFill>
                        <a:latin typeface="Cambria Math" panose="02040503050406030204" pitchFamily="18" charset="0"/>
                      </a:rPr>
                      <m:t>𝑲</m:t>
                    </m:r>
                    <m:sSup>
                      <m:sSupPr>
                        <m:ctrlPr>
                          <a:rPr lang="en-US" altLang="zh-CN" sz="2800" b="1" i="1" smtClean="0">
                            <a:solidFill>
                              <a:schemeClr val="tx1">
                                <a:lumMod val="75000"/>
                                <a:lumOff val="25000"/>
                              </a:schemeClr>
                            </a:solidFill>
                            <a:latin typeface="Cambria Math" panose="02040503050406030204" pitchFamily="18" charset="0"/>
                          </a:rPr>
                        </m:ctrlPr>
                      </m:sSupPr>
                      <m:e>
                        <m:r>
                          <a:rPr lang="en-US" altLang="zh-CN" sz="2800" b="1" i="1" smtClean="0">
                            <a:solidFill>
                              <a:schemeClr val="tx1">
                                <a:lumMod val="75000"/>
                                <a:lumOff val="25000"/>
                              </a:schemeClr>
                            </a:solidFill>
                            <a:latin typeface="Cambria Math" panose="02040503050406030204" pitchFamily="18" charset="0"/>
                          </a:rPr>
                          <m:t>𝒆</m:t>
                        </m:r>
                      </m:e>
                      <m:sup>
                        <m:r>
                          <a:rPr lang="en-US" altLang="zh-CN" sz="2800" b="1" i="1" smtClean="0">
                            <a:solidFill>
                              <a:schemeClr val="tx1">
                                <a:lumMod val="75000"/>
                                <a:lumOff val="25000"/>
                              </a:schemeClr>
                            </a:solidFill>
                            <a:latin typeface="Cambria Math" panose="02040503050406030204" pitchFamily="18" charset="0"/>
                          </a:rPr>
                          <m:t>−</m:t>
                        </m:r>
                        <m:r>
                          <a:rPr lang="en-US" altLang="zh-CN" sz="2800" b="1" i="1" smtClean="0">
                            <a:solidFill>
                              <a:schemeClr val="tx1">
                                <a:lumMod val="75000"/>
                                <a:lumOff val="25000"/>
                              </a:schemeClr>
                            </a:solidFill>
                            <a:latin typeface="Cambria Math" panose="02040503050406030204" pitchFamily="18" charset="0"/>
                          </a:rPr>
                          <m:t>𝒓𝑻</m:t>
                        </m:r>
                      </m:sup>
                    </m:sSup>
                    <m:r>
                      <a:rPr lang="en-US" altLang="zh-CN" sz="2800" b="1" i="1" smtClean="0">
                        <a:solidFill>
                          <a:schemeClr val="tx1">
                            <a:lumMod val="75000"/>
                            <a:lumOff val="25000"/>
                          </a:schemeClr>
                        </a:solidFill>
                        <a:latin typeface="Cambria Math" panose="02040503050406030204" pitchFamily="18" charset="0"/>
                      </a:rPr>
                      <m:t>=</m:t>
                    </m:r>
                    <m:sSub>
                      <m:sSubPr>
                        <m:ctrlPr>
                          <a:rPr lang="en-US" altLang="zh-CN" sz="2800" b="1" i="1" smtClean="0">
                            <a:solidFill>
                              <a:schemeClr val="tx1">
                                <a:lumMod val="75000"/>
                                <a:lumOff val="25000"/>
                              </a:schemeClr>
                            </a:solidFill>
                            <a:latin typeface="Cambria Math" panose="02040503050406030204" pitchFamily="18" charset="0"/>
                          </a:rPr>
                        </m:ctrlPr>
                      </m:sSubPr>
                      <m:e>
                        <m:r>
                          <a:rPr lang="en-US" altLang="zh-CN" sz="2800" b="1" i="1" smtClean="0">
                            <a:solidFill>
                              <a:schemeClr val="tx1">
                                <a:lumMod val="75000"/>
                                <a:lumOff val="25000"/>
                              </a:schemeClr>
                            </a:solidFill>
                            <a:latin typeface="Cambria Math" panose="02040503050406030204" pitchFamily="18" charset="0"/>
                          </a:rPr>
                          <m:t>𝒑</m:t>
                        </m:r>
                      </m:e>
                      <m:sub>
                        <m:r>
                          <a:rPr lang="en-US" altLang="zh-CN" sz="2800" b="1" i="1" smtClean="0">
                            <a:solidFill>
                              <a:schemeClr val="tx1">
                                <a:lumMod val="75000"/>
                                <a:lumOff val="25000"/>
                              </a:schemeClr>
                            </a:solidFill>
                            <a:latin typeface="Cambria Math" panose="02040503050406030204" pitchFamily="18" charset="0"/>
                          </a:rPr>
                          <m:t>𝟎</m:t>
                        </m:r>
                      </m:sub>
                    </m:sSub>
                    <m:r>
                      <a:rPr lang="en-US" altLang="zh-CN" sz="2800" b="1" i="1" smtClean="0">
                        <a:solidFill>
                          <a:schemeClr val="tx1">
                            <a:lumMod val="75000"/>
                            <a:lumOff val="25000"/>
                          </a:schemeClr>
                        </a:solidFill>
                        <a:latin typeface="Cambria Math" panose="02040503050406030204" pitchFamily="18" charset="0"/>
                      </a:rPr>
                      <m:t>+</m:t>
                    </m:r>
                    <m:sSub>
                      <m:sSubPr>
                        <m:ctrlPr>
                          <a:rPr lang="en-US" altLang="zh-CN" sz="2800" b="1" i="1" smtClean="0">
                            <a:solidFill>
                              <a:schemeClr val="tx1">
                                <a:lumMod val="75000"/>
                                <a:lumOff val="25000"/>
                              </a:schemeClr>
                            </a:solidFill>
                            <a:latin typeface="Cambria Math" panose="02040503050406030204" pitchFamily="18" charset="0"/>
                          </a:rPr>
                        </m:ctrlPr>
                      </m:sSubPr>
                      <m:e>
                        <m:r>
                          <a:rPr lang="en-US" altLang="zh-CN" sz="2800" b="1" i="1" smtClean="0">
                            <a:solidFill>
                              <a:schemeClr val="tx1">
                                <a:lumMod val="75000"/>
                                <a:lumOff val="25000"/>
                              </a:schemeClr>
                            </a:solidFill>
                            <a:latin typeface="Cambria Math" panose="02040503050406030204" pitchFamily="18" charset="0"/>
                          </a:rPr>
                          <m:t>𝑺</m:t>
                        </m:r>
                      </m:e>
                      <m:sub>
                        <m:r>
                          <a:rPr lang="en-US" altLang="zh-CN" sz="2800" b="1" i="1" smtClean="0">
                            <a:solidFill>
                              <a:schemeClr val="tx1">
                                <a:lumMod val="75000"/>
                                <a:lumOff val="25000"/>
                              </a:schemeClr>
                            </a:solidFill>
                            <a:latin typeface="Cambria Math" panose="02040503050406030204" pitchFamily="18" charset="0"/>
                          </a:rPr>
                          <m:t>𝟎</m:t>
                        </m:r>
                      </m:sub>
                    </m:sSub>
                  </m:oMath>
                </a14:m>
                <a:endParaRPr lang="en-US" altLang="zh-CN" b="1" dirty="0">
                  <a:solidFill>
                    <a:schemeClr val="tx1">
                      <a:lumMod val="75000"/>
                      <a:lumOff val="25000"/>
                    </a:schemeClr>
                  </a:solidFill>
                </a:endParaRPr>
              </a:p>
              <a:p>
                <a:pPr lvl="1"/>
                <a:r>
                  <a:rPr lang="zh-CN" altLang="en-US" dirty="0">
                    <a:solidFill>
                      <a:schemeClr val="tx1">
                        <a:lumMod val="75000"/>
                        <a:lumOff val="25000"/>
                      </a:schemeClr>
                    </a:solidFill>
                  </a:rPr>
                  <a:t>期末：</a:t>
                </a:r>
                <a14:m>
                  <m:oMath xmlns:m="http://schemas.openxmlformats.org/officeDocument/2006/math">
                    <m:sSub>
                      <m:sSubPr>
                        <m:ctrlPr>
                          <a:rPr lang="en-US" altLang="zh-CN" sz="2800" b="1" i="1" smtClean="0">
                            <a:solidFill>
                              <a:schemeClr val="tx1">
                                <a:lumMod val="75000"/>
                                <a:lumOff val="25000"/>
                              </a:schemeClr>
                            </a:solidFill>
                            <a:latin typeface="Cambria Math" panose="02040503050406030204" pitchFamily="18" charset="0"/>
                          </a:rPr>
                        </m:ctrlPr>
                      </m:sSubPr>
                      <m:e>
                        <m:r>
                          <a:rPr lang="en-US" altLang="zh-CN" sz="2800" b="1" i="1">
                            <a:solidFill>
                              <a:schemeClr val="tx1">
                                <a:lumMod val="75000"/>
                                <a:lumOff val="25000"/>
                              </a:schemeClr>
                            </a:solidFill>
                            <a:latin typeface="Cambria Math" panose="02040503050406030204" pitchFamily="18" charset="0"/>
                          </a:rPr>
                          <m:t>𝒄</m:t>
                        </m:r>
                      </m:e>
                      <m:sub>
                        <m:r>
                          <a:rPr lang="en-US" altLang="zh-CN" sz="2800" b="1" i="1" smtClean="0">
                            <a:solidFill>
                              <a:schemeClr val="tx1">
                                <a:lumMod val="75000"/>
                                <a:lumOff val="25000"/>
                              </a:schemeClr>
                            </a:solidFill>
                            <a:latin typeface="Cambria Math" panose="02040503050406030204" pitchFamily="18" charset="0"/>
                          </a:rPr>
                          <m:t>𝑻</m:t>
                        </m:r>
                      </m:sub>
                    </m:sSub>
                    <m:r>
                      <a:rPr lang="en-US" altLang="zh-CN" sz="2800" b="1" i="1">
                        <a:solidFill>
                          <a:schemeClr val="tx1">
                            <a:lumMod val="75000"/>
                            <a:lumOff val="25000"/>
                          </a:schemeClr>
                        </a:solidFill>
                        <a:latin typeface="Cambria Math" panose="02040503050406030204" pitchFamily="18" charset="0"/>
                      </a:rPr>
                      <m:t>+</m:t>
                    </m:r>
                    <m:r>
                      <a:rPr lang="en-US" altLang="zh-CN" sz="2800" b="1" i="1">
                        <a:solidFill>
                          <a:schemeClr val="tx1">
                            <a:lumMod val="75000"/>
                            <a:lumOff val="25000"/>
                          </a:schemeClr>
                        </a:solidFill>
                        <a:latin typeface="Cambria Math" panose="02040503050406030204" pitchFamily="18" charset="0"/>
                      </a:rPr>
                      <m:t>𝑲</m:t>
                    </m:r>
                    <m:r>
                      <a:rPr lang="en-US" altLang="zh-CN" sz="2800" b="1" i="1">
                        <a:solidFill>
                          <a:schemeClr val="tx1">
                            <a:lumMod val="75000"/>
                            <a:lumOff val="25000"/>
                          </a:schemeClr>
                        </a:solidFill>
                        <a:latin typeface="Cambria Math" panose="02040503050406030204" pitchFamily="18" charset="0"/>
                      </a:rPr>
                      <m:t>=</m:t>
                    </m:r>
                    <m:sSub>
                      <m:sSubPr>
                        <m:ctrlPr>
                          <a:rPr lang="en-US" altLang="zh-CN" sz="2800" b="1" i="1">
                            <a:solidFill>
                              <a:schemeClr val="tx1">
                                <a:lumMod val="75000"/>
                                <a:lumOff val="25000"/>
                              </a:schemeClr>
                            </a:solidFill>
                            <a:latin typeface="Cambria Math" panose="02040503050406030204" pitchFamily="18" charset="0"/>
                          </a:rPr>
                        </m:ctrlPr>
                      </m:sSubPr>
                      <m:e>
                        <m:r>
                          <a:rPr lang="en-US" altLang="zh-CN" sz="2800" b="1" i="1">
                            <a:solidFill>
                              <a:schemeClr val="tx1">
                                <a:lumMod val="75000"/>
                                <a:lumOff val="25000"/>
                              </a:schemeClr>
                            </a:solidFill>
                            <a:latin typeface="Cambria Math" panose="02040503050406030204" pitchFamily="18" charset="0"/>
                          </a:rPr>
                          <m:t>𝒑</m:t>
                        </m:r>
                      </m:e>
                      <m:sub>
                        <m:r>
                          <a:rPr lang="en-US" altLang="zh-CN" sz="2800" b="1" i="1" smtClean="0">
                            <a:solidFill>
                              <a:schemeClr val="tx1">
                                <a:lumMod val="75000"/>
                                <a:lumOff val="25000"/>
                              </a:schemeClr>
                            </a:solidFill>
                            <a:latin typeface="Cambria Math" panose="02040503050406030204" pitchFamily="18" charset="0"/>
                          </a:rPr>
                          <m:t>𝑻</m:t>
                        </m:r>
                      </m:sub>
                    </m:sSub>
                    <m:r>
                      <a:rPr lang="en-US" altLang="zh-CN" sz="2800" b="1" i="1">
                        <a:solidFill>
                          <a:schemeClr val="tx1">
                            <a:lumMod val="75000"/>
                            <a:lumOff val="25000"/>
                          </a:schemeClr>
                        </a:solidFill>
                        <a:latin typeface="Cambria Math" panose="02040503050406030204" pitchFamily="18" charset="0"/>
                      </a:rPr>
                      <m:t>+</m:t>
                    </m:r>
                    <m:sSub>
                      <m:sSubPr>
                        <m:ctrlPr>
                          <a:rPr lang="en-US" altLang="zh-CN" sz="2800" b="1" i="1">
                            <a:solidFill>
                              <a:schemeClr val="tx1">
                                <a:lumMod val="75000"/>
                                <a:lumOff val="25000"/>
                              </a:schemeClr>
                            </a:solidFill>
                            <a:latin typeface="Cambria Math" panose="02040503050406030204" pitchFamily="18" charset="0"/>
                          </a:rPr>
                        </m:ctrlPr>
                      </m:sSubPr>
                      <m:e>
                        <m:r>
                          <a:rPr lang="en-US" altLang="zh-CN" sz="2800" b="1" i="1">
                            <a:solidFill>
                              <a:schemeClr val="tx1">
                                <a:lumMod val="75000"/>
                                <a:lumOff val="25000"/>
                              </a:schemeClr>
                            </a:solidFill>
                            <a:latin typeface="Cambria Math" panose="02040503050406030204" pitchFamily="18" charset="0"/>
                          </a:rPr>
                          <m:t>𝑺</m:t>
                        </m:r>
                      </m:e>
                      <m:sub>
                        <m:r>
                          <a:rPr lang="en-US" altLang="zh-CN" sz="2800" b="1" i="1" smtClean="0">
                            <a:solidFill>
                              <a:schemeClr val="tx1">
                                <a:lumMod val="75000"/>
                                <a:lumOff val="25000"/>
                              </a:schemeClr>
                            </a:solidFill>
                            <a:latin typeface="Cambria Math" panose="02040503050406030204" pitchFamily="18" charset="0"/>
                          </a:rPr>
                          <m:t>𝑻</m:t>
                        </m:r>
                      </m:sub>
                    </m:sSub>
                  </m:oMath>
                </a14:m>
                <a:r>
                  <a:rPr lang="zh-CN" altLang="en-US" sz="2800" b="1" dirty="0">
                    <a:solidFill>
                      <a:schemeClr val="tx1">
                        <a:lumMod val="75000"/>
                        <a:lumOff val="25000"/>
                      </a:schemeClr>
                    </a:solidFill>
                  </a:rPr>
                  <a:t>，</a:t>
                </a:r>
                <a:r>
                  <a:rPr lang="en-US" altLang="zh-CN" sz="2800" b="1" dirty="0">
                    <a:solidFill>
                      <a:schemeClr val="tx1">
                        <a:lumMod val="75000"/>
                        <a:lumOff val="25000"/>
                      </a:schemeClr>
                    </a:solidFill>
                  </a:rPr>
                  <a:t> </a:t>
                </a:r>
                <a14:m>
                  <m:oMath xmlns:m="http://schemas.openxmlformats.org/officeDocument/2006/math">
                    <m:sSub>
                      <m:sSubPr>
                        <m:ctrlPr>
                          <a:rPr lang="en-US" altLang="zh-CN" sz="2800" b="1" i="1">
                            <a:solidFill>
                              <a:schemeClr val="tx1">
                                <a:lumMod val="75000"/>
                                <a:lumOff val="25000"/>
                              </a:schemeClr>
                            </a:solidFill>
                            <a:latin typeface="Cambria Math" panose="02040503050406030204" pitchFamily="18" charset="0"/>
                          </a:rPr>
                        </m:ctrlPr>
                      </m:sSubPr>
                      <m:e>
                        <m:r>
                          <a:rPr lang="en-US" altLang="zh-CN" sz="2800" b="1" i="1">
                            <a:solidFill>
                              <a:schemeClr val="tx1">
                                <a:lumMod val="75000"/>
                                <a:lumOff val="25000"/>
                              </a:schemeClr>
                            </a:solidFill>
                            <a:latin typeface="Cambria Math" panose="02040503050406030204" pitchFamily="18" charset="0"/>
                          </a:rPr>
                          <m:t>𝒄</m:t>
                        </m:r>
                      </m:e>
                      <m:sub>
                        <m:r>
                          <a:rPr lang="en-US" altLang="zh-CN" sz="2800" b="1" i="1">
                            <a:solidFill>
                              <a:schemeClr val="tx1">
                                <a:lumMod val="75000"/>
                                <a:lumOff val="25000"/>
                              </a:schemeClr>
                            </a:solidFill>
                            <a:latin typeface="Cambria Math" panose="02040503050406030204" pitchFamily="18" charset="0"/>
                          </a:rPr>
                          <m:t>𝑻</m:t>
                        </m:r>
                      </m:sub>
                    </m:sSub>
                    <m:r>
                      <a:rPr lang="en-US" altLang="zh-CN" sz="2800" b="1" i="1" smtClean="0">
                        <a:solidFill>
                          <a:schemeClr val="tx1">
                            <a:lumMod val="75000"/>
                            <a:lumOff val="25000"/>
                          </a:schemeClr>
                        </a:solidFill>
                        <a:latin typeface="Cambria Math" panose="02040503050406030204" pitchFamily="18" charset="0"/>
                      </a:rPr>
                      <m:t>=</m:t>
                    </m:r>
                    <m:sSub>
                      <m:sSubPr>
                        <m:ctrlPr>
                          <a:rPr lang="en-US" altLang="zh-CN" sz="2800" b="1" i="1">
                            <a:solidFill>
                              <a:schemeClr val="tx1">
                                <a:lumMod val="75000"/>
                                <a:lumOff val="25000"/>
                              </a:schemeClr>
                            </a:solidFill>
                            <a:latin typeface="Cambria Math" panose="02040503050406030204" pitchFamily="18" charset="0"/>
                          </a:rPr>
                        </m:ctrlPr>
                      </m:sSubPr>
                      <m:e>
                        <m:r>
                          <a:rPr lang="en-US" altLang="zh-CN" sz="2800" b="1" i="1">
                            <a:solidFill>
                              <a:schemeClr val="tx1">
                                <a:lumMod val="75000"/>
                                <a:lumOff val="25000"/>
                              </a:schemeClr>
                            </a:solidFill>
                            <a:latin typeface="Cambria Math" panose="02040503050406030204" pitchFamily="18" charset="0"/>
                          </a:rPr>
                          <m:t>𝒑</m:t>
                        </m:r>
                      </m:e>
                      <m:sub>
                        <m:r>
                          <a:rPr lang="en-US" altLang="zh-CN" sz="2800" b="1" i="1">
                            <a:solidFill>
                              <a:schemeClr val="tx1">
                                <a:lumMod val="75000"/>
                                <a:lumOff val="25000"/>
                              </a:schemeClr>
                            </a:solidFill>
                            <a:latin typeface="Cambria Math" panose="02040503050406030204" pitchFamily="18" charset="0"/>
                          </a:rPr>
                          <m:t>𝑻</m:t>
                        </m:r>
                      </m:sub>
                    </m:sSub>
                    <m:r>
                      <a:rPr lang="en-US" altLang="zh-CN" sz="2800" b="1" i="1" smtClean="0">
                        <a:solidFill>
                          <a:schemeClr val="tx1">
                            <a:lumMod val="75000"/>
                            <a:lumOff val="25000"/>
                          </a:schemeClr>
                        </a:solidFill>
                        <a:latin typeface="Cambria Math" panose="02040503050406030204" pitchFamily="18" charset="0"/>
                      </a:rPr>
                      <m:t>=</m:t>
                    </m:r>
                    <m:r>
                      <a:rPr lang="en-US" altLang="zh-CN" sz="2800" b="1" i="1" smtClean="0">
                        <a:solidFill>
                          <a:schemeClr val="tx1">
                            <a:lumMod val="75000"/>
                            <a:lumOff val="25000"/>
                          </a:schemeClr>
                        </a:solidFill>
                        <a:latin typeface="Cambria Math" panose="02040503050406030204" pitchFamily="18" charset="0"/>
                      </a:rPr>
                      <m:t>𝟎</m:t>
                    </m:r>
                  </m:oMath>
                </a14:m>
                <a:endParaRPr lang="en-US" altLang="zh-CN" sz="2800" b="1" dirty="0">
                  <a:solidFill>
                    <a:schemeClr val="tx1">
                      <a:lumMod val="75000"/>
                      <a:lumOff val="25000"/>
                    </a:schemeClr>
                  </a:solidFill>
                </a:endParaRPr>
              </a:p>
              <a:p>
                <a:pPr marL="0" indent="0">
                  <a:buNone/>
                </a:pPr>
                <a:endParaRPr lang="en-US" altLang="zh-CN" sz="3600" dirty="0">
                  <a:solidFill>
                    <a:schemeClr val="tx1">
                      <a:lumMod val="85000"/>
                      <a:lumOff val="15000"/>
                    </a:schemeClr>
                  </a:solidFill>
                </a:endParaRPr>
              </a:p>
              <a:p>
                <a:pPr marL="0" indent="0">
                  <a:buNone/>
                </a:pPr>
                <a:endParaRPr lang="en-US" altLang="zh-CN" sz="3600" dirty="0">
                  <a:solidFill>
                    <a:schemeClr val="tx1">
                      <a:lumMod val="85000"/>
                      <a:lumOff val="15000"/>
                    </a:schemeClr>
                  </a:solidFill>
                </a:endParaRPr>
              </a:p>
              <a:p>
                <a:pPr marL="0" indent="0">
                  <a:buNone/>
                </a:pPr>
                <a:endParaRPr lang="zh-CN" altLang="en-US" sz="3600" dirty="0">
                  <a:solidFill>
                    <a:schemeClr val="tx1">
                      <a:lumMod val="85000"/>
                      <a:lumOff val="15000"/>
                    </a:schemeClr>
                  </a:solidFill>
                </a:endParaRPr>
              </a:p>
            </p:txBody>
          </p:sp>
        </mc:Choice>
        <mc:Fallback xmlns="">
          <p:sp>
            <p:nvSpPr>
              <p:cNvPr id="85" name="内容占位符 84">
                <a:extLst>
                  <a:ext uri="{FF2B5EF4-FFF2-40B4-BE49-F238E27FC236}">
                    <a16:creationId xmlns:a16="http://schemas.microsoft.com/office/drawing/2014/main" id="{16B4BD43-0AD1-4C5F-9B4D-68185AA9447C}"/>
                  </a:ext>
                </a:extLst>
              </p:cNvPr>
              <p:cNvSpPr>
                <a:spLocks noGrp="1" noRot="1" noChangeAspect="1" noMove="1" noResize="1" noEditPoints="1" noAdjustHandles="1" noChangeArrowheads="1" noChangeShapeType="1" noTextEdit="1"/>
              </p:cNvSpPr>
              <p:nvPr>
                <p:ph idx="1"/>
              </p:nvPr>
            </p:nvSpPr>
            <p:spPr>
              <a:blipFill>
                <a:blip r:embed="rId3"/>
                <a:stretch>
                  <a:fillRect l="-555"/>
                </a:stretch>
              </a:blipFill>
            </p:spPr>
            <p:txBody>
              <a:bodyPr/>
              <a:lstStyle/>
              <a:p>
                <a:r>
                  <a:rPr lang="zh-CN" altLang="en-US">
                    <a:noFill/>
                  </a:rPr>
                  <a:t> </a:t>
                </a:r>
              </a:p>
            </p:txBody>
          </p:sp>
        </mc:Fallback>
      </mc:AlternateContent>
      <p:grpSp>
        <p:nvGrpSpPr>
          <p:cNvPr id="77" name="组合 76">
            <a:extLst>
              <a:ext uri="{FF2B5EF4-FFF2-40B4-BE49-F238E27FC236}">
                <a16:creationId xmlns:a16="http://schemas.microsoft.com/office/drawing/2014/main" id="{C3D891A4-7524-481A-A422-60D59B4F091C}"/>
              </a:ext>
            </a:extLst>
          </p:cNvPr>
          <p:cNvGrpSpPr/>
          <p:nvPr/>
        </p:nvGrpSpPr>
        <p:grpSpPr>
          <a:xfrm>
            <a:off x="949497" y="4860131"/>
            <a:ext cx="7196624" cy="4561661"/>
            <a:chOff x="1567900" y="2063624"/>
            <a:chExt cx="5265727" cy="3027152"/>
          </a:xfrm>
        </p:grpSpPr>
        <p:grpSp>
          <p:nvGrpSpPr>
            <p:cNvPr id="17" name="组合 16">
              <a:extLst>
                <a:ext uri="{FF2B5EF4-FFF2-40B4-BE49-F238E27FC236}">
                  <a16:creationId xmlns:a16="http://schemas.microsoft.com/office/drawing/2014/main" id="{96144F47-3A6C-434A-AF7B-6B8ED5F3A495}"/>
                </a:ext>
              </a:extLst>
            </p:cNvPr>
            <p:cNvGrpSpPr/>
            <p:nvPr/>
          </p:nvGrpSpPr>
          <p:grpSpPr>
            <a:xfrm>
              <a:off x="2026681" y="2222731"/>
              <a:ext cx="3430806" cy="2868045"/>
              <a:chOff x="2286000" y="1992086"/>
              <a:chExt cx="3430806" cy="3722914"/>
            </a:xfrm>
          </p:grpSpPr>
          <p:grpSp>
            <p:nvGrpSpPr>
              <p:cNvPr id="13" name="组合 12">
                <a:extLst>
                  <a:ext uri="{FF2B5EF4-FFF2-40B4-BE49-F238E27FC236}">
                    <a16:creationId xmlns:a16="http://schemas.microsoft.com/office/drawing/2014/main" id="{3533EF93-0954-4695-BBAC-038FCEE36D6B}"/>
                  </a:ext>
                </a:extLst>
              </p:cNvPr>
              <p:cNvGrpSpPr/>
              <p:nvPr/>
            </p:nvGrpSpPr>
            <p:grpSpPr>
              <a:xfrm>
                <a:off x="2286000" y="1992086"/>
                <a:ext cx="3430806" cy="3722914"/>
                <a:chOff x="2286000" y="1992086"/>
                <a:chExt cx="4401538" cy="3722914"/>
              </a:xfrm>
            </p:grpSpPr>
            <p:cxnSp>
              <p:nvCxnSpPr>
                <p:cNvPr id="5" name="直接箭头连接符 4">
                  <a:extLst>
                    <a:ext uri="{FF2B5EF4-FFF2-40B4-BE49-F238E27FC236}">
                      <a16:creationId xmlns:a16="http://schemas.microsoft.com/office/drawing/2014/main" id="{2667B159-03DB-4E62-91F1-3D31396CE869}"/>
                    </a:ext>
                  </a:extLst>
                </p:cNvPr>
                <p:cNvCxnSpPr/>
                <p:nvPr/>
              </p:nvCxnSpPr>
              <p:spPr>
                <a:xfrm>
                  <a:off x="2286000" y="1992086"/>
                  <a:ext cx="0" cy="3722914"/>
                </a:xfrm>
                <a:prstGeom prst="straightConnector1">
                  <a:avLst/>
                </a:prstGeom>
                <a:ln w="57150">
                  <a:solidFill>
                    <a:schemeClr val="tx1">
                      <a:lumMod val="85000"/>
                      <a:lumOff val="1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7" name="直接箭头连接符 6">
                  <a:extLst>
                    <a:ext uri="{FF2B5EF4-FFF2-40B4-BE49-F238E27FC236}">
                      <a16:creationId xmlns:a16="http://schemas.microsoft.com/office/drawing/2014/main" id="{4D43382F-DCCF-4CF3-A2BE-8D52BB87BEC1}"/>
                    </a:ext>
                  </a:extLst>
                </p:cNvPr>
                <p:cNvCxnSpPr>
                  <a:cxnSpLocks/>
                </p:cNvCxnSpPr>
                <p:nvPr/>
              </p:nvCxnSpPr>
              <p:spPr>
                <a:xfrm>
                  <a:off x="2286000" y="3804557"/>
                  <a:ext cx="4203700" cy="0"/>
                </a:xfrm>
                <a:prstGeom prst="straightConnector1">
                  <a:avLst/>
                </a:prstGeom>
                <a:ln w="57150">
                  <a:solidFill>
                    <a:schemeClr val="tx1">
                      <a:lumMod val="85000"/>
                      <a:lumOff val="1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9" name="直接连接符 8">
                  <a:extLst>
                    <a:ext uri="{FF2B5EF4-FFF2-40B4-BE49-F238E27FC236}">
                      <a16:creationId xmlns:a16="http://schemas.microsoft.com/office/drawing/2014/main" id="{0C3E7EBF-EE5F-471F-B631-D4374730D6AC}"/>
                    </a:ext>
                  </a:extLst>
                </p:cNvPr>
                <p:cNvCxnSpPr/>
                <p:nvPr/>
              </p:nvCxnSpPr>
              <p:spPr>
                <a:xfrm>
                  <a:off x="2286000" y="4506686"/>
                  <a:ext cx="2171700" cy="0"/>
                </a:xfrm>
                <a:prstGeom prst="line">
                  <a:avLst/>
                </a:prstGeom>
                <a:ln w="57150">
                  <a:solidFill>
                    <a:srgbClr val="00B050"/>
                  </a:solidFill>
                </a:ln>
              </p:spPr>
              <p:style>
                <a:lnRef idx="1">
                  <a:schemeClr val="accent1"/>
                </a:lnRef>
                <a:fillRef idx="0">
                  <a:schemeClr val="accent1"/>
                </a:fillRef>
                <a:effectRef idx="0">
                  <a:schemeClr val="accent1"/>
                </a:effectRef>
                <a:fontRef idx="minor">
                  <a:schemeClr val="tx1"/>
                </a:fontRef>
              </p:style>
            </p:cxnSp>
            <p:cxnSp>
              <p:nvCxnSpPr>
                <p:cNvPr id="11" name="直接连接符 10">
                  <a:extLst>
                    <a:ext uri="{FF2B5EF4-FFF2-40B4-BE49-F238E27FC236}">
                      <a16:creationId xmlns:a16="http://schemas.microsoft.com/office/drawing/2014/main" id="{CB733915-2F72-47ED-8E4D-2EADDAD19A56}"/>
                    </a:ext>
                  </a:extLst>
                </p:cNvPr>
                <p:cNvCxnSpPr>
                  <a:cxnSpLocks/>
                  <a:endCxn id="68" idx="1"/>
                </p:cNvCxnSpPr>
                <p:nvPr/>
              </p:nvCxnSpPr>
              <p:spPr>
                <a:xfrm flipV="1">
                  <a:off x="4457700" y="2203910"/>
                  <a:ext cx="2229838" cy="2302778"/>
                </a:xfrm>
                <a:prstGeom prst="line">
                  <a:avLst/>
                </a:prstGeom>
                <a:ln w="57150">
                  <a:solidFill>
                    <a:srgbClr val="00B050"/>
                  </a:solidFill>
                </a:ln>
              </p:spPr>
              <p:style>
                <a:lnRef idx="1">
                  <a:schemeClr val="accent1"/>
                </a:lnRef>
                <a:fillRef idx="0">
                  <a:schemeClr val="accent1"/>
                </a:fillRef>
                <a:effectRef idx="0">
                  <a:schemeClr val="accent1"/>
                </a:effectRef>
                <a:fontRef idx="minor">
                  <a:schemeClr val="tx1"/>
                </a:fontRef>
              </p:style>
            </p:cxnSp>
          </p:grpSp>
          <p:cxnSp>
            <p:nvCxnSpPr>
              <p:cNvPr id="16" name="直接连接符 15">
                <a:extLst>
                  <a:ext uri="{FF2B5EF4-FFF2-40B4-BE49-F238E27FC236}">
                    <a16:creationId xmlns:a16="http://schemas.microsoft.com/office/drawing/2014/main" id="{A5A00B77-D95C-43C2-A138-25705805D1AE}"/>
                  </a:ext>
                </a:extLst>
              </p:cNvPr>
              <p:cNvCxnSpPr/>
              <p:nvPr/>
            </p:nvCxnSpPr>
            <p:spPr>
              <a:xfrm flipV="1">
                <a:off x="3978745" y="3804557"/>
                <a:ext cx="0" cy="702128"/>
              </a:xfrm>
              <a:prstGeom prst="line">
                <a:avLst/>
              </a:prstGeom>
              <a:ln w="57150">
                <a:prstDash val="sysDot"/>
              </a:ln>
            </p:spPr>
            <p:style>
              <a:lnRef idx="1">
                <a:schemeClr val="accent1"/>
              </a:lnRef>
              <a:fillRef idx="0">
                <a:schemeClr val="accent1"/>
              </a:fillRef>
              <a:effectRef idx="0">
                <a:schemeClr val="accent1"/>
              </a:effectRef>
              <a:fontRef idx="minor">
                <a:schemeClr val="tx1"/>
              </a:fontRef>
            </p:style>
          </p:cxnSp>
        </p:grpSp>
        <p:sp>
          <p:nvSpPr>
            <p:cNvPr id="66" name="文本框 65">
              <a:extLst>
                <a:ext uri="{FF2B5EF4-FFF2-40B4-BE49-F238E27FC236}">
                  <a16:creationId xmlns:a16="http://schemas.microsoft.com/office/drawing/2014/main" id="{27FB47C4-E159-45E4-B5B9-D1BAFE4F2906}"/>
                </a:ext>
              </a:extLst>
            </p:cNvPr>
            <p:cNvSpPr txBox="1"/>
            <p:nvPr/>
          </p:nvSpPr>
          <p:spPr>
            <a:xfrm>
              <a:off x="3524500" y="3157350"/>
              <a:ext cx="298154" cy="337798"/>
            </a:xfrm>
            <a:prstGeom prst="rect">
              <a:avLst/>
            </a:prstGeom>
            <a:noFill/>
            <a:ln w="57150">
              <a:noFill/>
            </a:ln>
          </p:spPr>
          <p:txBody>
            <a:bodyPr wrap="none" rtlCol="0">
              <a:spAutoFit/>
            </a:bodyPr>
            <a:lstStyle/>
            <a:p>
              <a:r>
                <a:rPr lang="en-US" altLang="zh-CN" sz="2400" b="1" i="1" dirty="0">
                  <a:solidFill>
                    <a:srgbClr val="0070C0"/>
                  </a:solidFill>
                </a:rPr>
                <a:t>K</a:t>
              </a:r>
              <a:endParaRPr lang="zh-CN" altLang="en-US" sz="2400" b="1" i="1" dirty="0">
                <a:solidFill>
                  <a:srgbClr val="0070C0"/>
                </a:solidFill>
              </a:endParaRPr>
            </a:p>
          </p:txBody>
        </p:sp>
        <p:sp>
          <p:nvSpPr>
            <p:cNvPr id="68" name="文本框 67">
              <a:extLst>
                <a:ext uri="{FF2B5EF4-FFF2-40B4-BE49-F238E27FC236}">
                  <a16:creationId xmlns:a16="http://schemas.microsoft.com/office/drawing/2014/main" id="{C8904A34-EC9F-4A96-AC6E-951024FC2B21}"/>
                </a:ext>
              </a:extLst>
            </p:cNvPr>
            <p:cNvSpPr txBox="1"/>
            <p:nvPr/>
          </p:nvSpPr>
          <p:spPr>
            <a:xfrm>
              <a:off x="5457487" y="2217016"/>
              <a:ext cx="1104166" cy="337798"/>
            </a:xfrm>
            <a:prstGeom prst="rect">
              <a:avLst/>
            </a:prstGeom>
            <a:noFill/>
            <a:ln w="57150">
              <a:noFill/>
            </a:ln>
          </p:spPr>
          <p:txBody>
            <a:bodyPr wrap="square" rtlCol="0">
              <a:spAutoFit/>
            </a:bodyPr>
            <a:lstStyle/>
            <a:p>
              <a:r>
                <a:rPr lang="zh-CN" altLang="en-US" sz="2400" b="1" dirty="0">
                  <a:solidFill>
                    <a:srgbClr val="00B050"/>
                  </a:solidFill>
                </a:rPr>
                <a:t>看涨期权</a:t>
              </a:r>
            </a:p>
          </p:txBody>
        </p:sp>
        <p:sp>
          <p:nvSpPr>
            <p:cNvPr id="69" name="文本框 68">
              <a:extLst>
                <a:ext uri="{FF2B5EF4-FFF2-40B4-BE49-F238E27FC236}">
                  <a16:creationId xmlns:a16="http://schemas.microsoft.com/office/drawing/2014/main" id="{12F30CDF-B119-4E88-9700-1E0F5C66C76F}"/>
                </a:ext>
              </a:extLst>
            </p:cNvPr>
            <p:cNvSpPr txBox="1"/>
            <p:nvPr/>
          </p:nvSpPr>
          <p:spPr>
            <a:xfrm>
              <a:off x="1567900" y="2217016"/>
              <a:ext cx="389850" cy="608036"/>
            </a:xfrm>
            <a:prstGeom prst="rect">
              <a:avLst/>
            </a:prstGeom>
            <a:noFill/>
            <a:ln w="57150">
              <a:noFill/>
            </a:ln>
          </p:spPr>
          <p:txBody>
            <a:bodyPr wrap="square" rtlCol="0">
              <a:spAutoFit/>
            </a:bodyPr>
            <a:lstStyle/>
            <a:p>
              <a:r>
                <a:rPr lang="zh-CN" altLang="en-US" sz="2400" b="1" dirty="0"/>
                <a:t>价格</a:t>
              </a:r>
            </a:p>
          </p:txBody>
        </p:sp>
        <p:cxnSp>
          <p:nvCxnSpPr>
            <p:cNvPr id="4" name="直接连接符 3">
              <a:extLst>
                <a:ext uri="{FF2B5EF4-FFF2-40B4-BE49-F238E27FC236}">
                  <a16:creationId xmlns:a16="http://schemas.microsoft.com/office/drawing/2014/main" id="{D9800668-6A57-4630-866A-61DF7A4D526B}"/>
                </a:ext>
              </a:extLst>
            </p:cNvPr>
            <p:cNvCxnSpPr>
              <a:cxnSpLocks/>
            </p:cNvCxnSpPr>
            <p:nvPr/>
          </p:nvCxnSpPr>
          <p:spPr>
            <a:xfrm>
              <a:off x="2042710" y="3157350"/>
              <a:ext cx="3414777" cy="0"/>
            </a:xfrm>
            <a:prstGeom prst="line">
              <a:avLst/>
            </a:prstGeom>
            <a:ln w="57150">
              <a:solidFill>
                <a:srgbClr val="00B0F0"/>
              </a:solidFill>
            </a:ln>
          </p:spPr>
          <p:style>
            <a:lnRef idx="1">
              <a:schemeClr val="accent1"/>
            </a:lnRef>
            <a:fillRef idx="0">
              <a:schemeClr val="accent1"/>
            </a:fillRef>
            <a:effectRef idx="0">
              <a:schemeClr val="accent1"/>
            </a:effectRef>
            <a:fontRef idx="minor">
              <a:schemeClr val="tx1"/>
            </a:fontRef>
          </p:style>
        </p:cxnSp>
        <p:sp>
          <p:nvSpPr>
            <p:cNvPr id="48" name="文本框 47">
              <a:extLst>
                <a:ext uri="{FF2B5EF4-FFF2-40B4-BE49-F238E27FC236}">
                  <a16:creationId xmlns:a16="http://schemas.microsoft.com/office/drawing/2014/main" id="{7C9F7029-086F-4673-8208-04DFD0B0B2A8}"/>
                </a:ext>
              </a:extLst>
            </p:cNvPr>
            <p:cNvSpPr txBox="1"/>
            <p:nvPr/>
          </p:nvSpPr>
          <p:spPr>
            <a:xfrm>
              <a:off x="5509977" y="2781577"/>
              <a:ext cx="1323650" cy="337798"/>
            </a:xfrm>
            <a:prstGeom prst="rect">
              <a:avLst/>
            </a:prstGeom>
            <a:noFill/>
            <a:ln w="57150">
              <a:noFill/>
            </a:ln>
          </p:spPr>
          <p:txBody>
            <a:bodyPr wrap="square" rtlCol="0">
              <a:spAutoFit/>
            </a:bodyPr>
            <a:lstStyle/>
            <a:p>
              <a:r>
                <a:rPr lang="zh-CN" altLang="en-US" sz="2400" b="1" dirty="0">
                  <a:solidFill>
                    <a:srgbClr val="0070C0"/>
                  </a:solidFill>
                </a:rPr>
                <a:t>债券</a:t>
              </a:r>
            </a:p>
          </p:txBody>
        </p:sp>
        <p:cxnSp>
          <p:nvCxnSpPr>
            <p:cNvPr id="15" name="直接连接符 14">
              <a:extLst>
                <a:ext uri="{FF2B5EF4-FFF2-40B4-BE49-F238E27FC236}">
                  <a16:creationId xmlns:a16="http://schemas.microsoft.com/office/drawing/2014/main" id="{6E2A6FD7-F7C9-4F70-9FE4-E774C51083F1}"/>
                </a:ext>
              </a:extLst>
            </p:cNvPr>
            <p:cNvCxnSpPr>
              <a:cxnSpLocks/>
            </p:cNvCxnSpPr>
            <p:nvPr/>
          </p:nvCxnSpPr>
          <p:spPr>
            <a:xfrm>
              <a:off x="2042710" y="3586358"/>
              <a:ext cx="1676716" cy="0"/>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50" name="直接连接符 49">
              <a:extLst>
                <a:ext uri="{FF2B5EF4-FFF2-40B4-BE49-F238E27FC236}">
                  <a16:creationId xmlns:a16="http://schemas.microsoft.com/office/drawing/2014/main" id="{2724830A-F63C-413B-8762-601926CF4885}"/>
                </a:ext>
              </a:extLst>
            </p:cNvPr>
            <p:cNvCxnSpPr>
              <a:cxnSpLocks/>
            </p:cNvCxnSpPr>
            <p:nvPr/>
          </p:nvCxnSpPr>
          <p:spPr>
            <a:xfrm flipV="1">
              <a:off x="3719426" y="2063624"/>
              <a:ext cx="1421376" cy="1555390"/>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grpSp>
      <p:grpSp>
        <p:nvGrpSpPr>
          <p:cNvPr id="78" name="组合 77">
            <a:extLst>
              <a:ext uri="{FF2B5EF4-FFF2-40B4-BE49-F238E27FC236}">
                <a16:creationId xmlns:a16="http://schemas.microsoft.com/office/drawing/2014/main" id="{D36EBF92-AF97-46D7-8104-0AECFF3445DB}"/>
              </a:ext>
            </a:extLst>
          </p:cNvPr>
          <p:cNvGrpSpPr/>
          <p:nvPr/>
        </p:nvGrpSpPr>
        <p:grpSpPr>
          <a:xfrm>
            <a:off x="9894331" y="4639140"/>
            <a:ext cx="6393054" cy="4782652"/>
            <a:chOff x="10763949" y="1792017"/>
            <a:chExt cx="4844543" cy="3342148"/>
          </a:xfrm>
        </p:grpSpPr>
        <p:grpSp>
          <p:nvGrpSpPr>
            <p:cNvPr id="25" name="组合 24">
              <a:extLst>
                <a:ext uri="{FF2B5EF4-FFF2-40B4-BE49-F238E27FC236}">
                  <a16:creationId xmlns:a16="http://schemas.microsoft.com/office/drawing/2014/main" id="{DA2CAEC8-BDE6-425C-80E2-E72C984EFF12}"/>
                </a:ext>
              </a:extLst>
            </p:cNvPr>
            <p:cNvGrpSpPr/>
            <p:nvPr/>
          </p:nvGrpSpPr>
          <p:grpSpPr>
            <a:xfrm>
              <a:off x="10793864" y="2266120"/>
              <a:ext cx="3281365" cy="2868045"/>
              <a:chOff x="2286000" y="1992086"/>
              <a:chExt cx="3276600" cy="3722914"/>
            </a:xfrm>
          </p:grpSpPr>
          <p:grpSp>
            <p:nvGrpSpPr>
              <p:cNvPr id="26" name="组合 25">
                <a:extLst>
                  <a:ext uri="{FF2B5EF4-FFF2-40B4-BE49-F238E27FC236}">
                    <a16:creationId xmlns:a16="http://schemas.microsoft.com/office/drawing/2014/main" id="{DFD4A58B-DD27-4CD4-914A-A99D45667662}"/>
                  </a:ext>
                </a:extLst>
              </p:cNvPr>
              <p:cNvGrpSpPr/>
              <p:nvPr/>
            </p:nvGrpSpPr>
            <p:grpSpPr>
              <a:xfrm>
                <a:off x="2286000" y="1992086"/>
                <a:ext cx="3276600" cy="3722914"/>
                <a:chOff x="2286000" y="1992086"/>
                <a:chExt cx="4203700" cy="3722914"/>
              </a:xfrm>
            </p:grpSpPr>
            <p:cxnSp>
              <p:nvCxnSpPr>
                <p:cNvPr id="28" name="直接箭头连接符 27">
                  <a:extLst>
                    <a:ext uri="{FF2B5EF4-FFF2-40B4-BE49-F238E27FC236}">
                      <a16:creationId xmlns:a16="http://schemas.microsoft.com/office/drawing/2014/main" id="{F81FE157-5A6B-4079-BAF1-164C11A6F854}"/>
                    </a:ext>
                  </a:extLst>
                </p:cNvPr>
                <p:cNvCxnSpPr/>
                <p:nvPr/>
              </p:nvCxnSpPr>
              <p:spPr>
                <a:xfrm>
                  <a:off x="2286000" y="1992086"/>
                  <a:ext cx="0" cy="3722914"/>
                </a:xfrm>
                <a:prstGeom prst="straightConnector1">
                  <a:avLst/>
                </a:prstGeom>
                <a:ln w="57150">
                  <a:solidFill>
                    <a:schemeClr val="tx1">
                      <a:lumMod val="85000"/>
                      <a:lumOff val="1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29" name="直接箭头连接符 28">
                  <a:extLst>
                    <a:ext uri="{FF2B5EF4-FFF2-40B4-BE49-F238E27FC236}">
                      <a16:creationId xmlns:a16="http://schemas.microsoft.com/office/drawing/2014/main" id="{ECDEAE16-F6F3-482A-9D11-D3CA778242BD}"/>
                    </a:ext>
                  </a:extLst>
                </p:cNvPr>
                <p:cNvCxnSpPr>
                  <a:cxnSpLocks/>
                </p:cNvCxnSpPr>
                <p:nvPr/>
              </p:nvCxnSpPr>
              <p:spPr>
                <a:xfrm>
                  <a:off x="2286000" y="3804557"/>
                  <a:ext cx="4203700" cy="0"/>
                </a:xfrm>
                <a:prstGeom prst="straightConnector1">
                  <a:avLst/>
                </a:prstGeom>
                <a:ln w="57150">
                  <a:solidFill>
                    <a:schemeClr val="tx1">
                      <a:lumMod val="85000"/>
                      <a:lumOff val="1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30" name="直接连接符 29">
                  <a:extLst>
                    <a:ext uri="{FF2B5EF4-FFF2-40B4-BE49-F238E27FC236}">
                      <a16:creationId xmlns:a16="http://schemas.microsoft.com/office/drawing/2014/main" id="{C2A08D50-7229-4800-AB83-6132C7FEF3AE}"/>
                    </a:ext>
                  </a:extLst>
                </p:cNvPr>
                <p:cNvCxnSpPr>
                  <a:cxnSpLocks/>
                </p:cNvCxnSpPr>
                <p:nvPr/>
              </p:nvCxnSpPr>
              <p:spPr>
                <a:xfrm>
                  <a:off x="4457700" y="4506685"/>
                  <a:ext cx="1917946" cy="0"/>
                </a:xfrm>
                <a:prstGeom prst="line">
                  <a:avLst/>
                </a:prstGeom>
                <a:ln w="57150">
                  <a:solidFill>
                    <a:srgbClr val="00B050"/>
                  </a:solidFill>
                </a:ln>
              </p:spPr>
              <p:style>
                <a:lnRef idx="1">
                  <a:schemeClr val="accent1"/>
                </a:lnRef>
                <a:fillRef idx="0">
                  <a:schemeClr val="accent1"/>
                </a:fillRef>
                <a:effectRef idx="0">
                  <a:schemeClr val="accent1"/>
                </a:effectRef>
                <a:fontRef idx="minor">
                  <a:schemeClr val="tx1"/>
                </a:fontRef>
              </p:style>
            </p:cxnSp>
            <p:cxnSp>
              <p:nvCxnSpPr>
                <p:cNvPr id="31" name="直接连接符 30">
                  <a:extLst>
                    <a:ext uri="{FF2B5EF4-FFF2-40B4-BE49-F238E27FC236}">
                      <a16:creationId xmlns:a16="http://schemas.microsoft.com/office/drawing/2014/main" id="{CD3D3963-7717-4203-AB5B-60BEEF6CA7B8}"/>
                    </a:ext>
                  </a:extLst>
                </p:cNvPr>
                <p:cNvCxnSpPr>
                  <a:cxnSpLocks/>
                </p:cNvCxnSpPr>
                <p:nvPr/>
              </p:nvCxnSpPr>
              <p:spPr>
                <a:xfrm flipH="1" flipV="1">
                  <a:off x="2522765" y="2241722"/>
                  <a:ext cx="1934935" cy="2264964"/>
                </a:xfrm>
                <a:prstGeom prst="line">
                  <a:avLst/>
                </a:prstGeom>
                <a:ln w="57150">
                  <a:solidFill>
                    <a:srgbClr val="00B050"/>
                  </a:solidFill>
                </a:ln>
              </p:spPr>
              <p:style>
                <a:lnRef idx="1">
                  <a:schemeClr val="accent1"/>
                </a:lnRef>
                <a:fillRef idx="0">
                  <a:schemeClr val="accent1"/>
                </a:fillRef>
                <a:effectRef idx="0">
                  <a:schemeClr val="accent1"/>
                </a:effectRef>
                <a:fontRef idx="minor">
                  <a:schemeClr val="tx1"/>
                </a:fontRef>
              </p:style>
            </p:cxnSp>
          </p:grpSp>
          <p:cxnSp>
            <p:nvCxnSpPr>
              <p:cNvPr id="27" name="直接连接符 26">
                <a:extLst>
                  <a:ext uri="{FF2B5EF4-FFF2-40B4-BE49-F238E27FC236}">
                    <a16:creationId xmlns:a16="http://schemas.microsoft.com/office/drawing/2014/main" id="{EBEA4925-C5D5-48B9-BED6-B2C96FA4470B}"/>
                  </a:ext>
                </a:extLst>
              </p:cNvPr>
              <p:cNvCxnSpPr/>
              <p:nvPr/>
            </p:nvCxnSpPr>
            <p:spPr>
              <a:xfrm flipV="1">
                <a:off x="3978745" y="3804557"/>
                <a:ext cx="0" cy="702128"/>
              </a:xfrm>
              <a:prstGeom prst="line">
                <a:avLst/>
              </a:prstGeom>
              <a:ln w="57150">
                <a:prstDash val="sysDot"/>
              </a:ln>
            </p:spPr>
            <p:style>
              <a:lnRef idx="1">
                <a:schemeClr val="accent1"/>
              </a:lnRef>
              <a:fillRef idx="0">
                <a:schemeClr val="accent1"/>
              </a:fillRef>
              <a:effectRef idx="0">
                <a:schemeClr val="accent1"/>
              </a:effectRef>
              <a:fontRef idx="minor">
                <a:schemeClr val="tx1"/>
              </a:fontRef>
            </p:style>
          </p:cxnSp>
        </p:grpSp>
        <p:cxnSp>
          <p:nvCxnSpPr>
            <p:cNvPr id="37" name="直接连接符 36">
              <a:extLst>
                <a:ext uri="{FF2B5EF4-FFF2-40B4-BE49-F238E27FC236}">
                  <a16:creationId xmlns:a16="http://schemas.microsoft.com/office/drawing/2014/main" id="{3DE32713-A2B4-4B9A-B21F-545D0CF730F4}"/>
                </a:ext>
              </a:extLst>
            </p:cNvPr>
            <p:cNvCxnSpPr>
              <a:cxnSpLocks/>
            </p:cNvCxnSpPr>
            <p:nvPr/>
          </p:nvCxnSpPr>
          <p:spPr>
            <a:xfrm flipV="1">
              <a:off x="11238986" y="2028567"/>
              <a:ext cx="2134114" cy="2399922"/>
            </a:xfrm>
            <a:prstGeom prst="line">
              <a:avLst/>
            </a:prstGeom>
            <a:ln w="57150">
              <a:solidFill>
                <a:srgbClr val="FFC000"/>
              </a:solidFill>
            </a:ln>
          </p:spPr>
          <p:style>
            <a:lnRef idx="1">
              <a:schemeClr val="accent1"/>
            </a:lnRef>
            <a:fillRef idx="0">
              <a:schemeClr val="accent1"/>
            </a:fillRef>
            <a:effectRef idx="0">
              <a:schemeClr val="accent1"/>
            </a:effectRef>
            <a:fontRef idx="minor">
              <a:schemeClr val="tx1"/>
            </a:fontRef>
          </p:style>
        </p:cxnSp>
        <p:sp>
          <p:nvSpPr>
            <p:cNvPr id="65" name="文本框 64">
              <a:extLst>
                <a:ext uri="{FF2B5EF4-FFF2-40B4-BE49-F238E27FC236}">
                  <a16:creationId xmlns:a16="http://schemas.microsoft.com/office/drawing/2014/main" id="{26E0B6F0-15EB-4718-AAC7-DEEF09E6E227}"/>
                </a:ext>
              </a:extLst>
            </p:cNvPr>
            <p:cNvSpPr txBox="1"/>
            <p:nvPr/>
          </p:nvSpPr>
          <p:spPr>
            <a:xfrm>
              <a:off x="13422108" y="1792017"/>
              <a:ext cx="828061" cy="322614"/>
            </a:xfrm>
            <a:prstGeom prst="rect">
              <a:avLst/>
            </a:prstGeom>
            <a:noFill/>
            <a:ln w="57150">
              <a:noFill/>
            </a:ln>
          </p:spPr>
          <p:txBody>
            <a:bodyPr wrap="square" rtlCol="0">
              <a:spAutoFit/>
            </a:bodyPr>
            <a:lstStyle/>
            <a:p>
              <a:r>
                <a:rPr lang="zh-CN" altLang="en-US" sz="2400" b="1" dirty="0">
                  <a:solidFill>
                    <a:srgbClr val="FFC000"/>
                  </a:solidFill>
                </a:rPr>
                <a:t>股票</a:t>
              </a:r>
            </a:p>
          </p:txBody>
        </p:sp>
        <p:sp>
          <p:nvSpPr>
            <p:cNvPr id="72" name="文本框 71">
              <a:extLst>
                <a:ext uri="{FF2B5EF4-FFF2-40B4-BE49-F238E27FC236}">
                  <a16:creationId xmlns:a16="http://schemas.microsoft.com/office/drawing/2014/main" id="{11A6C869-3B65-4B6F-BC26-D85F8F56190F}"/>
                </a:ext>
              </a:extLst>
            </p:cNvPr>
            <p:cNvSpPr txBox="1"/>
            <p:nvPr/>
          </p:nvSpPr>
          <p:spPr>
            <a:xfrm>
              <a:off x="13915745" y="3923526"/>
              <a:ext cx="1692747" cy="322614"/>
            </a:xfrm>
            <a:prstGeom prst="rect">
              <a:avLst/>
            </a:prstGeom>
            <a:noFill/>
            <a:ln w="57150">
              <a:noFill/>
            </a:ln>
          </p:spPr>
          <p:txBody>
            <a:bodyPr wrap="square" rtlCol="0">
              <a:spAutoFit/>
            </a:bodyPr>
            <a:lstStyle/>
            <a:p>
              <a:r>
                <a:rPr lang="zh-CN" altLang="en-US" sz="2400" b="1" dirty="0">
                  <a:solidFill>
                    <a:srgbClr val="00B050"/>
                  </a:solidFill>
                </a:rPr>
                <a:t>看跌期权</a:t>
              </a:r>
            </a:p>
          </p:txBody>
        </p:sp>
        <p:cxnSp>
          <p:nvCxnSpPr>
            <p:cNvPr id="73" name="直接连接符 72">
              <a:extLst>
                <a:ext uri="{FF2B5EF4-FFF2-40B4-BE49-F238E27FC236}">
                  <a16:creationId xmlns:a16="http://schemas.microsoft.com/office/drawing/2014/main" id="{0405504C-DB1B-4195-A221-DE528CA842AA}"/>
                </a:ext>
              </a:extLst>
            </p:cNvPr>
            <p:cNvCxnSpPr>
              <a:cxnSpLocks/>
            </p:cNvCxnSpPr>
            <p:nvPr/>
          </p:nvCxnSpPr>
          <p:spPr>
            <a:xfrm>
              <a:off x="10763949" y="3619014"/>
              <a:ext cx="1685532" cy="1"/>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74" name="直接连接符 73">
              <a:extLst>
                <a:ext uri="{FF2B5EF4-FFF2-40B4-BE49-F238E27FC236}">
                  <a16:creationId xmlns:a16="http://schemas.microsoft.com/office/drawing/2014/main" id="{4DA2918A-51A8-4512-83B8-C4B68DF0820B}"/>
                </a:ext>
              </a:extLst>
            </p:cNvPr>
            <p:cNvCxnSpPr>
              <a:cxnSpLocks/>
            </p:cNvCxnSpPr>
            <p:nvPr/>
          </p:nvCxnSpPr>
          <p:spPr>
            <a:xfrm flipV="1">
              <a:off x="12449480" y="2266119"/>
              <a:ext cx="1305958" cy="1352897"/>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grpSp>
      <p:sp>
        <p:nvSpPr>
          <p:cNvPr id="86" name="矩形 85">
            <a:extLst>
              <a:ext uri="{FF2B5EF4-FFF2-40B4-BE49-F238E27FC236}">
                <a16:creationId xmlns:a16="http://schemas.microsoft.com/office/drawing/2014/main" id="{9B359C8A-51A8-408E-B509-52B404E8213A}"/>
              </a:ext>
            </a:extLst>
          </p:cNvPr>
          <p:cNvSpPr/>
          <p:nvPr/>
        </p:nvSpPr>
        <p:spPr>
          <a:xfrm>
            <a:off x="1670580" y="4279283"/>
            <a:ext cx="4289957" cy="484876"/>
          </a:xfrm>
          <a:prstGeom prst="rect">
            <a:avLst/>
          </a:prstGeom>
        </p:spPr>
        <p:txBody>
          <a:bodyPr wrap="none">
            <a:spAutoFit/>
          </a:bodyPr>
          <a:lstStyle/>
          <a:p>
            <a:r>
              <a:rPr lang="en-US" altLang="zh-CN" dirty="0"/>
              <a:t>1</a:t>
            </a:r>
            <a:r>
              <a:rPr lang="zh-CN" altLang="en-US" dirty="0"/>
              <a:t>份看涨期权和一只零息债券</a:t>
            </a:r>
          </a:p>
        </p:txBody>
      </p:sp>
      <p:sp>
        <p:nvSpPr>
          <p:cNvPr id="87" name="矩形 86">
            <a:extLst>
              <a:ext uri="{FF2B5EF4-FFF2-40B4-BE49-F238E27FC236}">
                <a16:creationId xmlns:a16="http://schemas.microsoft.com/office/drawing/2014/main" id="{3071BFC4-1160-4E43-AD46-D5F5A1E53695}"/>
              </a:ext>
            </a:extLst>
          </p:cNvPr>
          <p:cNvSpPr/>
          <p:nvPr/>
        </p:nvSpPr>
        <p:spPr>
          <a:xfrm>
            <a:off x="10280952" y="4275989"/>
            <a:ext cx="3635932" cy="484876"/>
          </a:xfrm>
          <a:prstGeom prst="rect">
            <a:avLst/>
          </a:prstGeom>
        </p:spPr>
        <p:txBody>
          <a:bodyPr wrap="none">
            <a:spAutoFit/>
          </a:bodyPr>
          <a:lstStyle/>
          <a:p>
            <a:r>
              <a:rPr lang="en-US" altLang="zh-CN" dirty="0"/>
              <a:t>1</a:t>
            </a:r>
            <a:r>
              <a:rPr lang="zh-CN" altLang="en-US" dirty="0"/>
              <a:t>份看跌期权和一只股票</a:t>
            </a:r>
          </a:p>
        </p:txBody>
      </p:sp>
    </p:spTree>
    <p:extLst>
      <p:ext uri="{BB962C8B-B14F-4D97-AF65-F5344CB8AC3E}">
        <p14:creationId xmlns:p14="http://schemas.microsoft.com/office/powerpoint/2010/main" val="405801044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8A4384D-A0BE-4510-B335-215A56B35155}"/>
              </a:ext>
            </a:extLst>
          </p:cNvPr>
          <p:cNvSpPr>
            <a:spLocks noGrp="1"/>
          </p:cNvSpPr>
          <p:nvPr>
            <p:ph type="title"/>
          </p:nvPr>
        </p:nvSpPr>
        <p:spPr/>
        <p:txBody>
          <a:bodyPr/>
          <a:lstStyle/>
          <a:p>
            <a:r>
              <a:rPr lang="zh-CN" altLang="en-US" dirty="0"/>
              <a:t>定价方法</a:t>
            </a:r>
          </a:p>
        </p:txBody>
      </p:sp>
      <mc:AlternateContent xmlns:mc="http://schemas.openxmlformats.org/markup-compatibility/2006" xmlns:a14="http://schemas.microsoft.com/office/drawing/2010/main">
        <mc:Choice Requires="a14">
          <p:sp>
            <p:nvSpPr>
              <p:cNvPr id="3" name="内容占位符 2">
                <a:extLst>
                  <a:ext uri="{FF2B5EF4-FFF2-40B4-BE49-F238E27FC236}">
                    <a16:creationId xmlns:a16="http://schemas.microsoft.com/office/drawing/2014/main" id="{D5224F9B-8376-432E-A16E-7640C0C45FF7}"/>
                  </a:ext>
                </a:extLst>
              </p:cNvPr>
              <p:cNvSpPr>
                <a:spLocks noGrp="1"/>
              </p:cNvSpPr>
              <p:nvPr>
                <p:ph sz="half" idx="1"/>
              </p:nvPr>
            </p:nvSpPr>
            <p:spPr/>
            <p:txBody>
              <a:bodyPr>
                <a:normAutofit/>
              </a:bodyPr>
              <a:lstStyle/>
              <a:p>
                <a:r>
                  <a:rPr lang="zh-CN" altLang="en-US" dirty="0"/>
                  <a:t>金融工程中，证券价格通常都假设服从维纳过程</a:t>
                </a:r>
                <a:endParaRPr lang="en-US" altLang="zh-CN" dirty="0"/>
              </a:p>
              <a:p>
                <a:pPr marL="0" indent="0">
                  <a:buNone/>
                </a:pPr>
                <a14:m>
                  <m:oMathPara xmlns:m="http://schemas.openxmlformats.org/officeDocument/2006/math">
                    <m:oMathParaPr>
                      <m:jc m:val="centerGroup"/>
                    </m:oMathParaPr>
                    <m:oMath xmlns:m="http://schemas.openxmlformats.org/officeDocument/2006/math">
                      <m:f>
                        <m:fPr>
                          <m:ctrlPr>
                            <a:rPr lang="en-US" altLang="zh-CN" sz="2800" i="1" smtClean="0">
                              <a:latin typeface="Cambria Math" panose="02040503050406030204" pitchFamily="18" charset="0"/>
                            </a:rPr>
                          </m:ctrlPr>
                        </m:fPr>
                        <m:num>
                          <m:r>
                            <a:rPr lang="en-US" altLang="zh-CN" sz="2800" i="1" smtClean="0">
                              <a:latin typeface="Cambria Math" panose="02040503050406030204" pitchFamily="18" charset="0"/>
                              <a:ea typeface="Cambria Math" panose="02040503050406030204" pitchFamily="18" charset="0"/>
                            </a:rPr>
                            <m:t>∆</m:t>
                          </m:r>
                          <m:r>
                            <m:rPr>
                              <m:sty m:val="p"/>
                            </m:rPr>
                            <a:rPr lang="en-US" altLang="zh-CN" sz="2800" i="1">
                              <a:latin typeface="Cambria Math" panose="02040503050406030204" pitchFamily="18" charset="0"/>
                              <a:ea typeface="Cambria Math" panose="02040503050406030204" pitchFamily="18" charset="0"/>
                            </a:rPr>
                            <m:t>S</m:t>
                          </m:r>
                        </m:num>
                        <m:den>
                          <m:r>
                            <a:rPr lang="en-US" altLang="zh-CN" sz="2800" b="0" i="1" smtClean="0">
                              <a:latin typeface="Cambria Math" panose="02040503050406030204" pitchFamily="18" charset="0"/>
                            </a:rPr>
                            <m:t>𝑆</m:t>
                          </m:r>
                        </m:den>
                      </m:f>
                      <m:r>
                        <a:rPr lang="en-US" altLang="zh-CN" sz="2800" b="0" i="1" smtClean="0">
                          <a:latin typeface="Cambria Math" panose="02040503050406030204" pitchFamily="18" charset="0"/>
                        </a:rPr>
                        <m:t>~</m:t>
                      </m:r>
                      <m:r>
                        <a:rPr lang="en-US" altLang="zh-CN" sz="2800" b="0" i="1" smtClean="0">
                          <a:latin typeface="Cambria Math" panose="02040503050406030204" pitchFamily="18" charset="0"/>
                        </a:rPr>
                        <m:t>𝑁</m:t>
                      </m:r>
                      <m:d>
                        <m:dPr>
                          <m:ctrlPr>
                            <a:rPr lang="en-US" altLang="zh-CN" sz="2800" b="0" i="1" smtClean="0">
                              <a:latin typeface="Cambria Math" panose="02040503050406030204" pitchFamily="18" charset="0"/>
                            </a:rPr>
                          </m:ctrlPr>
                        </m:dPr>
                        <m:e>
                          <m:r>
                            <a:rPr lang="en-US" altLang="zh-CN" sz="2800" b="0" i="1" smtClean="0">
                              <a:latin typeface="Cambria Math" panose="02040503050406030204" pitchFamily="18" charset="0"/>
                            </a:rPr>
                            <m:t>𝜇</m:t>
                          </m:r>
                          <m:r>
                            <a:rPr lang="en-US" altLang="zh-CN" sz="2800" b="0" i="1" smtClean="0">
                              <a:latin typeface="Cambria Math" panose="02040503050406030204" pitchFamily="18" charset="0"/>
                              <a:ea typeface="Cambria Math" panose="02040503050406030204" pitchFamily="18" charset="0"/>
                            </a:rPr>
                            <m:t>∆</m:t>
                          </m:r>
                          <m:r>
                            <a:rPr lang="en-US" altLang="zh-CN" sz="2800" b="0" i="1" smtClean="0">
                              <a:latin typeface="Cambria Math" panose="02040503050406030204" pitchFamily="18" charset="0"/>
                              <a:ea typeface="Cambria Math" panose="02040503050406030204" pitchFamily="18" charset="0"/>
                            </a:rPr>
                            <m:t>𝑡</m:t>
                          </m:r>
                          <m:r>
                            <a:rPr lang="en-US" altLang="zh-CN" sz="2800" b="0" i="1" smtClean="0">
                              <a:latin typeface="Cambria Math" panose="02040503050406030204" pitchFamily="18" charset="0"/>
                              <a:ea typeface="Cambria Math" panose="02040503050406030204" pitchFamily="18" charset="0"/>
                            </a:rPr>
                            <m:t>,</m:t>
                          </m:r>
                          <m:sSup>
                            <m:sSupPr>
                              <m:ctrlPr>
                                <a:rPr lang="en-US" altLang="zh-CN" sz="2800" b="0" i="1" smtClean="0">
                                  <a:latin typeface="Cambria Math" panose="02040503050406030204" pitchFamily="18" charset="0"/>
                                  <a:ea typeface="Cambria Math" panose="02040503050406030204" pitchFamily="18" charset="0"/>
                                </a:rPr>
                              </m:ctrlPr>
                            </m:sSupPr>
                            <m:e>
                              <m:r>
                                <a:rPr lang="en-US" altLang="zh-CN" sz="2800" b="0" i="1" smtClean="0">
                                  <a:latin typeface="Cambria Math" panose="02040503050406030204" pitchFamily="18" charset="0"/>
                                  <a:ea typeface="Cambria Math" panose="02040503050406030204" pitchFamily="18" charset="0"/>
                                </a:rPr>
                                <m:t>𝜎</m:t>
                              </m:r>
                            </m:e>
                            <m:sup>
                              <m:r>
                                <a:rPr lang="en-US" altLang="zh-CN" sz="2800" b="0" i="1" smtClean="0">
                                  <a:latin typeface="Cambria Math" panose="02040503050406030204" pitchFamily="18" charset="0"/>
                                  <a:ea typeface="Cambria Math" panose="02040503050406030204" pitchFamily="18" charset="0"/>
                                </a:rPr>
                                <m:t>2</m:t>
                              </m:r>
                            </m:sup>
                          </m:sSup>
                          <m:r>
                            <a:rPr lang="en-US" altLang="zh-CN" sz="2800" i="1">
                              <a:latin typeface="Cambria Math" panose="02040503050406030204" pitchFamily="18" charset="0"/>
                              <a:ea typeface="Cambria Math" panose="02040503050406030204" pitchFamily="18" charset="0"/>
                            </a:rPr>
                            <m:t>∆</m:t>
                          </m:r>
                          <m:r>
                            <a:rPr lang="en-US" altLang="zh-CN" sz="2800" i="1">
                              <a:latin typeface="Cambria Math" panose="02040503050406030204" pitchFamily="18" charset="0"/>
                              <a:ea typeface="Cambria Math" panose="02040503050406030204" pitchFamily="18" charset="0"/>
                            </a:rPr>
                            <m:t>𝑡</m:t>
                          </m:r>
                        </m:e>
                      </m:d>
                    </m:oMath>
                  </m:oMathPara>
                </a14:m>
                <a:endParaRPr lang="en-US" altLang="zh-CN" sz="2800" b="0" i="1" dirty="0">
                  <a:latin typeface="Cambria Math" panose="02040503050406030204" pitchFamily="18" charset="0"/>
                </a:endParaRPr>
              </a:p>
              <a:p>
                <a:pPr marL="0" indent="0" algn="ctr">
                  <a:buNone/>
                </a:pPr>
                <a14:m>
                  <m:oMath xmlns:m="http://schemas.openxmlformats.org/officeDocument/2006/math">
                    <m:func>
                      <m:funcPr>
                        <m:ctrlPr>
                          <a:rPr lang="en-US" altLang="zh-CN" sz="2800" i="1" smtClean="0">
                            <a:latin typeface="Cambria Math" panose="02040503050406030204" pitchFamily="18" charset="0"/>
                          </a:rPr>
                        </m:ctrlPr>
                      </m:funcPr>
                      <m:fName>
                        <m:r>
                          <m:rPr>
                            <m:sty m:val="p"/>
                          </m:rPr>
                          <a:rPr lang="en-US" altLang="zh-CN" sz="2800" i="0" smtClean="0">
                            <a:latin typeface="Cambria Math" panose="02040503050406030204" pitchFamily="18" charset="0"/>
                          </a:rPr>
                          <m:t>ln</m:t>
                        </m:r>
                      </m:fName>
                      <m:e>
                        <m:sSub>
                          <m:sSubPr>
                            <m:ctrlPr>
                              <a:rPr lang="en-US" altLang="zh-CN" sz="2800" i="1">
                                <a:latin typeface="Cambria Math" panose="02040503050406030204" pitchFamily="18" charset="0"/>
                              </a:rPr>
                            </m:ctrlPr>
                          </m:sSubPr>
                          <m:e>
                            <m:r>
                              <m:rPr>
                                <m:sty m:val="p"/>
                              </m:rPr>
                              <a:rPr lang="en-US" altLang="zh-CN" sz="2800" i="1">
                                <a:latin typeface="Cambria Math" panose="02040503050406030204" pitchFamily="18" charset="0"/>
                              </a:rPr>
                              <m:t>S</m:t>
                            </m:r>
                          </m:e>
                          <m:sub>
                            <m:r>
                              <a:rPr lang="en-US" altLang="zh-CN" sz="2800" b="0" i="1" smtClean="0">
                                <a:latin typeface="Cambria Math" panose="02040503050406030204" pitchFamily="18" charset="0"/>
                              </a:rPr>
                              <m:t>𝑇</m:t>
                            </m:r>
                          </m:sub>
                        </m:sSub>
                      </m:e>
                    </m:func>
                    <m:r>
                      <a:rPr lang="en-US" altLang="zh-CN" sz="2800" i="1">
                        <a:latin typeface="Cambria Math" panose="02040503050406030204" pitchFamily="18" charset="0"/>
                      </a:rPr>
                      <m:t>~</m:t>
                    </m:r>
                  </m:oMath>
                </a14:m>
                <a:r>
                  <a:rPr lang="en-US" altLang="zh-CN" sz="2800" dirty="0"/>
                  <a:t> </a:t>
                </a:r>
                <a14:m>
                  <m:oMath xmlns:m="http://schemas.openxmlformats.org/officeDocument/2006/math">
                    <m:r>
                      <a:rPr lang="en-US" altLang="zh-CN" sz="2800" i="1">
                        <a:latin typeface="Cambria Math" panose="02040503050406030204" pitchFamily="18" charset="0"/>
                      </a:rPr>
                      <m:t>𝑁</m:t>
                    </m:r>
                    <m:d>
                      <m:dPr>
                        <m:begChr m:val="["/>
                        <m:endChr m:val="]"/>
                        <m:ctrlPr>
                          <a:rPr lang="en-US" altLang="zh-CN" sz="2800" i="1" smtClean="0">
                            <a:latin typeface="Cambria Math" panose="02040503050406030204" pitchFamily="18" charset="0"/>
                          </a:rPr>
                        </m:ctrlPr>
                      </m:dPr>
                      <m:e>
                        <m:func>
                          <m:funcPr>
                            <m:ctrlPr>
                              <a:rPr lang="en-US" altLang="zh-CN" sz="2800" i="1">
                                <a:latin typeface="Cambria Math" panose="02040503050406030204" pitchFamily="18" charset="0"/>
                              </a:rPr>
                            </m:ctrlPr>
                          </m:funcPr>
                          <m:fName>
                            <m:r>
                              <m:rPr>
                                <m:sty m:val="p"/>
                              </m:rPr>
                              <a:rPr lang="en-US" altLang="zh-CN" sz="2800">
                                <a:latin typeface="Cambria Math" panose="02040503050406030204" pitchFamily="18" charset="0"/>
                              </a:rPr>
                              <m:t>ln</m:t>
                            </m:r>
                          </m:fName>
                          <m:e>
                            <m:sSub>
                              <m:sSubPr>
                                <m:ctrlPr>
                                  <a:rPr lang="en-US" altLang="zh-CN" sz="2800" i="1">
                                    <a:latin typeface="Cambria Math" panose="02040503050406030204" pitchFamily="18" charset="0"/>
                                  </a:rPr>
                                </m:ctrlPr>
                              </m:sSubPr>
                              <m:e>
                                <m:r>
                                  <m:rPr>
                                    <m:sty m:val="p"/>
                                  </m:rPr>
                                  <a:rPr lang="en-US" altLang="zh-CN" sz="2800" i="1">
                                    <a:latin typeface="Cambria Math" panose="02040503050406030204" pitchFamily="18" charset="0"/>
                                  </a:rPr>
                                  <m:t>S</m:t>
                                </m:r>
                              </m:e>
                              <m:sub>
                                <m:r>
                                  <a:rPr lang="en-US" altLang="zh-CN" sz="2800" i="1">
                                    <a:latin typeface="Cambria Math" panose="02040503050406030204" pitchFamily="18" charset="0"/>
                                  </a:rPr>
                                  <m:t>0</m:t>
                                </m:r>
                              </m:sub>
                            </m:sSub>
                          </m:e>
                        </m:func>
                        <m:r>
                          <a:rPr lang="en-US" altLang="zh-CN" sz="2800" b="0" i="1" smtClean="0">
                            <a:latin typeface="Cambria Math" panose="02040503050406030204" pitchFamily="18" charset="0"/>
                          </a:rPr>
                          <m:t>+</m:t>
                        </m:r>
                        <m:d>
                          <m:dPr>
                            <m:ctrlPr>
                              <a:rPr lang="en-US" altLang="zh-CN" sz="2800" i="1">
                                <a:latin typeface="Cambria Math" panose="02040503050406030204" pitchFamily="18" charset="0"/>
                              </a:rPr>
                            </m:ctrlPr>
                          </m:dPr>
                          <m:e>
                            <m:r>
                              <a:rPr lang="en-US" altLang="zh-CN" sz="2800" b="0" i="1" smtClean="0">
                                <a:latin typeface="Cambria Math" panose="02040503050406030204" pitchFamily="18" charset="0"/>
                              </a:rPr>
                              <m:t>𝜇</m:t>
                            </m:r>
                            <m:r>
                              <a:rPr lang="en-US" altLang="zh-CN" sz="2800" b="0" i="1" smtClean="0">
                                <a:latin typeface="Cambria Math" panose="02040503050406030204" pitchFamily="18" charset="0"/>
                              </a:rPr>
                              <m:t>−</m:t>
                            </m:r>
                            <m:f>
                              <m:fPr>
                                <m:ctrlPr>
                                  <a:rPr lang="en-US" altLang="zh-CN" sz="2800" b="0" i="1" smtClean="0">
                                    <a:latin typeface="Cambria Math" panose="02040503050406030204" pitchFamily="18" charset="0"/>
                                  </a:rPr>
                                </m:ctrlPr>
                              </m:fPr>
                              <m:num>
                                <m:r>
                                  <a:rPr lang="en-US" altLang="zh-CN" sz="2800" b="0" i="1" smtClean="0">
                                    <a:latin typeface="Cambria Math" panose="02040503050406030204" pitchFamily="18" charset="0"/>
                                  </a:rPr>
                                  <m:t>1</m:t>
                                </m:r>
                              </m:num>
                              <m:den>
                                <m:r>
                                  <a:rPr lang="en-US" altLang="zh-CN" sz="2800" b="0" i="1" smtClean="0">
                                    <a:latin typeface="Cambria Math" panose="02040503050406030204" pitchFamily="18" charset="0"/>
                                  </a:rPr>
                                  <m:t>2</m:t>
                                </m:r>
                              </m:den>
                            </m:f>
                            <m:sSup>
                              <m:sSupPr>
                                <m:ctrlPr>
                                  <a:rPr lang="en-US" altLang="zh-CN" sz="2800" i="1">
                                    <a:latin typeface="Cambria Math" panose="02040503050406030204" pitchFamily="18" charset="0"/>
                                  </a:rPr>
                                </m:ctrlPr>
                              </m:sSupPr>
                              <m:e>
                                <m:r>
                                  <a:rPr lang="en-US" altLang="zh-CN" sz="2800" i="1">
                                    <a:latin typeface="Cambria Math" panose="02040503050406030204" pitchFamily="18" charset="0"/>
                                  </a:rPr>
                                  <m:t>𝜎</m:t>
                                </m:r>
                              </m:e>
                              <m:sup>
                                <m:r>
                                  <a:rPr lang="en-US" altLang="zh-CN" sz="2800" i="1">
                                    <a:latin typeface="Cambria Math" panose="02040503050406030204" pitchFamily="18" charset="0"/>
                                  </a:rPr>
                                  <m:t>2</m:t>
                                </m:r>
                              </m:sup>
                            </m:sSup>
                          </m:e>
                        </m:d>
                        <m:r>
                          <a:rPr lang="en-US" altLang="zh-CN" sz="2800" b="0" i="1" smtClean="0">
                            <a:latin typeface="Cambria Math" panose="02040503050406030204" pitchFamily="18" charset="0"/>
                            <a:ea typeface="Cambria Math" panose="02040503050406030204" pitchFamily="18" charset="0"/>
                          </a:rPr>
                          <m:t>𝑇</m:t>
                        </m:r>
                        <m:r>
                          <a:rPr lang="en-US" altLang="zh-CN" sz="2800" b="0" i="1" smtClean="0">
                            <a:latin typeface="Cambria Math" panose="02040503050406030204" pitchFamily="18" charset="0"/>
                            <a:ea typeface="Cambria Math" panose="02040503050406030204" pitchFamily="18" charset="0"/>
                          </a:rPr>
                          <m:t>,</m:t>
                        </m:r>
                        <m:sSup>
                          <m:sSupPr>
                            <m:ctrlPr>
                              <a:rPr lang="en-US" altLang="zh-CN" sz="2800" i="1">
                                <a:latin typeface="Cambria Math" panose="02040503050406030204" pitchFamily="18" charset="0"/>
                                <a:ea typeface="Cambria Math" panose="02040503050406030204" pitchFamily="18" charset="0"/>
                              </a:rPr>
                            </m:ctrlPr>
                          </m:sSupPr>
                          <m:e>
                            <m:r>
                              <a:rPr lang="en-US" altLang="zh-CN" sz="2800" i="1">
                                <a:latin typeface="Cambria Math" panose="02040503050406030204" pitchFamily="18" charset="0"/>
                                <a:ea typeface="Cambria Math" panose="02040503050406030204" pitchFamily="18" charset="0"/>
                              </a:rPr>
                              <m:t>𝜎</m:t>
                            </m:r>
                          </m:e>
                          <m:sup>
                            <m:r>
                              <a:rPr lang="en-US" altLang="zh-CN" sz="2800" i="1">
                                <a:latin typeface="Cambria Math" panose="02040503050406030204" pitchFamily="18" charset="0"/>
                                <a:ea typeface="Cambria Math" panose="02040503050406030204" pitchFamily="18" charset="0"/>
                              </a:rPr>
                              <m:t>2</m:t>
                            </m:r>
                          </m:sup>
                        </m:sSup>
                        <m:r>
                          <a:rPr lang="en-US" altLang="zh-CN" sz="2800" b="0" i="1" smtClean="0">
                            <a:latin typeface="Cambria Math" panose="02040503050406030204" pitchFamily="18" charset="0"/>
                            <a:ea typeface="Cambria Math" panose="02040503050406030204" pitchFamily="18" charset="0"/>
                          </a:rPr>
                          <m:t>𝑇</m:t>
                        </m:r>
                      </m:e>
                    </m:d>
                  </m:oMath>
                </a14:m>
                <a:endParaRPr lang="en-US" altLang="zh-CN" sz="2800" dirty="0"/>
              </a:p>
              <a:p>
                <a:endParaRPr lang="en-US" altLang="zh-CN" dirty="0"/>
              </a:p>
              <a:p>
                <a:r>
                  <a:rPr lang="zh-CN" altLang="en-US" dirty="0"/>
                  <a:t>在这一假设下，证券投资的收益率变化类似右图的形态。</a:t>
                </a:r>
                <a:endParaRPr lang="en-US" altLang="zh-CN" dirty="0"/>
              </a:p>
              <a:p>
                <a:r>
                  <a:rPr lang="zh-CN" altLang="en-US" dirty="0"/>
                  <a:t>基于这一基本假设，形成了二叉树法、</a:t>
                </a:r>
                <a:r>
                  <a:rPr lang="en-US" altLang="zh-CN" dirty="0"/>
                  <a:t>BS</a:t>
                </a:r>
                <a:r>
                  <a:rPr lang="zh-CN" altLang="en-US" dirty="0"/>
                  <a:t>公式法、风险中性法等方法给期权定价。</a:t>
                </a:r>
              </a:p>
            </p:txBody>
          </p:sp>
        </mc:Choice>
        <mc:Fallback xmlns="">
          <p:sp>
            <p:nvSpPr>
              <p:cNvPr id="3" name="内容占位符 2">
                <a:extLst>
                  <a:ext uri="{FF2B5EF4-FFF2-40B4-BE49-F238E27FC236}">
                    <a16:creationId xmlns:a16="http://schemas.microsoft.com/office/drawing/2014/main" id="{D5224F9B-8376-432E-A16E-7640C0C45FF7}"/>
                  </a:ext>
                </a:extLst>
              </p:cNvPr>
              <p:cNvSpPr>
                <a:spLocks noGrp="1" noRot="1" noChangeAspect="1" noMove="1" noResize="1" noEditPoints="1" noAdjustHandles="1" noChangeArrowheads="1" noChangeShapeType="1" noTextEdit="1"/>
              </p:cNvSpPr>
              <p:nvPr>
                <p:ph sz="half" idx="1"/>
              </p:nvPr>
            </p:nvSpPr>
            <p:spPr>
              <a:blipFill>
                <a:blip r:embed="rId2"/>
                <a:stretch>
                  <a:fillRect l="-1110"/>
                </a:stretch>
              </a:blipFill>
            </p:spPr>
            <p:txBody>
              <a:bodyPr/>
              <a:lstStyle/>
              <a:p>
                <a:r>
                  <a:rPr lang="zh-CN" altLang="en-US">
                    <a:noFill/>
                  </a:rPr>
                  <a:t> </a:t>
                </a:r>
              </a:p>
            </p:txBody>
          </p:sp>
        </mc:Fallback>
      </mc:AlternateContent>
      <p:grpSp>
        <p:nvGrpSpPr>
          <p:cNvPr id="5" name="组合 4">
            <a:extLst>
              <a:ext uri="{FF2B5EF4-FFF2-40B4-BE49-F238E27FC236}">
                <a16:creationId xmlns:a16="http://schemas.microsoft.com/office/drawing/2014/main" id="{DE7C51B9-8F0C-40D9-A0AA-BE9F56D11D7F}"/>
              </a:ext>
            </a:extLst>
          </p:cNvPr>
          <p:cNvGrpSpPr/>
          <p:nvPr/>
        </p:nvGrpSpPr>
        <p:grpSpPr>
          <a:xfrm>
            <a:off x="9153939" y="4552122"/>
            <a:ext cx="7174254" cy="4412974"/>
            <a:chOff x="8316829" y="3237429"/>
            <a:chExt cx="7363807" cy="5640823"/>
          </a:xfrm>
        </p:grpSpPr>
        <p:pic>
          <p:nvPicPr>
            <p:cNvPr id="20" name="图片 19">
              <a:extLst>
                <a:ext uri="{FF2B5EF4-FFF2-40B4-BE49-F238E27FC236}">
                  <a16:creationId xmlns:a16="http://schemas.microsoft.com/office/drawing/2014/main" id="{074DEA7A-7715-497F-AF97-09606EA37A70}"/>
                </a:ext>
              </a:extLst>
            </p:cNvPr>
            <p:cNvPicPr>
              <a:picLocks noChangeAspect="1"/>
            </p:cNvPicPr>
            <p:nvPr/>
          </p:nvPicPr>
          <p:blipFill>
            <a:blip r:embed="rId3">
              <a:extLst>
                <a:ext uri="{BEBA8EAE-BF5A-486C-A8C5-ECC9F3942E4B}">
                  <a14:imgProps xmlns:a14="http://schemas.microsoft.com/office/drawing/2010/main">
                    <a14:imgLayer r:embed="rId4">
                      <a14:imgEffect>
                        <a14:saturation sat="400000"/>
                      </a14:imgEffect>
                    </a14:imgLayer>
                  </a14:imgProps>
                </a:ext>
              </a:extLst>
            </a:blip>
            <a:stretch>
              <a:fillRect/>
            </a:stretch>
          </p:blipFill>
          <p:spPr>
            <a:xfrm>
              <a:off x="8316829" y="3237429"/>
              <a:ext cx="7363807" cy="5640823"/>
            </a:xfrm>
            <a:prstGeom prst="rect">
              <a:avLst/>
            </a:prstGeom>
          </p:spPr>
        </p:pic>
        <p:cxnSp>
          <p:nvCxnSpPr>
            <p:cNvPr id="23" name="直接连接符 22">
              <a:extLst>
                <a:ext uri="{FF2B5EF4-FFF2-40B4-BE49-F238E27FC236}">
                  <a16:creationId xmlns:a16="http://schemas.microsoft.com/office/drawing/2014/main" id="{F3F84D2F-8C1D-445B-ADDA-A84BFD76A52D}"/>
                </a:ext>
              </a:extLst>
            </p:cNvPr>
            <p:cNvCxnSpPr>
              <a:cxnSpLocks/>
            </p:cNvCxnSpPr>
            <p:nvPr/>
          </p:nvCxnSpPr>
          <p:spPr>
            <a:xfrm>
              <a:off x="12291470" y="3468637"/>
              <a:ext cx="0" cy="5178406"/>
            </a:xfrm>
            <a:prstGeom prst="line">
              <a:avLst/>
            </a:prstGeom>
            <a:ln w="19050">
              <a:solidFill>
                <a:srgbClr val="C00000"/>
              </a:solidFill>
              <a:prstDash val="dash"/>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419649967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标题 5">
            <a:extLst>
              <a:ext uri="{FF2B5EF4-FFF2-40B4-BE49-F238E27FC236}">
                <a16:creationId xmlns:a16="http://schemas.microsoft.com/office/drawing/2014/main" id="{F250A646-2418-4D41-AACE-67B5D82F0812}"/>
              </a:ext>
            </a:extLst>
          </p:cNvPr>
          <p:cNvSpPr>
            <a:spLocks noGrp="1"/>
          </p:cNvSpPr>
          <p:nvPr>
            <p:ph type="title"/>
          </p:nvPr>
        </p:nvSpPr>
        <p:spPr/>
        <p:txBody>
          <a:bodyPr/>
          <a:lstStyle/>
          <a:p>
            <a:r>
              <a:rPr lang="en-US" altLang="zh-CN" dirty="0"/>
              <a:t> </a:t>
            </a:r>
            <a:r>
              <a:rPr lang="zh-CN" altLang="en-US" dirty="0"/>
              <a:t>含权债</a:t>
            </a:r>
          </a:p>
        </p:txBody>
      </p:sp>
      <p:sp>
        <p:nvSpPr>
          <p:cNvPr id="5" name="内容占位符 4"/>
          <p:cNvSpPr>
            <a:spLocks noGrp="1"/>
          </p:cNvSpPr>
          <p:nvPr>
            <p:ph sz="half" idx="1"/>
          </p:nvPr>
        </p:nvSpPr>
        <p:spPr/>
        <p:txBody>
          <a:bodyPr/>
          <a:lstStyle/>
          <a:p>
            <a:r>
              <a:rPr lang="zh-CN" altLang="en-US" b="1" dirty="0"/>
              <a:t>含权债</a:t>
            </a:r>
            <a:r>
              <a:rPr lang="zh-CN" altLang="en-US" dirty="0"/>
              <a:t>，或嵌入期权债券</a:t>
            </a:r>
            <a:r>
              <a:rPr lang="zh-CN" altLang="en-US" b="1" dirty="0"/>
              <a:t>，</a:t>
            </a:r>
            <a:r>
              <a:rPr lang="zh-CN" altLang="en-US" dirty="0"/>
              <a:t>指在债券合约的条款中，明确赋予利益相关方在约定前提下，改变债券要素的权利。由于需考虑不同的选择所导致的结果差异，因此定价过程稍有复杂。</a:t>
            </a:r>
            <a:endParaRPr lang="en-US" altLang="zh-CN" dirty="0"/>
          </a:p>
          <a:p>
            <a:r>
              <a:rPr lang="zh-CN" altLang="en-US" dirty="0"/>
              <a:t>本文介绍最常用的</a:t>
            </a:r>
            <a:r>
              <a:rPr lang="zh-CN" altLang="en-US" b="1" dirty="0"/>
              <a:t>二叉树法</a:t>
            </a:r>
            <a:r>
              <a:rPr lang="zh-CN" altLang="en-US" dirty="0"/>
              <a:t>：最直观，可使用</a:t>
            </a:r>
            <a:r>
              <a:rPr lang="en-US" altLang="zh-CN" dirty="0"/>
              <a:t>EXCEL</a:t>
            </a:r>
            <a:r>
              <a:rPr lang="zh-CN" altLang="en-US" dirty="0"/>
              <a:t>工具实现，大规模数值求解非常简便。</a:t>
            </a:r>
            <a:endParaRPr lang="en-US" altLang="zh-CN" dirty="0"/>
          </a:p>
          <a:p>
            <a:endParaRPr lang="en-US" altLang="zh-CN" dirty="0"/>
          </a:p>
          <a:p>
            <a:r>
              <a:rPr lang="zh-CN" altLang="en-US" b="1" dirty="0"/>
              <a:t>可转债</a:t>
            </a:r>
            <a:r>
              <a:rPr lang="zh-CN" altLang="en-US" dirty="0"/>
              <a:t>，可视为两种不同类型资产的组合，因此，先要预测不同资产的价值趋势，再比较不同选择结果之间的经济利益。</a:t>
            </a:r>
            <a:endParaRPr lang="en-US" altLang="zh-CN" dirty="0"/>
          </a:p>
        </p:txBody>
      </p:sp>
      <p:pic>
        <p:nvPicPr>
          <p:cNvPr id="8" name="内容占位符 3"/>
          <p:cNvPicPr>
            <a:picLocks noGrp="1" noChangeAspect="1"/>
          </p:cNvPicPr>
          <p:nvPr>
            <p:ph sz="half" idx="2"/>
          </p:nvPr>
        </p:nvPicPr>
        <p:blipFill>
          <a:blip r:embed="rId2">
            <a:lum/>
          </a:blip>
          <a:stretch>
            <a:fillRect/>
          </a:stretch>
        </p:blipFill>
        <p:spPr>
          <a:xfrm>
            <a:off x="11406784" y="1764580"/>
            <a:ext cx="5009258" cy="3560830"/>
          </a:xfrm>
        </p:spPr>
      </p:pic>
      <p:grpSp>
        <p:nvGrpSpPr>
          <p:cNvPr id="48" name="组合 47">
            <a:extLst>
              <a:ext uri="{FF2B5EF4-FFF2-40B4-BE49-F238E27FC236}">
                <a16:creationId xmlns:a16="http://schemas.microsoft.com/office/drawing/2014/main" id="{1EA2EA4C-651A-4A38-A697-88DC2252AEE6}"/>
              </a:ext>
            </a:extLst>
          </p:cNvPr>
          <p:cNvGrpSpPr/>
          <p:nvPr/>
        </p:nvGrpSpPr>
        <p:grpSpPr>
          <a:xfrm>
            <a:off x="11627317" y="5632411"/>
            <a:ext cx="4503891" cy="3324519"/>
            <a:chOff x="11319309" y="5197642"/>
            <a:chExt cx="4542342" cy="3220801"/>
          </a:xfrm>
        </p:grpSpPr>
        <p:grpSp>
          <p:nvGrpSpPr>
            <p:cNvPr id="10" name="组合 9">
              <a:extLst>
                <a:ext uri="{FF2B5EF4-FFF2-40B4-BE49-F238E27FC236}">
                  <a16:creationId xmlns:a16="http://schemas.microsoft.com/office/drawing/2014/main" id="{04A4D476-A9C3-485B-AFA8-0AABB59982C7}"/>
                </a:ext>
              </a:extLst>
            </p:cNvPr>
            <p:cNvGrpSpPr/>
            <p:nvPr/>
          </p:nvGrpSpPr>
          <p:grpSpPr>
            <a:xfrm>
              <a:off x="11415563" y="5390150"/>
              <a:ext cx="4312117" cy="3028293"/>
              <a:chOff x="2333624" y="2008362"/>
              <a:chExt cx="4897027" cy="3749573"/>
            </a:xfrm>
          </p:grpSpPr>
          <p:sp>
            <p:nvSpPr>
              <p:cNvPr id="18" name="Line 3">
                <a:extLst>
                  <a:ext uri="{FF2B5EF4-FFF2-40B4-BE49-F238E27FC236}">
                    <a16:creationId xmlns:a16="http://schemas.microsoft.com/office/drawing/2014/main" id="{0F85E2D2-964E-4ED7-87F1-8B6929501D33}"/>
                  </a:ext>
                </a:extLst>
              </p:cNvPr>
              <p:cNvSpPr>
                <a:spLocks noChangeShapeType="1"/>
              </p:cNvSpPr>
              <p:nvPr/>
            </p:nvSpPr>
            <p:spPr bwMode="auto">
              <a:xfrm flipV="1">
                <a:off x="2357437" y="2136775"/>
                <a:ext cx="4752975" cy="3621160"/>
              </a:xfrm>
              <a:prstGeom prst="line">
                <a:avLst/>
              </a:prstGeom>
              <a:noFill/>
              <a:ln w="38100">
                <a:solidFill>
                  <a:srgbClr val="C00000"/>
                </a:solidFill>
                <a:prstDash val="sysDot"/>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TW" altLang="en-US" sz="1200">
                  <a:latin typeface="+mn-ea"/>
                </a:endParaRPr>
              </a:p>
            </p:txBody>
          </p:sp>
          <p:sp>
            <p:nvSpPr>
              <p:cNvPr id="22" name="Line 7">
                <a:extLst>
                  <a:ext uri="{FF2B5EF4-FFF2-40B4-BE49-F238E27FC236}">
                    <a16:creationId xmlns:a16="http://schemas.microsoft.com/office/drawing/2014/main" id="{1572F065-9D81-4BA3-910C-7912A1D5BD18}"/>
                  </a:ext>
                </a:extLst>
              </p:cNvPr>
              <p:cNvSpPr>
                <a:spLocks noChangeShapeType="1"/>
              </p:cNvSpPr>
              <p:nvPr/>
            </p:nvSpPr>
            <p:spPr bwMode="auto">
              <a:xfrm flipV="1">
                <a:off x="2339975" y="4469440"/>
                <a:ext cx="4890676" cy="39060"/>
              </a:xfrm>
              <a:prstGeom prst="line">
                <a:avLst/>
              </a:prstGeom>
              <a:noFill/>
              <a:ln w="38100">
                <a:solidFill>
                  <a:schemeClr val="bg1">
                    <a:lumMod val="50000"/>
                  </a:schemeClr>
                </a:solidFill>
                <a:prstDash val="sysDot"/>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TW" altLang="en-US" sz="1200">
                  <a:latin typeface="+mn-ea"/>
                </a:endParaRPr>
              </a:p>
            </p:txBody>
          </p:sp>
          <p:sp>
            <p:nvSpPr>
              <p:cNvPr id="23" name="Line 8">
                <a:extLst>
                  <a:ext uri="{FF2B5EF4-FFF2-40B4-BE49-F238E27FC236}">
                    <a16:creationId xmlns:a16="http://schemas.microsoft.com/office/drawing/2014/main" id="{8B77FC2C-1EF4-4F89-ACEB-83FBA0210633}"/>
                  </a:ext>
                </a:extLst>
              </p:cNvPr>
              <p:cNvSpPr>
                <a:spLocks noChangeShapeType="1"/>
              </p:cNvSpPr>
              <p:nvPr/>
            </p:nvSpPr>
            <p:spPr bwMode="auto">
              <a:xfrm flipH="1">
                <a:off x="4341811" y="2008362"/>
                <a:ext cx="2786062" cy="2039762"/>
              </a:xfrm>
              <a:prstGeom prst="line">
                <a:avLst/>
              </a:prstGeom>
              <a:noFill/>
              <a:ln w="38100">
                <a:solidFill>
                  <a:schemeClr val="bg1">
                    <a:lumMod val="65000"/>
                  </a:schemeClr>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TW" altLang="en-US" sz="1200">
                  <a:latin typeface="+mn-ea"/>
                </a:endParaRPr>
              </a:p>
            </p:txBody>
          </p:sp>
          <p:sp>
            <p:nvSpPr>
              <p:cNvPr id="24" name="Freeform 9">
                <a:extLst>
                  <a:ext uri="{FF2B5EF4-FFF2-40B4-BE49-F238E27FC236}">
                    <a16:creationId xmlns:a16="http://schemas.microsoft.com/office/drawing/2014/main" id="{27167CD1-8308-418C-8112-3E29986E221D}"/>
                  </a:ext>
                </a:extLst>
              </p:cNvPr>
              <p:cNvSpPr>
                <a:spLocks/>
              </p:cNvSpPr>
              <p:nvPr/>
            </p:nvSpPr>
            <p:spPr bwMode="auto">
              <a:xfrm>
                <a:off x="2608262" y="4048125"/>
                <a:ext cx="1733550" cy="449547"/>
              </a:xfrm>
              <a:custGeom>
                <a:avLst/>
                <a:gdLst>
                  <a:gd name="T0" fmla="*/ 1200 w 1200"/>
                  <a:gd name="T1" fmla="*/ 0 h 344"/>
                  <a:gd name="T2" fmla="*/ 768 w 1200"/>
                  <a:gd name="T3" fmla="*/ 288 h 344"/>
                  <a:gd name="T4" fmla="*/ 0 w 1200"/>
                  <a:gd name="T5" fmla="*/ 336 h 344"/>
                </a:gdLst>
                <a:ahLst/>
                <a:cxnLst>
                  <a:cxn ang="0">
                    <a:pos x="T0" y="T1"/>
                  </a:cxn>
                  <a:cxn ang="0">
                    <a:pos x="T2" y="T3"/>
                  </a:cxn>
                  <a:cxn ang="0">
                    <a:pos x="T4" y="T5"/>
                  </a:cxn>
                </a:cxnLst>
                <a:rect l="0" t="0" r="r" b="b"/>
                <a:pathLst>
                  <a:path w="1200" h="344">
                    <a:moveTo>
                      <a:pt x="1200" y="0"/>
                    </a:moveTo>
                    <a:cubicBezTo>
                      <a:pt x="1084" y="116"/>
                      <a:pt x="968" y="232"/>
                      <a:pt x="768" y="288"/>
                    </a:cubicBezTo>
                    <a:cubicBezTo>
                      <a:pt x="568" y="344"/>
                      <a:pt x="128" y="328"/>
                      <a:pt x="0" y="336"/>
                    </a:cubicBezTo>
                  </a:path>
                </a:pathLst>
              </a:custGeom>
              <a:noFill/>
              <a:ln w="38100" cap="flat" cmpd="sng">
                <a:solidFill>
                  <a:schemeClr val="bg1">
                    <a:lumMod val="65000"/>
                  </a:schemeClr>
                </a:solidFill>
                <a:prstDash val="solid"/>
                <a:miter lim="800000"/>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TW" altLang="en-US" sz="1200">
                  <a:latin typeface="+mn-ea"/>
                </a:endParaRPr>
              </a:p>
            </p:txBody>
          </p:sp>
          <p:sp>
            <p:nvSpPr>
              <p:cNvPr id="25" name="Freeform 10">
                <a:extLst>
                  <a:ext uri="{FF2B5EF4-FFF2-40B4-BE49-F238E27FC236}">
                    <a16:creationId xmlns:a16="http://schemas.microsoft.com/office/drawing/2014/main" id="{F2E1BA10-E73D-43CE-9D38-C8736073FA1C}"/>
                  </a:ext>
                </a:extLst>
              </p:cNvPr>
              <p:cNvSpPr>
                <a:spLocks/>
              </p:cNvSpPr>
              <p:nvPr/>
            </p:nvSpPr>
            <p:spPr bwMode="auto">
              <a:xfrm>
                <a:off x="2333624" y="4469441"/>
                <a:ext cx="305720" cy="932822"/>
              </a:xfrm>
              <a:custGeom>
                <a:avLst/>
                <a:gdLst>
                  <a:gd name="T0" fmla="*/ 144 w 144"/>
                  <a:gd name="T1" fmla="*/ 0 h 576"/>
                  <a:gd name="T2" fmla="*/ 48 w 144"/>
                  <a:gd name="T3" fmla="*/ 192 h 576"/>
                  <a:gd name="T4" fmla="*/ 0 w 144"/>
                  <a:gd name="T5" fmla="*/ 576 h 576"/>
                </a:gdLst>
                <a:ahLst/>
                <a:cxnLst>
                  <a:cxn ang="0">
                    <a:pos x="T0" y="T1"/>
                  </a:cxn>
                  <a:cxn ang="0">
                    <a:pos x="T2" y="T3"/>
                  </a:cxn>
                  <a:cxn ang="0">
                    <a:pos x="T4" y="T5"/>
                  </a:cxn>
                </a:cxnLst>
                <a:rect l="0" t="0" r="r" b="b"/>
                <a:pathLst>
                  <a:path w="144" h="576">
                    <a:moveTo>
                      <a:pt x="144" y="0"/>
                    </a:moveTo>
                    <a:cubicBezTo>
                      <a:pt x="108" y="48"/>
                      <a:pt x="72" y="96"/>
                      <a:pt x="48" y="192"/>
                    </a:cubicBezTo>
                    <a:cubicBezTo>
                      <a:pt x="24" y="288"/>
                      <a:pt x="12" y="432"/>
                      <a:pt x="0" y="576"/>
                    </a:cubicBezTo>
                  </a:path>
                </a:pathLst>
              </a:custGeom>
              <a:noFill/>
              <a:ln w="38100" cap="flat" cmpd="sng">
                <a:solidFill>
                  <a:schemeClr val="bg1">
                    <a:lumMod val="65000"/>
                  </a:schemeClr>
                </a:solidFill>
                <a:prstDash val="solid"/>
                <a:miter lim="800000"/>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TW" altLang="en-US" sz="1200">
                  <a:latin typeface="+mn-ea"/>
                </a:endParaRPr>
              </a:p>
            </p:txBody>
          </p:sp>
          <p:sp>
            <p:nvSpPr>
              <p:cNvPr id="31" name="Oval 17">
                <a:extLst>
                  <a:ext uri="{FF2B5EF4-FFF2-40B4-BE49-F238E27FC236}">
                    <a16:creationId xmlns:a16="http://schemas.microsoft.com/office/drawing/2014/main" id="{3543F92C-218C-4DCE-A3BA-B6D68F356798}"/>
                  </a:ext>
                </a:extLst>
              </p:cNvPr>
              <p:cNvSpPr>
                <a:spLocks noChangeArrowheads="1"/>
              </p:cNvSpPr>
              <p:nvPr/>
            </p:nvSpPr>
            <p:spPr bwMode="auto">
              <a:xfrm>
                <a:off x="4140200" y="4076700"/>
                <a:ext cx="144463" cy="144463"/>
              </a:xfrm>
              <a:prstGeom prst="ellipse">
                <a:avLst/>
              </a:prstGeom>
              <a:solidFill>
                <a:schemeClr val="bg1">
                  <a:lumMod val="95000"/>
                </a:schemeClr>
              </a:solidFill>
              <a:ln w="38100">
                <a:solidFill>
                  <a:schemeClr val="bg1">
                    <a:lumMod val="65000"/>
                  </a:schemeClr>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TW" altLang="en-US" sz="1200">
                  <a:latin typeface="+mn-ea"/>
                </a:endParaRPr>
              </a:p>
            </p:txBody>
          </p:sp>
        </p:grpSp>
        <p:cxnSp>
          <p:nvCxnSpPr>
            <p:cNvPr id="3" name="直接箭头连接符 2">
              <a:extLst>
                <a:ext uri="{FF2B5EF4-FFF2-40B4-BE49-F238E27FC236}">
                  <a16:creationId xmlns:a16="http://schemas.microsoft.com/office/drawing/2014/main" id="{91EA4A03-34C7-4638-A9A0-781C513B99A9}"/>
                </a:ext>
              </a:extLst>
            </p:cNvPr>
            <p:cNvCxnSpPr/>
            <p:nvPr/>
          </p:nvCxnSpPr>
          <p:spPr>
            <a:xfrm flipV="1">
              <a:off x="11319309" y="5197642"/>
              <a:ext cx="0" cy="3220801"/>
            </a:xfrm>
            <a:prstGeom prst="straightConnector1">
              <a:avLst/>
            </a:prstGeom>
            <a:ln w="19050">
              <a:solidFill>
                <a:schemeClr val="bg1">
                  <a:lumMod val="6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45" name="直接箭头连接符 44">
              <a:extLst>
                <a:ext uri="{FF2B5EF4-FFF2-40B4-BE49-F238E27FC236}">
                  <a16:creationId xmlns:a16="http://schemas.microsoft.com/office/drawing/2014/main" id="{4BFB7770-A074-4806-87AA-F265AE958B5E}"/>
                </a:ext>
              </a:extLst>
            </p:cNvPr>
            <p:cNvCxnSpPr>
              <a:cxnSpLocks/>
            </p:cNvCxnSpPr>
            <p:nvPr/>
          </p:nvCxnSpPr>
          <p:spPr>
            <a:xfrm>
              <a:off x="11319309" y="8418443"/>
              <a:ext cx="4542342" cy="0"/>
            </a:xfrm>
            <a:prstGeom prst="straightConnector1">
              <a:avLst/>
            </a:prstGeom>
            <a:ln w="19050">
              <a:solidFill>
                <a:schemeClr val="bg1">
                  <a:lumMod val="65000"/>
                </a:schemeClr>
              </a:solidFill>
              <a:tailEnd type="triangle"/>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342483514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A78ADE0-BFA5-48C4-ACC5-ADB392AF5BF3}"/>
              </a:ext>
            </a:extLst>
          </p:cNvPr>
          <p:cNvSpPr>
            <a:spLocks noGrp="1"/>
          </p:cNvSpPr>
          <p:nvPr>
            <p:ph type="title"/>
          </p:nvPr>
        </p:nvSpPr>
        <p:spPr/>
        <p:txBody>
          <a:bodyPr/>
          <a:lstStyle/>
          <a:p>
            <a:r>
              <a:rPr lang="zh-CN" altLang="en-US" dirty="0"/>
              <a:t>（二）二叉树方法</a:t>
            </a:r>
          </a:p>
        </p:txBody>
      </p:sp>
      <p:sp>
        <p:nvSpPr>
          <p:cNvPr id="3" name="文本占位符 2">
            <a:extLst>
              <a:ext uri="{FF2B5EF4-FFF2-40B4-BE49-F238E27FC236}">
                <a16:creationId xmlns:a16="http://schemas.microsoft.com/office/drawing/2014/main" id="{800BA740-FF96-4300-BEB6-71D9CB6B961F}"/>
              </a:ext>
            </a:extLst>
          </p:cNvPr>
          <p:cNvSpPr>
            <a:spLocks noGrp="1"/>
          </p:cNvSpPr>
          <p:nvPr>
            <p:ph type="body" idx="1"/>
          </p:nvPr>
        </p:nvSpPr>
        <p:spPr/>
        <p:txBody>
          <a:bodyPr/>
          <a:lstStyle/>
          <a:p>
            <a:r>
              <a:rPr lang="zh-CN" altLang="en-US" dirty="0"/>
              <a:t>将未来利率简化为两种状态，分别测算未来各状态下的收益情况，再根据期望收益回溯计算现值</a:t>
            </a:r>
          </a:p>
        </p:txBody>
      </p:sp>
    </p:spTree>
    <p:extLst>
      <p:ext uri="{BB962C8B-B14F-4D97-AF65-F5344CB8AC3E}">
        <p14:creationId xmlns:p14="http://schemas.microsoft.com/office/powerpoint/2010/main" val="191966508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a:extLst>
              <a:ext uri="{FF2B5EF4-FFF2-40B4-BE49-F238E27FC236}">
                <a16:creationId xmlns:a16="http://schemas.microsoft.com/office/drawing/2014/main" id="{BB814841-A811-42CC-B2F4-8A346DCC4CF4}"/>
              </a:ext>
            </a:extLst>
          </p:cNvPr>
          <p:cNvSpPr>
            <a:spLocks noGrp="1"/>
          </p:cNvSpPr>
          <p:nvPr>
            <p:ph type="title"/>
          </p:nvPr>
        </p:nvSpPr>
        <p:spPr/>
        <p:txBody>
          <a:bodyPr/>
          <a:lstStyle/>
          <a:p>
            <a:r>
              <a:rPr lang="en-US" altLang="zh-CN" dirty="0"/>
              <a:t>Bootstrap</a:t>
            </a:r>
            <a:r>
              <a:rPr lang="zh-CN" altLang="en-US" dirty="0"/>
              <a:t>方法</a:t>
            </a:r>
          </a:p>
        </p:txBody>
      </p:sp>
      <p:graphicFrame>
        <p:nvGraphicFramePr>
          <p:cNvPr id="6" name="内容占位符 5">
            <a:extLst>
              <a:ext uri="{FF2B5EF4-FFF2-40B4-BE49-F238E27FC236}">
                <a16:creationId xmlns:a16="http://schemas.microsoft.com/office/drawing/2014/main" id="{E19AFB6D-BA1E-4032-9D94-EF88D2D69821}"/>
              </a:ext>
            </a:extLst>
          </p:cNvPr>
          <p:cNvGraphicFramePr>
            <a:graphicFrameLocks noGrp="1"/>
          </p:cNvGraphicFramePr>
          <p:nvPr>
            <p:ph sz="half" idx="1"/>
            <p:extLst>
              <p:ext uri="{D42A27DB-BD31-4B8C-83A1-F6EECF244321}">
                <p14:modId xmlns:p14="http://schemas.microsoft.com/office/powerpoint/2010/main" val="2006646200"/>
              </p:ext>
            </p:extLst>
          </p:nvPr>
        </p:nvGraphicFramePr>
        <p:xfrm>
          <a:off x="949326" y="1594172"/>
          <a:ext cx="5144875" cy="7988240"/>
        </p:xfrm>
        <a:graphic>
          <a:graphicData uri="http://schemas.openxmlformats.org/drawingml/2006/table">
            <a:tbl>
              <a:tblPr firstRow="1" bandRow="1">
                <a:tableStyleId>{5C22544A-7EE6-4342-B048-85BDC9FD1C3A}</a:tableStyleId>
              </a:tblPr>
              <a:tblGrid>
                <a:gridCol w="1181418">
                  <a:extLst>
                    <a:ext uri="{9D8B030D-6E8A-4147-A177-3AD203B41FA5}">
                      <a16:colId xmlns:a16="http://schemas.microsoft.com/office/drawing/2014/main" val="2592145395"/>
                    </a:ext>
                  </a:extLst>
                </a:gridCol>
                <a:gridCol w="2120620">
                  <a:extLst>
                    <a:ext uri="{9D8B030D-6E8A-4147-A177-3AD203B41FA5}">
                      <a16:colId xmlns:a16="http://schemas.microsoft.com/office/drawing/2014/main" val="3258080951"/>
                    </a:ext>
                  </a:extLst>
                </a:gridCol>
                <a:gridCol w="1842837">
                  <a:extLst>
                    <a:ext uri="{9D8B030D-6E8A-4147-A177-3AD203B41FA5}">
                      <a16:colId xmlns:a16="http://schemas.microsoft.com/office/drawing/2014/main" val="2862682221"/>
                    </a:ext>
                  </a:extLst>
                </a:gridCol>
              </a:tblGrid>
              <a:tr h="1530338">
                <a:tc>
                  <a:txBody>
                    <a:bodyPr/>
                    <a:lstStyle/>
                    <a:p>
                      <a:pPr algn="ctr"/>
                      <a:r>
                        <a:rPr lang="zh-CN" altLang="en-US" sz="2400" dirty="0"/>
                        <a:t>待偿期</a:t>
                      </a:r>
                    </a:p>
                  </a:txBody>
                  <a:tcPr anchor="ctr"/>
                </a:tc>
                <a:tc>
                  <a:txBody>
                    <a:bodyPr/>
                    <a:lstStyle/>
                    <a:p>
                      <a:pPr algn="ctr"/>
                      <a:r>
                        <a:rPr lang="zh-CN" altLang="en-US" sz="2400" dirty="0"/>
                        <a:t>市场成交的</a:t>
                      </a:r>
                      <a:endParaRPr lang="en-US" altLang="zh-CN" sz="2400" dirty="0"/>
                    </a:p>
                    <a:p>
                      <a:pPr algn="ctr"/>
                      <a:r>
                        <a:rPr lang="zh-CN" altLang="en-US" sz="2400" dirty="0"/>
                        <a:t>到期收益率</a:t>
                      </a:r>
                    </a:p>
                  </a:txBody>
                  <a:tcPr anchor="ctr"/>
                </a:tc>
                <a:tc>
                  <a:txBody>
                    <a:bodyPr/>
                    <a:lstStyle/>
                    <a:p>
                      <a:pPr algn="ctr"/>
                      <a:r>
                        <a:rPr lang="zh-CN" altLang="en-US" sz="2400" dirty="0"/>
                        <a:t>即期收益率</a:t>
                      </a:r>
                    </a:p>
                  </a:txBody>
                  <a:tcPr anchor="ctr"/>
                </a:tc>
                <a:extLst>
                  <a:ext uri="{0D108BD9-81ED-4DB2-BD59-A6C34878D82A}">
                    <a16:rowId xmlns:a16="http://schemas.microsoft.com/office/drawing/2014/main" val="2306227477"/>
                  </a:ext>
                </a:extLst>
              </a:tr>
              <a:tr h="2152634">
                <a:tc>
                  <a:txBody>
                    <a:bodyPr/>
                    <a:lstStyle/>
                    <a:p>
                      <a:pPr algn="ctr"/>
                      <a:r>
                        <a:rPr lang="en-US" altLang="zh-CN" sz="2400" dirty="0"/>
                        <a:t>1Y</a:t>
                      </a:r>
                      <a:endParaRPr lang="zh-CN" altLang="en-US" sz="2400" dirty="0"/>
                    </a:p>
                  </a:txBody>
                  <a:tcPr anchor="ctr"/>
                </a:tc>
                <a:tc>
                  <a:txBody>
                    <a:bodyPr/>
                    <a:lstStyle/>
                    <a:p>
                      <a:pPr algn="ctr"/>
                      <a:r>
                        <a:rPr lang="en-US" altLang="zh-CN" sz="2400" dirty="0"/>
                        <a:t>5.0000%</a:t>
                      </a:r>
                      <a:endParaRPr lang="zh-CN" altLang="en-US" sz="2400" dirty="0"/>
                    </a:p>
                  </a:txBody>
                  <a:tcPr anchor="ctr"/>
                </a:tc>
                <a:tc>
                  <a:txBody>
                    <a:bodyPr/>
                    <a:lstStyle/>
                    <a:p>
                      <a:pPr algn="ctr"/>
                      <a:r>
                        <a:rPr lang="en-US" altLang="zh-CN" sz="2400" dirty="0"/>
                        <a:t>5.0000%</a:t>
                      </a:r>
                      <a:endParaRPr lang="zh-CN" altLang="en-US" sz="2400" dirty="0"/>
                    </a:p>
                  </a:txBody>
                  <a:tcPr anchor="ctr"/>
                </a:tc>
                <a:extLst>
                  <a:ext uri="{0D108BD9-81ED-4DB2-BD59-A6C34878D82A}">
                    <a16:rowId xmlns:a16="http://schemas.microsoft.com/office/drawing/2014/main" val="712129410"/>
                  </a:ext>
                </a:extLst>
              </a:tr>
              <a:tr h="2152634">
                <a:tc>
                  <a:txBody>
                    <a:bodyPr/>
                    <a:lstStyle/>
                    <a:p>
                      <a:pPr algn="ctr"/>
                      <a:r>
                        <a:rPr lang="en-US" altLang="zh-CN" sz="2400" dirty="0"/>
                        <a:t>2Y</a:t>
                      </a:r>
                      <a:endParaRPr lang="zh-CN" altLang="en-US" sz="2400" dirty="0"/>
                    </a:p>
                  </a:txBody>
                  <a:tcPr anchor="ctr"/>
                </a:tc>
                <a:tc>
                  <a:txBody>
                    <a:bodyPr/>
                    <a:lstStyle/>
                    <a:p>
                      <a:pPr algn="ctr"/>
                      <a:r>
                        <a:rPr lang="en-US" altLang="zh-CN" sz="2400" dirty="0"/>
                        <a:t>5.1000%</a:t>
                      </a:r>
                      <a:endParaRPr lang="zh-CN" altLang="en-US" sz="2400" dirty="0"/>
                    </a:p>
                  </a:txBody>
                  <a:tcPr anchor="ctr"/>
                </a:tc>
                <a:tc>
                  <a:txBody>
                    <a:bodyPr/>
                    <a:lstStyle/>
                    <a:p>
                      <a:pPr algn="ctr"/>
                      <a:r>
                        <a:rPr lang="en-US" altLang="zh-CN" sz="2400" dirty="0"/>
                        <a:t>5.1026%</a:t>
                      </a:r>
                      <a:endParaRPr lang="zh-CN" altLang="en-US" sz="2400" dirty="0"/>
                    </a:p>
                  </a:txBody>
                  <a:tcPr anchor="ctr"/>
                </a:tc>
                <a:extLst>
                  <a:ext uri="{0D108BD9-81ED-4DB2-BD59-A6C34878D82A}">
                    <a16:rowId xmlns:a16="http://schemas.microsoft.com/office/drawing/2014/main" val="3390714627"/>
                  </a:ext>
                </a:extLst>
              </a:tr>
              <a:tr h="2152634">
                <a:tc>
                  <a:txBody>
                    <a:bodyPr/>
                    <a:lstStyle/>
                    <a:p>
                      <a:pPr algn="ctr"/>
                      <a:r>
                        <a:rPr lang="en-US" altLang="zh-CN" sz="2400" dirty="0"/>
                        <a:t>3Y</a:t>
                      </a:r>
                      <a:endParaRPr lang="zh-CN" altLang="en-US" sz="2400" dirty="0"/>
                    </a:p>
                  </a:txBody>
                  <a:tcPr anchor="ctr"/>
                </a:tc>
                <a:tc>
                  <a:txBody>
                    <a:bodyPr/>
                    <a:lstStyle/>
                    <a:p>
                      <a:pPr algn="ctr"/>
                      <a:r>
                        <a:rPr lang="en-US" altLang="zh-CN" sz="2400" dirty="0"/>
                        <a:t>5.200%</a:t>
                      </a:r>
                      <a:endParaRPr lang="zh-CN" altLang="en-US" sz="2400" dirty="0"/>
                    </a:p>
                  </a:txBody>
                  <a:tcPr anchor="ctr"/>
                </a:tc>
                <a:tc>
                  <a:txBody>
                    <a:bodyPr/>
                    <a:lstStyle/>
                    <a:p>
                      <a:pPr algn="ctr"/>
                      <a:r>
                        <a:rPr lang="en-US" altLang="zh-CN" sz="2400" dirty="0"/>
                        <a:t>5.2071%</a:t>
                      </a:r>
                      <a:endParaRPr lang="zh-CN" altLang="en-US" sz="2400" dirty="0"/>
                    </a:p>
                  </a:txBody>
                  <a:tcPr anchor="ctr"/>
                </a:tc>
                <a:extLst>
                  <a:ext uri="{0D108BD9-81ED-4DB2-BD59-A6C34878D82A}">
                    <a16:rowId xmlns:a16="http://schemas.microsoft.com/office/drawing/2014/main" val="3579495110"/>
                  </a:ext>
                </a:extLst>
              </a:tr>
            </a:tbl>
          </a:graphicData>
        </a:graphic>
      </p:graphicFrame>
      <mc:AlternateContent xmlns:mc="http://schemas.openxmlformats.org/markup-compatibility/2006" xmlns:a14="http://schemas.microsoft.com/office/drawing/2010/main">
        <mc:Choice Requires="a14">
          <p:sp>
            <p:nvSpPr>
              <p:cNvPr id="3" name="内容占位符 2">
                <a:extLst>
                  <a:ext uri="{FF2B5EF4-FFF2-40B4-BE49-F238E27FC236}">
                    <a16:creationId xmlns:a16="http://schemas.microsoft.com/office/drawing/2014/main" id="{5B43C03B-A495-482F-9E18-190D7DC1D9FD}"/>
                  </a:ext>
                </a:extLst>
              </p:cNvPr>
              <p:cNvSpPr>
                <a:spLocks noGrp="1"/>
              </p:cNvSpPr>
              <p:nvPr>
                <p:ph sz="half" idx="2"/>
              </p:nvPr>
            </p:nvSpPr>
            <p:spPr>
              <a:xfrm>
                <a:off x="6388274" y="1594172"/>
                <a:ext cx="10027667" cy="7873919"/>
              </a:xfrm>
            </p:spPr>
            <p:txBody>
              <a:bodyPr>
                <a:normAutofit fontScale="92500" lnSpcReduction="20000"/>
              </a:bodyPr>
              <a:lstStyle/>
              <a:p>
                <a:r>
                  <a:rPr lang="zh-CN" altLang="en-US" dirty="0"/>
                  <a:t>通过</a:t>
                </a:r>
                <a:r>
                  <a:rPr lang="en-US" altLang="zh-CN" dirty="0"/>
                  <a:t>bootstrap</a:t>
                </a:r>
                <a:r>
                  <a:rPr lang="zh-CN" altLang="en-US" dirty="0"/>
                  <a:t>法，可以将到期收益率转化为即期收益率</a:t>
                </a:r>
                <a:endParaRPr lang="en-US" altLang="zh-CN" dirty="0"/>
              </a:p>
              <a:p>
                <a:endParaRPr lang="en-US" altLang="zh-CN" dirty="0"/>
              </a:p>
              <a:p>
                <a:endParaRPr lang="en-US" altLang="zh-CN" dirty="0"/>
              </a:p>
              <a:p>
                <a:r>
                  <a:rPr lang="zh-CN" altLang="en-US" dirty="0"/>
                  <a:t>第一年：</a:t>
                </a:r>
                <a14:m>
                  <m:oMath xmlns:m="http://schemas.openxmlformats.org/officeDocument/2006/math">
                    <m:f>
                      <m:fPr>
                        <m:ctrlPr>
                          <a:rPr lang="en-US" altLang="zh-CN" sz="3200" i="1">
                            <a:latin typeface="Cambria Math" panose="02040503050406030204" pitchFamily="18" charset="0"/>
                          </a:rPr>
                        </m:ctrlPr>
                      </m:fPr>
                      <m:num>
                        <m:r>
                          <a:rPr lang="en-US" altLang="zh-CN" sz="3200">
                            <a:latin typeface="Cambria Math" panose="02040503050406030204" pitchFamily="18" charset="0"/>
                          </a:rPr>
                          <m:t>5.</m:t>
                        </m:r>
                        <m:r>
                          <a:rPr lang="en-US" altLang="zh-CN" sz="3200" smtClean="0">
                            <a:latin typeface="Cambria Math" panose="02040503050406030204" pitchFamily="18" charset="0"/>
                          </a:rPr>
                          <m:t>0</m:t>
                        </m:r>
                      </m:num>
                      <m:den>
                        <m:d>
                          <m:dPr>
                            <m:ctrlPr>
                              <a:rPr lang="en-US" altLang="zh-CN" sz="3200" i="1">
                                <a:latin typeface="Cambria Math" panose="02040503050406030204" pitchFamily="18" charset="0"/>
                              </a:rPr>
                            </m:ctrlPr>
                          </m:dPr>
                          <m:e>
                            <m:r>
                              <a:rPr lang="en-US" altLang="zh-CN" sz="3200">
                                <a:latin typeface="Cambria Math" panose="02040503050406030204" pitchFamily="18" charset="0"/>
                              </a:rPr>
                              <m:t>1+5%</m:t>
                            </m:r>
                          </m:e>
                        </m:d>
                      </m:den>
                    </m:f>
                    <m:r>
                      <a:rPr lang="en-US" altLang="zh-CN" sz="3200">
                        <a:latin typeface="Cambria Math" panose="02040503050406030204" pitchFamily="18" charset="0"/>
                      </a:rPr>
                      <m:t>=</m:t>
                    </m:r>
                    <m:f>
                      <m:fPr>
                        <m:ctrlPr>
                          <a:rPr lang="en-US" altLang="zh-CN" sz="3200" i="1">
                            <a:latin typeface="Cambria Math" panose="02040503050406030204" pitchFamily="18" charset="0"/>
                          </a:rPr>
                        </m:ctrlPr>
                      </m:fPr>
                      <m:num>
                        <m:r>
                          <a:rPr lang="en-US" altLang="zh-CN" sz="3200">
                            <a:latin typeface="Cambria Math" panose="02040503050406030204" pitchFamily="18" charset="0"/>
                          </a:rPr>
                          <m:t>5.</m:t>
                        </m:r>
                        <m:r>
                          <a:rPr lang="en-US" altLang="zh-CN" sz="3200" smtClean="0">
                            <a:latin typeface="Cambria Math" panose="02040503050406030204" pitchFamily="18" charset="0"/>
                          </a:rPr>
                          <m:t>0</m:t>
                        </m:r>
                      </m:num>
                      <m:den>
                        <m:d>
                          <m:dPr>
                            <m:ctrlPr>
                              <a:rPr lang="en-US" altLang="zh-CN" sz="3200" i="1">
                                <a:latin typeface="Cambria Math" panose="02040503050406030204" pitchFamily="18" charset="0"/>
                              </a:rPr>
                            </m:ctrlPr>
                          </m:dPr>
                          <m:e>
                            <m:r>
                              <a:rPr lang="en-US" altLang="zh-CN" sz="3200">
                                <a:latin typeface="Cambria Math" panose="02040503050406030204" pitchFamily="18" charset="0"/>
                              </a:rPr>
                              <m:t>1+</m:t>
                            </m:r>
                            <m:sSub>
                              <m:sSubPr>
                                <m:ctrlPr>
                                  <a:rPr lang="en-US" altLang="zh-CN" sz="3200" i="1" smtClean="0">
                                    <a:solidFill>
                                      <a:srgbClr val="C00000"/>
                                    </a:solidFill>
                                    <a:latin typeface="Cambria Math" panose="02040503050406030204" pitchFamily="18" charset="0"/>
                                  </a:rPr>
                                </m:ctrlPr>
                              </m:sSubPr>
                              <m:e>
                                <m:r>
                                  <a:rPr lang="en-US" altLang="zh-CN" sz="3200">
                                    <a:solidFill>
                                      <a:srgbClr val="C00000"/>
                                    </a:solidFill>
                                    <a:latin typeface="Cambria Math" panose="02040503050406030204" pitchFamily="18" charset="0"/>
                                  </a:rPr>
                                  <m:t>𝑟</m:t>
                                </m:r>
                              </m:e>
                              <m:sub>
                                <m:r>
                                  <a:rPr lang="en-US" altLang="zh-CN" sz="3200" smtClean="0">
                                    <a:solidFill>
                                      <a:srgbClr val="C00000"/>
                                    </a:solidFill>
                                    <a:latin typeface="Cambria Math" panose="02040503050406030204" pitchFamily="18" charset="0"/>
                                  </a:rPr>
                                  <m:t>1</m:t>
                                </m:r>
                              </m:sub>
                            </m:sSub>
                          </m:e>
                        </m:d>
                      </m:den>
                    </m:f>
                  </m:oMath>
                </a14:m>
                <a:endParaRPr lang="en-US" altLang="zh-CN" dirty="0"/>
              </a:p>
              <a:p>
                <a:endParaRPr lang="en-US" altLang="zh-CN" dirty="0"/>
              </a:p>
              <a:p>
                <a:r>
                  <a:rPr lang="zh-CN" altLang="en-US" dirty="0"/>
                  <a:t>第二年：</a:t>
                </a:r>
                <a14:m>
                  <m:oMath xmlns:m="http://schemas.openxmlformats.org/officeDocument/2006/math">
                    <m:f>
                      <m:fPr>
                        <m:ctrlPr>
                          <a:rPr lang="en-US" altLang="zh-CN" sz="3600" i="1" smtClean="0">
                            <a:latin typeface="Cambria Math" panose="02040503050406030204" pitchFamily="18" charset="0"/>
                          </a:rPr>
                        </m:ctrlPr>
                      </m:fPr>
                      <m:num>
                        <m:r>
                          <a:rPr lang="en-US" altLang="zh-CN" sz="3600" smtClean="0">
                            <a:latin typeface="Cambria Math" panose="02040503050406030204" pitchFamily="18" charset="0"/>
                          </a:rPr>
                          <m:t>5.1</m:t>
                        </m:r>
                      </m:num>
                      <m:den>
                        <m:d>
                          <m:dPr>
                            <m:ctrlPr>
                              <a:rPr lang="en-US" altLang="zh-CN" sz="3600" i="1" smtClean="0">
                                <a:latin typeface="Cambria Math" panose="02040503050406030204" pitchFamily="18" charset="0"/>
                              </a:rPr>
                            </m:ctrlPr>
                          </m:dPr>
                          <m:e>
                            <m:r>
                              <a:rPr lang="en-US" altLang="zh-CN" sz="3600" smtClean="0">
                                <a:latin typeface="Cambria Math" panose="02040503050406030204" pitchFamily="18" charset="0"/>
                              </a:rPr>
                              <m:t>1+5.1%</m:t>
                            </m:r>
                          </m:e>
                        </m:d>
                      </m:den>
                    </m:f>
                    <m:r>
                      <a:rPr lang="en-US" altLang="zh-CN" sz="3600" smtClean="0">
                        <a:latin typeface="Cambria Math" panose="02040503050406030204" pitchFamily="18" charset="0"/>
                      </a:rPr>
                      <m:t>+</m:t>
                    </m:r>
                    <m:f>
                      <m:fPr>
                        <m:ctrlPr>
                          <a:rPr lang="en-US" altLang="zh-CN" sz="3600" i="1" smtClean="0">
                            <a:latin typeface="Cambria Math" panose="02040503050406030204" pitchFamily="18" charset="0"/>
                          </a:rPr>
                        </m:ctrlPr>
                      </m:fPr>
                      <m:num>
                        <m:r>
                          <a:rPr lang="en-US" altLang="zh-CN" sz="3600" smtClean="0">
                            <a:latin typeface="Cambria Math" panose="02040503050406030204" pitchFamily="18" charset="0"/>
                          </a:rPr>
                          <m:t>100+5.1</m:t>
                        </m:r>
                      </m:num>
                      <m:den>
                        <m:sSup>
                          <m:sSupPr>
                            <m:ctrlPr>
                              <a:rPr lang="en-US" altLang="zh-CN" sz="3600" i="1" smtClean="0">
                                <a:latin typeface="Cambria Math" panose="02040503050406030204" pitchFamily="18" charset="0"/>
                              </a:rPr>
                            </m:ctrlPr>
                          </m:sSupPr>
                          <m:e>
                            <m:d>
                              <m:dPr>
                                <m:ctrlPr>
                                  <a:rPr lang="en-US" altLang="zh-CN" sz="3600" i="1" smtClean="0">
                                    <a:latin typeface="Cambria Math" panose="02040503050406030204" pitchFamily="18" charset="0"/>
                                  </a:rPr>
                                </m:ctrlPr>
                              </m:dPr>
                              <m:e>
                                <m:r>
                                  <a:rPr lang="en-US" altLang="zh-CN" sz="3600" smtClean="0">
                                    <a:latin typeface="Cambria Math" panose="02040503050406030204" pitchFamily="18" charset="0"/>
                                  </a:rPr>
                                  <m:t>1+5.1%</m:t>
                                </m:r>
                              </m:e>
                            </m:d>
                          </m:e>
                          <m:sup>
                            <m:r>
                              <a:rPr lang="en-US" altLang="zh-CN" sz="3600" smtClean="0">
                                <a:latin typeface="Cambria Math" panose="02040503050406030204" pitchFamily="18" charset="0"/>
                              </a:rPr>
                              <m:t>2</m:t>
                            </m:r>
                          </m:sup>
                        </m:sSup>
                      </m:den>
                    </m:f>
                    <m:r>
                      <a:rPr lang="en-US" altLang="zh-CN" sz="3600" smtClean="0">
                        <a:latin typeface="Cambria Math" panose="02040503050406030204" pitchFamily="18" charset="0"/>
                      </a:rPr>
                      <m:t>=</m:t>
                    </m:r>
                    <m:f>
                      <m:fPr>
                        <m:ctrlPr>
                          <a:rPr lang="en-US" altLang="zh-CN" sz="3600" i="1">
                            <a:latin typeface="Cambria Math" panose="02040503050406030204" pitchFamily="18" charset="0"/>
                          </a:rPr>
                        </m:ctrlPr>
                      </m:fPr>
                      <m:num>
                        <m:r>
                          <a:rPr lang="en-US" altLang="zh-CN" sz="3600" smtClean="0">
                            <a:latin typeface="Cambria Math" panose="02040503050406030204" pitchFamily="18" charset="0"/>
                          </a:rPr>
                          <m:t>5.1</m:t>
                        </m:r>
                      </m:num>
                      <m:den>
                        <m:d>
                          <m:dPr>
                            <m:ctrlPr>
                              <a:rPr lang="en-US" altLang="zh-CN" sz="3600" i="1" smtClean="0">
                                <a:latin typeface="Cambria Math" panose="02040503050406030204" pitchFamily="18" charset="0"/>
                              </a:rPr>
                            </m:ctrlPr>
                          </m:dPr>
                          <m:e>
                            <m:r>
                              <a:rPr lang="en-US" altLang="zh-CN" sz="3600" smtClean="0">
                                <a:latin typeface="Cambria Math" panose="02040503050406030204" pitchFamily="18" charset="0"/>
                              </a:rPr>
                              <m:t>1+5.0%</m:t>
                            </m:r>
                          </m:e>
                        </m:d>
                      </m:den>
                    </m:f>
                    <m:r>
                      <a:rPr lang="en-US" altLang="zh-CN" sz="3600" smtClean="0">
                        <a:latin typeface="Cambria Math" panose="02040503050406030204" pitchFamily="18" charset="0"/>
                      </a:rPr>
                      <m:t>+</m:t>
                    </m:r>
                  </m:oMath>
                </a14:m>
                <a:r>
                  <a:rPr lang="en-US" altLang="zh-CN" sz="3600" dirty="0"/>
                  <a:t> </a:t>
                </a:r>
                <a14:m>
                  <m:oMath xmlns:m="http://schemas.openxmlformats.org/officeDocument/2006/math">
                    <m:f>
                      <m:fPr>
                        <m:ctrlPr>
                          <a:rPr lang="en-US" altLang="zh-CN" sz="3600" i="1">
                            <a:latin typeface="Cambria Math" panose="02040503050406030204" pitchFamily="18" charset="0"/>
                          </a:rPr>
                        </m:ctrlPr>
                      </m:fPr>
                      <m:num>
                        <m:r>
                          <a:rPr lang="en-US" altLang="zh-CN" sz="3600" smtClean="0">
                            <a:latin typeface="Cambria Math" panose="02040503050406030204" pitchFamily="18" charset="0"/>
                          </a:rPr>
                          <m:t>100+5.1</m:t>
                        </m:r>
                      </m:num>
                      <m:den>
                        <m:sSup>
                          <m:sSupPr>
                            <m:ctrlPr>
                              <a:rPr lang="en-US" altLang="zh-CN" sz="3600" i="1" smtClean="0">
                                <a:latin typeface="Cambria Math" panose="02040503050406030204" pitchFamily="18" charset="0"/>
                              </a:rPr>
                            </m:ctrlPr>
                          </m:sSupPr>
                          <m:e>
                            <m:d>
                              <m:dPr>
                                <m:ctrlPr>
                                  <a:rPr lang="en-US" altLang="zh-CN" sz="3600" i="1" smtClean="0">
                                    <a:latin typeface="Cambria Math" panose="02040503050406030204" pitchFamily="18" charset="0"/>
                                  </a:rPr>
                                </m:ctrlPr>
                              </m:dPr>
                              <m:e>
                                <m:r>
                                  <a:rPr lang="en-US" altLang="zh-CN" sz="3600" smtClean="0">
                                    <a:latin typeface="Cambria Math" panose="02040503050406030204" pitchFamily="18" charset="0"/>
                                  </a:rPr>
                                  <m:t>1+</m:t>
                                </m:r>
                                <m:sSub>
                                  <m:sSubPr>
                                    <m:ctrlPr>
                                      <a:rPr lang="en-US" altLang="zh-CN" sz="3600" i="1" smtClean="0">
                                        <a:solidFill>
                                          <a:srgbClr val="C00000"/>
                                        </a:solidFill>
                                        <a:latin typeface="Cambria Math" panose="02040503050406030204" pitchFamily="18" charset="0"/>
                                      </a:rPr>
                                    </m:ctrlPr>
                                  </m:sSubPr>
                                  <m:e>
                                    <m:r>
                                      <a:rPr lang="en-US" altLang="zh-CN" sz="3600" smtClean="0">
                                        <a:solidFill>
                                          <a:srgbClr val="C00000"/>
                                        </a:solidFill>
                                        <a:latin typeface="Cambria Math" panose="02040503050406030204" pitchFamily="18" charset="0"/>
                                      </a:rPr>
                                      <m:t>𝑟</m:t>
                                    </m:r>
                                  </m:e>
                                  <m:sub>
                                    <m:r>
                                      <a:rPr lang="en-US" altLang="zh-CN" sz="3600" smtClean="0">
                                        <a:solidFill>
                                          <a:srgbClr val="C00000"/>
                                        </a:solidFill>
                                        <a:latin typeface="Cambria Math" panose="02040503050406030204" pitchFamily="18" charset="0"/>
                                      </a:rPr>
                                      <m:t>2</m:t>
                                    </m:r>
                                  </m:sub>
                                </m:sSub>
                              </m:e>
                            </m:d>
                          </m:e>
                          <m:sup>
                            <m:r>
                              <a:rPr lang="en-US" altLang="zh-CN" sz="3600" smtClean="0">
                                <a:latin typeface="Cambria Math" panose="02040503050406030204" pitchFamily="18" charset="0"/>
                              </a:rPr>
                              <m:t>2</m:t>
                            </m:r>
                          </m:sup>
                        </m:sSup>
                      </m:den>
                    </m:f>
                  </m:oMath>
                </a14:m>
                <a:endParaRPr lang="en-US" altLang="zh-CN" dirty="0"/>
              </a:p>
              <a:p>
                <a:endParaRPr lang="en-US" altLang="zh-CN" dirty="0"/>
              </a:p>
              <a:p>
                <a:r>
                  <a:rPr lang="zh-CN" altLang="en-US" dirty="0"/>
                  <a:t>第三年：</a:t>
                </a:r>
                <a:endParaRPr lang="en-US" altLang="zh-CN" dirty="0"/>
              </a:p>
              <a:p>
                <a:pPr marL="0" indent="0">
                  <a:buNone/>
                </a:pPr>
                <a14:m>
                  <m:oMath xmlns:m="http://schemas.openxmlformats.org/officeDocument/2006/math">
                    <m:f>
                      <m:fPr>
                        <m:ctrlPr>
                          <a:rPr lang="en-US" altLang="zh-CN" sz="3200" b="1" i="1">
                            <a:latin typeface="Cambria Math" panose="02040503050406030204" pitchFamily="18" charset="0"/>
                          </a:rPr>
                        </m:ctrlPr>
                      </m:fPr>
                      <m:num>
                        <m:r>
                          <a:rPr lang="en-US" altLang="zh-CN" sz="3200" b="1" i="1">
                            <a:latin typeface="Cambria Math" panose="02040503050406030204" pitchFamily="18" charset="0"/>
                          </a:rPr>
                          <m:t>𝟓</m:t>
                        </m:r>
                        <m:r>
                          <a:rPr lang="en-US" altLang="zh-CN" sz="3200" b="1">
                            <a:latin typeface="Cambria Math" panose="02040503050406030204" pitchFamily="18" charset="0"/>
                          </a:rPr>
                          <m:t>.</m:t>
                        </m:r>
                        <m:r>
                          <a:rPr lang="en-US" altLang="zh-CN" sz="3200" b="1" i="1" smtClean="0">
                            <a:latin typeface="Cambria Math" panose="02040503050406030204" pitchFamily="18" charset="0"/>
                          </a:rPr>
                          <m:t>𝟐</m:t>
                        </m:r>
                      </m:num>
                      <m:den>
                        <m:d>
                          <m:dPr>
                            <m:ctrlPr>
                              <a:rPr lang="en-US" altLang="zh-CN" sz="3200" b="1" i="1">
                                <a:latin typeface="Cambria Math" panose="02040503050406030204" pitchFamily="18" charset="0"/>
                              </a:rPr>
                            </m:ctrlPr>
                          </m:dPr>
                          <m:e>
                            <m:r>
                              <a:rPr lang="en-US" altLang="zh-CN" sz="3200" b="1" i="1">
                                <a:latin typeface="Cambria Math" panose="02040503050406030204" pitchFamily="18" charset="0"/>
                              </a:rPr>
                              <m:t>𝟏</m:t>
                            </m:r>
                            <m:r>
                              <a:rPr lang="en-US" altLang="zh-CN" sz="3200" b="1">
                                <a:latin typeface="Cambria Math" panose="02040503050406030204" pitchFamily="18" charset="0"/>
                              </a:rPr>
                              <m:t>+</m:t>
                            </m:r>
                            <m:r>
                              <a:rPr lang="en-US" altLang="zh-CN" sz="3200" b="1" i="1">
                                <a:latin typeface="Cambria Math" panose="02040503050406030204" pitchFamily="18" charset="0"/>
                              </a:rPr>
                              <m:t>𝟓</m:t>
                            </m:r>
                            <m:r>
                              <a:rPr lang="en-US" altLang="zh-CN" sz="3200" b="1">
                                <a:latin typeface="Cambria Math" panose="02040503050406030204" pitchFamily="18" charset="0"/>
                              </a:rPr>
                              <m:t>.</m:t>
                            </m:r>
                            <m:r>
                              <a:rPr lang="en-US" altLang="zh-CN" sz="3200" b="1" i="1" smtClean="0">
                                <a:latin typeface="Cambria Math" panose="02040503050406030204" pitchFamily="18" charset="0"/>
                              </a:rPr>
                              <m:t>𝟐</m:t>
                            </m:r>
                            <m:r>
                              <a:rPr lang="en-US" altLang="zh-CN" sz="3200" b="1">
                                <a:latin typeface="Cambria Math" panose="02040503050406030204" pitchFamily="18" charset="0"/>
                              </a:rPr>
                              <m:t>%</m:t>
                            </m:r>
                          </m:e>
                        </m:d>
                      </m:den>
                    </m:f>
                    <m:r>
                      <a:rPr lang="en-US" altLang="zh-CN" sz="3200" b="1">
                        <a:latin typeface="Cambria Math" panose="02040503050406030204" pitchFamily="18" charset="0"/>
                      </a:rPr>
                      <m:t>+</m:t>
                    </m:r>
                    <m:f>
                      <m:fPr>
                        <m:ctrlPr>
                          <a:rPr lang="en-US" altLang="zh-CN" sz="3200" b="1" i="1">
                            <a:latin typeface="Cambria Math" panose="02040503050406030204" pitchFamily="18" charset="0"/>
                          </a:rPr>
                        </m:ctrlPr>
                      </m:fPr>
                      <m:num>
                        <m:r>
                          <a:rPr lang="en-US" altLang="zh-CN" sz="3200" b="1" i="1">
                            <a:latin typeface="Cambria Math" panose="02040503050406030204" pitchFamily="18" charset="0"/>
                          </a:rPr>
                          <m:t>𝟓</m:t>
                        </m:r>
                        <m:r>
                          <a:rPr lang="en-US" altLang="zh-CN" sz="3200" b="1">
                            <a:latin typeface="Cambria Math" panose="02040503050406030204" pitchFamily="18" charset="0"/>
                          </a:rPr>
                          <m:t>.</m:t>
                        </m:r>
                        <m:r>
                          <a:rPr lang="en-US" altLang="zh-CN" sz="3200" b="1" i="1" smtClean="0">
                            <a:latin typeface="Cambria Math" panose="02040503050406030204" pitchFamily="18" charset="0"/>
                          </a:rPr>
                          <m:t>𝟐</m:t>
                        </m:r>
                      </m:num>
                      <m:den>
                        <m:sSup>
                          <m:sSupPr>
                            <m:ctrlPr>
                              <a:rPr lang="en-US" altLang="zh-CN" sz="3200" b="1" i="1">
                                <a:latin typeface="Cambria Math" panose="02040503050406030204" pitchFamily="18" charset="0"/>
                              </a:rPr>
                            </m:ctrlPr>
                          </m:sSupPr>
                          <m:e>
                            <m:d>
                              <m:dPr>
                                <m:ctrlPr>
                                  <a:rPr lang="en-US" altLang="zh-CN" sz="3200" b="1" i="1">
                                    <a:latin typeface="Cambria Math" panose="02040503050406030204" pitchFamily="18" charset="0"/>
                                  </a:rPr>
                                </m:ctrlPr>
                              </m:dPr>
                              <m:e>
                                <m:r>
                                  <a:rPr lang="en-US" altLang="zh-CN" sz="3200" b="1" i="1">
                                    <a:latin typeface="Cambria Math" panose="02040503050406030204" pitchFamily="18" charset="0"/>
                                  </a:rPr>
                                  <m:t>𝟏</m:t>
                                </m:r>
                                <m:r>
                                  <a:rPr lang="en-US" altLang="zh-CN" sz="3200" b="1">
                                    <a:latin typeface="Cambria Math" panose="02040503050406030204" pitchFamily="18" charset="0"/>
                                  </a:rPr>
                                  <m:t>+</m:t>
                                </m:r>
                                <m:r>
                                  <a:rPr lang="en-US" altLang="zh-CN" sz="3200" b="1" i="1">
                                    <a:latin typeface="Cambria Math" panose="02040503050406030204" pitchFamily="18" charset="0"/>
                                  </a:rPr>
                                  <m:t>𝟓</m:t>
                                </m:r>
                                <m:r>
                                  <a:rPr lang="en-US" altLang="zh-CN" sz="3200" b="1">
                                    <a:latin typeface="Cambria Math" panose="02040503050406030204" pitchFamily="18" charset="0"/>
                                  </a:rPr>
                                  <m:t>.</m:t>
                                </m:r>
                                <m:r>
                                  <a:rPr lang="en-US" altLang="zh-CN" sz="3200" b="1" i="1" smtClean="0">
                                    <a:latin typeface="Cambria Math" panose="02040503050406030204" pitchFamily="18" charset="0"/>
                                  </a:rPr>
                                  <m:t>𝟐</m:t>
                                </m:r>
                                <m:r>
                                  <a:rPr lang="en-US" altLang="zh-CN" sz="3200" b="1">
                                    <a:latin typeface="Cambria Math" panose="02040503050406030204" pitchFamily="18" charset="0"/>
                                  </a:rPr>
                                  <m:t>%</m:t>
                                </m:r>
                              </m:e>
                            </m:d>
                          </m:e>
                          <m:sup>
                            <m:r>
                              <a:rPr lang="en-US" altLang="zh-CN" sz="3200" b="1" i="1">
                                <a:latin typeface="Cambria Math" panose="02040503050406030204" pitchFamily="18" charset="0"/>
                              </a:rPr>
                              <m:t>𝟐</m:t>
                            </m:r>
                          </m:sup>
                        </m:sSup>
                      </m:den>
                    </m:f>
                    <m:r>
                      <a:rPr lang="en-US" altLang="zh-CN" sz="3200" b="1">
                        <a:latin typeface="Cambria Math" panose="02040503050406030204" pitchFamily="18" charset="0"/>
                      </a:rPr>
                      <m:t>+</m:t>
                    </m:r>
                    <m:f>
                      <m:fPr>
                        <m:ctrlPr>
                          <a:rPr lang="en-US" altLang="zh-CN" sz="3200" b="1" i="1">
                            <a:latin typeface="Cambria Math" panose="02040503050406030204" pitchFamily="18" charset="0"/>
                          </a:rPr>
                        </m:ctrlPr>
                      </m:fPr>
                      <m:num>
                        <m:r>
                          <a:rPr lang="en-US" altLang="zh-CN" sz="3200" b="1" i="1">
                            <a:latin typeface="Cambria Math" panose="02040503050406030204" pitchFamily="18" charset="0"/>
                          </a:rPr>
                          <m:t>𝟏𝟎𝟎</m:t>
                        </m:r>
                        <m:r>
                          <a:rPr lang="en-US" altLang="zh-CN" sz="3200" b="1">
                            <a:latin typeface="Cambria Math" panose="02040503050406030204" pitchFamily="18" charset="0"/>
                          </a:rPr>
                          <m:t>+</m:t>
                        </m:r>
                        <m:r>
                          <a:rPr lang="en-US" altLang="zh-CN" sz="3200" b="1" i="1">
                            <a:latin typeface="Cambria Math" panose="02040503050406030204" pitchFamily="18" charset="0"/>
                          </a:rPr>
                          <m:t>𝟓</m:t>
                        </m:r>
                        <m:r>
                          <a:rPr lang="en-US" altLang="zh-CN" sz="3200" b="1">
                            <a:latin typeface="Cambria Math" panose="02040503050406030204" pitchFamily="18" charset="0"/>
                          </a:rPr>
                          <m:t>.</m:t>
                        </m:r>
                        <m:r>
                          <a:rPr lang="en-US" altLang="zh-CN" sz="3200" b="1" i="1" smtClean="0">
                            <a:latin typeface="Cambria Math" panose="02040503050406030204" pitchFamily="18" charset="0"/>
                          </a:rPr>
                          <m:t>𝟐</m:t>
                        </m:r>
                      </m:num>
                      <m:den>
                        <m:sSup>
                          <m:sSupPr>
                            <m:ctrlPr>
                              <a:rPr lang="en-US" altLang="zh-CN" sz="3200" b="1" i="1">
                                <a:latin typeface="Cambria Math" panose="02040503050406030204" pitchFamily="18" charset="0"/>
                              </a:rPr>
                            </m:ctrlPr>
                          </m:sSupPr>
                          <m:e>
                            <m:d>
                              <m:dPr>
                                <m:ctrlPr>
                                  <a:rPr lang="en-US" altLang="zh-CN" sz="3200" b="1" i="1">
                                    <a:latin typeface="Cambria Math" panose="02040503050406030204" pitchFamily="18" charset="0"/>
                                  </a:rPr>
                                </m:ctrlPr>
                              </m:dPr>
                              <m:e>
                                <m:r>
                                  <a:rPr lang="en-US" altLang="zh-CN" sz="3200" b="1" i="1">
                                    <a:latin typeface="Cambria Math" panose="02040503050406030204" pitchFamily="18" charset="0"/>
                                  </a:rPr>
                                  <m:t>𝟏</m:t>
                                </m:r>
                                <m:r>
                                  <a:rPr lang="en-US" altLang="zh-CN" sz="3200" b="1">
                                    <a:latin typeface="Cambria Math" panose="02040503050406030204" pitchFamily="18" charset="0"/>
                                  </a:rPr>
                                  <m:t>+</m:t>
                                </m:r>
                                <m:r>
                                  <a:rPr lang="en-US" altLang="zh-CN" sz="3200" b="1" i="1">
                                    <a:latin typeface="Cambria Math" panose="02040503050406030204" pitchFamily="18" charset="0"/>
                                  </a:rPr>
                                  <m:t>𝟓</m:t>
                                </m:r>
                                <m:r>
                                  <a:rPr lang="en-US" altLang="zh-CN" sz="3200" b="1">
                                    <a:latin typeface="Cambria Math" panose="02040503050406030204" pitchFamily="18" charset="0"/>
                                  </a:rPr>
                                  <m:t>.</m:t>
                                </m:r>
                                <m:r>
                                  <a:rPr lang="en-US" altLang="zh-CN" sz="3200" b="1" i="1" smtClean="0">
                                    <a:latin typeface="Cambria Math" panose="02040503050406030204" pitchFamily="18" charset="0"/>
                                  </a:rPr>
                                  <m:t>𝟐</m:t>
                                </m:r>
                                <m:r>
                                  <a:rPr lang="en-US" altLang="zh-CN" sz="3200" b="1">
                                    <a:latin typeface="Cambria Math" panose="02040503050406030204" pitchFamily="18" charset="0"/>
                                  </a:rPr>
                                  <m:t>%</m:t>
                                </m:r>
                              </m:e>
                            </m:d>
                          </m:e>
                          <m:sup>
                            <m:r>
                              <a:rPr lang="en-US" altLang="zh-CN" sz="3200" b="1" i="1" smtClean="0">
                                <a:latin typeface="Cambria Math" panose="02040503050406030204" pitchFamily="18" charset="0"/>
                              </a:rPr>
                              <m:t>𝟑</m:t>
                            </m:r>
                          </m:sup>
                        </m:sSup>
                      </m:den>
                    </m:f>
                    <m:r>
                      <a:rPr lang="en-US" altLang="zh-CN" sz="3200" b="1">
                        <a:latin typeface="Cambria Math" panose="02040503050406030204" pitchFamily="18" charset="0"/>
                      </a:rPr>
                      <m:t>=</m:t>
                    </m:r>
                    <m:f>
                      <m:fPr>
                        <m:ctrlPr>
                          <a:rPr lang="en-US" altLang="zh-CN" sz="3200" b="1" i="1">
                            <a:latin typeface="Cambria Math" panose="02040503050406030204" pitchFamily="18" charset="0"/>
                          </a:rPr>
                        </m:ctrlPr>
                      </m:fPr>
                      <m:num>
                        <m:r>
                          <a:rPr lang="en-US" altLang="zh-CN" sz="3200" b="1" i="1">
                            <a:latin typeface="Cambria Math" panose="02040503050406030204" pitchFamily="18" charset="0"/>
                          </a:rPr>
                          <m:t>𝟓</m:t>
                        </m:r>
                        <m:r>
                          <a:rPr lang="en-US" altLang="zh-CN" sz="3200" b="1">
                            <a:latin typeface="Cambria Math" panose="02040503050406030204" pitchFamily="18" charset="0"/>
                          </a:rPr>
                          <m:t>.</m:t>
                        </m:r>
                        <m:r>
                          <a:rPr lang="en-US" altLang="zh-CN" sz="3200" b="1" i="1" smtClean="0">
                            <a:latin typeface="Cambria Math" panose="02040503050406030204" pitchFamily="18" charset="0"/>
                          </a:rPr>
                          <m:t>𝟐</m:t>
                        </m:r>
                      </m:num>
                      <m:den>
                        <m:d>
                          <m:dPr>
                            <m:ctrlPr>
                              <a:rPr lang="en-US" altLang="zh-CN" sz="3200" b="1" i="1">
                                <a:latin typeface="Cambria Math" panose="02040503050406030204" pitchFamily="18" charset="0"/>
                              </a:rPr>
                            </m:ctrlPr>
                          </m:dPr>
                          <m:e>
                            <m:r>
                              <a:rPr lang="en-US" altLang="zh-CN" sz="3200" b="1" i="1">
                                <a:latin typeface="Cambria Math" panose="02040503050406030204" pitchFamily="18" charset="0"/>
                              </a:rPr>
                              <m:t>𝟏</m:t>
                            </m:r>
                            <m:r>
                              <a:rPr lang="en-US" altLang="zh-CN" sz="3200" b="1">
                                <a:latin typeface="Cambria Math" panose="02040503050406030204" pitchFamily="18" charset="0"/>
                              </a:rPr>
                              <m:t>+</m:t>
                            </m:r>
                            <m:r>
                              <a:rPr lang="en-US" altLang="zh-CN" sz="3200" b="1" i="1">
                                <a:latin typeface="Cambria Math" panose="02040503050406030204" pitchFamily="18" charset="0"/>
                              </a:rPr>
                              <m:t>𝟓</m:t>
                            </m:r>
                            <m:r>
                              <a:rPr lang="en-US" altLang="zh-CN" sz="3200" b="1">
                                <a:latin typeface="Cambria Math" panose="02040503050406030204" pitchFamily="18" charset="0"/>
                              </a:rPr>
                              <m:t>.</m:t>
                            </m:r>
                            <m:r>
                              <a:rPr lang="en-US" altLang="zh-CN" sz="3200" b="1" i="1">
                                <a:latin typeface="Cambria Math" panose="02040503050406030204" pitchFamily="18" charset="0"/>
                              </a:rPr>
                              <m:t>𝟎</m:t>
                            </m:r>
                            <m:r>
                              <a:rPr lang="en-US" altLang="zh-CN" sz="3200" b="1">
                                <a:latin typeface="Cambria Math" panose="02040503050406030204" pitchFamily="18" charset="0"/>
                              </a:rPr>
                              <m:t>%</m:t>
                            </m:r>
                          </m:e>
                        </m:d>
                      </m:den>
                    </m:f>
                    <m:r>
                      <a:rPr lang="en-US" altLang="zh-CN" sz="3200" b="1">
                        <a:latin typeface="Cambria Math" panose="02040503050406030204" pitchFamily="18" charset="0"/>
                      </a:rPr>
                      <m:t>+</m:t>
                    </m:r>
                  </m:oMath>
                </a14:m>
                <a:r>
                  <a:rPr lang="en-US" altLang="zh-CN" sz="3200" b="1" dirty="0"/>
                  <a:t> </a:t>
                </a:r>
                <a14:m>
                  <m:oMath xmlns:m="http://schemas.openxmlformats.org/officeDocument/2006/math">
                    <m:f>
                      <m:fPr>
                        <m:ctrlPr>
                          <a:rPr lang="en-US" altLang="zh-CN" sz="3200" b="1" i="1">
                            <a:latin typeface="Cambria Math" panose="02040503050406030204" pitchFamily="18" charset="0"/>
                          </a:rPr>
                        </m:ctrlPr>
                      </m:fPr>
                      <m:num>
                        <m:r>
                          <a:rPr lang="en-US" altLang="zh-CN" sz="3200" b="1" i="1">
                            <a:latin typeface="Cambria Math" panose="02040503050406030204" pitchFamily="18" charset="0"/>
                          </a:rPr>
                          <m:t>𝟓</m:t>
                        </m:r>
                        <m:r>
                          <a:rPr lang="en-US" altLang="zh-CN" sz="3200" b="1">
                            <a:latin typeface="Cambria Math" panose="02040503050406030204" pitchFamily="18" charset="0"/>
                          </a:rPr>
                          <m:t>.</m:t>
                        </m:r>
                        <m:r>
                          <a:rPr lang="en-US" altLang="zh-CN" sz="3200" b="1" i="1" smtClean="0">
                            <a:latin typeface="Cambria Math" panose="02040503050406030204" pitchFamily="18" charset="0"/>
                          </a:rPr>
                          <m:t>𝟐</m:t>
                        </m:r>
                      </m:num>
                      <m:den>
                        <m:sSup>
                          <m:sSupPr>
                            <m:ctrlPr>
                              <a:rPr lang="en-US" altLang="zh-CN" sz="3200" b="1" i="1">
                                <a:latin typeface="Cambria Math" panose="02040503050406030204" pitchFamily="18" charset="0"/>
                              </a:rPr>
                            </m:ctrlPr>
                          </m:sSupPr>
                          <m:e>
                            <m:d>
                              <m:dPr>
                                <m:ctrlPr>
                                  <a:rPr lang="en-US" altLang="zh-CN" sz="3200" b="1" i="1">
                                    <a:latin typeface="Cambria Math" panose="02040503050406030204" pitchFamily="18" charset="0"/>
                                  </a:rPr>
                                </m:ctrlPr>
                              </m:dPr>
                              <m:e>
                                <m:r>
                                  <a:rPr lang="en-US" altLang="zh-CN" sz="3200" b="1" i="1">
                                    <a:latin typeface="Cambria Math" panose="02040503050406030204" pitchFamily="18" charset="0"/>
                                  </a:rPr>
                                  <m:t>𝟏</m:t>
                                </m:r>
                                <m:r>
                                  <a:rPr lang="en-US" altLang="zh-CN" sz="3200" b="1">
                                    <a:latin typeface="Cambria Math" panose="02040503050406030204" pitchFamily="18" charset="0"/>
                                  </a:rPr>
                                  <m:t>+</m:t>
                                </m:r>
                                <m:r>
                                  <a:rPr lang="en-US" altLang="zh-CN" sz="3200" b="1" i="0" smtClean="0">
                                    <a:latin typeface="Cambria Math" panose="02040503050406030204" pitchFamily="18" charset="0"/>
                                  </a:rPr>
                                  <m:t>𝟓</m:t>
                                </m:r>
                                <m:r>
                                  <a:rPr lang="en-US" altLang="zh-CN" sz="3200" b="1" i="0" smtClean="0">
                                    <a:latin typeface="Cambria Math" panose="02040503050406030204" pitchFamily="18" charset="0"/>
                                  </a:rPr>
                                  <m:t>.</m:t>
                                </m:r>
                                <m:r>
                                  <a:rPr lang="en-US" altLang="zh-CN" sz="3200" b="1" i="1" smtClean="0">
                                    <a:latin typeface="Cambria Math" panose="02040503050406030204" pitchFamily="18" charset="0"/>
                                  </a:rPr>
                                  <m:t>𝟏𝟎𝟐𝟔</m:t>
                                </m:r>
                                <m:r>
                                  <a:rPr lang="en-US" altLang="zh-CN" sz="3200" b="1" i="1">
                                    <a:latin typeface="Cambria Math" panose="02040503050406030204" pitchFamily="18" charset="0"/>
                                  </a:rPr>
                                  <m:t>%</m:t>
                                </m:r>
                              </m:e>
                            </m:d>
                          </m:e>
                          <m:sup>
                            <m:r>
                              <a:rPr lang="en-US" altLang="zh-CN" sz="3200" b="1" i="1">
                                <a:latin typeface="Cambria Math" panose="02040503050406030204" pitchFamily="18" charset="0"/>
                              </a:rPr>
                              <m:t>𝟐</m:t>
                            </m:r>
                          </m:sup>
                        </m:sSup>
                      </m:den>
                    </m:f>
                  </m:oMath>
                </a14:m>
                <a:r>
                  <a:rPr lang="en-US" altLang="zh-CN" sz="3200" b="1" dirty="0"/>
                  <a:t> </a:t>
                </a:r>
                <a14:m>
                  <m:oMath xmlns:m="http://schemas.openxmlformats.org/officeDocument/2006/math">
                    <m:r>
                      <a:rPr lang="en-US" altLang="zh-CN" sz="3200" b="1">
                        <a:latin typeface="Cambria Math" panose="02040503050406030204" pitchFamily="18" charset="0"/>
                      </a:rPr>
                      <m:t>+</m:t>
                    </m:r>
                  </m:oMath>
                </a14:m>
                <a:r>
                  <a:rPr lang="en-US" altLang="zh-CN" sz="3200" b="1" dirty="0"/>
                  <a:t> </a:t>
                </a:r>
                <a14:m>
                  <m:oMath xmlns:m="http://schemas.openxmlformats.org/officeDocument/2006/math">
                    <m:f>
                      <m:fPr>
                        <m:ctrlPr>
                          <a:rPr lang="en-US" altLang="zh-CN" sz="3200" b="1" i="1">
                            <a:latin typeface="Cambria Math" panose="02040503050406030204" pitchFamily="18" charset="0"/>
                          </a:rPr>
                        </m:ctrlPr>
                      </m:fPr>
                      <m:num>
                        <m:r>
                          <a:rPr lang="en-US" altLang="zh-CN" sz="3200" b="1" i="1">
                            <a:latin typeface="Cambria Math" panose="02040503050406030204" pitchFamily="18" charset="0"/>
                          </a:rPr>
                          <m:t>𝟏𝟎𝟎</m:t>
                        </m:r>
                        <m:r>
                          <a:rPr lang="en-US" altLang="zh-CN" sz="3200" b="1">
                            <a:latin typeface="Cambria Math" panose="02040503050406030204" pitchFamily="18" charset="0"/>
                          </a:rPr>
                          <m:t>+</m:t>
                        </m:r>
                        <m:r>
                          <a:rPr lang="en-US" altLang="zh-CN" sz="3200" b="1" i="1">
                            <a:latin typeface="Cambria Math" panose="02040503050406030204" pitchFamily="18" charset="0"/>
                          </a:rPr>
                          <m:t>𝟓</m:t>
                        </m:r>
                        <m:r>
                          <a:rPr lang="en-US" altLang="zh-CN" sz="3200" b="1">
                            <a:latin typeface="Cambria Math" panose="02040503050406030204" pitchFamily="18" charset="0"/>
                          </a:rPr>
                          <m:t>.</m:t>
                        </m:r>
                        <m:r>
                          <a:rPr lang="en-US" altLang="zh-CN" sz="3200" b="1" i="1">
                            <a:latin typeface="Cambria Math" panose="02040503050406030204" pitchFamily="18" charset="0"/>
                          </a:rPr>
                          <m:t>𝟐</m:t>
                        </m:r>
                      </m:num>
                      <m:den>
                        <m:sSup>
                          <m:sSupPr>
                            <m:ctrlPr>
                              <a:rPr lang="en-US" altLang="zh-CN" sz="3200" b="1" i="1">
                                <a:latin typeface="Cambria Math" panose="02040503050406030204" pitchFamily="18" charset="0"/>
                              </a:rPr>
                            </m:ctrlPr>
                          </m:sSupPr>
                          <m:e>
                            <m:d>
                              <m:dPr>
                                <m:ctrlPr>
                                  <a:rPr lang="en-US" altLang="zh-CN" sz="3200" b="1" i="1">
                                    <a:latin typeface="Cambria Math" panose="02040503050406030204" pitchFamily="18" charset="0"/>
                                  </a:rPr>
                                </m:ctrlPr>
                              </m:dPr>
                              <m:e>
                                <m:r>
                                  <a:rPr lang="en-US" altLang="zh-CN" sz="3200" b="1" i="1">
                                    <a:latin typeface="Cambria Math" panose="02040503050406030204" pitchFamily="18" charset="0"/>
                                  </a:rPr>
                                  <m:t>𝟏</m:t>
                                </m:r>
                                <m:r>
                                  <a:rPr lang="en-US" altLang="zh-CN" sz="3200" b="1">
                                    <a:latin typeface="Cambria Math" panose="02040503050406030204" pitchFamily="18" charset="0"/>
                                  </a:rPr>
                                  <m:t>+</m:t>
                                </m:r>
                                <m:sSub>
                                  <m:sSubPr>
                                    <m:ctrlPr>
                                      <a:rPr lang="en-US" altLang="zh-CN" sz="3200" b="1" i="1" smtClean="0">
                                        <a:solidFill>
                                          <a:srgbClr val="C00000"/>
                                        </a:solidFill>
                                        <a:latin typeface="Cambria Math" panose="02040503050406030204" pitchFamily="18" charset="0"/>
                                      </a:rPr>
                                    </m:ctrlPr>
                                  </m:sSubPr>
                                  <m:e>
                                    <m:r>
                                      <a:rPr lang="en-US" altLang="zh-CN" sz="3200" b="1" i="1">
                                        <a:solidFill>
                                          <a:srgbClr val="C00000"/>
                                        </a:solidFill>
                                        <a:latin typeface="Cambria Math" panose="02040503050406030204" pitchFamily="18" charset="0"/>
                                      </a:rPr>
                                      <m:t>𝒓</m:t>
                                    </m:r>
                                  </m:e>
                                  <m:sub>
                                    <m:r>
                                      <a:rPr lang="en-US" altLang="zh-CN" sz="3200" b="1" i="1" smtClean="0">
                                        <a:solidFill>
                                          <a:srgbClr val="C00000"/>
                                        </a:solidFill>
                                        <a:latin typeface="Cambria Math" panose="02040503050406030204" pitchFamily="18" charset="0"/>
                                      </a:rPr>
                                      <m:t>𝟑</m:t>
                                    </m:r>
                                  </m:sub>
                                </m:sSub>
                              </m:e>
                            </m:d>
                          </m:e>
                          <m:sup>
                            <m:r>
                              <a:rPr lang="en-US" altLang="zh-CN" sz="3200" b="1" i="1" smtClean="0">
                                <a:latin typeface="Cambria Math" panose="02040503050406030204" pitchFamily="18" charset="0"/>
                              </a:rPr>
                              <m:t>𝟑</m:t>
                            </m:r>
                          </m:sup>
                        </m:sSup>
                      </m:den>
                    </m:f>
                  </m:oMath>
                </a14:m>
                <a:endParaRPr lang="zh-CN" altLang="en-US" dirty="0"/>
              </a:p>
            </p:txBody>
          </p:sp>
        </mc:Choice>
        <mc:Fallback xmlns="">
          <p:sp>
            <p:nvSpPr>
              <p:cNvPr id="3" name="内容占位符 2">
                <a:extLst>
                  <a:ext uri="{FF2B5EF4-FFF2-40B4-BE49-F238E27FC236}">
                    <a16:creationId xmlns:a16="http://schemas.microsoft.com/office/drawing/2014/main" id="{5B43C03B-A495-482F-9E18-190D7DC1D9FD}"/>
                  </a:ext>
                </a:extLst>
              </p:cNvPr>
              <p:cNvSpPr>
                <a:spLocks noGrp="1" noRot="1" noChangeAspect="1" noMove="1" noResize="1" noEditPoints="1" noAdjustHandles="1" noChangeArrowheads="1" noChangeShapeType="1" noTextEdit="1"/>
              </p:cNvSpPr>
              <p:nvPr>
                <p:ph sz="half" idx="2"/>
              </p:nvPr>
            </p:nvSpPr>
            <p:spPr>
              <a:xfrm>
                <a:off x="6388274" y="1594172"/>
                <a:ext cx="10027667" cy="7873919"/>
              </a:xfrm>
              <a:blipFill>
                <a:blip r:embed="rId2"/>
                <a:stretch>
                  <a:fillRect l="-729"/>
                </a:stretch>
              </a:blipFill>
            </p:spPr>
            <p:txBody>
              <a:bodyPr/>
              <a:lstStyle/>
              <a:p>
                <a:r>
                  <a:rPr lang="zh-CN" altLang="en-US">
                    <a:noFill/>
                  </a:rPr>
                  <a:t> </a:t>
                </a:r>
              </a:p>
            </p:txBody>
          </p:sp>
        </mc:Fallback>
      </mc:AlternateContent>
      <p:grpSp>
        <p:nvGrpSpPr>
          <p:cNvPr id="5" name="组合 4">
            <a:extLst>
              <a:ext uri="{FF2B5EF4-FFF2-40B4-BE49-F238E27FC236}">
                <a16:creationId xmlns:a16="http://schemas.microsoft.com/office/drawing/2014/main" id="{367E993F-D83C-45F4-9B32-4D05540D5E86}"/>
              </a:ext>
            </a:extLst>
          </p:cNvPr>
          <p:cNvGrpSpPr/>
          <p:nvPr/>
        </p:nvGrpSpPr>
        <p:grpSpPr>
          <a:xfrm>
            <a:off x="2415022" y="2892287"/>
            <a:ext cx="6122692" cy="2112223"/>
            <a:chOff x="3645074" y="2732366"/>
            <a:chExt cx="6247000" cy="1356138"/>
          </a:xfrm>
        </p:grpSpPr>
        <p:sp>
          <p:nvSpPr>
            <p:cNvPr id="7" name="椭圆 6">
              <a:extLst>
                <a:ext uri="{FF2B5EF4-FFF2-40B4-BE49-F238E27FC236}">
                  <a16:creationId xmlns:a16="http://schemas.microsoft.com/office/drawing/2014/main" id="{75F9D73A-DE78-4C99-A75C-1D697999E3F6}"/>
                </a:ext>
              </a:extLst>
            </p:cNvPr>
            <p:cNvSpPr/>
            <p:nvPr/>
          </p:nvSpPr>
          <p:spPr>
            <a:xfrm>
              <a:off x="3645074" y="3310248"/>
              <a:ext cx="1478071" cy="572819"/>
            </a:xfrm>
            <a:prstGeom prst="ellipse">
              <a:avLst/>
            </a:prstGeom>
            <a:noFill/>
            <a:ln w="19050">
              <a:solidFill>
                <a:srgbClr val="FF000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8" name="弧形 7">
              <a:extLst>
                <a:ext uri="{FF2B5EF4-FFF2-40B4-BE49-F238E27FC236}">
                  <a16:creationId xmlns:a16="http://schemas.microsoft.com/office/drawing/2014/main" id="{BEE80B56-9431-442A-A6C3-17D733AA9B9B}"/>
                </a:ext>
              </a:extLst>
            </p:cNvPr>
            <p:cNvSpPr/>
            <p:nvPr/>
          </p:nvSpPr>
          <p:spPr>
            <a:xfrm>
              <a:off x="4461129" y="2732366"/>
              <a:ext cx="5430945" cy="1356138"/>
            </a:xfrm>
            <a:prstGeom prst="arc">
              <a:avLst>
                <a:gd name="adj1" fmla="val 10963699"/>
                <a:gd name="adj2" fmla="val 20951147"/>
              </a:avLst>
            </a:prstGeom>
            <a:ln w="19050">
              <a:solidFill>
                <a:srgbClr val="FF0000"/>
              </a:solidFill>
              <a:prstDash val="dash"/>
              <a:headEnd type="none" w="med" len="med"/>
              <a:tailEnd type="triangle"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grpSp>
      <p:grpSp>
        <p:nvGrpSpPr>
          <p:cNvPr id="9" name="组合 8">
            <a:extLst>
              <a:ext uri="{FF2B5EF4-FFF2-40B4-BE49-F238E27FC236}">
                <a16:creationId xmlns:a16="http://schemas.microsoft.com/office/drawing/2014/main" id="{84FC6CB4-9E25-4130-B15F-F412C029A209}"/>
              </a:ext>
            </a:extLst>
          </p:cNvPr>
          <p:cNvGrpSpPr/>
          <p:nvPr/>
        </p:nvGrpSpPr>
        <p:grpSpPr>
          <a:xfrm rot="10800000">
            <a:off x="5188225" y="3298741"/>
            <a:ext cx="4834518" cy="1458038"/>
            <a:chOff x="4102523" y="2567836"/>
            <a:chExt cx="6612513" cy="1458038"/>
          </a:xfrm>
        </p:grpSpPr>
        <p:sp>
          <p:nvSpPr>
            <p:cNvPr id="10" name="椭圆 9">
              <a:extLst>
                <a:ext uri="{FF2B5EF4-FFF2-40B4-BE49-F238E27FC236}">
                  <a16:creationId xmlns:a16="http://schemas.microsoft.com/office/drawing/2014/main" id="{F4284024-0E83-4D82-A74D-2855C9CC4AF1}"/>
                </a:ext>
              </a:extLst>
            </p:cNvPr>
            <p:cNvSpPr/>
            <p:nvPr/>
          </p:nvSpPr>
          <p:spPr>
            <a:xfrm>
              <a:off x="4102525" y="2944074"/>
              <a:ext cx="396699" cy="546808"/>
            </a:xfrm>
            <a:prstGeom prst="ellipse">
              <a:avLst/>
            </a:prstGeom>
            <a:noFill/>
            <a:ln w="19050">
              <a:solidFill>
                <a:srgbClr val="FF000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弧形 10">
              <a:extLst>
                <a:ext uri="{FF2B5EF4-FFF2-40B4-BE49-F238E27FC236}">
                  <a16:creationId xmlns:a16="http://schemas.microsoft.com/office/drawing/2014/main" id="{029A4994-11B4-4BA9-BAAD-D48D466BFA96}"/>
                </a:ext>
              </a:extLst>
            </p:cNvPr>
            <p:cNvSpPr/>
            <p:nvPr/>
          </p:nvSpPr>
          <p:spPr>
            <a:xfrm>
              <a:off x="4102523" y="2567836"/>
              <a:ext cx="6612513" cy="1458038"/>
            </a:xfrm>
            <a:prstGeom prst="arc">
              <a:avLst>
                <a:gd name="adj1" fmla="val 11201544"/>
                <a:gd name="adj2" fmla="val 20875687"/>
              </a:avLst>
            </a:prstGeom>
            <a:ln w="19050">
              <a:solidFill>
                <a:srgbClr val="FF0000"/>
              </a:solidFill>
              <a:prstDash val="dash"/>
              <a:headEnd type="none" w="med" len="med"/>
              <a:tailEnd type="triangle"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grpSp>
    </p:spTree>
    <p:extLst>
      <p:ext uri="{BB962C8B-B14F-4D97-AF65-F5344CB8AC3E}">
        <p14:creationId xmlns:p14="http://schemas.microsoft.com/office/powerpoint/2010/main" val="420908043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a:extLst>
              <a:ext uri="{FF2B5EF4-FFF2-40B4-BE49-F238E27FC236}">
                <a16:creationId xmlns:a16="http://schemas.microsoft.com/office/drawing/2014/main" id="{BB814841-A811-42CC-B2F4-8A346DCC4CF4}"/>
              </a:ext>
            </a:extLst>
          </p:cNvPr>
          <p:cNvSpPr>
            <a:spLocks noGrp="1"/>
          </p:cNvSpPr>
          <p:nvPr>
            <p:ph type="title"/>
          </p:nvPr>
        </p:nvSpPr>
        <p:spPr/>
        <p:txBody>
          <a:bodyPr/>
          <a:lstStyle/>
          <a:p>
            <a:r>
              <a:rPr lang="en-US" altLang="zh-CN" dirty="0"/>
              <a:t>Bootstrap</a:t>
            </a:r>
            <a:r>
              <a:rPr lang="zh-CN" altLang="en-US" dirty="0"/>
              <a:t>方法</a:t>
            </a:r>
          </a:p>
        </p:txBody>
      </p:sp>
      <p:graphicFrame>
        <p:nvGraphicFramePr>
          <p:cNvPr id="6" name="内容占位符 5">
            <a:extLst>
              <a:ext uri="{FF2B5EF4-FFF2-40B4-BE49-F238E27FC236}">
                <a16:creationId xmlns:a16="http://schemas.microsoft.com/office/drawing/2014/main" id="{E19AFB6D-BA1E-4032-9D94-EF88D2D69821}"/>
              </a:ext>
            </a:extLst>
          </p:cNvPr>
          <p:cNvGraphicFramePr>
            <a:graphicFrameLocks noGrp="1"/>
          </p:cNvGraphicFramePr>
          <p:nvPr>
            <p:ph sz="half" idx="1"/>
            <p:extLst>
              <p:ext uri="{D42A27DB-BD31-4B8C-83A1-F6EECF244321}">
                <p14:modId xmlns:p14="http://schemas.microsoft.com/office/powerpoint/2010/main" val="1569032009"/>
              </p:ext>
            </p:extLst>
          </p:nvPr>
        </p:nvGraphicFramePr>
        <p:xfrm>
          <a:off x="949325" y="1593850"/>
          <a:ext cx="5992231" cy="7873918"/>
        </p:xfrm>
        <a:graphic>
          <a:graphicData uri="http://schemas.openxmlformats.org/drawingml/2006/table">
            <a:tbl>
              <a:tblPr firstRow="1" bandRow="1">
                <a:tableStyleId>{5C22544A-7EE6-4342-B048-85BDC9FD1C3A}</a:tableStyleId>
              </a:tblPr>
              <a:tblGrid>
                <a:gridCol w="1181418">
                  <a:extLst>
                    <a:ext uri="{9D8B030D-6E8A-4147-A177-3AD203B41FA5}">
                      <a16:colId xmlns:a16="http://schemas.microsoft.com/office/drawing/2014/main" val="2592145395"/>
                    </a:ext>
                  </a:extLst>
                </a:gridCol>
                <a:gridCol w="1757043">
                  <a:extLst>
                    <a:ext uri="{9D8B030D-6E8A-4147-A177-3AD203B41FA5}">
                      <a16:colId xmlns:a16="http://schemas.microsoft.com/office/drawing/2014/main" val="3258080951"/>
                    </a:ext>
                  </a:extLst>
                </a:gridCol>
                <a:gridCol w="1526885">
                  <a:extLst>
                    <a:ext uri="{9D8B030D-6E8A-4147-A177-3AD203B41FA5}">
                      <a16:colId xmlns:a16="http://schemas.microsoft.com/office/drawing/2014/main" val="2862682221"/>
                    </a:ext>
                  </a:extLst>
                </a:gridCol>
                <a:gridCol w="1526885">
                  <a:extLst>
                    <a:ext uri="{9D8B030D-6E8A-4147-A177-3AD203B41FA5}">
                      <a16:colId xmlns:a16="http://schemas.microsoft.com/office/drawing/2014/main" val="3151684333"/>
                    </a:ext>
                  </a:extLst>
                </a:gridCol>
              </a:tblGrid>
              <a:tr h="1508437">
                <a:tc>
                  <a:txBody>
                    <a:bodyPr/>
                    <a:lstStyle/>
                    <a:p>
                      <a:pPr algn="ctr"/>
                      <a:r>
                        <a:rPr lang="zh-CN" altLang="en-US" sz="2400" dirty="0"/>
                        <a:t>待偿期</a:t>
                      </a:r>
                    </a:p>
                  </a:txBody>
                  <a:tcPr anchor="ctr"/>
                </a:tc>
                <a:tc>
                  <a:txBody>
                    <a:bodyPr/>
                    <a:lstStyle/>
                    <a:p>
                      <a:pPr algn="ctr"/>
                      <a:r>
                        <a:rPr lang="zh-CN" altLang="en-US" sz="2400" dirty="0"/>
                        <a:t>市场成交的</a:t>
                      </a:r>
                      <a:endParaRPr lang="en-US" altLang="zh-CN" sz="2400" dirty="0"/>
                    </a:p>
                    <a:p>
                      <a:pPr algn="ctr"/>
                      <a:r>
                        <a:rPr lang="zh-CN" altLang="en-US" sz="2400" dirty="0"/>
                        <a:t>到期收益率</a:t>
                      </a:r>
                    </a:p>
                  </a:txBody>
                  <a:tcPr anchor="ctr"/>
                </a:tc>
                <a:tc>
                  <a:txBody>
                    <a:bodyPr/>
                    <a:lstStyle/>
                    <a:p>
                      <a:pPr algn="ctr"/>
                      <a:r>
                        <a:rPr lang="zh-CN" altLang="en-US" sz="2400" dirty="0"/>
                        <a:t>即期收益率</a:t>
                      </a:r>
                    </a:p>
                  </a:txBody>
                  <a:tcPr anchor="ctr"/>
                </a:tc>
                <a:tc>
                  <a:txBody>
                    <a:bodyPr/>
                    <a:lstStyle/>
                    <a:p>
                      <a:pPr algn="ctr"/>
                      <a:r>
                        <a:rPr lang="zh-CN" altLang="en-US" sz="2400" dirty="0"/>
                        <a:t>远期收益率</a:t>
                      </a:r>
                    </a:p>
                  </a:txBody>
                  <a:tcPr anchor="ctr"/>
                </a:tc>
                <a:extLst>
                  <a:ext uri="{0D108BD9-81ED-4DB2-BD59-A6C34878D82A}">
                    <a16:rowId xmlns:a16="http://schemas.microsoft.com/office/drawing/2014/main" val="2306227477"/>
                  </a:ext>
                </a:extLst>
              </a:tr>
              <a:tr h="2121827">
                <a:tc>
                  <a:txBody>
                    <a:bodyPr/>
                    <a:lstStyle/>
                    <a:p>
                      <a:pPr algn="ctr"/>
                      <a:r>
                        <a:rPr lang="en-US" altLang="zh-CN" sz="2400" dirty="0"/>
                        <a:t>1Y</a:t>
                      </a:r>
                      <a:endParaRPr lang="zh-CN" altLang="en-US" sz="2400" dirty="0"/>
                    </a:p>
                  </a:txBody>
                  <a:tcPr anchor="ctr"/>
                </a:tc>
                <a:tc>
                  <a:txBody>
                    <a:bodyPr/>
                    <a:lstStyle/>
                    <a:p>
                      <a:pPr algn="ctr"/>
                      <a:r>
                        <a:rPr lang="en-US" altLang="zh-CN" sz="2400" dirty="0"/>
                        <a:t>5.0000%</a:t>
                      </a:r>
                      <a:endParaRPr lang="zh-CN" altLang="en-US" sz="2400" dirty="0"/>
                    </a:p>
                  </a:txBody>
                  <a:tcPr anchor="ctr"/>
                </a:tc>
                <a:tc>
                  <a:txBody>
                    <a:bodyPr/>
                    <a:lstStyle/>
                    <a:p>
                      <a:pPr algn="ctr"/>
                      <a:r>
                        <a:rPr lang="en-US" altLang="zh-CN" sz="2400" dirty="0"/>
                        <a:t>5.0000%</a:t>
                      </a:r>
                      <a:endParaRPr lang="zh-CN" altLang="en-US" sz="2400" dirty="0"/>
                    </a:p>
                  </a:txBody>
                  <a:tcPr anchor="ctr"/>
                </a:tc>
                <a:tc>
                  <a:txBody>
                    <a:bodyPr/>
                    <a:lstStyle/>
                    <a:p>
                      <a:pPr algn="ctr"/>
                      <a:r>
                        <a:rPr lang="en-US" altLang="zh-CN" sz="2400" dirty="0"/>
                        <a:t>5.0000%</a:t>
                      </a:r>
                      <a:endParaRPr lang="zh-CN" altLang="en-US" sz="2400" dirty="0"/>
                    </a:p>
                  </a:txBody>
                  <a:tcPr anchor="ctr"/>
                </a:tc>
                <a:extLst>
                  <a:ext uri="{0D108BD9-81ED-4DB2-BD59-A6C34878D82A}">
                    <a16:rowId xmlns:a16="http://schemas.microsoft.com/office/drawing/2014/main" val="712129410"/>
                  </a:ext>
                </a:extLst>
              </a:tr>
              <a:tr h="2121827">
                <a:tc>
                  <a:txBody>
                    <a:bodyPr/>
                    <a:lstStyle/>
                    <a:p>
                      <a:pPr algn="ctr"/>
                      <a:r>
                        <a:rPr lang="en-US" altLang="zh-CN" sz="2400" dirty="0"/>
                        <a:t>2Y</a:t>
                      </a:r>
                      <a:endParaRPr lang="zh-CN" altLang="en-US" sz="2400" dirty="0"/>
                    </a:p>
                  </a:txBody>
                  <a:tcPr anchor="ctr"/>
                </a:tc>
                <a:tc>
                  <a:txBody>
                    <a:bodyPr/>
                    <a:lstStyle/>
                    <a:p>
                      <a:pPr algn="ctr"/>
                      <a:r>
                        <a:rPr lang="en-US" altLang="zh-CN" sz="2400" dirty="0"/>
                        <a:t>5.1000%</a:t>
                      </a:r>
                      <a:endParaRPr lang="zh-CN" altLang="en-US" sz="2400" dirty="0"/>
                    </a:p>
                  </a:txBody>
                  <a:tcPr anchor="ctr"/>
                </a:tc>
                <a:tc>
                  <a:txBody>
                    <a:bodyPr/>
                    <a:lstStyle/>
                    <a:p>
                      <a:pPr algn="ctr"/>
                      <a:r>
                        <a:rPr lang="en-US" altLang="zh-CN" sz="2400" dirty="0"/>
                        <a:t>5.1026%</a:t>
                      </a:r>
                      <a:endParaRPr lang="zh-CN" altLang="en-US" sz="2400" dirty="0"/>
                    </a:p>
                  </a:txBody>
                  <a:tcPr anchor="ctr"/>
                </a:tc>
                <a:tc>
                  <a:txBody>
                    <a:bodyPr/>
                    <a:lstStyle/>
                    <a:p>
                      <a:pPr algn="ctr"/>
                      <a:r>
                        <a:rPr lang="en-US" altLang="zh-CN" sz="2400" dirty="0"/>
                        <a:t>5.2053%</a:t>
                      </a:r>
                      <a:endParaRPr lang="zh-CN" altLang="en-US" sz="2400" dirty="0"/>
                    </a:p>
                  </a:txBody>
                  <a:tcPr anchor="ctr"/>
                </a:tc>
                <a:extLst>
                  <a:ext uri="{0D108BD9-81ED-4DB2-BD59-A6C34878D82A}">
                    <a16:rowId xmlns:a16="http://schemas.microsoft.com/office/drawing/2014/main" val="3390714627"/>
                  </a:ext>
                </a:extLst>
              </a:tr>
              <a:tr h="2121827">
                <a:tc>
                  <a:txBody>
                    <a:bodyPr/>
                    <a:lstStyle/>
                    <a:p>
                      <a:pPr algn="ctr"/>
                      <a:r>
                        <a:rPr lang="en-US" altLang="zh-CN" sz="2400" dirty="0"/>
                        <a:t>3Y</a:t>
                      </a:r>
                      <a:endParaRPr lang="zh-CN" altLang="en-US" sz="2400" dirty="0"/>
                    </a:p>
                  </a:txBody>
                  <a:tcPr anchor="ctr"/>
                </a:tc>
                <a:tc>
                  <a:txBody>
                    <a:bodyPr/>
                    <a:lstStyle/>
                    <a:p>
                      <a:pPr algn="ctr"/>
                      <a:r>
                        <a:rPr lang="en-US" altLang="zh-CN" sz="2400" dirty="0"/>
                        <a:t>5.200%</a:t>
                      </a:r>
                      <a:endParaRPr lang="zh-CN" altLang="en-US" sz="2400" dirty="0"/>
                    </a:p>
                  </a:txBody>
                  <a:tcPr anchor="ctr"/>
                </a:tc>
                <a:tc>
                  <a:txBody>
                    <a:bodyPr/>
                    <a:lstStyle/>
                    <a:p>
                      <a:pPr algn="ctr"/>
                      <a:r>
                        <a:rPr lang="en-US" altLang="zh-CN" sz="2400" dirty="0"/>
                        <a:t>5.2071%</a:t>
                      </a:r>
                      <a:endParaRPr lang="zh-CN" altLang="en-US" sz="2400" dirty="0"/>
                    </a:p>
                  </a:txBody>
                  <a:tcPr anchor="ctr"/>
                </a:tc>
                <a:tc>
                  <a:txBody>
                    <a:bodyPr/>
                    <a:lstStyle/>
                    <a:p>
                      <a:pPr algn="ctr"/>
                      <a:r>
                        <a:rPr lang="en-US" altLang="zh-CN" sz="2400" dirty="0"/>
                        <a:t>5.4164%</a:t>
                      </a:r>
                      <a:endParaRPr lang="zh-CN" altLang="en-US" sz="2400" dirty="0"/>
                    </a:p>
                  </a:txBody>
                  <a:tcPr anchor="ctr"/>
                </a:tc>
                <a:extLst>
                  <a:ext uri="{0D108BD9-81ED-4DB2-BD59-A6C34878D82A}">
                    <a16:rowId xmlns:a16="http://schemas.microsoft.com/office/drawing/2014/main" val="3579495110"/>
                  </a:ext>
                </a:extLst>
              </a:tr>
            </a:tbl>
          </a:graphicData>
        </a:graphic>
      </p:graphicFrame>
      <mc:AlternateContent xmlns:mc="http://schemas.openxmlformats.org/markup-compatibility/2006" xmlns:a14="http://schemas.microsoft.com/office/drawing/2010/main">
        <mc:Choice Requires="a14">
          <p:sp>
            <p:nvSpPr>
              <p:cNvPr id="3" name="内容占位符 2">
                <a:extLst>
                  <a:ext uri="{FF2B5EF4-FFF2-40B4-BE49-F238E27FC236}">
                    <a16:creationId xmlns:a16="http://schemas.microsoft.com/office/drawing/2014/main" id="{5B43C03B-A495-482F-9E18-190D7DC1D9FD}"/>
                  </a:ext>
                </a:extLst>
              </p:cNvPr>
              <p:cNvSpPr>
                <a:spLocks noGrp="1"/>
              </p:cNvSpPr>
              <p:nvPr>
                <p:ph sz="half" idx="2"/>
              </p:nvPr>
            </p:nvSpPr>
            <p:spPr>
              <a:xfrm>
                <a:off x="7189940" y="1594172"/>
                <a:ext cx="9596519" cy="7873919"/>
              </a:xfrm>
            </p:spPr>
            <p:txBody>
              <a:bodyPr/>
              <a:lstStyle/>
              <a:p>
                <a:r>
                  <a:rPr lang="zh-CN" altLang="en-US" dirty="0"/>
                  <a:t>根据远期收益率和即期收益率的关系，也可用</a:t>
                </a:r>
                <a:r>
                  <a:rPr lang="en-US" altLang="zh-CN" dirty="0"/>
                  <a:t>bootstrap</a:t>
                </a:r>
                <a:r>
                  <a:rPr lang="zh-CN" altLang="en-US" dirty="0"/>
                  <a:t>法得到各期的未来一年远期的即期收益率曲线</a:t>
                </a:r>
                <a:endParaRPr lang="en-US" altLang="zh-CN" dirty="0"/>
              </a:p>
              <a:p>
                <a:endParaRPr lang="en-US" altLang="zh-CN" dirty="0"/>
              </a:p>
              <a:p>
                <a:r>
                  <a:rPr lang="zh-CN" altLang="en-US" dirty="0"/>
                  <a:t>第一年：</a:t>
                </a:r>
                <a:r>
                  <a:rPr lang="en-US" altLang="zh-CN" dirty="0"/>
                  <a:t> </a:t>
                </a:r>
                <a14:m>
                  <m:oMath xmlns:m="http://schemas.openxmlformats.org/officeDocument/2006/math">
                    <m:d>
                      <m:dPr>
                        <m:ctrlPr>
                          <a:rPr lang="en-US" altLang="zh-CN" sz="2800" i="1">
                            <a:latin typeface="Cambria Math" panose="02040503050406030204" pitchFamily="18" charset="0"/>
                          </a:rPr>
                        </m:ctrlPr>
                      </m:dPr>
                      <m:e>
                        <m:r>
                          <a:rPr lang="en-US" altLang="zh-CN" sz="2800">
                            <a:latin typeface="Cambria Math" panose="02040503050406030204" pitchFamily="18" charset="0"/>
                          </a:rPr>
                          <m:t>1+5%</m:t>
                        </m:r>
                      </m:e>
                    </m:d>
                    <m:r>
                      <a:rPr lang="en-US" altLang="zh-CN" sz="2800" b="0" i="1" smtClean="0">
                        <a:latin typeface="Cambria Math" panose="02040503050406030204" pitchFamily="18" charset="0"/>
                      </a:rPr>
                      <m:t>=</m:t>
                    </m:r>
                    <m:d>
                      <m:dPr>
                        <m:ctrlPr>
                          <a:rPr lang="en-US" altLang="zh-CN" sz="2800" i="1">
                            <a:latin typeface="Cambria Math" panose="02040503050406030204" pitchFamily="18" charset="0"/>
                          </a:rPr>
                        </m:ctrlPr>
                      </m:dPr>
                      <m:e>
                        <m:r>
                          <a:rPr lang="en-US" altLang="zh-CN" sz="2800">
                            <a:latin typeface="Cambria Math" panose="02040503050406030204" pitchFamily="18" charset="0"/>
                          </a:rPr>
                          <m:t>1+</m:t>
                        </m:r>
                        <m:sSub>
                          <m:sSubPr>
                            <m:ctrlPr>
                              <a:rPr lang="en-US" altLang="zh-CN" sz="2800" i="1" smtClean="0">
                                <a:solidFill>
                                  <a:srgbClr val="C00000"/>
                                </a:solidFill>
                                <a:latin typeface="Cambria Math" panose="02040503050406030204" pitchFamily="18" charset="0"/>
                              </a:rPr>
                            </m:ctrlPr>
                          </m:sSubPr>
                          <m:e>
                            <m:r>
                              <a:rPr lang="en-US" altLang="zh-CN" sz="2800" b="0" i="1" smtClean="0">
                                <a:solidFill>
                                  <a:srgbClr val="C00000"/>
                                </a:solidFill>
                                <a:latin typeface="Cambria Math" panose="02040503050406030204" pitchFamily="18" charset="0"/>
                              </a:rPr>
                              <m:t>𝑓</m:t>
                            </m:r>
                          </m:e>
                          <m:sub>
                            <m:r>
                              <a:rPr lang="en-US" altLang="zh-CN" sz="2800" b="0" i="1" smtClean="0">
                                <a:solidFill>
                                  <a:srgbClr val="C00000"/>
                                </a:solidFill>
                                <a:latin typeface="Cambria Math" panose="02040503050406030204" pitchFamily="18" charset="0"/>
                              </a:rPr>
                              <m:t>0,1</m:t>
                            </m:r>
                          </m:sub>
                        </m:sSub>
                      </m:e>
                    </m:d>
                  </m:oMath>
                </a14:m>
                <a:endParaRPr lang="en-US" altLang="zh-CN" dirty="0"/>
              </a:p>
              <a:p>
                <a:endParaRPr lang="en-US" altLang="zh-CN" dirty="0"/>
              </a:p>
              <a:p>
                <a:endParaRPr lang="en-US" altLang="zh-CN" dirty="0"/>
              </a:p>
              <a:p>
                <a:r>
                  <a:rPr lang="zh-CN" altLang="en-US" dirty="0"/>
                  <a:t>第二年：</a:t>
                </a:r>
                <a:r>
                  <a:rPr lang="en-US" altLang="zh-CN" dirty="0"/>
                  <a:t> </a:t>
                </a:r>
              </a:p>
              <a:p>
                <a:pPr marL="0" indent="0">
                  <a:buNone/>
                </a:pPr>
                <a14:m>
                  <m:oMath xmlns:m="http://schemas.openxmlformats.org/officeDocument/2006/math">
                    <m:sSup>
                      <m:sSupPr>
                        <m:ctrlPr>
                          <a:rPr lang="en-US" altLang="zh-CN" sz="2800" i="1" smtClean="0">
                            <a:latin typeface="Cambria Math" panose="02040503050406030204" pitchFamily="18" charset="0"/>
                          </a:rPr>
                        </m:ctrlPr>
                      </m:sSupPr>
                      <m:e>
                        <m:d>
                          <m:dPr>
                            <m:ctrlPr>
                              <a:rPr lang="en-US" altLang="zh-CN" sz="2800" i="1">
                                <a:latin typeface="Cambria Math" panose="02040503050406030204" pitchFamily="18" charset="0"/>
                              </a:rPr>
                            </m:ctrlPr>
                          </m:dPr>
                          <m:e>
                            <m:r>
                              <a:rPr lang="en-US" altLang="zh-CN" sz="2800">
                                <a:latin typeface="Cambria Math" panose="02040503050406030204" pitchFamily="18" charset="0"/>
                              </a:rPr>
                              <m:t>1+5</m:t>
                            </m:r>
                            <m:r>
                              <a:rPr lang="en-US" altLang="zh-CN" sz="2800" b="0" i="0" smtClean="0">
                                <a:latin typeface="Cambria Math" panose="02040503050406030204" pitchFamily="18" charset="0"/>
                              </a:rPr>
                              <m:t>.1026</m:t>
                            </m:r>
                            <m:r>
                              <a:rPr lang="en-US" altLang="zh-CN" sz="2800">
                                <a:latin typeface="Cambria Math" panose="02040503050406030204" pitchFamily="18" charset="0"/>
                              </a:rPr>
                              <m:t>%</m:t>
                            </m:r>
                          </m:e>
                        </m:d>
                      </m:e>
                      <m:sup>
                        <m:r>
                          <a:rPr lang="en-US" altLang="zh-CN" sz="2800" b="0" i="1" smtClean="0">
                            <a:latin typeface="Cambria Math" panose="02040503050406030204" pitchFamily="18" charset="0"/>
                          </a:rPr>
                          <m:t>2</m:t>
                        </m:r>
                      </m:sup>
                    </m:sSup>
                    <m:r>
                      <a:rPr lang="en-US" altLang="zh-CN" sz="2800" i="1">
                        <a:latin typeface="Cambria Math" panose="02040503050406030204" pitchFamily="18" charset="0"/>
                      </a:rPr>
                      <m:t>=</m:t>
                    </m:r>
                    <m:d>
                      <m:dPr>
                        <m:ctrlPr>
                          <a:rPr lang="en-US" altLang="zh-CN" sz="2800" i="1">
                            <a:latin typeface="Cambria Math" panose="02040503050406030204" pitchFamily="18" charset="0"/>
                          </a:rPr>
                        </m:ctrlPr>
                      </m:dPr>
                      <m:e>
                        <m:r>
                          <a:rPr lang="en-US" altLang="zh-CN" sz="2800">
                            <a:latin typeface="Cambria Math" panose="02040503050406030204" pitchFamily="18" charset="0"/>
                          </a:rPr>
                          <m:t>1+</m:t>
                        </m:r>
                        <m:r>
                          <a:rPr lang="en-US" altLang="zh-CN" sz="2800" b="0" i="1" smtClean="0">
                            <a:latin typeface="Cambria Math" panose="02040503050406030204" pitchFamily="18" charset="0"/>
                          </a:rPr>
                          <m:t>5.0000%</m:t>
                        </m:r>
                      </m:e>
                    </m:d>
                  </m:oMath>
                </a14:m>
                <a:r>
                  <a:rPr lang="en-US" altLang="zh-CN" sz="2800" dirty="0"/>
                  <a:t> </a:t>
                </a:r>
                <a14:m>
                  <m:oMath xmlns:m="http://schemas.openxmlformats.org/officeDocument/2006/math">
                    <m:d>
                      <m:dPr>
                        <m:ctrlPr>
                          <a:rPr lang="en-US" altLang="zh-CN" sz="2800" i="1">
                            <a:latin typeface="Cambria Math" panose="02040503050406030204" pitchFamily="18" charset="0"/>
                          </a:rPr>
                        </m:ctrlPr>
                      </m:dPr>
                      <m:e>
                        <m:r>
                          <a:rPr lang="en-US" altLang="zh-CN" sz="2800">
                            <a:latin typeface="Cambria Math" panose="02040503050406030204" pitchFamily="18" charset="0"/>
                          </a:rPr>
                          <m:t>1+</m:t>
                        </m:r>
                        <m:sSub>
                          <m:sSubPr>
                            <m:ctrlPr>
                              <a:rPr lang="en-US" altLang="zh-CN" sz="2800" i="1" smtClean="0">
                                <a:solidFill>
                                  <a:srgbClr val="C00000"/>
                                </a:solidFill>
                                <a:latin typeface="Cambria Math" panose="02040503050406030204" pitchFamily="18" charset="0"/>
                              </a:rPr>
                            </m:ctrlPr>
                          </m:sSubPr>
                          <m:e>
                            <m:r>
                              <a:rPr lang="en-US" altLang="zh-CN" sz="2800" i="1">
                                <a:solidFill>
                                  <a:srgbClr val="C00000"/>
                                </a:solidFill>
                                <a:latin typeface="Cambria Math" panose="02040503050406030204" pitchFamily="18" charset="0"/>
                              </a:rPr>
                              <m:t>𝑓</m:t>
                            </m:r>
                          </m:e>
                          <m:sub>
                            <m:r>
                              <a:rPr lang="en-US" altLang="zh-CN" sz="2800" b="0" i="1" smtClean="0">
                                <a:solidFill>
                                  <a:srgbClr val="C00000"/>
                                </a:solidFill>
                                <a:latin typeface="Cambria Math" panose="02040503050406030204" pitchFamily="18" charset="0"/>
                              </a:rPr>
                              <m:t>1</m:t>
                            </m:r>
                            <m:r>
                              <a:rPr lang="en-US" altLang="zh-CN" sz="2800" i="1">
                                <a:solidFill>
                                  <a:srgbClr val="C00000"/>
                                </a:solidFill>
                                <a:latin typeface="Cambria Math" panose="02040503050406030204" pitchFamily="18" charset="0"/>
                              </a:rPr>
                              <m:t>,1</m:t>
                            </m:r>
                          </m:sub>
                        </m:sSub>
                      </m:e>
                    </m:d>
                  </m:oMath>
                </a14:m>
                <a:endParaRPr lang="en-US" altLang="zh-CN" dirty="0"/>
              </a:p>
              <a:p>
                <a:pPr marL="0" indent="0">
                  <a:buNone/>
                </a:pPr>
                <a:endParaRPr lang="en-US" altLang="zh-CN" dirty="0"/>
              </a:p>
              <a:p>
                <a:r>
                  <a:rPr lang="zh-CN" altLang="en-US" dirty="0"/>
                  <a:t>第三年：</a:t>
                </a:r>
                <a:endParaRPr lang="en-US" altLang="zh-CN" dirty="0"/>
              </a:p>
              <a:p>
                <a:pPr marL="0" indent="0">
                  <a:buNone/>
                </a:pPr>
                <a:r>
                  <a:rPr lang="en-US" altLang="zh-CN" sz="2800" dirty="0"/>
                  <a:t> </a:t>
                </a:r>
                <a14:m>
                  <m:oMath xmlns:m="http://schemas.openxmlformats.org/officeDocument/2006/math">
                    <m:sSup>
                      <m:sSupPr>
                        <m:ctrlPr>
                          <a:rPr lang="en-US" altLang="zh-CN" sz="2800" i="1">
                            <a:latin typeface="Cambria Math" panose="02040503050406030204" pitchFamily="18" charset="0"/>
                          </a:rPr>
                        </m:ctrlPr>
                      </m:sSupPr>
                      <m:e>
                        <m:d>
                          <m:dPr>
                            <m:ctrlPr>
                              <a:rPr lang="en-US" altLang="zh-CN" sz="2800" i="1">
                                <a:latin typeface="Cambria Math" panose="02040503050406030204" pitchFamily="18" charset="0"/>
                              </a:rPr>
                            </m:ctrlPr>
                          </m:dPr>
                          <m:e>
                            <m:r>
                              <a:rPr lang="en-US" altLang="zh-CN" sz="2800">
                                <a:latin typeface="Cambria Math" panose="02040503050406030204" pitchFamily="18" charset="0"/>
                              </a:rPr>
                              <m:t>1+5.</m:t>
                            </m:r>
                            <m:r>
                              <a:rPr lang="en-US" altLang="zh-CN" sz="2800" b="0" i="0" smtClean="0">
                                <a:latin typeface="Cambria Math" panose="02040503050406030204" pitchFamily="18" charset="0"/>
                              </a:rPr>
                              <m:t>2071</m:t>
                            </m:r>
                            <m:r>
                              <a:rPr lang="en-US" altLang="zh-CN" sz="2800">
                                <a:latin typeface="Cambria Math" panose="02040503050406030204" pitchFamily="18" charset="0"/>
                              </a:rPr>
                              <m:t>%</m:t>
                            </m:r>
                          </m:e>
                        </m:d>
                      </m:e>
                      <m:sup>
                        <m:r>
                          <a:rPr lang="en-US" altLang="zh-CN" sz="2800" b="0" i="1" smtClean="0">
                            <a:latin typeface="Cambria Math" panose="02040503050406030204" pitchFamily="18" charset="0"/>
                          </a:rPr>
                          <m:t>3</m:t>
                        </m:r>
                      </m:sup>
                    </m:sSup>
                    <m:r>
                      <a:rPr lang="en-US" altLang="zh-CN" sz="2800" i="1">
                        <a:latin typeface="Cambria Math" panose="02040503050406030204" pitchFamily="18" charset="0"/>
                      </a:rPr>
                      <m:t>=</m:t>
                    </m:r>
                    <m:d>
                      <m:dPr>
                        <m:ctrlPr>
                          <a:rPr lang="en-US" altLang="zh-CN" sz="2800" i="1">
                            <a:latin typeface="Cambria Math" panose="02040503050406030204" pitchFamily="18" charset="0"/>
                          </a:rPr>
                        </m:ctrlPr>
                      </m:dPr>
                      <m:e>
                        <m:r>
                          <a:rPr lang="en-US" altLang="zh-CN" sz="2800">
                            <a:latin typeface="Cambria Math" panose="02040503050406030204" pitchFamily="18" charset="0"/>
                          </a:rPr>
                          <m:t>1+</m:t>
                        </m:r>
                        <m:r>
                          <a:rPr lang="en-US" altLang="zh-CN" sz="2800" i="1">
                            <a:latin typeface="Cambria Math" panose="02040503050406030204" pitchFamily="18" charset="0"/>
                          </a:rPr>
                          <m:t>5.0000%</m:t>
                        </m:r>
                      </m:e>
                    </m:d>
                    <m:d>
                      <m:dPr>
                        <m:ctrlPr>
                          <a:rPr lang="en-US" altLang="zh-CN" sz="2800" i="1">
                            <a:latin typeface="Cambria Math" panose="02040503050406030204" pitchFamily="18" charset="0"/>
                          </a:rPr>
                        </m:ctrlPr>
                      </m:dPr>
                      <m:e>
                        <m:r>
                          <a:rPr lang="en-US" altLang="zh-CN" sz="2800">
                            <a:latin typeface="Cambria Math" panose="02040503050406030204" pitchFamily="18" charset="0"/>
                          </a:rPr>
                          <m:t>1+</m:t>
                        </m:r>
                        <m:r>
                          <a:rPr lang="en-US" altLang="zh-CN" sz="2800" i="1">
                            <a:latin typeface="Cambria Math" panose="02040503050406030204" pitchFamily="18" charset="0"/>
                          </a:rPr>
                          <m:t>5.</m:t>
                        </m:r>
                        <m:r>
                          <a:rPr lang="en-US" altLang="zh-CN" sz="2800" b="0" i="1" smtClean="0">
                            <a:latin typeface="Cambria Math" panose="02040503050406030204" pitchFamily="18" charset="0"/>
                          </a:rPr>
                          <m:t>2053</m:t>
                        </m:r>
                        <m:r>
                          <a:rPr lang="en-US" altLang="zh-CN" sz="2800" i="1">
                            <a:latin typeface="Cambria Math" panose="02040503050406030204" pitchFamily="18" charset="0"/>
                          </a:rPr>
                          <m:t>%</m:t>
                        </m:r>
                      </m:e>
                    </m:d>
                    <m:d>
                      <m:dPr>
                        <m:ctrlPr>
                          <a:rPr lang="en-US" altLang="zh-CN" sz="2800" i="1">
                            <a:latin typeface="Cambria Math" panose="02040503050406030204" pitchFamily="18" charset="0"/>
                          </a:rPr>
                        </m:ctrlPr>
                      </m:dPr>
                      <m:e>
                        <m:r>
                          <a:rPr lang="en-US" altLang="zh-CN" sz="2800">
                            <a:latin typeface="Cambria Math" panose="02040503050406030204" pitchFamily="18" charset="0"/>
                          </a:rPr>
                          <m:t>1+</m:t>
                        </m:r>
                        <m:sSub>
                          <m:sSubPr>
                            <m:ctrlPr>
                              <a:rPr lang="en-US" altLang="zh-CN" sz="2800" i="1" smtClean="0">
                                <a:solidFill>
                                  <a:srgbClr val="C00000"/>
                                </a:solidFill>
                                <a:latin typeface="Cambria Math" panose="02040503050406030204" pitchFamily="18" charset="0"/>
                              </a:rPr>
                            </m:ctrlPr>
                          </m:sSubPr>
                          <m:e>
                            <m:r>
                              <a:rPr lang="en-US" altLang="zh-CN" sz="2800" i="1">
                                <a:solidFill>
                                  <a:srgbClr val="C00000"/>
                                </a:solidFill>
                                <a:latin typeface="Cambria Math" panose="02040503050406030204" pitchFamily="18" charset="0"/>
                              </a:rPr>
                              <m:t>𝑓</m:t>
                            </m:r>
                          </m:e>
                          <m:sub>
                            <m:r>
                              <a:rPr lang="en-US" altLang="zh-CN" sz="2800" b="0" i="1" smtClean="0">
                                <a:solidFill>
                                  <a:srgbClr val="C00000"/>
                                </a:solidFill>
                                <a:latin typeface="Cambria Math" panose="02040503050406030204" pitchFamily="18" charset="0"/>
                              </a:rPr>
                              <m:t>2</m:t>
                            </m:r>
                            <m:r>
                              <a:rPr lang="en-US" altLang="zh-CN" sz="2800" i="1">
                                <a:solidFill>
                                  <a:srgbClr val="C00000"/>
                                </a:solidFill>
                                <a:latin typeface="Cambria Math" panose="02040503050406030204" pitchFamily="18" charset="0"/>
                              </a:rPr>
                              <m:t>,1</m:t>
                            </m:r>
                          </m:sub>
                        </m:sSub>
                      </m:e>
                    </m:d>
                  </m:oMath>
                </a14:m>
                <a:endParaRPr lang="en-US" altLang="zh-CN" dirty="0"/>
              </a:p>
              <a:p>
                <a:endParaRPr lang="zh-CN" altLang="en-US" dirty="0"/>
              </a:p>
            </p:txBody>
          </p:sp>
        </mc:Choice>
        <mc:Fallback xmlns="">
          <p:sp>
            <p:nvSpPr>
              <p:cNvPr id="3" name="内容占位符 2">
                <a:extLst>
                  <a:ext uri="{FF2B5EF4-FFF2-40B4-BE49-F238E27FC236}">
                    <a16:creationId xmlns:a16="http://schemas.microsoft.com/office/drawing/2014/main" id="{5B43C03B-A495-482F-9E18-190D7DC1D9FD}"/>
                  </a:ext>
                </a:extLst>
              </p:cNvPr>
              <p:cNvSpPr>
                <a:spLocks noGrp="1" noRot="1" noChangeAspect="1" noMove="1" noResize="1" noEditPoints="1" noAdjustHandles="1" noChangeArrowheads="1" noChangeShapeType="1" noTextEdit="1"/>
              </p:cNvSpPr>
              <p:nvPr>
                <p:ph sz="half" idx="2"/>
              </p:nvPr>
            </p:nvSpPr>
            <p:spPr>
              <a:xfrm>
                <a:off x="7189940" y="1594172"/>
                <a:ext cx="9596519" cy="7873919"/>
              </a:xfrm>
              <a:blipFill>
                <a:blip r:embed="rId2"/>
                <a:stretch>
                  <a:fillRect l="-825"/>
                </a:stretch>
              </a:blipFill>
            </p:spPr>
            <p:txBody>
              <a:bodyPr/>
              <a:lstStyle/>
              <a:p>
                <a:r>
                  <a:rPr lang="zh-CN" altLang="en-US">
                    <a:noFill/>
                  </a:rPr>
                  <a:t> </a:t>
                </a:r>
              </a:p>
            </p:txBody>
          </p:sp>
        </mc:Fallback>
      </mc:AlternateContent>
      <p:grpSp>
        <p:nvGrpSpPr>
          <p:cNvPr id="21" name="组合 20">
            <a:extLst>
              <a:ext uri="{FF2B5EF4-FFF2-40B4-BE49-F238E27FC236}">
                <a16:creationId xmlns:a16="http://schemas.microsoft.com/office/drawing/2014/main" id="{076F2066-FE87-40AC-B4A7-BD8F47414A4D}"/>
              </a:ext>
            </a:extLst>
          </p:cNvPr>
          <p:cNvGrpSpPr/>
          <p:nvPr/>
        </p:nvGrpSpPr>
        <p:grpSpPr>
          <a:xfrm>
            <a:off x="3945440" y="3093929"/>
            <a:ext cx="5862439" cy="1766202"/>
            <a:chOff x="3645074" y="2630466"/>
            <a:chExt cx="5981463" cy="1458038"/>
          </a:xfrm>
        </p:grpSpPr>
        <p:sp>
          <p:nvSpPr>
            <p:cNvPr id="8" name="椭圆 7">
              <a:extLst>
                <a:ext uri="{FF2B5EF4-FFF2-40B4-BE49-F238E27FC236}">
                  <a16:creationId xmlns:a16="http://schemas.microsoft.com/office/drawing/2014/main" id="{6B0D13B8-25A8-45B9-8BC4-974B8E77073D}"/>
                </a:ext>
              </a:extLst>
            </p:cNvPr>
            <p:cNvSpPr/>
            <p:nvPr/>
          </p:nvSpPr>
          <p:spPr>
            <a:xfrm>
              <a:off x="3645074" y="3106128"/>
              <a:ext cx="1478071" cy="776939"/>
            </a:xfrm>
            <a:prstGeom prst="ellipse">
              <a:avLst/>
            </a:prstGeom>
            <a:noFill/>
            <a:ln w="2857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弧形 19">
              <a:extLst>
                <a:ext uri="{FF2B5EF4-FFF2-40B4-BE49-F238E27FC236}">
                  <a16:creationId xmlns:a16="http://schemas.microsoft.com/office/drawing/2014/main" id="{2E83F942-F59B-47BD-8576-5F27BD64AD98}"/>
                </a:ext>
              </a:extLst>
            </p:cNvPr>
            <p:cNvSpPr/>
            <p:nvPr/>
          </p:nvSpPr>
          <p:spPr>
            <a:xfrm>
              <a:off x="4083485" y="2630466"/>
              <a:ext cx="5543052" cy="1458038"/>
            </a:xfrm>
            <a:prstGeom prst="arc">
              <a:avLst>
                <a:gd name="adj1" fmla="val 11217519"/>
                <a:gd name="adj2" fmla="val 21230162"/>
              </a:avLst>
            </a:prstGeom>
            <a:ln w="19050">
              <a:solidFill>
                <a:srgbClr val="FF0000"/>
              </a:solidFill>
              <a:prstDash val="dash"/>
              <a:headEnd type="none" w="med" len="med"/>
              <a:tailEnd type="triangle"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grpSp>
      <p:grpSp>
        <p:nvGrpSpPr>
          <p:cNvPr id="25" name="组合 24">
            <a:extLst>
              <a:ext uri="{FF2B5EF4-FFF2-40B4-BE49-F238E27FC236}">
                <a16:creationId xmlns:a16="http://schemas.microsoft.com/office/drawing/2014/main" id="{E0D4AA03-75D9-443B-8C0E-A1FA906FC680}"/>
              </a:ext>
            </a:extLst>
          </p:cNvPr>
          <p:cNvGrpSpPr/>
          <p:nvPr/>
        </p:nvGrpSpPr>
        <p:grpSpPr>
          <a:xfrm rot="10800000">
            <a:off x="5829739" y="3382490"/>
            <a:ext cx="6200335" cy="1458038"/>
            <a:chOff x="3708674" y="2567836"/>
            <a:chExt cx="8818035" cy="1458038"/>
          </a:xfrm>
        </p:grpSpPr>
        <p:sp>
          <p:nvSpPr>
            <p:cNvPr id="26" name="椭圆 25">
              <a:extLst>
                <a:ext uri="{FF2B5EF4-FFF2-40B4-BE49-F238E27FC236}">
                  <a16:creationId xmlns:a16="http://schemas.microsoft.com/office/drawing/2014/main" id="{262C6CD1-F99D-4E06-AA71-3975F4D72EA2}"/>
                </a:ext>
              </a:extLst>
            </p:cNvPr>
            <p:cNvSpPr/>
            <p:nvPr/>
          </p:nvSpPr>
          <p:spPr>
            <a:xfrm>
              <a:off x="3708674" y="2835902"/>
              <a:ext cx="887531" cy="1047166"/>
            </a:xfrm>
            <a:prstGeom prst="ellipse">
              <a:avLst/>
            </a:prstGeom>
            <a:noFill/>
            <a:ln w="2857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7" name="弧形 26">
              <a:extLst>
                <a:ext uri="{FF2B5EF4-FFF2-40B4-BE49-F238E27FC236}">
                  <a16:creationId xmlns:a16="http://schemas.microsoft.com/office/drawing/2014/main" id="{9550B580-2D95-4D93-AEA5-528843FFB06E}"/>
                </a:ext>
              </a:extLst>
            </p:cNvPr>
            <p:cNvSpPr/>
            <p:nvPr/>
          </p:nvSpPr>
          <p:spPr>
            <a:xfrm>
              <a:off x="4102522" y="2567836"/>
              <a:ext cx="8424187" cy="1458038"/>
            </a:xfrm>
            <a:prstGeom prst="arc">
              <a:avLst>
                <a:gd name="adj1" fmla="val 11201544"/>
                <a:gd name="adj2" fmla="val 21242251"/>
              </a:avLst>
            </a:prstGeom>
            <a:ln w="19050">
              <a:solidFill>
                <a:srgbClr val="FF0000"/>
              </a:solidFill>
              <a:prstDash val="dash"/>
              <a:headEnd type="none" w="med" len="med"/>
              <a:tailEnd type="triangle"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grpSp>
      <p:graphicFrame>
        <p:nvGraphicFramePr>
          <p:cNvPr id="11" name="图表 10">
            <a:extLst>
              <a:ext uri="{FF2B5EF4-FFF2-40B4-BE49-F238E27FC236}">
                <a16:creationId xmlns:a16="http://schemas.microsoft.com/office/drawing/2014/main" id="{83961B02-E934-4996-B993-A43C79579B1D}"/>
              </a:ext>
            </a:extLst>
          </p:cNvPr>
          <p:cNvGraphicFramePr>
            <a:graphicFrameLocks/>
          </p:cNvGraphicFramePr>
          <p:nvPr>
            <p:extLst>
              <p:ext uri="{D42A27DB-BD31-4B8C-83A1-F6EECF244321}">
                <p14:modId xmlns:p14="http://schemas.microsoft.com/office/powerpoint/2010/main" val="2747070173"/>
              </p:ext>
            </p:extLst>
          </p:nvPr>
        </p:nvGraphicFramePr>
        <p:xfrm>
          <a:off x="12633097" y="2447029"/>
          <a:ext cx="4328098" cy="3815965"/>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36624525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33B1FCC-3C11-416A-A005-7406B8BFF70C}"/>
              </a:ext>
            </a:extLst>
          </p:cNvPr>
          <p:cNvSpPr>
            <a:spLocks noGrp="1"/>
          </p:cNvSpPr>
          <p:nvPr>
            <p:ph type="title"/>
          </p:nvPr>
        </p:nvSpPr>
        <p:spPr/>
        <p:txBody>
          <a:bodyPr/>
          <a:lstStyle/>
          <a:p>
            <a:r>
              <a:rPr lang="zh-CN" altLang="en-US" dirty="0"/>
              <a:t>连续时间收益率</a:t>
            </a:r>
          </a:p>
        </p:txBody>
      </p:sp>
      <mc:AlternateContent xmlns:mc="http://schemas.openxmlformats.org/markup-compatibility/2006" xmlns:a14="http://schemas.microsoft.com/office/drawing/2010/main">
        <mc:Choice Requires="a14">
          <p:sp>
            <p:nvSpPr>
              <p:cNvPr id="3" name="内容占位符 2">
                <a:extLst>
                  <a:ext uri="{FF2B5EF4-FFF2-40B4-BE49-F238E27FC236}">
                    <a16:creationId xmlns:a16="http://schemas.microsoft.com/office/drawing/2014/main" id="{A0063147-4FD2-42C5-BBFD-650801385AEC}"/>
                  </a:ext>
                </a:extLst>
              </p:cNvPr>
              <p:cNvSpPr>
                <a:spLocks noGrp="1"/>
              </p:cNvSpPr>
              <p:nvPr>
                <p:ph sz="half" idx="1"/>
              </p:nvPr>
            </p:nvSpPr>
            <p:spPr/>
            <p:txBody>
              <a:bodyPr>
                <a:normAutofit/>
              </a:bodyPr>
              <a:lstStyle/>
              <a:p>
                <a:r>
                  <a:rPr lang="zh-CN" altLang="en-US" dirty="0"/>
                  <a:t>年付息频率为</a:t>
                </a:r>
                <a:r>
                  <a:rPr lang="en-US" altLang="zh-CN" dirty="0"/>
                  <a:t>F</a:t>
                </a:r>
                <a:r>
                  <a:rPr lang="zh-CN" altLang="en-US" dirty="0"/>
                  <a:t>、票息为</a:t>
                </a:r>
                <a:r>
                  <a:rPr lang="en-US" altLang="zh-CN" dirty="0"/>
                  <a:t>r</a:t>
                </a:r>
                <a:r>
                  <a:rPr lang="zh-CN" altLang="en-US" dirty="0"/>
                  <a:t>的固息债券终值为</a:t>
                </a:r>
                <a:endParaRPr lang="en-US" altLang="zh-CN" dirty="0"/>
              </a:p>
              <a:p>
                <a:pPr marL="0" indent="0">
                  <a:buNone/>
                </a:pPr>
                <a14:m>
                  <m:oMathPara xmlns:m="http://schemas.openxmlformats.org/officeDocument/2006/math">
                    <m:oMathParaPr>
                      <m:jc m:val="centerGroup"/>
                    </m:oMathParaPr>
                    <m:oMath xmlns:m="http://schemas.openxmlformats.org/officeDocument/2006/math">
                      <m:r>
                        <a:rPr lang="en-US" altLang="zh-CN" sz="2800" b="0" i="1" smtClean="0">
                          <a:latin typeface="Cambria Math" panose="02040503050406030204" pitchFamily="18" charset="0"/>
                        </a:rPr>
                        <m:t>𝐹𝑉</m:t>
                      </m:r>
                      <m:r>
                        <a:rPr lang="en-US" altLang="zh-CN" sz="2800" b="0" i="1" smtClean="0">
                          <a:latin typeface="Cambria Math" panose="02040503050406030204" pitchFamily="18" charset="0"/>
                        </a:rPr>
                        <m:t>=</m:t>
                      </m:r>
                      <m:r>
                        <a:rPr lang="en-US" altLang="zh-CN" sz="2800" b="0" i="1" smtClean="0">
                          <a:latin typeface="Cambria Math" panose="02040503050406030204" pitchFamily="18" charset="0"/>
                        </a:rPr>
                        <m:t>𝑃</m:t>
                      </m:r>
                      <m:r>
                        <a:rPr lang="en-US" altLang="zh-CN" sz="2800" b="0" i="1" smtClean="0">
                          <a:latin typeface="Cambria Math" panose="02040503050406030204" pitchFamily="18" charset="0"/>
                        </a:rPr>
                        <m:t>×</m:t>
                      </m:r>
                      <m:sSup>
                        <m:sSupPr>
                          <m:ctrlPr>
                            <a:rPr lang="en-US" altLang="zh-CN" sz="2800" b="0" i="1" smtClean="0">
                              <a:latin typeface="Cambria Math" panose="02040503050406030204" pitchFamily="18" charset="0"/>
                            </a:rPr>
                          </m:ctrlPr>
                        </m:sSupPr>
                        <m:e>
                          <m:d>
                            <m:dPr>
                              <m:ctrlPr>
                                <a:rPr lang="en-US" altLang="zh-CN" sz="2800" b="0" i="1" smtClean="0">
                                  <a:latin typeface="Cambria Math" panose="02040503050406030204" pitchFamily="18" charset="0"/>
                                </a:rPr>
                              </m:ctrlPr>
                            </m:dPr>
                            <m:e>
                              <m:r>
                                <a:rPr lang="en-US" altLang="zh-CN" sz="2800" b="0" i="1" smtClean="0">
                                  <a:latin typeface="Cambria Math" panose="02040503050406030204" pitchFamily="18" charset="0"/>
                                </a:rPr>
                                <m:t>1+</m:t>
                              </m:r>
                              <m:f>
                                <m:fPr>
                                  <m:ctrlPr>
                                    <a:rPr lang="en-US" altLang="zh-CN" sz="2800" b="0" i="1" smtClean="0">
                                      <a:latin typeface="Cambria Math" panose="02040503050406030204" pitchFamily="18" charset="0"/>
                                    </a:rPr>
                                  </m:ctrlPr>
                                </m:fPr>
                                <m:num>
                                  <m:r>
                                    <a:rPr lang="en-US" altLang="zh-CN" sz="2800" b="0" i="1" smtClean="0">
                                      <a:latin typeface="Cambria Math" panose="02040503050406030204" pitchFamily="18" charset="0"/>
                                    </a:rPr>
                                    <m:t>𝑟</m:t>
                                  </m:r>
                                </m:num>
                                <m:den>
                                  <m:r>
                                    <a:rPr lang="en-US" altLang="zh-CN" sz="2800" b="0" i="1" smtClean="0">
                                      <a:latin typeface="Cambria Math" panose="02040503050406030204" pitchFamily="18" charset="0"/>
                                    </a:rPr>
                                    <m:t>𝐹</m:t>
                                  </m:r>
                                </m:den>
                              </m:f>
                            </m:e>
                          </m:d>
                        </m:e>
                        <m:sup>
                          <m:r>
                            <a:rPr lang="en-US" altLang="zh-CN" sz="2800" b="0" i="1" smtClean="0">
                              <a:latin typeface="Cambria Math" panose="02040503050406030204" pitchFamily="18" charset="0"/>
                            </a:rPr>
                            <m:t>𝐹</m:t>
                          </m:r>
                        </m:sup>
                      </m:sSup>
                    </m:oMath>
                  </m:oMathPara>
                </a14:m>
                <a:endParaRPr lang="en-US" altLang="zh-CN" dirty="0"/>
              </a:p>
              <a:p>
                <a:pPr marL="0" indent="0">
                  <a:buNone/>
                </a:pPr>
                <a:r>
                  <a:rPr lang="zh-CN" altLang="en-US" dirty="0"/>
                  <a:t>随着付息频率的提高，债券终值将收敛</a:t>
                </a:r>
                <a:endParaRPr lang="en-US" altLang="zh-CN" i="1" dirty="0">
                  <a:latin typeface="Cambria Math" panose="02040503050406030204" pitchFamily="18" charset="0"/>
                </a:endParaRPr>
              </a:p>
              <a:p>
                <a:pPr marL="0" indent="0" algn="ctr">
                  <a:buNone/>
                </a:pPr>
                <a14:m>
                  <m:oMathPara xmlns:m="http://schemas.openxmlformats.org/officeDocument/2006/math">
                    <m:oMathParaPr>
                      <m:jc m:val="centerGroup"/>
                    </m:oMathParaPr>
                    <m:oMath xmlns:m="http://schemas.openxmlformats.org/officeDocument/2006/math">
                      <m:func>
                        <m:funcPr>
                          <m:ctrlPr>
                            <a:rPr lang="pt-BR" altLang="zh-CN" sz="2800" i="1" smtClean="0">
                              <a:latin typeface="Cambria Math" panose="02040503050406030204" pitchFamily="18" charset="0"/>
                            </a:rPr>
                          </m:ctrlPr>
                        </m:funcPr>
                        <m:fName>
                          <m:limLow>
                            <m:limLowPr>
                              <m:ctrlPr>
                                <a:rPr lang="pt-BR" altLang="zh-CN" sz="2800" i="1" smtClean="0">
                                  <a:latin typeface="Cambria Math" panose="02040503050406030204" pitchFamily="18" charset="0"/>
                                </a:rPr>
                              </m:ctrlPr>
                            </m:limLowPr>
                            <m:e>
                              <m:r>
                                <m:rPr>
                                  <m:sty m:val="p"/>
                                </m:rPr>
                                <a:rPr lang="pt-BR" altLang="zh-CN" sz="2800" i="0" smtClean="0">
                                  <a:latin typeface="Cambria Math" panose="02040503050406030204" pitchFamily="18" charset="0"/>
                                </a:rPr>
                                <m:t>lim</m:t>
                              </m:r>
                            </m:e>
                            <m:lim>
                              <m:r>
                                <a:rPr lang="en-US" altLang="zh-CN" sz="2800" b="0" i="1" smtClean="0">
                                  <a:latin typeface="Cambria Math" panose="02040503050406030204" pitchFamily="18" charset="0"/>
                                </a:rPr>
                                <m:t>𝐹</m:t>
                              </m:r>
                              <m:r>
                                <a:rPr lang="pt-BR" altLang="zh-CN" sz="2800" i="1" smtClean="0">
                                  <a:latin typeface="Cambria Math" panose="02040503050406030204" pitchFamily="18" charset="0"/>
                                </a:rPr>
                                <m:t>→∞</m:t>
                              </m:r>
                            </m:lim>
                          </m:limLow>
                        </m:fName>
                        <m:e>
                          <m:r>
                            <a:rPr lang="en-US" altLang="zh-CN" sz="2800" b="0" i="1" smtClean="0">
                              <a:latin typeface="Cambria Math" panose="02040503050406030204" pitchFamily="18" charset="0"/>
                            </a:rPr>
                            <m:t>𝑃</m:t>
                          </m:r>
                          <m:r>
                            <a:rPr lang="en-US" altLang="zh-CN" sz="2800" b="0" i="1" smtClean="0">
                              <a:latin typeface="Cambria Math" panose="02040503050406030204" pitchFamily="18" charset="0"/>
                            </a:rPr>
                            <m:t>×</m:t>
                          </m:r>
                          <m:sSup>
                            <m:sSupPr>
                              <m:ctrlPr>
                                <a:rPr lang="pt-BR" altLang="zh-CN" sz="2800" i="1" smtClean="0">
                                  <a:latin typeface="Cambria Math" panose="02040503050406030204" pitchFamily="18" charset="0"/>
                                </a:rPr>
                              </m:ctrlPr>
                            </m:sSupPr>
                            <m:e>
                              <m:d>
                                <m:dPr>
                                  <m:ctrlPr>
                                    <a:rPr lang="pt-BR" altLang="zh-CN" sz="2800" i="1" smtClean="0">
                                      <a:latin typeface="Cambria Math" panose="02040503050406030204" pitchFamily="18" charset="0"/>
                                    </a:rPr>
                                  </m:ctrlPr>
                                </m:dPr>
                                <m:e>
                                  <m:r>
                                    <a:rPr lang="pt-BR" altLang="zh-CN" sz="2800" i="1" smtClean="0">
                                      <a:latin typeface="Cambria Math" panose="02040503050406030204" pitchFamily="18" charset="0"/>
                                    </a:rPr>
                                    <m:t>1+</m:t>
                                  </m:r>
                                  <m:f>
                                    <m:fPr>
                                      <m:ctrlPr>
                                        <a:rPr lang="pt-BR" altLang="zh-CN" sz="2800" i="1" smtClean="0">
                                          <a:latin typeface="Cambria Math" panose="02040503050406030204" pitchFamily="18" charset="0"/>
                                        </a:rPr>
                                      </m:ctrlPr>
                                    </m:fPr>
                                    <m:num>
                                      <m:r>
                                        <a:rPr lang="en-US" altLang="zh-CN" sz="2800" b="0" i="1" smtClean="0">
                                          <a:latin typeface="Cambria Math" panose="02040503050406030204" pitchFamily="18" charset="0"/>
                                        </a:rPr>
                                        <m:t>𝑟</m:t>
                                      </m:r>
                                    </m:num>
                                    <m:den>
                                      <m:r>
                                        <a:rPr lang="en-US" altLang="zh-CN" sz="2800" b="0" i="1" smtClean="0">
                                          <a:latin typeface="Cambria Math" panose="02040503050406030204" pitchFamily="18" charset="0"/>
                                        </a:rPr>
                                        <m:t>𝐹</m:t>
                                      </m:r>
                                    </m:den>
                                  </m:f>
                                </m:e>
                              </m:d>
                            </m:e>
                            <m:sup>
                              <m:r>
                                <a:rPr lang="en-US" altLang="zh-CN" sz="2800" b="0" i="1" smtClean="0">
                                  <a:latin typeface="Cambria Math" panose="02040503050406030204" pitchFamily="18" charset="0"/>
                                </a:rPr>
                                <m:t>𝐹</m:t>
                              </m:r>
                            </m:sup>
                          </m:sSup>
                        </m:e>
                      </m:func>
                      <m:r>
                        <a:rPr lang="en-US" altLang="zh-CN" sz="2800" b="0" i="1" smtClean="0">
                          <a:latin typeface="Cambria Math" panose="02040503050406030204" pitchFamily="18" charset="0"/>
                        </a:rPr>
                        <m:t>=</m:t>
                      </m:r>
                      <m:r>
                        <a:rPr lang="en-US" altLang="zh-CN" sz="2800" b="0" i="1" smtClean="0">
                          <a:latin typeface="Cambria Math" panose="02040503050406030204" pitchFamily="18" charset="0"/>
                        </a:rPr>
                        <m:t>𝑃</m:t>
                      </m:r>
                      <m:r>
                        <a:rPr lang="en-US" altLang="zh-CN" sz="2800" b="0" i="1" smtClean="0">
                          <a:latin typeface="Cambria Math" panose="02040503050406030204" pitchFamily="18" charset="0"/>
                        </a:rPr>
                        <m:t>×</m:t>
                      </m:r>
                      <m:func>
                        <m:funcPr>
                          <m:ctrlPr>
                            <a:rPr lang="pt-BR" altLang="zh-CN" sz="2800" i="1">
                              <a:latin typeface="Cambria Math" panose="02040503050406030204" pitchFamily="18" charset="0"/>
                            </a:rPr>
                          </m:ctrlPr>
                        </m:funcPr>
                        <m:fName>
                          <m:limLow>
                            <m:limLowPr>
                              <m:ctrlPr>
                                <a:rPr lang="pt-BR" altLang="zh-CN" sz="2800" i="1">
                                  <a:latin typeface="Cambria Math" panose="02040503050406030204" pitchFamily="18" charset="0"/>
                                </a:rPr>
                              </m:ctrlPr>
                            </m:limLowPr>
                            <m:e>
                              <m:r>
                                <m:rPr>
                                  <m:sty m:val="p"/>
                                </m:rPr>
                                <a:rPr lang="pt-BR" altLang="zh-CN" sz="2800">
                                  <a:latin typeface="Cambria Math" panose="02040503050406030204" pitchFamily="18" charset="0"/>
                                </a:rPr>
                                <m:t>lim</m:t>
                              </m:r>
                            </m:e>
                            <m:lim>
                              <m:r>
                                <m:rPr>
                                  <m:sty m:val="p"/>
                                </m:rPr>
                                <a:rPr lang="en-US" altLang="zh-CN" sz="2800" i="1" smtClean="0">
                                  <a:latin typeface="Cambria Math" panose="02040503050406030204" pitchFamily="18" charset="0"/>
                                </a:rPr>
                                <m:t>x</m:t>
                              </m:r>
                              <m:r>
                                <a:rPr lang="en-US" altLang="zh-CN" sz="2800" b="0" i="1" smtClean="0">
                                  <a:latin typeface="Cambria Math" panose="02040503050406030204" pitchFamily="18" charset="0"/>
                                </a:rPr>
                                <m:t>=</m:t>
                              </m:r>
                              <m:r>
                                <a:rPr lang="en-US" altLang="zh-CN" sz="2800" b="0" i="1" smtClean="0">
                                  <a:latin typeface="Cambria Math" panose="02040503050406030204" pitchFamily="18" charset="0"/>
                                </a:rPr>
                                <m:t>𝐹</m:t>
                              </m:r>
                              <m:r>
                                <a:rPr lang="en-US" altLang="zh-CN" sz="2800" b="0" i="1" smtClean="0">
                                  <a:latin typeface="Cambria Math" panose="02040503050406030204" pitchFamily="18" charset="0"/>
                                </a:rPr>
                                <m:t>/</m:t>
                              </m:r>
                              <m:r>
                                <a:rPr lang="en-US" altLang="zh-CN" sz="2800" b="0" i="1" smtClean="0">
                                  <a:latin typeface="Cambria Math" panose="02040503050406030204" pitchFamily="18" charset="0"/>
                                </a:rPr>
                                <m:t>𝑟</m:t>
                              </m:r>
                              <m:r>
                                <a:rPr lang="pt-BR" altLang="zh-CN" sz="2800" i="1">
                                  <a:latin typeface="Cambria Math" panose="02040503050406030204" pitchFamily="18" charset="0"/>
                                </a:rPr>
                                <m:t>→∞</m:t>
                              </m:r>
                            </m:lim>
                          </m:limLow>
                        </m:fName>
                        <m:e>
                          <m:sSup>
                            <m:sSupPr>
                              <m:ctrlPr>
                                <a:rPr lang="pt-BR" altLang="zh-CN" sz="2800" i="1">
                                  <a:latin typeface="Cambria Math" panose="02040503050406030204" pitchFamily="18" charset="0"/>
                                </a:rPr>
                              </m:ctrlPr>
                            </m:sSupPr>
                            <m:e>
                              <m:d>
                                <m:dPr>
                                  <m:ctrlPr>
                                    <a:rPr lang="pt-BR" altLang="zh-CN" sz="2800" i="1">
                                      <a:latin typeface="Cambria Math" panose="02040503050406030204" pitchFamily="18" charset="0"/>
                                    </a:rPr>
                                  </m:ctrlPr>
                                </m:dPr>
                                <m:e>
                                  <m:r>
                                    <a:rPr lang="pt-BR" altLang="zh-CN" sz="2800" i="1">
                                      <a:latin typeface="Cambria Math" panose="02040503050406030204" pitchFamily="18" charset="0"/>
                                    </a:rPr>
                                    <m:t>1+</m:t>
                                  </m:r>
                                  <m:f>
                                    <m:fPr>
                                      <m:ctrlPr>
                                        <a:rPr lang="pt-BR" altLang="zh-CN" sz="2800" i="1">
                                          <a:latin typeface="Cambria Math" panose="02040503050406030204" pitchFamily="18" charset="0"/>
                                        </a:rPr>
                                      </m:ctrlPr>
                                    </m:fPr>
                                    <m:num>
                                      <m:r>
                                        <a:rPr lang="en-US" altLang="zh-CN" sz="2800" b="0" i="1" smtClean="0">
                                          <a:latin typeface="Cambria Math" panose="02040503050406030204" pitchFamily="18" charset="0"/>
                                        </a:rPr>
                                        <m:t>1</m:t>
                                      </m:r>
                                    </m:num>
                                    <m:den>
                                      <m:r>
                                        <a:rPr lang="en-US" altLang="zh-CN" sz="2800" b="0" i="1" smtClean="0">
                                          <a:latin typeface="Cambria Math" panose="02040503050406030204" pitchFamily="18" charset="0"/>
                                        </a:rPr>
                                        <m:t>𝑥</m:t>
                                      </m:r>
                                    </m:den>
                                  </m:f>
                                </m:e>
                              </m:d>
                            </m:e>
                            <m:sup>
                              <m:r>
                                <a:rPr lang="en-US" altLang="zh-CN" sz="2800" b="0" i="1" smtClean="0">
                                  <a:latin typeface="Cambria Math" panose="02040503050406030204" pitchFamily="18" charset="0"/>
                                </a:rPr>
                                <m:t>𝑥𝑟</m:t>
                              </m:r>
                            </m:sup>
                          </m:sSup>
                        </m:e>
                      </m:func>
                    </m:oMath>
                  </m:oMathPara>
                </a14:m>
                <a:endParaRPr lang="en-US" altLang="zh-CN" sz="3200" i="1" dirty="0">
                  <a:latin typeface="Cambria Math" panose="02040503050406030204" pitchFamily="18" charset="0"/>
                </a:endParaRPr>
              </a:p>
              <a:p>
                <a:pPr marL="0" indent="0" algn="ctr">
                  <a:buNone/>
                </a:pPr>
                <a14:m>
                  <m:oMathPara xmlns:m="http://schemas.openxmlformats.org/officeDocument/2006/math">
                    <m:oMathParaPr>
                      <m:jc m:val="centerGroup"/>
                    </m:oMathParaPr>
                    <m:oMath xmlns:m="http://schemas.openxmlformats.org/officeDocument/2006/math">
                      <m:r>
                        <a:rPr lang="en-US" altLang="zh-CN" sz="3200" b="0" i="1" smtClean="0">
                          <a:solidFill>
                            <a:srgbClr val="C00000"/>
                          </a:solidFill>
                          <a:latin typeface="Cambria Math" panose="02040503050406030204" pitchFamily="18" charset="0"/>
                        </a:rPr>
                        <m:t>=</m:t>
                      </m:r>
                      <m:r>
                        <a:rPr lang="en-US" altLang="zh-CN" sz="3200" b="0" i="1" smtClean="0">
                          <a:solidFill>
                            <a:srgbClr val="C00000"/>
                          </a:solidFill>
                          <a:latin typeface="Cambria Math" panose="02040503050406030204" pitchFamily="18" charset="0"/>
                        </a:rPr>
                        <m:t>𝑃</m:t>
                      </m:r>
                      <m:r>
                        <a:rPr lang="en-US" altLang="zh-CN" sz="3200" b="0" i="1" smtClean="0">
                          <a:solidFill>
                            <a:srgbClr val="C00000"/>
                          </a:solidFill>
                          <a:latin typeface="Cambria Math" panose="02040503050406030204" pitchFamily="18" charset="0"/>
                        </a:rPr>
                        <m:t>×</m:t>
                      </m:r>
                      <m:sSup>
                        <m:sSupPr>
                          <m:ctrlPr>
                            <a:rPr lang="en-US" altLang="zh-CN" sz="3200" i="1" smtClean="0">
                              <a:solidFill>
                                <a:srgbClr val="C00000"/>
                              </a:solidFill>
                              <a:latin typeface="Cambria Math" panose="02040503050406030204" pitchFamily="18" charset="0"/>
                            </a:rPr>
                          </m:ctrlPr>
                        </m:sSupPr>
                        <m:e>
                          <m:r>
                            <a:rPr lang="en-US" altLang="zh-CN" sz="3200" b="0" i="1" smtClean="0">
                              <a:solidFill>
                                <a:srgbClr val="C00000"/>
                              </a:solidFill>
                              <a:latin typeface="Cambria Math" panose="02040503050406030204" pitchFamily="18" charset="0"/>
                            </a:rPr>
                            <m:t>𝑒</m:t>
                          </m:r>
                        </m:e>
                        <m:sup>
                          <m:r>
                            <a:rPr lang="en-US" altLang="zh-CN" sz="3200" b="0" i="1" smtClean="0">
                              <a:solidFill>
                                <a:srgbClr val="C00000"/>
                              </a:solidFill>
                              <a:latin typeface="Cambria Math" panose="02040503050406030204" pitchFamily="18" charset="0"/>
                            </a:rPr>
                            <m:t>𝑟</m:t>
                          </m:r>
                        </m:sup>
                      </m:sSup>
                    </m:oMath>
                  </m:oMathPara>
                </a14:m>
                <a:endParaRPr lang="en-US" altLang="zh-CN" sz="3200" i="1" dirty="0">
                  <a:solidFill>
                    <a:srgbClr val="C00000"/>
                  </a:solidFill>
                </a:endParaRPr>
              </a:p>
            </p:txBody>
          </p:sp>
        </mc:Choice>
        <mc:Fallback xmlns="">
          <p:sp>
            <p:nvSpPr>
              <p:cNvPr id="3" name="内容占位符 2">
                <a:extLst>
                  <a:ext uri="{FF2B5EF4-FFF2-40B4-BE49-F238E27FC236}">
                    <a16:creationId xmlns:a16="http://schemas.microsoft.com/office/drawing/2014/main" id="{A0063147-4FD2-42C5-BBFD-650801385AEC}"/>
                  </a:ext>
                </a:extLst>
              </p:cNvPr>
              <p:cNvSpPr>
                <a:spLocks noGrp="1" noRot="1" noChangeAspect="1" noMove="1" noResize="1" noEditPoints="1" noAdjustHandles="1" noChangeArrowheads="1" noChangeShapeType="1" noTextEdit="1"/>
              </p:cNvSpPr>
              <p:nvPr>
                <p:ph sz="half" idx="1"/>
              </p:nvPr>
            </p:nvSpPr>
            <p:spPr>
              <a:blipFill>
                <a:blip r:embed="rId2"/>
                <a:stretch>
                  <a:fillRect l="-1269"/>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4" name="内容占位符 3">
                <a:extLst>
                  <a:ext uri="{FF2B5EF4-FFF2-40B4-BE49-F238E27FC236}">
                    <a16:creationId xmlns:a16="http://schemas.microsoft.com/office/drawing/2014/main" id="{90E49ADC-48FB-49FE-A278-497697281A4A}"/>
                  </a:ext>
                </a:extLst>
              </p:cNvPr>
              <p:cNvSpPr>
                <a:spLocks noGrp="1"/>
              </p:cNvSpPr>
              <p:nvPr>
                <p:ph sz="half" idx="2"/>
              </p:nvPr>
            </p:nvSpPr>
            <p:spPr/>
            <p:txBody>
              <a:bodyPr>
                <a:normAutofit/>
              </a:bodyPr>
              <a:lstStyle/>
              <a:p>
                <a:r>
                  <a:rPr lang="zh-CN" altLang="en-US" dirty="0"/>
                  <a:t>若，未来</a:t>
                </a:r>
                <a:r>
                  <a:rPr lang="en-US" altLang="zh-CN" dirty="0"/>
                  <a:t>N</a:t>
                </a:r>
                <a:r>
                  <a:rPr lang="zh-CN" altLang="en-US" dirty="0"/>
                  <a:t>期的收益率</a:t>
                </a:r>
                <a14:m>
                  <m:oMath xmlns:m="http://schemas.openxmlformats.org/officeDocument/2006/math">
                    <m:r>
                      <a:rPr lang="en-US" altLang="zh-CN" b="0" i="1" smtClean="0">
                        <a:solidFill>
                          <a:srgbClr val="C00000"/>
                        </a:solidFill>
                        <a:latin typeface="Cambria Math" panose="02040503050406030204" pitchFamily="18" charset="0"/>
                      </a:rPr>
                      <m:t>𝜎</m:t>
                    </m:r>
                  </m:oMath>
                </a14:m>
                <a:r>
                  <a:rPr lang="zh-CN" altLang="en-US" dirty="0"/>
                  <a:t>变动，则未来</a:t>
                </a:r>
                <a:r>
                  <a:rPr lang="en-US" altLang="zh-CN" dirty="0"/>
                  <a:t>1</a:t>
                </a:r>
                <a:r>
                  <a:rPr lang="zh-CN" altLang="en-US" dirty="0"/>
                  <a:t>期的收益率变动为</a:t>
                </a:r>
                <a:r>
                  <a:rPr lang="en-US" altLang="zh-CN" dirty="0"/>
                  <a:t> </a:t>
                </a:r>
                <a14:m>
                  <m:oMath xmlns:m="http://schemas.openxmlformats.org/officeDocument/2006/math">
                    <m:r>
                      <a:rPr lang="en-US" altLang="zh-CN" i="1" smtClean="0">
                        <a:solidFill>
                          <a:srgbClr val="C00000"/>
                        </a:solidFill>
                        <a:latin typeface="Cambria Math" panose="02040503050406030204" pitchFamily="18" charset="0"/>
                      </a:rPr>
                      <m:t>𝜎</m:t>
                    </m:r>
                    <m:r>
                      <a:rPr lang="en-US" altLang="zh-CN" i="1">
                        <a:solidFill>
                          <a:srgbClr val="C00000"/>
                        </a:solidFill>
                        <a:latin typeface="Cambria Math" panose="02040503050406030204" pitchFamily="18" charset="0"/>
                      </a:rPr>
                      <m:t>/√</m:t>
                    </m:r>
                    <m:r>
                      <a:rPr lang="en-US" altLang="zh-CN" i="1">
                        <a:solidFill>
                          <a:srgbClr val="C00000"/>
                        </a:solidFill>
                        <a:latin typeface="Cambria Math" panose="02040503050406030204" pitchFamily="18" charset="0"/>
                      </a:rPr>
                      <m:t>𝑁</m:t>
                    </m:r>
                  </m:oMath>
                </a14:m>
                <a:r>
                  <a:rPr lang="zh-CN" altLang="en-US" dirty="0"/>
                  <a:t>，则</a:t>
                </a:r>
                <a14:m>
                  <m:oMath xmlns:m="http://schemas.openxmlformats.org/officeDocument/2006/math">
                    <m:sSub>
                      <m:sSubPr>
                        <m:ctrlPr>
                          <a:rPr lang="en-US" altLang="zh-CN" sz="2800" i="1" smtClean="0">
                            <a:solidFill>
                              <a:srgbClr val="C00000"/>
                            </a:solidFill>
                            <a:latin typeface="Cambria Math" panose="02040503050406030204" pitchFamily="18" charset="0"/>
                          </a:rPr>
                        </m:ctrlPr>
                      </m:sSubPr>
                      <m:e>
                        <m:r>
                          <a:rPr lang="en-US" altLang="zh-CN" sz="2800" b="0" i="1" smtClean="0">
                            <a:solidFill>
                              <a:srgbClr val="C00000"/>
                            </a:solidFill>
                            <a:latin typeface="Cambria Math" panose="02040503050406030204" pitchFamily="18" charset="0"/>
                          </a:rPr>
                          <m:t>𝑓</m:t>
                        </m:r>
                      </m:e>
                      <m:sub>
                        <m:r>
                          <a:rPr lang="en-US" altLang="zh-CN" sz="2800" b="0" i="1" smtClean="0">
                            <a:solidFill>
                              <a:srgbClr val="C00000"/>
                            </a:solidFill>
                            <a:latin typeface="Cambria Math" panose="02040503050406030204" pitchFamily="18" charset="0"/>
                          </a:rPr>
                          <m:t>𝑁</m:t>
                        </m:r>
                      </m:sub>
                    </m:sSub>
                    <m:r>
                      <a:rPr lang="en-US" altLang="zh-CN" sz="2800" i="1">
                        <a:solidFill>
                          <a:srgbClr val="C00000"/>
                        </a:solidFill>
                        <a:latin typeface="Cambria Math" panose="02040503050406030204" pitchFamily="18" charset="0"/>
                      </a:rPr>
                      <m:t>=</m:t>
                    </m:r>
                    <m:sSub>
                      <m:sSubPr>
                        <m:ctrlPr>
                          <a:rPr lang="en-US" altLang="zh-CN" sz="2800" i="1">
                            <a:solidFill>
                              <a:srgbClr val="C00000"/>
                            </a:solidFill>
                            <a:latin typeface="Cambria Math" panose="02040503050406030204" pitchFamily="18" charset="0"/>
                          </a:rPr>
                        </m:ctrlPr>
                      </m:sSubPr>
                      <m:e>
                        <m:r>
                          <a:rPr lang="en-US" altLang="zh-CN" sz="2800" i="1">
                            <a:solidFill>
                              <a:srgbClr val="C00000"/>
                            </a:solidFill>
                            <a:latin typeface="Cambria Math" panose="02040503050406030204" pitchFamily="18" charset="0"/>
                          </a:rPr>
                          <m:t>𝑓</m:t>
                        </m:r>
                      </m:e>
                      <m:sub>
                        <m:r>
                          <a:rPr lang="en-US" altLang="zh-CN" sz="2800" b="0" i="1" smtClean="0">
                            <a:solidFill>
                              <a:srgbClr val="C00000"/>
                            </a:solidFill>
                            <a:latin typeface="Cambria Math" panose="02040503050406030204" pitchFamily="18" charset="0"/>
                          </a:rPr>
                          <m:t>1</m:t>
                        </m:r>
                      </m:sub>
                    </m:sSub>
                    <m:r>
                      <a:rPr lang="en-US" altLang="zh-CN" sz="2800" i="1">
                        <a:solidFill>
                          <a:srgbClr val="C00000"/>
                        </a:solidFill>
                        <a:latin typeface="Cambria Math" panose="02040503050406030204" pitchFamily="18" charset="0"/>
                      </a:rPr>
                      <m:t>×</m:t>
                    </m:r>
                    <m:sSup>
                      <m:sSupPr>
                        <m:ctrlPr>
                          <a:rPr lang="en-US" altLang="zh-CN" sz="2800" i="1" smtClean="0">
                            <a:solidFill>
                              <a:srgbClr val="C00000"/>
                            </a:solidFill>
                            <a:latin typeface="Cambria Math" panose="02040503050406030204" pitchFamily="18" charset="0"/>
                          </a:rPr>
                        </m:ctrlPr>
                      </m:sSupPr>
                      <m:e>
                        <m:d>
                          <m:dPr>
                            <m:ctrlPr>
                              <a:rPr lang="en-US" altLang="zh-CN" sz="2800" i="1" smtClean="0">
                                <a:solidFill>
                                  <a:srgbClr val="C00000"/>
                                </a:solidFill>
                                <a:latin typeface="Cambria Math" panose="02040503050406030204" pitchFamily="18" charset="0"/>
                              </a:rPr>
                            </m:ctrlPr>
                          </m:dPr>
                          <m:e>
                            <m:r>
                              <a:rPr lang="en-US" altLang="zh-CN" sz="2800" i="1">
                                <a:solidFill>
                                  <a:srgbClr val="C00000"/>
                                </a:solidFill>
                                <a:latin typeface="Cambria Math" panose="02040503050406030204" pitchFamily="18" charset="0"/>
                              </a:rPr>
                              <m:t>1+</m:t>
                            </m:r>
                            <m:f>
                              <m:fPr>
                                <m:ctrlPr>
                                  <a:rPr lang="en-US" altLang="zh-CN" sz="2800" i="1" smtClean="0">
                                    <a:solidFill>
                                      <a:srgbClr val="C00000"/>
                                    </a:solidFill>
                                    <a:latin typeface="Cambria Math" panose="02040503050406030204" pitchFamily="18" charset="0"/>
                                  </a:rPr>
                                </m:ctrlPr>
                              </m:fPr>
                              <m:num>
                                <m:r>
                                  <a:rPr lang="en-US" altLang="zh-CN" sz="2800" b="0" i="1" smtClean="0">
                                    <a:solidFill>
                                      <a:srgbClr val="C00000"/>
                                    </a:solidFill>
                                    <a:latin typeface="Cambria Math" panose="02040503050406030204" pitchFamily="18" charset="0"/>
                                  </a:rPr>
                                  <m:t>𝜎</m:t>
                                </m:r>
                              </m:num>
                              <m:den>
                                <m:rad>
                                  <m:radPr>
                                    <m:degHide m:val="on"/>
                                    <m:ctrlPr>
                                      <a:rPr lang="en-US" altLang="zh-CN" sz="2800" i="1" smtClean="0">
                                        <a:solidFill>
                                          <a:srgbClr val="C00000"/>
                                        </a:solidFill>
                                        <a:latin typeface="Cambria Math" panose="02040503050406030204" pitchFamily="18" charset="0"/>
                                      </a:rPr>
                                    </m:ctrlPr>
                                  </m:radPr>
                                  <m:deg/>
                                  <m:e>
                                    <m:r>
                                      <a:rPr lang="en-US" altLang="zh-CN" sz="2800" b="0" i="1" smtClean="0">
                                        <a:solidFill>
                                          <a:srgbClr val="C00000"/>
                                        </a:solidFill>
                                        <a:latin typeface="Cambria Math" panose="02040503050406030204" pitchFamily="18" charset="0"/>
                                      </a:rPr>
                                      <m:t>𝑁</m:t>
                                    </m:r>
                                  </m:e>
                                </m:rad>
                              </m:den>
                            </m:f>
                          </m:e>
                        </m:d>
                      </m:e>
                      <m:sup>
                        <m:r>
                          <a:rPr lang="en-US" altLang="zh-CN" sz="2800" b="0" i="1" smtClean="0">
                            <a:solidFill>
                              <a:srgbClr val="C00000"/>
                            </a:solidFill>
                            <a:latin typeface="Cambria Math" panose="02040503050406030204" pitchFamily="18" charset="0"/>
                          </a:rPr>
                          <m:t>𝑁</m:t>
                        </m:r>
                      </m:sup>
                    </m:sSup>
                  </m:oMath>
                </a14:m>
                <a:endParaRPr lang="en-US" altLang="zh-CN" dirty="0"/>
              </a:p>
              <a:p>
                <a:r>
                  <a:rPr lang="zh-CN" altLang="en-US" dirty="0"/>
                  <a:t>依左侧推理可得</a:t>
                </a:r>
                <a14:m>
                  <m:oMath xmlns:m="http://schemas.openxmlformats.org/officeDocument/2006/math">
                    <m:sSub>
                      <m:sSubPr>
                        <m:ctrlPr>
                          <a:rPr lang="en-US" altLang="zh-CN" sz="2800" i="1">
                            <a:latin typeface="Cambria Math" panose="02040503050406030204" pitchFamily="18" charset="0"/>
                          </a:rPr>
                        </m:ctrlPr>
                      </m:sSubPr>
                      <m:e>
                        <m:r>
                          <a:rPr lang="en-US" altLang="zh-CN" sz="2800" i="1">
                            <a:latin typeface="Cambria Math" panose="02040503050406030204" pitchFamily="18" charset="0"/>
                          </a:rPr>
                          <m:t>𝑓</m:t>
                        </m:r>
                      </m:e>
                      <m:sub>
                        <m:r>
                          <a:rPr lang="en-US" altLang="zh-CN" sz="2800" i="1">
                            <a:latin typeface="Cambria Math" panose="02040503050406030204" pitchFamily="18" charset="0"/>
                          </a:rPr>
                          <m:t>𝑁</m:t>
                        </m:r>
                      </m:sub>
                    </m:sSub>
                    <m:r>
                      <a:rPr lang="en-US" altLang="zh-CN" sz="2800" i="1">
                        <a:latin typeface="Cambria Math" panose="02040503050406030204" pitchFamily="18" charset="0"/>
                      </a:rPr>
                      <m:t>=</m:t>
                    </m:r>
                    <m:func>
                      <m:funcPr>
                        <m:ctrlPr>
                          <a:rPr lang="pt-BR" altLang="zh-CN" sz="2800" i="1">
                            <a:latin typeface="Cambria Math" panose="02040503050406030204" pitchFamily="18" charset="0"/>
                          </a:rPr>
                        </m:ctrlPr>
                      </m:funcPr>
                      <m:fName>
                        <m:limLow>
                          <m:limLowPr>
                            <m:ctrlPr>
                              <a:rPr lang="pt-BR" altLang="zh-CN" sz="2800" i="1">
                                <a:latin typeface="Cambria Math" panose="02040503050406030204" pitchFamily="18" charset="0"/>
                              </a:rPr>
                            </m:ctrlPr>
                          </m:limLowPr>
                          <m:e>
                            <m:r>
                              <m:rPr>
                                <m:sty m:val="p"/>
                              </m:rPr>
                              <a:rPr lang="pt-BR" altLang="zh-CN" sz="2800">
                                <a:latin typeface="Cambria Math" panose="02040503050406030204" pitchFamily="18" charset="0"/>
                              </a:rPr>
                              <m:t>lim</m:t>
                            </m:r>
                          </m:e>
                          <m:lim>
                            <m:r>
                              <a:rPr lang="en-US" altLang="zh-CN" sz="2800" b="0" i="1" smtClean="0">
                                <a:latin typeface="Cambria Math" panose="02040503050406030204" pitchFamily="18" charset="0"/>
                              </a:rPr>
                              <m:t>𝑁</m:t>
                            </m:r>
                            <m:r>
                              <a:rPr lang="pt-BR" altLang="zh-CN" sz="2800" i="1">
                                <a:latin typeface="Cambria Math" panose="02040503050406030204" pitchFamily="18" charset="0"/>
                              </a:rPr>
                              <m:t>→∞</m:t>
                            </m:r>
                          </m:lim>
                        </m:limLow>
                      </m:fName>
                      <m:e>
                        <m:sSub>
                          <m:sSubPr>
                            <m:ctrlPr>
                              <a:rPr lang="en-US" altLang="zh-CN" sz="2800" i="1">
                                <a:latin typeface="Cambria Math" panose="02040503050406030204" pitchFamily="18" charset="0"/>
                              </a:rPr>
                            </m:ctrlPr>
                          </m:sSubPr>
                          <m:e>
                            <m:r>
                              <a:rPr lang="en-US" altLang="zh-CN" sz="2800" i="1">
                                <a:latin typeface="Cambria Math" panose="02040503050406030204" pitchFamily="18" charset="0"/>
                              </a:rPr>
                              <m:t>𝑓</m:t>
                            </m:r>
                          </m:e>
                          <m:sub>
                            <m:r>
                              <a:rPr lang="en-US" altLang="zh-CN" sz="2800" i="1">
                                <a:latin typeface="Cambria Math" panose="02040503050406030204" pitchFamily="18" charset="0"/>
                              </a:rPr>
                              <m:t>1</m:t>
                            </m:r>
                          </m:sub>
                        </m:sSub>
                        <m:r>
                          <a:rPr lang="en-US" altLang="zh-CN" sz="2800" i="1">
                            <a:latin typeface="Cambria Math" panose="02040503050406030204" pitchFamily="18" charset="0"/>
                          </a:rPr>
                          <m:t>×</m:t>
                        </m:r>
                        <m:sSup>
                          <m:sSupPr>
                            <m:ctrlPr>
                              <a:rPr lang="pt-BR" altLang="zh-CN" sz="2800" i="1">
                                <a:latin typeface="Cambria Math" panose="02040503050406030204" pitchFamily="18" charset="0"/>
                              </a:rPr>
                            </m:ctrlPr>
                          </m:sSupPr>
                          <m:e>
                            <m:d>
                              <m:dPr>
                                <m:ctrlPr>
                                  <a:rPr lang="pt-BR" altLang="zh-CN" sz="2800" i="1">
                                    <a:latin typeface="Cambria Math" panose="02040503050406030204" pitchFamily="18" charset="0"/>
                                  </a:rPr>
                                </m:ctrlPr>
                              </m:dPr>
                              <m:e>
                                <m:r>
                                  <a:rPr lang="pt-BR" altLang="zh-CN" sz="2800" i="1">
                                    <a:latin typeface="Cambria Math" panose="02040503050406030204" pitchFamily="18" charset="0"/>
                                  </a:rPr>
                                  <m:t>1+</m:t>
                                </m:r>
                                <m:f>
                                  <m:fPr>
                                    <m:ctrlPr>
                                      <a:rPr lang="en-US" altLang="zh-CN" sz="2800" i="1">
                                        <a:latin typeface="Cambria Math" panose="02040503050406030204" pitchFamily="18" charset="0"/>
                                      </a:rPr>
                                    </m:ctrlPr>
                                  </m:fPr>
                                  <m:num>
                                    <m:r>
                                      <a:rPr lang="en-US" altLang="zh-CN" sz="2800" i="1">
                                        <a:latin typeface="Cambria Math" panose="02040503050406030204" pitchFamily="18" charset="0"/>
                                      </a:rPr>
                                      <m:t>𝜎</m:t>
                                    </m:r>
                                  </m:num>
                                  <m:den>
                                    <m:rad>
                                      <m:radPr>
                                        <m:degHide m:val="on"/>
                                        <m:ctrlPr>
                                          <a:rPr lang="en-US" altLang="zh-CN" sz="2800" i="1">
                                            <a:latin typeface="Cambria Math" panose="02040503050406030204" pitchFamily="18" charset="0"/>
                                          </a:rPr>
                                        </m:ctrlPr>
                                      </m:radPr>
                                      <m:deg/>
                                      <m:e>
                                        <m:r>
                                          <a:rPr lang="en-US" altLang="zh-CN" sz="2800" i="1">
                                            <a:latin typeface="Cambria Math" panose="02040503050406030204" pitchFamily="18" charset="0"/>
                                          </a:rPr>
                                          <m:t>𝑁</m:t>
                                        </m:r>
                                      </m:e>
                                    </m:rad>
                                  </m:den>
                                </m:f>
                              </m:e>
                            </m:d>
                          </m:e>
                          <m:sup>
                            <m:r>
                              <a:rPr lang="en-US" altLang="zh-CN" sz="2800" b="0" i="1" smtClean="0">
                                <a:latin typeface="Cambria Math" panose="02040503050406030204" pitchFamily="18" charset="0"/>
                              </a:rPr>
                              <m:t>𝑁</m:t>
                            </m:r>
                          </m:sup>
                        </m:sSup>
                      </m:e>
                    </m:func>
                  </m:oMath>
                </a14:m>
                <a:r>
                  <a:rPr lang="zh-CN" altLang="en-US" i="1" dirty="0">
                    <a:latin typeface="Cambria Math" panose="02040503050406030204" pitchFamily="18" charset="0"/>
                  </a:rPr>
                  <a:t>，</a:t>
                </a:r>
                <a:r>
                  <a:rPr lang="zh-CN" altLang="en-US" dirty="0"/>
                  <a:t>即</a:t>
                </a:r>
                <a:endParaRPr lang="en-US" altLang="zh-CN" dirty="0"/>
              </a:p>
              <a:p>
                <a:pPr marL="0" indent="0" algn="ctr">
                  <a:buNone/>
                </a:pPr>
                <a14:m>
                  <m:oMath xmlns:m="http://schemas.openxmlformats.org/officeDocument/2006/math">
                    <m:sSub>
                      <m:sSubPr>
                        <m:ctrlPr>
                          <a:rPr lang="en-US" altLang="zh-CN" sz="3200" i="1">
                            <a:latin typeface="Cambria Math" panose="02040503050406030204" pitchFamily="18" charset="0"/>
                          </a:rPr>
                        </m:ctrlPr>
                      </m:sSubPr>
                      <m:e>
                        <m:r>
                          <a:rPr lang="en-US" altLang="zh-CN" sz="3200" i="1">
                            <a:latin typeface="Cambria Math" panose="02040503050406030204" pitchFamily="18" charset="0"/>
                          </a:rPr>
                          <m:t>𝑓</m:t>
                        </m:r>
                      </m:e>
                      <m:sub>
                        <m:r>
                          <a:rPr lang="en-US" altLang="zh-CN" sz="3200" i="1">
                            <a:latin typeface="Cambria Math" panose="02040503050406030204" pitchFamily="18" charset="0"/>
                          </a:rPr>
                          <m:t>1</m:t>
                        </m:r>
                      </m:sub>
                    </m:sSub>
                  </m:oMath>
                </a14:m>
                <a:r>
                  <a:rPr lang="en-US" altLang="zh-CN" sz="3200" dirty="0"/>
                  <a:t> </a:t>
                </a:r>
                <a14:m>
                  <m:oMath xmlns:m="http://schemas.openxmlformats.org/officeDocument/2006/math">
                    <m:r>
                      <a:rPr lang="en-US" altLang="zh-CN" sz="3200" i="1">
                        <a:latin typeface="Cambria Math" panose="02040503050406030204" pitchFamily="18" charset="0"/>
                      </a:rPr>
                      <m:t>×</m:t>
                    </m:r>
                    <m:func>
                      <m:funcPr>
                        <m:ctrlPr>
                          <a:rPr lang="pt-BR" altLang="zh-CN" sz="3200" i="1">
                            <a:latin typeface="Cambria Math" panose="02040503050406030204" pitchFamily="18" charset="0"/>
                          </a:rPr>
                        </m:ctrlPr>
                      </m:funcPr>
                      <m:fName>
                        <m:limLow>
                          <m:limLowPr>
                            <m:ctrlPr>
                              <a:rPr lang="pt-BR" altLang="zh-CN" sz="3200" i="1">
                                <a:latin typeface="Cambria Math" panose="02040503050406030204" pitchFamily="18" charset="0"/>
                              </a:rPr>
                            </m:ctrlPr>
                          </m:limLowPr>
                          <m:e>
                            <m:r>
                              <m:rPr>
                                <m:sty m:val="p"/>
                              </m:rPr>
                              <a:rPr lang="pt-BR" altLang="zh-CN" sz="3200">
                                <a:latin typeface="Cambria Math" panose="02040503050406030204" pitchFamily="18" charset="0"/>
                              </a:rPr>
                              <m:t>lim</m:t>
                            </m:r>
                          </m:e>
                          <m:lim>
                            <m:r>
                              <a:rPr lang="en-US" altLang="zh-CN" sz="3200" b="0" i="1" smtClean="0">
                                <a:latin typeface="Cambria Math" panose="02040503050406030204" pitchFamily="18" charset="0"/>
                              </a:rPr>
                              <m:t>𝑥</m:t>
                            </m:r>
                            <m:r>
                              <a:rPr lang="en-US" altLang="zh-CN" sz="3200" i="1">
                                <a:latin typeface="Cambria Math" panose="02040503050406030204" pitchFamily="18" charset="0"/>
                              </a:rPr>
                              <m:t>=</m:t>
                            </m:r>
                            <m:r>
                              <a:rPr lang="en-US" altLang="zh-CN" sz="3200" b="0" i="1" smtClean="0">
                                <a:latin typeface="Cambria Math" panose="02040503050406030204" pitchFamily="18" charset="0"/>
                              </a:rPr>
                              <m:t>𝑁</m:t>
                            </m:r>
                            <m:r>
                              <a:rPr lang="en-US" altLang="zh-CN" sz="3200" b="0" i="1" smtClean="0">
                                <a:latin typeface="Cambria Math" panose="02040503050406030204" pitchFamily="18" charset="0"/>
                              </a:rPr>
                              <m:t>/</m:t>
                            </m:r>
                            <m:r>
                              <a:rPr lang="en-US" altLang="zh-CN" sz="3200" b="0" i="1" smtClean="0">
                                <a:latin typeface="Cambria Math" panose="02040503050406030204" pitchFamily="18" charset="0"/>
                              </a:rPr>
                              <m:t>𝜎</m:t>
                            </m:r>
                            <m:r>
                              <a:rPr lang="pt-BR" altLang="zh-CN" sz="3200" i="1">
                                <a:latin typeface="Cambria Math" panose="02040503050406030204" pitchFamily="18" charset="0"/>
                              </a:rPr>
                              <m:t>→∞</m:t>
                            </m:r>
                          </m:lim>
                        </m:limLow>
                      </m:fName>
                      <m:e>
                        <m:sSup>
                          <m:sSupPr>
                            <m:ctrlPr>
                              <a:rPr lang="pt-BR" altLang="zh-CN" sz="3200" i="1">
                                <a:latin typeface="Cambria Math" panose="02040503050406030204" pitchFamily="18" charset="0"/>
                              </a:rPr>
                            </m:ctrlPr>
                          </m:sSupPr>
                          <m:e>
                            <m:d>
                              <m:dPr>
                                <m:ctrlPr>
                                  <a:rPr lang="pt-BR" altLang="zh-CN" sz="3200" i="1">
                                    <a:latin typeface="Cambria Math" panose="02040503050406030204" pitchFamily="18" charset="0"/>
                                  </a:rPr>
                                </m:ctrlPr>
                              </m:dPr>
                              <m:e>
                                <m:r>
                                  <a:rPr lang="pt-BR" altLang="zh-CN" sz="3200" i="1">
                                    <a:latin typeface="Cambria Math" panose="02040503050406030204" pitchFamily="18" charset="0"/>
                                  </a:rPr>
                                  <m:t>1+</m:t>
                                </m:r>
                                <m:f>
                                  <m:fPr>
                                    <m:ctrlPr>
                                      <a:rPr lang="pt-BR" altLang="zh-CN" sz="3200" i="1">
                                        <a:latin typeface="Cambria Math" panose="02040503050406030204" pitchFamily="18" charset="0"/>
                                      </a:rPr>
                                    </m:ctrlPr>
                                  </m:fPr>
                                  <m:num>
                                    <m:r>
                                      <a:rPr lang="en-US" altLang="zh-CN" sz="3200" i="1">
                                        <a:latin typeface="Cambria Math" panose="02040503050406030204" pitchFamily="18" charset="0"/>
                                      </a:rPr>
                                      <m:t>1</m:t>
                                    </m:r>
                                  </m:num>
                                  <m:den>
                                    <m:r>
                                      <a:rPr lang="en-US" altLang="zh-CN" sz="3200" i="1">
                                        <a:latin typeface="Cambria Math" panose="02040503050406030204" pitchFamily="18" charset="0"/>
                                      </a:rPr>
                                      <m:t>𝑥</m:t>
                                    </m:r>
                                  </m:den>
                                </m:f>
                                <m:rad>
                                  <m:radPr>
                                    <m:degHide m:val="on"/>
                                    <m:ctrlPr>
                                      <a:rPr lang="en-US" altLang="zh-CN" sz="3200" i="1" smtClean="0">
                                        <a:latin typeface="Cambria Math" panose="02040503050406030204" pitchFamily="18" charset="0"/>
                                      </a:rPr>
                                    </m:ctrlPr>
                                  </m:radPr>
                                  <m:deg/>
                                  <m:e>
                                    <m:r>
                                      <a:rPr lang="en-US" altLang="zh-CN" sz="3200" b="0" i="1" smtClean="0">
                                        <a:latin typeface="Cambria Math" panose="02040503050406030204" pitchFamily="18" charset="0"/>
                                      </a:rPr>
                                      <m:t>𝑁</m:t>
                                    </m:r>
                                  </m:e>
                                </m:rad>
                              </m:e>
                            </m:d>
                          </m:e>
                          <m:sup>
                            <m:r>
                              <a:rPr lang="en-US" altLang="zh-CN" sz="3200" i="1">
                                <a:latin typeface="Cambria Math" panose="02040503050406030204" pitchFamily="18" charset="0"/>
                              </a:rPr>
                              <m:t>𝑥</m:t>
                            </m:r>
                            <m:r>
                              <a:rPr lang="en-US" altLang="zh-CN" sz="3200" b="0" i="1" smtClean="0">
                                <a:latin typeface="Cambria Math" panose="02040503050406030204" pitchFamily="18" charset="0"/>
                              </a:rPr>
                              <m:t>𝜎</m:t>
                            </m:r>
                          </m:sup>
                        </m:sSup>
                      </m:e>
                    </m:func>
                    <m:r>
                      <a:rPr lang="en-US" altLang="zh-CN" sz="3200" i="1" smtClean="0">
                        <a:solidFill>
                          <a:srgbClr val="C00000"/>
                        </a:solidFill>
                        <a:latin typeface="Cambria Math" panose="02040503050406030204" pitchFamily="18" charset="0"/>
                        <a:ea typeface="Cambria Math" panose="02040503050406030204" pitchFamily="18" charset="0"/>
                      </a:rPr>
                      <m:t>≈</m:t>
                    </m:r>
                    <m:sSub>
                      <m:sSubPr>
                        <m:ctrlPr>
                          <a:rPr lang="en-US" altLang="zh-CN" sz="3200" i="1">
                            <a:solidFill>
                              <a:srgbClr val="C00000"/>
                            </a:solidFill>
                            <a:latin typeface="Cambria Math" panose="02040503050406030204" pitchFamily="18" charset="0"/>
                          </a:rPr>
                        </m:ctrlPr>
                      </m:sSubPr>
                      <m:e>
                        <m:r>
                          <a:rPr lang="en-US" altLang="zh-CN" sz="3200" i="1">
                            <a:solidFill>
                              <a:srgbClr val="C00000"/>
                            </a:solidFill>
                            <a:latin typeface="Cambria Math" panose="02040503050406030204" pitchFamily="18" charset="0"/>
                          </a:rPr>
                          <m:t>𝑓</m:t>
                        </m:r>
                      </m:e>
                      <m:sub>
                        <m:r>
                          <a:rPr lang="en-US" altLang="zh-CN" sz="3200" i="1">
                            <a:solidFill>
                              <a:srgbClr val="C00000"/>
                            </a:solidFill>
                            <a:latin typeface="Cambria Math" panose="02040503050406030204" pitchFamily="18" charset="0"/>
                          </a:rPr>
                          <m:t>1</m:t>
                        </m:r>
                      </m:sub>
                    </m:sSub>
                    <m:r>
                      <a:rPr lang="en-US" altLang="zh-CN" sz="3200" i="1">
                        <a:solidFill>
                          <a:srgbClr val="C00000"/>
                        </a:solidFill>
                        <a:latin typeface="Cambria Math" panose="02040503050406030204" pitchFamily="18" charset="0"/>
                      </a:rPr>
                      <m:t>×</m:t>
                    </m:r>
                    <m:sSup>
                      <m:sSupPr>
                        <m:ctrlPr>
                          <a:rPr lang="en-US" altLang="zh-CN" sz="3200" i="1">
                            <a:solidFill>
                              <a:srgbClr val="C00000"/>
                            </a:solidFill>
                            <a:latin typeface="Cambria Math" panose="02040503050406030204" pitchFamily="18" charset="0"/>
                          </a:rPr>
                        </m:ctrlPr>
                      </m:sSupPr>
                      <m:e>
                        <m:r>
                          <a:rPr lang="en-US" altLang="zh-CN" sz="3200" i="1">
                            <a:solidFill>
                              <a:srgbClr val="C00000"/>
                            </a:solidFill>
                            <a:latin typeface="Cambria Math" panose="02040503050406030204" pitchFamily="18" charset="0"/>
                          </a:rPr>
                          <m:t>𝑒</m:t>
                        </m:r>
                      </m:e>
                      <m:sup>
                        <m:r>
                          <a:rPr lang="en-US" altLang="zh-CN" sz="3200" b="0" i="1" smtClean="0">
                            <a:solidFill>
                              <a:srgbClr val="C00000"/>
                            </a:solidFill>
                            <a:latin typeface="Cambria Math" panose="02040503050406030204" pitchFamily="18" charset="0"/>
                          </a:rPr>
                          <m:t>𝜎</m:t>
                        </m:r>
                      </m:sup>
                    </m:sSup>
                  </m:oMath>
                </a14:m>
                <a:endParaRPr lang="en-US" altLang="zh-CN" dirty="0"/>
              </a:p>
              <a:p>
                <a:pPr marL="0" indent="0">
                  <a:buNone/>
                </a:pPr>
                <a:endParaRPr lang="en-US" altLang="zh-CN" dirty="0"/>
              </a:p>
              <a:p>
                <a:pPr marL="0" indent="0">
                  <a:buNone/>
                </a:pPr>
                <a:r>
                  <a:rPr lang="zh-CN" altLang="en-US" dirty="0"/>
                  <a:t>因此在连续时间下，未来收益率</a:t>
                </a:r>
                <a14:m>
                  <m:oMath xmlns:m="http://schemas.openxmlformats.org/officeDocument/2006/math">
                    <m:sSub>
                      <m:sSubPr>
                        <m:ctrlPr>
                          <a:rPr lang="en-US" altLang="zh-CN" i="1">
                            <a:latin typeface="Cambria Math" panose="02040503050406030204" pitchFamily="18" charset="0"/>
                          </a:rPr>
                        </m:ctrlPr>
                      </m:sSubPr>
                      <m:e>
                        <m:r>
                          <a:rPr lang="en-US" altLang="zh-CN" i="1">
                            <a:latin typeface="Cambria Math" panose="02040503050406030204" pitchFamily="18" charset="0"/>
                          </a:rPr>
                          <m:t>𝑓</m:t>
                        </m:r>
                      </m:e>
                      <m:sub>
                        <m:r>
                          <a:rPr lang="en-US" altLang="zh-CN" i="1">
                            <a:latin typeface="Cambria Math" panose="02040503050406030204" pitchFamily="18" charset="0"/>
                          </a:rPr>
                          <m:t>𝑁</m:t>
                        </m:r>
                      </m:sub>
                    </m:sSub>
                  </m:oMath>
                </a14:m>
                <a:r>
                  <a:rPr lang="zh-CN" altLang="en-US" dirty="0"/>
                  <a:t>的变动区间可表示为</a:t>
                </a:r>
                <a:endParaRPr lang="en-US" altLang="zh-CN" dirty="0"/>
              </a:p>
              <a:p>
                <a:pPr marL="0" indent="0">
                  <a:buNone/>
                </a:pPr>
                <a14:m>
                  <m:oMathPara xmlns:m="http://schemas.openxmlformats.org/officeDocument/2006/math">
                    <m:oMathParaPr>
                      <m:jc m:val="centerGroup"/>
                    </m:oMathParaPr>
                    <m:oMath xmlns:m="http://schemas.openxmlformats.org/officeDocument/2006/math">
                      <m:d>
                        <m:dPr>
                          <m:ctrlPr>
                            <a:rPr lang="en-US" altLang="zh-CN" sz="3200" i="1" smtClean="0">
                              <a:solidFill>
                                <a:srgbClr val="C00000"/>
                              </a:solidFill>
                              <a:latin typeface="Cambria Math" panose="02040503050406030204" pitchFamily="18" charset="0"/>
                            </a:rPr>
                          </m:ctrlPr>
                        </m:dPr>
                        <m:e>
                          <m:sSub>
                            <m:sSubPr>
                              <m:ctrlPr>
                                <a:rPr lang="en-US" altLang="zh-CN" sz="3200" i="1">
                                  <a:solidFill>
                                    <a:srgbClr val="C00000"/>
                                  </a:solidFill>
                                  <a:latin typeface="Cambria Math" panose="02040503050406030204" pitchFamily="18" charset="0"/>
                                </a:rPr>
                              </m:ctrlPr>
                            </m:sSubPr>
                            <m:e>
                              <m:r>
                                <a:rPr lang="en-US" altLang="zh-CN" sz="3200" b="0" i="1">
                                  <a:solidFill>
                                    <a:srgbClr val="C00000"/>
                                  </a:solidFill>
                                  <a:latin typeface="Cambria Math" panose="02040503050406030204" pitchFamily="18" charset="0"/>
                                </a:rPr>
                                <m:t>𝑓</m:t>
                              </m:r>
                            </m:e>
                            <m:sub>
                              <m:r>
                                <a:rPr lang="en-US" altLang="zh-CN" sz="3200" b="0" i="1" smtClean="0">
                                  <a:solidFill>
                                    <a:srgbClr val="C00000"/>
                                  </a:solidFill>
                                  <a:latin typeface="Cambria Math" panose="02040503050406030204" pitchFamily="18" charset="0"/>
                                </a:rPr>
                                <m:t>𝐿</m:t>
                              </m:r>
                            </m:sub>
                          </m:sSub>
                          <m:r>
                            <a:rPr lang="en-US" altLang="zh-CN" sz="3200" b="0" i="1">
                              <a:solidFill>
                                <a:srgbClr val="C00000"/>
                              </a:solidFill>
                              <a:latin typeface="Cambria Math" panose="02040503050406030204" pitchFamily="18" charset="0"/>
                            </a:rPr>
                            <m:t>,</m:t>
                          </m:r>
                          <m:sSub>
                            <m:sSubPr>
                              <m:ctrlPr>
                                <a:rPr lang="en-US" altLang="zh-CN" sz="3200" i="1">
                                  <a:solidFill>
                                    <a:srgbClr val="C00000"/>
                                  </a:solidFill>
                                  <a:latin typeface="Cambria Math" panose="02040503050406030204" pitchFamily="18" charset="0"/>
                                </a:rPr>
                              </m:ctrlPr>
                            </m:sSubPr>
                            <m:e>
                              <m:r>
                                <a:rPr lang="en-US" altLang="zh-CN" sz="3200" b="0" i="1">
                                  <a:solidFill>
                                    <a:srgbClr val="C00000"/>
                                  </a:solidFill>
                                  <a:latin typeface="Cambria Math" panose="02040503050406030204" pitchFamily="18" charset="0"/>
                                </a:rPr>
                                <m:t>𝑓</m:t>
                              </m:r>
                            </m:e>
                            <m:sub>
                              <m:r>
                                <a:rPr lang="en-US" altLang="zh-CN" sz="3200" b="0" i="1" smtClean="0">
                                  <a:solidFill>
                                    <a:srgbClr val="C00000"/>
                                  </a:solidFill>
                                  <a:latin typeface="Cambria Math" panose="02040503050406030204" pitchFamily="18" charset="0"/>
                                </a:rPr>
                                <m:t>𝐻</m:t>
                              </m:r>
                            </m:sub>
                          </m:sSub>
                        </m:e>
                      </m:d>
                      <m:r>
                        <a:rPr lang="en-US" altLang="zh-CN" sz="3200" b="0" i="1" smtClean="0">
                          <a:solidFill>
                            <a:srgbClr val="C00000"/>
                          </a:solidFill>
                          <a:latin typeface="Cambria Math" panose="02040503050406030204" pitchFamily="18" charset="0"/>
                        </a:rPr>
                        <m:t>=</m:t>
                      </m:r>
                      <m:d>
                        <m:dPr>
                          <m:ctrlPr>
                            <a:rPr lang="en-US" altLang="zh-CN" sz="3200" i="1" smtClean="0">
                              <a:solidFill>
                                <a:srgbClr val="C00000"/>
                              </a:solidFill>
                              <a:latin typeface="Cambria Math" panose="02040503050406030204" pitchFamily="18" charset="0"/>
                            </a:rPr>
                          </m:ctrlPr>
                        </m:dPr>
                        <m:e>
                          <m:sSub>
                            <m:sSubPr>
                              <m:ctrlPr>
                                <a:rPr lang="en-US" altLang="zh-CN" sz="3200" i="1">
                                  <a:solidFill>
                                    <a:srgbClr val="C00000"/>
                                  </a:solidFill>
                                  <a:latin typeface="Cambria Math" panose="02040503050406030204" pitchFamily="18" charset="0"/>
                                </a:rPr>
                              </m:ctrlPr>
                            </m:sSubPr>
                            <m:e>
                              <m:r>
                                <a:rPr lang="en-US" altLang="zh-CN" sz="3200" b="0" i="1">
                                  <a:solidFill>
                                    <a:srgbClr val="C00000"/>
                                  </a:solidFill>
                                  <a:latin typeface="Cambria Math" panose="02040503050406030204" pitchFamily="18" charset="0"/>
                                </a:rPr>
                                <m:t>𝑓</m:t>
                              </m:r>
                            </m:e>
                            <m:sub>
                              <m:r>
                                <a:rPr lang="en-US" altLang="zh-CN" sz="3200" b="0" i="1">
                                  <a:solidFill>
                                    <a:srgbClr val="C00000"/>
                                  </a:solidFill>
                                  <a:latin typeface="Cambria Math" panose="02040503050406030204" pitchFamily="18" charset="0"/>
                                </a:rPr>
                                <m:t>1</m:t>
                              </m:r>
                            </m:sub>
                          </m:sSub>
                          <m:sSup>
                            <m:sSupPr>
                              <m:ctrlPr>
                                <a:rPr lang="en-US" altLang="zh-CN" sz="3200" i="1">
                                  <a:solidFill>
                                    <a:srgbClr val="C00000"/>
                                  </a:solidFill>
                                  <a:latin typeface="Cambria Math" panose="02040503050406030204" pitchFamily="18" charset="0"/>
                                </a:rPr>
                              </m:ctrlPr>
                            </m:sSupPr>
                            <m:e>
                              <m:r>
                                <a:rPr lang="en-US" altLang="zh-CN" sz="3200" b="0" i="1">
                                  <a:solidFill>
                                    <a:srgbClr val="C00000"/>
                                  </a:solidFill>
                                  <a:latin typeface="Cambria Math" panose="02040503050406030204" pitchFamily="18" charset="0"/>
                                </a:rPr>
                                <m:t>𝑒</m:t>
                              </m:r>
                            </m:e>
                            <m:sup>
                              <m:r>
                                <a:rPr lang="en-US" altLang="zh-CN" sz="3200" b="0" i="1" smtClean="0">
                                  <a:solidFill>
                                    <a:srgbClr val="C00000"/>
                                  </a:solidFill>
                                  <a:latin typeface="Cambria Math" panose="02040503050406030204" pitchFamily="18" charset="0"/>
                                </a:rPr>
                                <m:t>−</m:t>
                              </m:r>
                              <m:r>
                                <a:rPr lang="en-US" altLang="zh-CN" sz="3200" b="0" i="1">
                                  <a:solidFill>
                                    <a:srgbClr val="C00000"/>
                                  </a:solidFill>
                                  <a:latin typeface="Cambria Math" panose="02040503050406030204" pitchFamily="18" charset="0"/>
                                </a:rPr>
                                <m:t>𝜎</m:t>
                              </m:r>
                            </m:sup>
                          </m:sSup>
                          <m:r>
                            <a:rPr lang="en-US" altLang="zh-CN" sz="3200" b="0" i="1" smtClean="0">
                              <a:solidFill>
                                <a:srgbClr val="C00000"/>
                              </a:solidFill>
                              <a:latin typeface="Cambria Math" panose="02040503050406030204" pitchFamily="18" charset="0"/>
                            </a:rPr>
                            <m:t>,</m:t>
                          </m:r>
                          <m:sSub>
                            <m:sSubPr>
                              <m:ctrlPr>
                                <a:rPr lang="en-US" altLang="zh-CN" sz="3200" i="1">
                                  <a:solidFill>
                                    <a:srgbClr val="C00000"/>
                                  </a:solidFill>
                                  <a:latin typeface="Cambria Math" panose="02040503050406030204" pitchFamily="18" charset="0"/>
                                </a:rPr>
                              </m:ctrlPr>
                            </m:sSubPr>
                            <m:e>
                              <m:r>
                                <a:rPr lang="en-US" altLang="zh-CN" sz="3200" b="0" i="1">
                                  <a:solidFill>
                                    <a:srgbClr val="C00000"/>
                                  </a:solidFill>
                                  <a:latin typeface="Cambria Math" panose="02040503050406030204" pitchFamily="18" charset="0"/>
                                </a:rPr>
                                <m:t>𝑓</m:t>
                              </m:r>
                            </m:e>
                            <m:sub>
                              <m:r>
                                <a:rPr lang="en-US" altLang="zh-CN" sz="3200" b="0" i="1">
                                  <a:solidFill>
                                    <a:srgbClr val="C00000"/>
                                  </a:solidFill>
                                  <a:latin typeface="Cambria Math" panose="02040503050406030204" pitchFamily="18" charset="0"/>
                                </a:rPr>
                                <m:t>1</m:t>
                              </m:r>
                            </m:sub>
                          </m:sSub>
                          <m:sSup>
                            <m:sSupPr>
                              <m:ctrlPr>
                                <a:rPr lang="en-US" altLang="zh-CN" sz="3200" i="1">
                                  <a:solidFill>
                                    <a:srgbClr val="C00000"/>
                                  </a:solidFill>
                                  <a:latin typeface="Cambria Math" panose="02040503050406030204" pitchFamily="18" charset="0"/>
                                </a:rPr>
                              </m:ctrlPr>
                            </m:sSupPr>
                            <m:e>
                              <m:r>
                                <a:rPr lang="en-US" altLang="zh-CN" sz="3200" b="0" i="1">
                                  <a:solidFill>
                                    <a:srgbClr val="C00000"/>
                                  </a:solidFill>
                                  <a:latin typeface="Cambria Math" panose="02040503050406030204" pitchFamily="18" charset="0"/>
                                </a:rPr>
                                <m:t>𝑒</m:t>
                              </m:r>
                            </m:e>
                            <m:sup>
                              <m:r>
                                <a:rPr lang="en-US" altLang="zh-CN" sz="3200" b="0" i="1">
                                  <a:solidFill>
                                    <a:srgbClr val="C00000"/>
                                  </a:solidFill>
                                  <a:latin typeface="Cambria Math" panose="02040503050406030204" pitchFamily="18" charset="0"/>
                                </a:rPr>
                                <m:t>𝜎</m:t>
                              </m:r>
                            </m:sup>
                          </m:sSup>
                        </m:e>
                      </m:d>
                    </m:oMath>
                  </m:oMathPara>
                </a14:m>
                <a:endParaRPr lang="en-US" altLang="zh-CN" sz="3200" i="1" dirty="0">
                  <a:solidFill>
                    <a:srgbClr val="C00000"/>
                  </a:solidFill>
                  <a:latin typeface="Cambria Math" panose="02040503050406030204" pitchFamily="18" charset="0"/>
                </a:endParaRPr>
              </a:p>
              <a:p>
                <a:pPr marL="0" indent="0">
                  <a:buNone/>
                </a:pPr>
                <a14:m>
                  <m:oMathPara xmlns:m="http://schemas.openxmlformats.org/officeDocument/2006/math">
                    <m:oMathParaPr>
                      <m:jc m:val="centerGroup"/>
                    </m:oMathParaPr>
                    <m:oMath xmlns:m="http://schemas.openxmlformats.org/officeDocument/2006/math">
                      <m:d>
                        <m:dPr>
                          <m:ctrlPr>
                            <a:rPr lang="en-US" altLang="zh-CN" sz="3200" i="1">
                              <a:solidFill>
                                <a:srgbClr val="C00000"/>
                              </a:solidFill>
                              <a:latin typeface="Cambria Math" panose="02040503050406030204" pitchFamily="18" charset="0"/>
                            </a:rPr>
                          </m:ctrlPr>
                        </m:dPr>
                        <m:e>
                          <m:sSub>
                            <m:sSubPr>
                              <m:ctrlPr>
                                <a:rPr lang="en-US" altLang="zh-CN" sz="3200" i="1">
                                  <a:solidFill>
                                    <a:srgbClr val="C00000"/>
                                  </a:solidFill>
                                  <a:latin typeface="Cambria Math" panose="02040503050406030204" pitchFamily="18" charset="0"/>
                                </a:rPr>
                              </m:ctrlPr>
                            </m:sSubPr>
                            <m:e>
                              <m:r>
                                <a:rPr lang="en-US" altLang="zh-CN" sz="3200" b="0" i="1">
                                  <a:solidFill>
                                    <a:srgbClr val="C00000"/>
                                  </a:solidFill>
                                  <a:latin typeface="Cambria Math" panose="02040503050406030204" pitchFamily="18" charset="0"/>
                                </a:rPr>
                                <m:t>𝑓</m:t>
                              </m:r>
                            </m:e>
                            <m:sub>
                              <m:r>
                                <a:rPr lang="en-US" altLang="zh-CN" sz="3200" b="0" i="1">
                                  <a:solidFill>
                                    <a:srgbClr val="C00000"/>
                                  </a:solidFill>
                                  <a:latin typeface="Cambria Math" panose="02040503050406030204" pitchFamily="18" charset="0"/>
                                </a:rPr>
                                <m:t>𝐿</m:t>
                              </m:r>
                            </m:sub>
                          </m:sSub>
                          <m:r>
                            <a:rPr lang="en-US" altLang="zh-CN" sz="3200" b="0" i="1">
                              <a:solidFill>
                                <a:srgbClr val="C00000"/>
                              </a:solidFill>
                              <a:latin typeface="Cambria Math" panose="02040503050406030204" pitchFamily="18" charset="0"/>
                            </a:rPr>
                            <m:t>,</m:t>
                          </m:r>
                          <m:sSub>
                            <m:sSubPr>
                              <m:ctrlPr>
                                <a:rPr lang="en-US" altLang="zh-CN" sz="3200" i="1">
                                  <a:solidFill>
                                    <a:srgbClr val="C00000"/>
                                  </a:solidFill>
                                  <a:latin typeface="Cambria Math" panose="02040503050406030204" pitchFamily="18" charset="0"/>
                                </a:rPr>
                              </m:ctrlPr>
                            </m:sSubPr>
                            <m:e>
                              <m:r>
                                <a:rPr lang="en-US" altLang="zh-CN" sz="3200" b="0" i="1">
                                  <a:solidFill>
                                    <a:srgbClr val="C00000"/>
                                  </a:solidFill>
                                  <a:latin typeface="Cambria Math" panose="02040503050406030204" pitchFamily="18" charset="0"/>
                                </a:rPr>
                                <m:t>𝑓</m:t>
                              </m:r>
                            </m:e>
                            <m:sub>
                              <m:r>
                                <a:rPr lang="en-US" altLang="zh-CN" sz="3200" b="0" i="1">
                                  <a:solidFill>
                                    <a:srgbClr val="C00000"/>
                                  </a:solidFill>
                                  <a:latin typeface="Cambria Math" panose="02040503050406030204" pitchFamily="18" charset="0"/>
                                </a:rPr>
                                <m:t>𝐻</m:t>
                              </m:r>
                            </m:sub>
                          </m:sSub>
                        </m:e>
                      </m:d>
                      <m:r>
                        <a:rPr lang="en-US" altLang="zh-CN" sz="3200" b="0" i="1">
                          <a:solidFill>
                            <a:srgbClr val="C00000"/>
                          </a:solidFill>
                          <a:latin typeface="Cambria Math" panose="02040503050406030204" pitchFamily="18" charset="0"/>
                        </a:rPr>
                        <m:t>= </m:t>
                      </m:r>
                      <m:d>
                        <m:dPr>
                          <m:ctrlPr>
                            <a:rPr lang="en-US" altLang="zh-CN" sz="3200" i="1">
                              <a:solidFill>
                                <a:srgbClr val="C00000"/>
                              </a:solidFill>
                              <a:latin typeface="Cambria Math" panose="02040503050406030204" pitchFamily="18" charset="0"/>
                            </a:rPr>
                          </m:ctrlPr>
                        </m:dPr>
                        <m:e>
                          <m:sSub>
                            <m:sSubPr>
                              <m:ctrlPr>
                                <a:rPr lang="en-US" altLang="zh-CN" sz="3200" i="1">
                                  <a:solidFill>
                                    <a:srgbClr val="C00000"/>
                                  </a:solidFill>
                                  <a:latin typeface="Cambria Math" panose="02040503050406030204" pitchFamily="18" charset="0"/>
                                </a:rPr>
                              </m:ctrlPr>
                            </m:sSubPr>
                            <m:e>
                              <m:r>
                                <a:rPr lang="en-US" altLang="zh-CN" sz="3200" b="0" i="1">
                                  <a:solidFill>
                                    <a:srgbClr val="C00000"/>
                                  </a:solidFill>
                                  <a:latin typeface="Cambria Math" panose="02040503050406030204" pitchFamily="18" charset="0"/>
                                </a:rPr>
                                <m:t>𝑓</m:t>
                              </m:r>
                            </m:e>
                            <m:sub>
                              <m:r>
                                <a:rPr lang="en-US" altLang="zh-CN" sz="3200" b="0" i="1" smtClean="0">
                                  <a:solidFill>
                                    <a:srgbClr val="C00000"/>
                                  </a:solidFill>
                                  <a:latin typeface="Cambria Math" panose="02040503050406030204" pitchFamily="18" charset="0"/>
                                </a:rPr>
                                <m:t>𝐻</m:t>
                              </m:r>
                            </m:sub>
                          </m:sSub>
                          <m:sSup>
                            <m:sSupPr>
                              <m:ctrlPr>
                                <a:rPr lang="en-US" altLang="zh-CN" sz="3200" i="1">
                                  <a:solidFill>
                                    <a:srgbClr val="C00000"/>
                                  </a:solidFill>
                                  <a:latin typeface="Cambria Math" panose="02040503050406030204" pitchFamily="18" charset="0"/>
                                </a:rPr>
                              </m:ctrlPr>
                            </m:sSupPr>
                            <m:e>
                              <m:r>
                                <a:rPr lang="en-US" altLang="zh-CN" sz="3200" b="0" i="1">
                                  <a:solidFill>
                                    <a:srgbClr val="C00000"/>
                                  </a:solidFill>
                                  <a:latin typeface="Cambria Math" panose="02040503050406030204" pitchFamily="18" charset="0"/>
                                </a:rPr>
                                <m:t>𝑒</m:t>
                              </m:r>
                            </m:e>
                            <m:sup>
                              <m:r>
                                <a:rPr lang="en-US" altLang="zh-CN" sz="3200" b="0" i="1">
                                  <a:solidFill>
                                    <a:srgbClr val="C00000"/>
                                  </a:solidFill>
                                  <a:latin typeface="Cambria Math" panose="02040503050406030204" pitchFamily="18" charset="0"/>
                                </a:rPr>
                                <m:t>−</m:t>
                              </m:r>
                              <m:r>
                                <a:rPr lang="en-US" altLang="zh-CN" sz="3200" b="0" i="1" smtClean="0">
                                  <a:solidFill>
                                    <a:srgbClr val="C00000"/>
                                  </a:solidFill>
                                  <a:latin typeface="Cambria Math" panose="02040503050406030204" pitchFamily="18" charset="0"/>
                                </a:rPr>
                                <m:t>2</m:t>
                              </m:r>
                              <m:r>
                                <a:rPr lang="en-US" altLang="zh-CN" sz="3200" b="0" i="1">
                                  <a:solidFill>
                                    <a:srgbClr val="C00000"/>
                                  </a:solidFill>
                                  <a:latin typeface="Cambria Math" panose="02040503050406030204" pitchFamily="18" charset="0"/>
                                </a:rPr>
                                <m:t>𝜎</m:t>
                              </m:r>
                            </m:sup>
                          </m:sSup>
                          <m:r>
                            <a:rPr lang="en-US" altLang="zh-CN" sz="3200" b="0" i="1">
                              <a:solidFill>
                                <a:srgbClr val="C00000"/>
                              </a:solidFill>
                              <a:latin typeface="Cambria Math" panose="02040503050406030204" pitchFamily="18" charset="0"/>
                            </a:rPr>
                            <m:t>,</m:t>
                          </m:r>
                          <m:sSub>
                            <m:sSubPr>
                              <m:ctrlPr>
                                <a:rPr lang="en-US" altLang="zh-CN" sz="3200" i="1">
                                  <a:solidFill>
                                    <a:srgbClr val="C00000"/>
                                  </a:solidFill>
                                  <a:latin typeface="Cambria Math" panose="02040503050406030204" pitchFamily="18" charset="0"/>
                                </a:rPr>
                              </m:ctrlPr>
                            </m:sSubPr>
                            <m:e>
                              <m:r>
                                <a:rPr lang="en-US" altLang="zh-CN" sz="3200" b="0" i="1">
                                  <a:solidFill>
                                    <a:srgbClr val="C00000"/>
                                  </a:solidFill>
                                  <a:latin typeface="Cambria Math" panose="02040503050406030204" pitchFamily="18" charset="0"/>
                                </a:rPr>
                                <m:t>𝑓</m:t>
                              </m:r>
                            </m:e>
                            <m:sub>
                              <m:r>
                                <a:rPr lang="en-US" altLang="zh-CN" sz="3200" b="0" i="1" smtClean="0">
                                  <a:solidFill>
                                    <a:srgbClr val="C00000"/>
                                  </a:solidFill>
                                  <a:latin typeface="Cambria Math" panose="02040503050406030204" pitchFamily="18" charset="0"/>
                                </a:rPr>
                                <m:t>𝐻</m:t>
                              </m:r>
                            </m:sub>
                          </m:sSub>
                        </m:e>
                      </m:d>
                      <m:r>
                        <a:rPr lang="en-US" altLang="zh-CN" sz="3200" b="0" i="1" smtClean="0">
                          <a:solidFill>
                            <a:srgbClr val="C00000"/>
                          </a:solidFill>
                          <a:latin typeface="Cambria Math" panose="02040503050406030204" pitchFamily="18" charset="0"/>
                        </a:rPr>
                        <m:t>=</m:t>
                      </m:r>
                      <m:d>
                        <m:dPr>
                          <m:ctrlPr>
                            <a:rPr lang="en-US" altLang="zh-CN" sz="3200" i="1">
                              <a:solidFill>
                                <a:srgbClr val="C00000"/>
                              </a:solidFill>
                              <a:latin typeface="Cambria Math" panose="02040503050406030204" pitchFamily="18" charset="0"/>
                            </a:rPr>
                          </m:ctrlPr>
                        </m:dPr>
                        <m:e>
                          <m:sSub>
                            <m:sSubPr>
                              <m:ctrlPr>
                                <a:rPr lang="en-US" altLang="zh-CN" sz="3200" i="1">
                                  <a:solidFill>
                                    <a:srgbClr val="C00000"/>
                                  </a:solidFill>
                                  <a:latin typeface="Cambria Math" panose="02040503050406030204" pitchFamily="18" charset="0"/>
                                </a:rPr>
                              </m:ctrlPr>
                            </m:sSubPr>
                            <m:e>
                              <m:r>
                                <a:rPr lang="en-US" altLang="zh-CN" sz="3200" b="0" i="1">
                                  <a:solidFill>
                                    <a:srgbClr val="C00000"/>
                                  </a:solidFill>
                                  <a:latin typeface="Cambria Math" panose="02040503050406030204" pitchFamily="18" charset="0"/>
                                </a:rPr>
                                <m:t>𝑓</m:t>
                              </m:r>
                            </m:e>
                            <m:sub>
                              <m:r>
                                <a:rPr lang="en-US" altLang="zh-CN" sz="3200" b="0" i="1" smtClean="0">
                                  <a:solidFill>
                                    <a:srgbClr val="C00000"/>
                                  </a:solidFill>
                                  <a:latin typeface="Cambria Math" panose="02040503050406030204" pitchFamily="18" charset="0"/>
                                </a:rPr>
                                <m:t>𝐿</m:t>
                              </m:r>
                            </m:sub>
                          </m:sSub>
                          <m:r>
                            <a:rPr lang="en-US" altLang="zh-CN" sz="3200" b="0" i="1">
                              <a:solidFill>
                                <a:srgbClr val="C00000"/>
                              </a:solidFill>
                              <a:latin typeface="Cambria Math" panose="02040503050406030204" pitchFamily="18" charset="0"/>
                            </a:rPr>
                            <m:t>,</m:t>
                          </m:r>
                          <m:sSub>
                            <m:sSubPr>
                              <m:ctrlPr>
                                <a:rPr lang="en-US" altLang="zh-CN" sz="3200" i="1">
                                  <a:solidFill>
                                    <a:srgbClr val="C00000"/>
                                  </a:solidFill>
                                  <a:latin typeface="Cambria Math" panose="02040503050406030204" pitchFamily="18" charset="0"/>
                                </a:rPr>
                              </m:ctrlPr>
                            </m:sSubPr>
                            <m:e>
                              <m:r>
                                <a:rPr lang="en-US" altLang="zh-CN" sz="3200" b="0" i="1">
                                  <a:solidFill>
                                    <a:srgbClr val="C00000"/>
                                  </a:solidFill>
                                  <a:latin typeface="Cambria Math" panose="02040503050406030204" pitchFamily="18" charset="0"/>
                                </a:rPr>
                                <m:t>𝑓</m:t>
                              </m:r>
                            </m:e>
                            <m:sub>
                              <m:r>
                                <a:rPr lang="en-US" altLang="zh-CN" sz="3200" b="0" i="1" smtClean="0">
                                  <a:solidFill>
                                    <a:srgbClr val="C00000"/>
                                  </a:solidFill>
                                  <a:latin typeface="Cambria Math" panose="02040503050406030204" pitchFamily="18" charset="0"/>
                                </a:rPr>
                                <m:t>𝐿</m:t>
                              </m:r>
                            </m:sub>
                          </m:sSub>
                          <m:sSup>
                            <m:sSupPr>
                              <m:ctrlPr>
                                <a:rPr lang="en-US" altLang="zh-CN" sz="3200" i="1">
                                  <a:solidFill>
                                    <a:srgbClr val="C00000"/>
                                  </a:solidFill>
                                  <a:latin typeface="Cambria Math" panose="02040503050406030204" pitchFamily="18" charset="0"/>
                                </a:rPr>
                              </m:ctrlPr>
                            </m:sSupPr>
                            <m:e>
                              <m:r>
                                <a:rPr lang="en-US" altLang="zh-CN" sz="3200" b="0" i="1">
                                  <a:solidFill>
                                    <a:srgbClr val="C00000"/>
                                  </a:solidFill>
                                  <a:latin typeface="Cambria Math" panose="02040503050406030204" pitchFamily="18" charset="0"/>
                                </a:rPr>
                                <m:t>𝑒</m:t>
                              </m:r>
                            </m:e>
                            <m:sup>
                              <m:r>
                                <a:rPr lang="en-US" altLang="zh-CN" sz="3200" b="0" i="1">
                                  <a:solidFill>
                                    <a:srgbClr val="C00000"/>
                                  </a:solidFill>
                                  <a:latin typeface="Cambria Math" panose="02040503050406030204" pitchFamily="18" charset="0"/>
                                </a:rPr>
                                <m:t>2</m:t>
                              </m:r>
                              <m:r>
                                <a:rPr lang="en-US" altLang="zh-CN" sz="3200" b="0" i="1">
                                  <a:solidFill>
                                    <a:srgbClr val="C00000"/>
                                  </a:solidFill>
                                  <a:latin typeface="Cambria Math" panose="02040503050406030204" pitchFamily="18" charset="0"/>
                                </a:rPr>
                                <m:t>𝜎</m:t>
                              </m:r>
                            </m:sup>
                          </m:sSup>
                        </m:e>
                      </m:d>
                    </m:oMath>
                  </m:oMathPara>
                </a14:m>
                <a:endParaRPr lang="zh-CN" altLang="en-US" sz="2800" dirty="0"/>
              </a:p>
            </p:txBody>
          </p:sp>
        </mc:Choice>
        <mc:Fallback xmlns="">
          <p:sp>
            <p:nvSpPr>
              <p:cNvPr id="4" name="内容占位符 3">
                <a:extLst>
                  <a:ext uri="{FF2B5EF4-FFF2-40B4-BE49-F238E27FC236}">
                    <a16:creationId xmlns:a16="http://schemas.microsoft.com/office/drawing/2014/main" id="{90E49ADC-48FB-49FE-A278-497697281A4A}"/>
                  </a:ext>
                </a:extLst>
              </p:cNvPr>
              <p:cNvSpPr>
                <a:spLocks noGrp="1" noRot="1" noChangeAspect="1" noMove="1" noResize="1" noEditPoints="1" noAdjustHandles="1" noChangeArrowheads="1" noChangeShapeType="1" noTextEdit="1"/>
              </p:cNvSpPr>
              <p:nvPr>
                <p:ph sz="half" idx="2"/>
              </p:nvPr>
            </p:nvSpPr>
            <p:spPr>
              <a:blipFill>
                <a:blip r:embed="rId3"/>
                <a:stretch>
                  <a:fillRect l="-1278"/>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54341337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a:extLst>
              <a:ext uri="{FF2B5EF4-FFF2-40B4-BE49-F238E27FC236}">
                <a16:creationId xmlns:a16="http://schemas.microsoft.com/office/drawing/2014/main" id="{BB814841-A811-42CC-B2F4-8A346DCC4CF4}"/>
              </a:ext>
            </a:extLst>
          </p:cNvPr>
          <p:cNvSpPr>
            <a:spLocks noGrp="1"/>
          </p:cNvSpPr>
          <p:nvPr>
            <p:ph type="title"/>
          </p:nvPr>
        </p:nvSpPr>
        <p:spPr/>
        <p:txBody>
          <a:bodyPr/>
          <a:lstStyle/>
          <a:p>
            <a:r>
              <a:rPr lang="zh-CN" altLang="en-US" dirty="0"/>
              <a:t>二叉树原理</a:t>
            </a:r>
          </a:p>
        </p:txBody>
      </p:sp>
      <mc:AlternateContent xmlns:mc="http://schemas.openxmlformats.org/markup-compatibility/2006" xmlns:a14="http://schemas.microsoft.com/office/drawing/2010/main">
        <mc:Choice Requires="a14">
          <p:sp>
            <p:nvSpPr>
              <p:cNvPr id="3" name="内容占位符 2">
                <a:extLst>
                  <a:ext uri="{FF2B5EF4-FFF2-40B4-BE49-F238E27FC236}">
                    <a16:creationId xmlns:a16="http://schemas.microsoft.com/office/drawing/2014/main" id="{D75DE66C-97EC-4E45-943E-1E44DA00BC24}"/>
                  </a:ext>
                </a:extLst>
              </p:cNvPr>
              <p:cNvSpPr>
                <a:spLocks noGrp="1"/>
              </p:cNvSpPr>
              <p:nvPr>
                <p:ph sz="half" idx="2"/>
              </p:nvPr>
            </p:nvSpPr>
            <p:spPr/>
            <p:txBody>
              <a:bodyPr>
                <a:normAutofit/>
              </a:bodyPr>
              <a:lstStyle/>
              <a:p>
                <a:r>
                  <a:rPr lang="zh-CN" altLang="en-US" dirty="0"/>
                  <a:t>假设每一期收益率的波幅为</a:t>
                </a:r>
                <a14:m>
                  <m:oMath xmlns:m="http://schemas.openxmlformats.org/officeDocument/2006/math">
                    <m:sSup>
                      <m:sSupPr>
                        <m:ctrlPr>
                          <a:rPr lang="en-US" altLang="zh-CN" i="1">
                            <a:latin typeface="Cambria Math" panose="02040503050406030204" pitchFamily="18" charset="0"/>
                          </a:rPr>
                        </m:ctrlPr>
                      </m:sSupPr>
                      <m:e>
                        <m:r>
                          <a:rPr lang="en-US" altLang="zh-CN" i="1">
                            <a:latin typeface="Cambria Math" panose="02040503050406030204" pitchFamily="18" charset="0"/>
                          </a:rPr>
                          <m:t>𝑒</m:t>
                        </m:r>
                      </m:e>
                      <m:sup>
                        <m:r>
                          <a:rPr lang="en-US" altLang="zh-CN" i="1">
                            <a:latin typeface="Cambria Math" panose="02040503050406030204" pitchFamily="18" charset="0"/>
                          </a:rPr>
                          <m:t>𝜎</m:t>
                        </m:r>
                      </m:sup>
                    </m:sSup>
                  </m:oMath>
                </a14:m>
                <a:r>
                  <a:rPr lang="zh-CN" altLang="en-US" dirty="0"/>
                  <a:t>，则</a:t>
                </a:r>
                <a:endParaRPr lang="en-US" altLang="zh-CN" dirty="0"/>
              </a:p>
              <a:p>
                <a:pPr lvl="1"/>
                <a:r>
                  <a:rPr lang="en-US" altLang="zh-CN" dirty="0"/>
                  <a:t>t=0</a:t>
                </a:r>
                <a:r>
                  <a:rPr lang="zh-CN" altLang="en-US" dirty="0"/>
                  <a:t>时点，下一期投资收益率为</a:t>
                </a:r>
                <a14:m>
                  <m:oMath xmlns:m="http://schemas.openxmlformats.org/officeDocument/2006/math">
                    <m:sSub>
                      <m:sSubPr>
                        <m:ctrlPr>
                          <a:rPr lang="en-US" altLang="zh-CN" b="1" i="1">
                            <a:latin typeface="Cambria Math" panose="02040503050406030204" pitchFamily="18" charset="0"/>
                          </a:rPr>
                        </m:ctrlPr>
                      </m:sSubPr>
                      <m:e>
                        <m:r>
                          <a:rPr lang="en-US" altLang="zh-CN" b="1" i="1">
                            <a:latin typeface="Cambria Math" panose="02040503050406030204" pitchFamily="18" charset="0"/>
                          </a:rPr>
                          <m:t>𝒇</m:t>
                        </m:r>
                      </m:e>
                      <m:sub>
                        <m:r>
                          <a:rPr lang="en-US" altLang="zh-CN" b="1" i="1">
                            <a:latin typeface="Cambria Math" panose="02040503050406030204" pitchFamily="18" charset="0"/>
                          </a:rPr>
                          <m:t>𝟎</m:t>
                        </m:r>
                      </m:sub>
                    </m:sSub>
                  </m:oMath>
                </a14:m>
                <a:endParaRPr lang="en-US" altLang="zh-CN" b="1" i="1" dirty="0"/>
              </a:p>
              <a:p>
                <a:pPr lvl="1"/>
                <a:r>
                  <a:rPr lang="en-US" altLang="zh-CN" dirty="0"/>
                  <a:t>t=1</a:t>
                </a:r>
                <a:r>
                  <a:rPr lang="zh-CN" altLang="en-US" dirty="0"/>
                  <a:t>时点，下一期投资收益率有两种可能</a:t>
                </a:r>
                <a14:m>
                  <m:oMath xmlns:m="http://schemas.openxmlformats.org/officeDocument/2006/math">
                    <m:sSub>
                      <m:sSubPr>
                        <m:ctrlPr>
                          <a:rPr lang="en-US" altLang="zh-CN" b="1" i="1">
                            <a:latin typeface="Cambria Math" panose="02040503050406030204" pitchFamily="18" charset="0"/>
                          </a:rPr>
                        </m:ctrlPr>
                      </m:sSubPr>
                      <m:e>
                        <m:r>
                          <a:rPr lang="en-US" altLang="zh-CN" b="1" i="1">
                            <a:latin typeface="Cambria Math" panose="02040503050406030204" pitchFamily="18" charset="0"/>
                          </a:rPr>
                          <m:t>𝒇</m:t>
                        </m:r>
                      </m:e>
                      <m:sub>
                        <m:r>
                          <a:rPr lang="en-US" altLang="zh-CN" b="1" i="1">
                            <a:latin typeface="Cambria Math" panose="02040503050406030204" pitchFamily="18" charset="0"/>
                          </a:rPr>
                          <m:t>𝑯</m:t>
                        </m:r>
                      </m:sub>
                    </m:sSub>
                  </m:oMath>
                </a14:m>
                <a:r>
                  <a:rPr lang="zh-CN" altLang="en-US" dirty="0"/>
                  <a:t>或</a:t>
                </a:r>
                <a14:m>
                  <m:oMath xmlns:m="http://schemas.openxmlformats.org/officeDocument/2006/math">
                    <m:sSub>
                      <m:sSubPr>
                        <m:ctrlPr>
                          <a:rPr lang="en-US" altLang="zh-CN" b="1" i="1">
                            <a:latin typeface="Cambria Math" panose="02040503050406030204" pitchFamily="18" charset="0"/>
                          </a:rPr>
                        </m:ctrlPr>
                      </m:sSubPr>
                      <m:e>
                        <m:r>
                          <a:rPr lang="en-US" altLang="zh-CN" b="1" i="1">
                            <a:latin typeface="Cambria Math" panose="02040503050406030204" pitchFamily="18" charset="0"/>
                          </a:rPr>
                          <m:t>𝒇</m:t>
                        </m:r>
                      </m:e>
                      <m:sub>
                        <m:r>
                          <a:rPr lang="en-US" altLang="zh-CN" b="1" i="1">
                            <a:latin typeface="Cambria Math" panose="02040503050406030204" pitchFamily="18" charset="0"/>
                          </a:rPr>
                          <m:t>𝑳</m:t>
                        </m:r>
                      </m:sub>
                    </m:sSub>
                  </m:oMath>
                </a14:m>
                <a:endParaRPr lang="en-US" altLang="zh-CN" b="1" i="1" dirty="0"/>
              </a:p>
              <a:p>
                <a:pPr lvl="1"/>
                <a:r>
                  <a:rPr lang="en-US" altLang="zh-CN" dirty="0"/>
                  <a:t>t=2</a:t>
                </a:r>
                <a:r>
                  <a:rPr lang="zh-CN" altLang="en-US" dirty="0"/>
                  <a:t>的利率上行结点的下一期投资收益率有两种，为</a:t>
                </a:r>
                <a14:m>
                  <m:oMath xmlns:m="http://schemas.openxmlformats.org/officeDocument/2006/math">
                    <m:sSub>
                      <m:sSubPr>
                        <m:ctrlPr>
                          <a:rPr lang="en-US" altLang="zh-CN" b="1" i="1">
                            <a:latin typeface="Cambria Math" panose="02040503050406030204" pitchFamily="18" charset="0"/>
                          </a:rPr>
                        </m:ctrlPr>
                      </m:sSubPr>
                      <m:e>
                        <m:r>
                          <a:rPr lang="en-US" altLang="zh-CN" b="1" i="1">
                            <a:latin typeface="Cambria Math" panose="02040503050406030204" pitchFamily="18" charset="0"/>
                          </a:rPr>
                          <m:t>𝒇</m:t>
                        </m:r>
                      </m:e>
                      <m:sub>
                        <m:r>
                          <a:rPr lang="en-US" altLang="zh-CN" b="1" i="1">
                            <a:latin typeface="Cambria Math" panose="02040503050406030204" pitchFamily="18" charset="0"/>
                          </a:rPr>
                          <m:t>𝑯</m:t>
                        </m:r>
                        <m:r>
                          <a:rPr lang="en-US" altLang="zh-CN" b="1" i="1" smtClean="0">
                            <a:latin typeface="Cambria Math" panose="02040503050406030204" pitchFamily="18" charset="0"/>
                          </a:rPr>
                          <m:t>𝑯</m:t>
                        </m:r>
                      </m:sub>
                    </m:sSub>
                  </m:oMath>
                </a14:m>
                <a:r>
                  <a:rPr lang="zh-CN" altLang="en-US" b="1" i="1" dirty="0"/>
                  <a:t>，</a:t>
                </a:r>
                <a14:m>
                  <m:oMath xmlns:m="http://schemas.openxmlformats.org/officeDocument/2006/math">
                    <m:sSub>
                      <m:sSubPr>
                        <m:ctrlPr>
                          <a:rPr lang="en-US" altLang="zh-CN" b="1" i="1">
                            <a:latin typeface="Cambria Math" panose="02040503050406030204" pitchFamily="18" charset="0"/>
                          </a:rPr>
                        </m:ctrlPr>
                      </m:sSubPr>
                      <m:e>
                        <m:r>
                          <a:rPr lang="en-US" altLang="zh-CN" b="1" i="1">
                            <a:latin typeface="Cambria Math" panose="02040503050406030204" pitchFamily="18" charset="0"/>
                          </a:rPr>
                          <m:t>𝒇</m:t>
                        </m:r>
                      </m:e>
                      <m:sub>
                        <m:r>
                          <a:rPr lang="en-US" altLang="zh-CN" b="1" i="1">
                            <a:latin typeface="Cambria Math" panose="02040503050406030204" pitchFamily="18" charset="0"/>
                          </a:rPr>
                          <m:t>𝑯</m:t>
                        </m:r>
                        <m:r>
                          <a:rPr lang="en-US" altLang="zh-CN" b="1" i="1" smtClean="0">
                            <a:latin typeface="Cambria Math" panose="02040503050406030204" pitchFamily="18" charset="0"/>
                          </a:rPr>
                          <m:t>𝑳</m:t>
                        </m:r>
                      </m:sub>
                    </m:sSub>
                  </m:oMath>
                </a14:m>
                <a:endParaRPr lang="zh-CN" altLang="en-US" b="1" i="1" dirty="0"/>
              </a:p>
              <a:p>
                <a:pPr lvl="1"/>
                <a:r>
                  <a:rPr lang="en-US" altLang="zh-CN" dirty="0"/>
                  <a:t>t=2</a:t>
                </a:r>
                <a:r>
                  <a:rPr lang="zh-CN" altLang="en-US" dirty="0"/>
                  <a:t>的利率上行结点的下一期投资收益率有两种，为</a:t>
                </a:r>
                <a14:m>
                  <m:oMath xmlns:m="http://schemas.openxmlformats.org/officeDocument/2006/math">
                    <m:sSub>
                      <m:sSubPr>
                        <m:ctrlPr>
                          <a:rPr lang="en-US" altLang="zh-CN" b="1" i="1">
                            <a:latin typeface="Cambria Math" panose="02040503050406030204" pitchFamily="18" charset="0"/>
                          </a:rPr>
                        </m:ctrlPr>
                      </m:sSubPr>
                      <m:e>
                        <m:r>
                          <a:rPr lang="en-US" altLang="zh-CN" b="1" i="1">
                            <a:latin typeface="Cambria Math" panose="02040503050406030204" pitchFamily="18" charset="0"/>
                          </a:rPr>
                          <m:t>𝒇</m:t>
                        </m:r>
                      </m:e>
                      <m:sub>
                        <m:r>
                          <a:rPr lang="en-US" altLang="zh-CN" b="1" i="1" smtClean="0">
                            <a:latin typeface="Cambria Math" panose="02040503050406030204" pitchFamily="18" charset="0"/>
                          </a:rPr>
                          <m:t>𝑳𝑯</m:t>
                        </m:r>
                      </m:sub>
                    </m:sSub>
                  </m:oMath>
                </a14:m>
                <a:r>
                  <a:rPr lang="zh-CN" altLang="en-US" b="1" i="1" dirty="0"/>
                  <a:t>，</a:t>
                </a:r>
                <a14:m>
                  <m:oMath xmlns:m="http://schemas.openxmlformats.org/officeDocument/2006/math">
                    <m:sSub>
                      <m:sSubPr>
                        <m:ctrlPr>
                          <a:rPr lang="en-US" altLang="zh-CN" b="1" i="1">
                            <a:latin typeface="Cambria Math" panose="02040503050406030204" pitchFamily="18" charset="0"/>
                          </a:rPr>
                        </m:ctrlPr>
                      </m:sSubPr>
                      <m:e>
                        <m:r>
                          <a:rPr lang="en-US" altLang="zh-CN" b="1" i="1">
                            <a:latin typeface="Cambria Math" panose="02040503050406030204" pitchFamily="18" charset="0"/>
                          </a:rPr>
                          <m:t>𝒇</m:t>
                        </m:r>
                      </m:e>
                      <m:sub>
                        <m:r>
                          <a:rPr lang="en-US" altLang="zh-CN" b="1" i="1" smtClean="0">
                            <a:latin typeface="Cambria Math" panose="02040503050406030204" pitchFamily="18" charset="0"/>
                          </a:rPr>
                          <m:t>𝑳𝑳</m:t>
                        </m:r>
                      </m:sub>
                    </m:sSub>
                  </m:oMath>
                </a14:m>
                <a:endParaRPr lang="en-US" altLang="zh-CN" b="1" i="1" dirty="0"/>
              </a:p>
              <a:p>
                <a:r>
                  <a:rPr lang="zh-CN" altLang="en-US" dirty="0"/>
                  <a:t>因此，存在以下等式关系</a:t>
                </a:r>
                <a:endParaRPr lang="en-US" altLang="zh-CN" dirty="0"/>
              </a:p>
              <a:p>
                <a:pPr lvl="1"/>
                <a14:m>
                  <m:oMath xmlns:m="http://schemas.openxmlformats.org/officeDocument/2006/math">
                    <m:sSub>
                      <m:sSubPr>
                        <m:ctrlPr>
                          <a:rPr lang="en-US" altLang="zh-CN" sz="2800" i="1">
                            <a:latin typeface="Cambria Math" panose="02040503050406030204" pitchFamily="18" charset="0"/>
                          </a:rPr>
                        </m:ctrlPr>
                      </m:sSubPr>
                      <m:e>
                        <m:r>
                          <a:rPr lang="en-US" altLang="zh-CN" sz="2800" b="0" i="1">
                            <a:latin typeface="Cambria Math" panose="02040503050406030204" pitchFamily="18" charset="0"/>
                          </a:rPr>
                          <m:t>𝑓</m:t>
                        </m:r>
                      </m:e>
                      <m:sub>
                        <m:r>
                          <a:rPr lang="en-US" altLang="zh-CN" sz="2800" b="0" i="1">
                            <a:latin typeface="Cambria Math" panose="02040503050406030204" pitchFamily="18" charset="0"/>
                          </a:rPr>
                          <m:t>𝐻</m:t>
                        </m:r>
                      </m:sub>
                    </m:sSub>
                    <m:r>
                      <a:rPr lang="en-US" altLang="zh-CN" sz="2800" b="0">
                        <a:latin typeface="Cambria Math" panose="02040503050406030204" pitchFamily="18" charset="0"/>
                      </a:rPr>
                      <m:t>=</m:t>
                    </m:r>
                    <m:sSub>
                      <m:sSubPr>
                        <m:ctrlPr>
                          <a:rPr lang="en-US" altLang="zh-CN" sz="2800" i="1">
                            <a:latin typeface="Cambria Math" panose="02040503050406030204" pitchFamily="18" charset="0"/>
                          </a:rPr>
                        </m:ctrlPr>
                      </m:sSubPr>
                      <m:e>
                        <m:sSup>
                          <m:sSupPr>
                            <m:ctrlPr>
                              <a:rPr lang="en-US" altLang="zh-CN" sz="2800" i="1">
                                <a:latin typeface="Cambria Math" panose="02040503050406030204" pitchFamily="18" charset="0"/>
                              </a:rPr>
                            </m:ctrlPr>
                          </m:sSupPr>
                          <m:e>
                            <m:r>
                              <a:rPr lang="en-US" altLang="zh-CN" sz="2800" b="0" i="1">
                                <a:latin typeface="Cambria Math" panose="02040503050406030204" pitchFamily="18" charset="0"/>
                              </a:rPr>
                              <m:t>𝑒</m:t>
                            </m:r>
                          </m:e>
                          <m:sup>
                            <m:r>
                              <a:rPr lang="en-US" altLang="zh-CN" sz="2800" b="0" i="1" smtClean="0">
                                <a:latin typeface="Cambria Math" panose="02040503050406030204" pitchFamily="18" charset="0"/>
                              </a:rPr>
                              <m:t>2</m:t>
                            </m:r>
                            <m:r>
                              <a:rPr lang="en-US" altLang="zh-CN" sz="2800" b="0" i="1">
                                <a:latin typeface="Cambria Math" panose="02040503050406030204" pitchFamily="18" charset="0"/>
                              </a:rPr>
                              <m:t>𝜎</m:t>
                            </m:r>
                          </m:sup>
                        </m:sSup>
                        <m:r>
                          <a:rPr lang="en-US" altLang="zh-CN" sz="2800" b="0" i="1">
                            <a:latin typeface="Cambria Math" panose="02040503050406030204" pitchFamily="18" charset="0"/>
                          </a:rPr>
                          <m:t>𝑓</m:t>
                        </m:r>
                      </m:e>
                      <m:sub>
                        <m:r>
                          <a:rPr lang="en-US" altLang="zh-CN" sz="2800" b="0" i="1" smtClean="0">
                            <a:latin typeface="Cambria Math" panose="02040503050406030204" pitchFamily="18" charset="0"/>
                          </a:rPr>
                          <m:t>𝐿</m:t>
                        </m:r>
                      </m:sub>
                    </m:sSub>
                    <m:r>
                      <a:rPr lang="en-US" altLang="zh-CN" sz="2800" b="0" smtClean="0">
                        <a:latin typeface="Cambria Math" panose="02040503050406030204" pitchFamily="18" charset="0"/>
                      </a:rPr>
                      <m:t>=</m:t>
                    </m:r>
                    <m:sSub>
                      <m:sSubPr>
                        <m:ctrlPr>
                          <a:rPr lang="en-US" altLang="zh-CN" sz="2800" i="1" smtClean="0">
                            <a:latin typeface="Cambria Math" panose="02040503050406030204" pitchFamily="18" charset="0"/>
                          </a:rPr>
                        </m:ctrlPr>
                      </m:sSubPr>
                      <m:e>
                        <m:r>
                          <a:rPr lang="en-US" altLang="zh-CN" sz="2800" b="0" i="1">
                            <a:latin typeface="Cambria Math" panose="02040503050406030204" pitchFamily="18" charset="0"/>
                          </a:rPr>
                          <m:t>𝑓</m:t>
                        </m:r>
                      </m:e>
                      <m:sub>
                        <m:r>
                          <a:rPr lang="en-US" altLang="zh-CN" sz="2800" b="0" i="0" smtClean="0">
                            <a:latin typeface="Cambria Math" panose="02040503050406030204" pitchFamily="18" charset="0"/>
                          </a:rPr>
                          <m:t>0</m:t>
                        </m:r>
                      </m:sub>
                    </m:sSub>
                    <m:sSup>
                      <m:sSupPr>
                        <m:ctrlPr>
                          <a:rPr lang="en-US" altLang="zh-CN" sz="2800" i="1">
                            <a:latin typeface="Cambria Math" panose="02040503050406030204" pitchFamily="18" charset="0"/>
                          </a:rPr>
                        </m:ctrlPr>
                      </m:sSupPr>
                      <m:e>
                        <m:r>
                          <a:rPr lang="en-US" altLang="zh-CN" sz="2800" b="0" i="1">
                            <a:latin typeface="Cambria Math" panose="02040503050406030204" pitchFamily="18" charset="0"/>
                          </a:rPr>
                          <m:t>𝑒</m:t>
                        </m:r>
                      </m:e>
                      <m:sup>
                        <m:r>
                          <a:rPr lang="en-US" altLang="zh-CN" sz="2800" b="0" i="0" smtClean="0">
                            <a:latin typeface="Cambria Math" panose="02040503050406030204" pitchFamily="18" charset="0"/>
                          </a:rPr>
                          <m:t>−</m:t>
                        </m:r>
                        <m:r>
                          <a:rPr lang="en-US" altLang="zh-CN" sz="2800" b="0" i="1">
                            <a:latin typeface="Cambria Math" panose="02040503050406030204" pitchFamily="18" charset="0"/>
                          </a:rPr>
                          <m:t>𝜎</m:t>
                        </m:r>
                      </m:sup>
                    </m:sSup>
                  </m:oMath>
                </a14:m>
                <a:endParaRPr lang="en-US" altLang="zh-CN" sz="2800" dirty="0"/>
              </a:p>
              <a:p>
                <a:pPr lvl="1"/>
                <a14:m>
                  <m:oMath xmlns:m="http://schemas.openxmlformats.org/officeDocument/2006/math">
                    <m:sSub>
                      <m:sSubPr>
                        <m:ctrlPr>
                          <a:rPr lang="en-US" altLang="zh-CN" sz="2800" i="1">
                            <a:latin typeface="Cambria Math" panose="02040503050406030204" pitchFamily="18" charset="0"/>
                          </a:rPr>
                        </m:ctrlPr>
                      </m:sSubPr>
                      <m:e>
                        <m:r>
                          <a:rPr lang="en-US" altLang="zh-CN" sz="2800" b="0" i="1">
                            <a:latin typeface="Cambria Math" panose="02040503050406030204" pitchFamily="18" charset="0"/>
                          </a:rPr>
                          <m:t>𝑓</m:t>
                        </m:r>
                      </m:e>
                      <m:sub>
                        <m:r>
                          <a:rPr lang="en-US" altLang="zh-CN" sz="2800" b="0" i="1">
                            <a:latin typeface="Cambria Math" panose="02040503050406030204" pitchFamily="18" charset="0"/>
                          </a:rPr>
                          <m:t>𝐻𝐻</m:t>
                        </m:r>
                      </m:sub>
                    </m:sSub>
                    <m:r>
                      <a:rPr lang="en-US" altLang="zh-CN" sz="2800" b="0" i="1">
                        <a:latin typeface="Cambria Math" panose="02040503050406030204" pitchFamily="18" charset="0"/>
                      </a:rPr>
                      <m:t>=</m:t>
                    </m:r>
                    <m:sSup>
                      <m:sSupPr>
                        <m:ctrlPr>
                          <a:rPr lang="en-US" altLang="zh-CN" sz="2800" i="1">
                            <a:latin typeface="Cambria Math" panose="02040503050406030204" pitchFamily="18" charset="0"/>
                          </a:rPr>
                        </m:ctrlPr>
                      </m:sSupPr>
                      <m:e>
                        <m:r>
                          <a:rPr lang="en-US" altLang="zh-CN" sz="2800" b="0" i="1">
                            <a:latin typeface="Cambria Math" panose="02040503050406030204" pitchFamily="18" charset="0"/>
                          </a:rPr>
                          <m:t>𝑒</m:t>
                        </m:r>
                      </m:e>
                      <m:sup>
                        <m:r>
                          <a:rPr lang="en-US" altLang="zh-CN" sz="2800" b="0" i="1" smtClean="0">
                            <a:latin typeface="Cambria Math" panose="02040503050406030204" pitchFamily="18" charset="0"/>
                          </a:rPr>
                          <m:t>4</m:t>
                        </m:r>
                        <m:r>
                          <a:rPr lang="en-US" altLang="zh-CN" sz="2800" b="0" i="1">
                            <a:latin typeface="Cambria Math" panose="02040503050406030204" pitchFamily="18" charset="0"/>
                          </a:rPr>
                          <m:t>𝜎</m:t>
                        </m:r>
                      </m:sup>
                    </m:sSup>
                    <m:sSub>
                      <m:sSubPr>
                        <m:ctrlPr>
                          <a:rPr lang="en-US" altLang="zh-CN" sz="2800" i="1">
                            <a:latin typeface="Cambria Math" panose="02040503050406030204" pitchFamily="18" charset="0"/>
                          </a:rPr>
                        </m:ctrlPr>
                      </m:sSubPr>
                      <m:e>
                        <m:r>
                          <a:rPr lang="en-US" altLang="zh-CN" sz="2800" b="0" i="1">
                            <a:latin typeface="Cambria Math" panose="02040503050406030204" pitchFamily="18" charset="0"/>
                          </a:rPr>
                          <m:t>𝑓</m:t>
                        </m:r>
                      </m:e>
                      <m:sub>
                        <m:r>
                          <a:rPr lang="en-US" altLang="zh-CN" sz="2800" b="0" i="1" smtClean="0">
                            <a:latin typeface="Cambria Math" panose="02040503050406030204" pitchFamily="18" charset="0"/>
                          </a:rPr>
                          <m:t>𝐿</m:t>
                        </m:r>
                        <m:r>
                          <a:rPr lang="en-US" altLang="zh-CN" sz="2800" b="0" i="1">
                            <a:latin typeface="Cambria Math" panose="02040503050406030204" pitchFamily="18" charset="0"/>
                          </a:rPr>
                          <m:t>𝐿</m:t>
                        </m:r>
                      </m:sub>
                    </m:sSub>
                  </m:oMath>
                </a14:m>
                <a:endParaRPr lang="en-US" altLang="zh-CN" sz="2800" i="1" dirty="0">
                  <a:latin typeface="Cambria Math" panose="02040503050406030204" pitchFamily="18" charset="0"/>
                </a:endParaRPr>
              </a:p>
              <a:p>
                <a:pPr lvl="1"/>
                <a14:m>
                  <m:oMath xmlns:m="http://schemas.openxmlformats.org/officeDocument/2006/math">
                    <m:sSub>
                      <m:sSubPr>
                        <m:ctrlPr>
                          <a:rPr lang="en-US" altLang="zh-CN" sz="2800" i="1">
                            <a:latin typeface="Cambria Math" panose="02040503050406030204" pitchFamily="18" charset="0"/>
                          </a:rPr>
                        </m:ctrlPr>
                      </m:sSubPr>
                      <m:e>
                        <m:r>
                          <a:rPr lang="en-US" altLang="zh-CN" sz="2800" b="0" i="1">
                            <a:latin typeface="Cambria Math" panose="02040503050406030204" pitchFamily="18" charset="0"/>
                          </a:rPr>
                          <m:t>𝑓</m:t>
                        </m:r>
                      </m:e>
                      <m:sub>
                        <m:r>
                          <a:rPr lang="en-US" altLang="zh-CN" sz="2800" b="0" i="1">
                            <a:latin typeface="Cambria Math" panose="02040503050406030204" pitchFamily="18" charset="0"/>
                          </a:rPr>
                          <m:t>𝐿𝐻</m:t>
                        </m:r>
                      </m:sub>
                    </m:sSub>
                    <m:r>
                      <a:rPr lang="en-US" altLang="zh-CN" sz="2800" b="0" i="1">
                        <a:latin typeface="Cambria Math" panose="02040503050406030204" pitchFamily="18" charset="0"/>
                      </a:rPr>
                      <m:t>=</m:t>
                    </m:r>
                    <m:sSub>
                      <m:sSubPr>
                        <m:ctrlPr>
                          <a:rPr lang="en-US" altLang="zh-CN" sz="2800" i="1">
                            <a:latin typeface="Cambria Math" panose="02040503050406030204" pitchFamily="18" charset="0"/>
                          </a:rPr>
                        </m:ctrlPr>
                      </m:sSubPr>
                      <m:e>
                        <m:r>
                          <a:rPr lang="en-US" altLang="zh-CN" sz="2800" b="0" i="1">
                            <a:latin typeface="Cambria Math" panose="02040503050406030204" pitchFamily="18" charset="0"/>
                          </a:rPr>
                          <m:t>𝑓</m:t>
                        </m:r>
                      </m:e>
                      <m:sub>
                        <m:r>
                          <a:rPr lang="en-US" altLang="zh-CN" sz="2800" b="0" i="1">
                            <a:latin typeface="Cambria Math" panose="02040503050406030204" pitchFamily="18" charset="0"/>
                          </a:rPr>
                          <m:t>𝐿𝐻</m:t>
                        </m:r>
                      </m:sub>
                    </m:sSub>
                    <m:r>
                      <a:rPr lang="en-US" altLang="zh-CN" sz="2800" b="0" i="1">
                        <a:latin typeface="Cambria Math" panose="02040503050406030204" pitchFamily="18" charset="0"/>
                      </a:rPr>
                      <m:t>=</m:t>
                    </m:r>
                    <m:sSup>
                      <m:sSupPr>
                        <m:ctrlPr>
                          <a:rPr lang="en-US" altLang="zh-CN" sz="2800" i="1">
                            <a:latin typeface="Cambria Math" panose="02040503050406030204" pitchFamily="18" charset="0"/>
                          </a:rPr>
                        </m:ctrlPr>
                      </m:sSupPr>
                      <m:e>
                        <m:r>
                          <a:rPr lang="en-US" altLang="zh-CN" sz="2800" b="0" i="1">
                            <a:latin typeface="Cambria Math" panose="02040503050406030204" pitchFamily="18" charset="0"/>
                          </a:rPr>
                          <m:t>𝑒</m:t>
                        </m:r>
                      </m:e>
                      <m:sup>
                        <m:r>
                          <a:rPr lang="en-US" altLang="zh-CN" sz="2800" b="0" i="1">
                            <a:latin typeface="Cambria Math" panose="02040503050406030204" pitchFamily="18" charset="0"/>
                          </a:rPr>
                          <m:t>2</m:t>
                        </m:r>
                        <m:r>
                          <a:rPr lang="en-US" altLang="zh-CN" sz="2800" b="0" i="1">
                            <a:latin typeface="Cambria Math" panose="02040503050406030204" pitchFamily="18" charset="0"/>
                          </a:rPr>
                          <m:t>𝜎</m:t>
                        </m:r>
                      </m:sup>
                    </m:sSup>
                    <m:sSub>
                      <m:sSubPr>
                        <m:ctrlPr>
                          <a:rPr lang="en-US" altLang="zh-CN" sz="2800" i="1">
                            <a:latin typeface="Cambria Math" panose="02040503050406030204" pitchFamily="18" charset="0"/>
                          </a:rPr>
                        </m:ctrlPr>
                      </m:sSubPr>
                      <m:e>
                        <m:r>
                          <a:rPr lang="en-US" altLang="zh-CN" sz="2800" b="0" i="1">
                            <a:latin typeface="Cambria Math" panose="02040503050406030204" pitchFamily="18" charset="0"/>
                          </a:rPr>
                          <m:t>𝑓</m:t>
                        </m:r>
                      </m:e>
                      <m:sub>
                        <m:r>
                          <a:rPr lang="en-US" altLang="zh-CN" sz="2800" b="0" i="1">
                            <a:latin typeface="Cambria Math" panose="02040503050406030204" pitchFamily="18" charset="0"/>
                          </a:rPr>
                          <m:t>𝐿</m:t>
                        </m:r>
                        <m:r>
                          <a:rPr lang="en-US" altLang="zh-CN" sz="2800" b="0" i="1" smtClean="0">
                            <a:latin typeface="Cambria Math" panose="02040503050406030204" pitchFamily="18" charset="0"/>
                          </a:rPr>
                          <m:t>𝐿</m:t>
                        </m:r>
                      </m:sub>
                    </m:sSub>
                  </m:oMath>
                </a14:m>
                <a:endParaRPr lang="en-US" altLang="zh-CN" sz="2800" dirty="0"/>
              </a:p>
              <a:p>
                <a:pPr lvl="1"/>
                <a14:m>
                  <m:oMath xmlns:m="http://schemas.openxmlformats.org/officeDocument/2006/math">
                    <m:sSub>
                      <m:sSubPr>
                        <m:ctrlPr>
                          <a:rPr lang="en-US" altLang="zh-CN" sz="2800" i="1">
                            <a:latin typeface="Cambria Math" panose="02040503050406030204" pitchFamily="18" charset="0"/>
                          </a:rPr>
                        </m:ctrlPr>
                      </m:sSubPr>
                      <m:e>
                        <m:r>
                          <a:rPr lang="en-US" altLang="zh-CN" sz="2800" b="0" i="1">
                            <a:latin typeface="Cambria Math" panose="02040503050406030204" pitchFamily="18" charset="0"/>
                          </a:rPr>
                          <m:t>𝑓</m:t>
                        </m:r>
                      </m:e>
                      <m:sub>
                        <m:r>
                          <a:rPr lang="en-US" altLang="zh-CN" sz="2800" b="0" i="1" smtClean="0">
                            <a:latin typeface="Cambria Math" panose="02040503050406030204" pitchFamily="18" charset="0"/>
                          </a:rPr>
                          <m:t>𝐿𝐿</m:t>
                        </m:r>
                      </m:sub>
                    </m:sSub>
                    <m:r>
                      <a:rPr lang="en-US" altLang="zh-CN" sz="2800" b="0" i="1" smtClean="0">
                        <a:latin typeface="Cambria Math" panose="02040503050406030204" pitchFamily="18" charset="0"/>
                      </a:rPr>
                      <m:t>=</m:t>
                    </m:r>
                    <m:sSub>
                      <m:sSubPr>
                        <m:ctrlPr>
                          <a:rPr lang="en-US" altLang="zh-CN" sz="2800" i="1">
                            <a:latin typeface="Cambria Math" panose="02040503050406030204" pitchFamily="18" charset="0"/>
                          </a:rPr>
                        </m:ctrlPr>
                      </m:sSubPr>
                      <m:e>
                        <m:r>
                          <a:rPr lang="en-US" altLang="zh-CN" sz="2800" i="1">
                            <a:latin typeface="Cambria Math" panose="02040503050406030204" pitchFamily="18" charset="0"/>
                          </a:rPr>
                          <m:t>𝑓</m:t>
                        </m:r>
                      </m:e>
                      <m:sub>
                        <m:r>
                          <a:rPr lang="en-US" altLang="zh-CN" sz="2800" i="1">
                            <a:latin typeface="Cambria Math" panose="02040503050406030204" pitchFamily="18" charset="0"/>
                          </a:rPr>
                          <m:t>𝐿</m:t>
                        </m:r>
                      </m:sub>
                    </m:sSub>
                    <m:sSup>
                      <m:sSupPr>
                        <m:ctrlPr>
                          <a:rPr lang="en-US" altLang="zh-CN" sz="2800" i="1">
                            <a:latin typeface="Cambria Math" panose="02040503050406030204" pitchFamily="18" charset="0"/>
                          </a:rPr>
                        </m:ctrlPr>
                      </m:sSupPr>
                      <m:e>
                        <m:r>
                          <a:rPr lang="en-US" altLang="zh-CN" sz="2800" i="1">
                            <a:latin typeface="Cambria Math" panose="02040503050406030204" pitchFamily="18" charset="0"/>
                          </a:rPr>
                          <m:t>𝑒</m:t>
                        </m:r>
                      </m:e>
                      <m:sup>
                        <m:r>
                          <a:rPr lang="en-US" altLang="zh-CN" sz="2800" i="1">
                            <a:latin typeface="Cambria Math" panose="02040503050406030204" pitchFamily="18" charset="0"/>
                          </a:rPr>
                          <m:t>−</m:t>
                        </m:r>
                        <m:r>
                          <a:rPr lang="en-US" altLang="zh-CN" sz="2800" i="1">
                            <a:latin typeface="Cambria Math" panose="02040503050406030204" pitchFamily="18" charset="0"/>
                          </a:rPr>
                          <m:t>𝜎</m:t>
                        </m:r>
                      </m:sup>
                    </m:sSup>
                    <m:r>
                      <a:rPr lang="en-US" altLang="zh-CN" sz="2800" b="0" i="1" smtClean="0">
                        <a:latin typeface="Cambria Math" panose="02040503050406030204" pitchFamily="18" charset="0"/>
                      </a:rPr>
                      <m:t>=</m:t>
                    </m:r>
                    <m:sSub>
                      <m:sSubPr>
                        <m:ctrlPr>
                          <a:rPr lang="en-US" altLang="zh-CN" sz="2800" i="1">
                            <a:latin typeface="Cambria Math" panose="02040503050406030204" pitchFamily="18" charset="0"/>
                          </a:rPr>
                        </m:ctrlPr>
                      </m:sSubPr>
                      <m:e>
                        <m:r>
                          <a:rPr lang="en-US" altLang="zh-CN" sz="2800" i="1">
                            <a:latin typeface="Cambria Math" panose="02040503050406030204" pitchFamily="18" charset="0"/>
                          </a:rPr>
                          <m:t>𝑓</m:t>
                        </m:r>
                      </m:e>
                      <m:sub>
                        <m:r>
                          <a:rPr lang="en-US" altLang="zh-CN" sz="2800">
                            <a:latin typeface="Cambria Math" panose="02040503050406030204" pitchFamily="18" charset="0"/>
                          </a:rPr>
                          <m:t>0</m:t>
                        </m:r>
                      </m:sub>
                    </m:sSub>
                    <m:sSup>
                      <m:sSupPr>
                        <m:ctrlPr>
                          <a:rPr lang="en-US" altLang="zh-CN" sz="2800" i="1">
                            <a:latin typeface="Cambria Math" panose="02040503050406030204" pitchFamily="18" charset="0"/>
                          </a:rPr>
                        </m:ctrlPr>
                      </m:sSupPr>
                      <m:e>
                        <m:r>
                          <a:rPr lang="en-US" altLang="zh-CN" sz="2800" i="1">
                            <a:latin typeface="Cambria Math" panose="02040503050406030204" pitchFamily="18" charset="0"/>
                          </a:rPr>
                          <m:t>𝑒</m:t>
                        </m:r>
                      </m:e>
                      <m:sup>
                        <m:r>
                          <a:rPr lang="en-US" altLang="zh-CN" sz="2800">
                            <a:latin typeface="Cambria Math" panose="02040503050406030204" pitchFamily="18" charset="0"/>
                          </a:rPr>
                          <m:t>−</m:t>
                        </m:r>
                        <m:r>
                          <a:rPr lang="en-US" altLang="zh-CN" sz="2800" b="0" i="1" smtClean="0">
                            <a:latin typeface="Cambria Math" panose="02040503050406030204" pitchFamily="18" charset="0"/>
                          </a:rPr>
                          <m:t>4</m:t>
                        </m:r>
                        <m:r>
                          <a:rPr lang="en-US" altLang="zh-CN" sz="2800" i="1">
                            <a:latin typeface="Cambria Math" panose="02040503050406030204" pitchFamily="18" charset="0"/>
                          </a:rPr>
                          <m:t>𝜎</m:t>
                        </m:r>
                      </m:sup>
                    </m:sSup>
                  </m:oMath>
                </a14:m>
                <a:r>
                  <a:rPr lang="en-US" altLang="zh-CN" sz="2800" dirty="0"/>
                  <a:t> </a:t>
                </a:r>
                <a:endParaRPr lang="zh-CN" altLang="en-US" sz="2800" dirty="0"/>
              </a:p>
            </p:txBody>
          </p:sp>
        </mc:Choice>
        <mc:Fallback xmlns="">
          <p:sp>
            <p:nvSpPr>
              <p:cNvPr id="3" name="内容占位符 2">
                <a:extLst>
                  <a:ext uri="{FF2B5EF4-FFF2-40B4-BE49-F238E27FC236}">
                    <a16:creationId xmlns:a16="http://schemas.microsoft.com/office/drawing/2014/main" id="{D75DE66C-97EC-4E45-943E-1E44DA00BC24}"/>
                  </a:ext>
                </a:extLst>
              </p:cNvPr>
              <p:cNvSpPr>
                <a:spLocks noGrp="1" noRot="1" noChangeAspect="1" noMove="1" noResize="1" noEditPoints="1" noAdjustHandles="1" noChangeArrowheads="1" noChangeShapeType="1" noTextEdit="1"/>
              </p:cNvSpPr>
              <p:nvPr>
                <p:ph sz="half" idx="2"/>
              </p:nvPr>
            </p:nvSpPr>
            <p:spPr>
              <a:blipFill>
                <a:blip r:embed="rId2"/>
                <a:stretch>
                  <a:fillRect l="-1118"/>
                </a:stretch>
              </a:blipFill>
            </p:spPr>
            <p:txBody>
              <a:bodyPr/>
              <a:lstStyle/>
              <a:p>
                <a:r>
                  <a:rPr lang="zh-CN" altLang="en-US">
                    <a:noFill/>
                  </a:rPr>
                  <a:t> </a:t>
                </a:r>
              </a:p>
            </p:txBody>
          </p:sp>
        </mc:Fallback>
      </mc:AlternateContent>
      <p:grpSp>
        <p:nvGrpSpPr>
          <p:cNvPr id="24" name="组合 23">
            <a:extLst>
              <a:ext uri="{FF2B5EF4-FFF2-40B4-BE49-F238E27FC236}">
                <a16:creationId xmlns:a16="http://schemas.microsoft.com/office/drawing/2014/main" id="{2FA94B02-363A-425D-A2BC-9263D3EA1F97}"/>
              </a:ext>
            </a:extLst>
          </p:cNvPr>
          <p:cNvGrpSpPr/>
          <p:nvPr/>
        </p:nvGrpSpPr>
        <p:grpSpPr>
          <a:xfrm>
            <a:off x="663747" y="2091057"/>
            <a:ext cx="7549990" cy="6398572"/>
            <a:chOff x="5121072" y="1270193"/>
            <a:chExt cx="10833238" cy="8310473"/>
          </a:xfrm>
        </p:grpSpPr>
        <p:sp>
          <p:nvSpPr>
            <p:cNvPr id="25" name="椭圆 24">
              <a:extLst>
                <a:ext uri="{FF2B5EF4-FFF2-40B4-BE49-F238E27FC236}">
                  <a16:creationId xmlns:a16="http://schemas.microsoft.com/office/drawing/2014/main" id="{1241AA02-1DED-4C3A-A689-0CDC0DD32895}"/>
                </a:ext>
              </a:extLst>
            </p:cNvPr>
            <p:cNvSpPr/>
            <p:nvPr/>
          </p:nvSpPr>
          <p:spPr>
            <a:xfrm>
              <a:off x="13073445" y="2071428"/>
              <a:ext cx="400833" cy="400833"/>
            </a:xfrm>
            <a:prstGeom prst="ellipse">
              <a:avLst/>
            </a:prstGeom>
            <a:solidFill>
              <a:schemeClr val="accent1">
                <a:lumMod val="20000"/>
                <a:lumOff val="80000"/>
              </a:schemeClr>
            </a:solidFill>
            <a:ln w="571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00"/>
            </a:p>
          </p:txBody>
        </p:sp>
        <p:sp>
          <p:nvSpPr>
            <p:cNvPr id="26" name="椭圆 25">
              <a:extLst>
                <a:ext uri="{FF2B5EF4-FFF2-40B4-BE49-F238E27FC236}">
                  <a16:creationId xmlns:a16="http://schemas.microsoft.com/office/drawing/2014/main" id="{24163F70-EA33-42C4-B91D-70F48B4C1857}"/>
                </a:ext>
              </a:extLst>
            </p:cNvPr>
            <p:cNvSpPr/>
            <p:nvPr/>
          </p:nvSpPr>
          <p:spPr>
            <a:xfrm>
              <a:off x="8943583" y="3453872"/>
              <a:ext cx="400833" cy="400833"/>
            </a:xfrm>
            <a:prstGeom prst="ellipse">
              <a:avLst/>
            </a:prstGeom>
            <a:solidFill>
              <a:srgbClr val="FFC000"/>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00"/>
            </a:p>
          </p:txBody>
        </p:sp>
        <p:sp>
          <p:nvSpPr>
            <p:cNvPr id="27" name="椭圆 26">
              <a:extLst>
                <a:ext uri="{FF2B5EF4-FFF2-40B4-BE49-F238E27FC236}">
                  <a16:creationId xmlns:a16="http://schemas.microsoft.com/office/drawing/2014/main" id="{CC3A4261-735B-4A29-927B-CC834D1DE4B4}"/>
                </a:ext>
              </a:extLst>
            </p:cNvPr>
            <p:cNvSpPr/>
            <p:nvPr/>
          </p:nvSpPr>
          <p:spPr>
            <a:xfrm>
              <a:off x="9010113" y="6054118"/>
              <a:ext cx="400833" cy="400833"/>
            </a:xfrm>
            <a:prstGeom prst="ellipse">
              <a:avLst/>
            </a:prstGeom>
            <a:solidFill>
              <a:srgbClr val="FFC000"/>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00"/>
            </a:p>
          </p:txBody>
        </p:sp>
        <p:sp>
          <p:nvSpPr>
            <p:cNvPr id="28" name="椭圆 27">
              <a:extLst>
                <a:ext uri="{FF2B5EF4-FFF2-40B4-BE49-F238E27FC236}">
                  <a16:creationId xmlns:a16="http://schemas.microsoft.com/office/drawing/2014/main" id="{CE12F6E6-A2AD-4346-B724-1B95E9AD6CD0}"/>
                </a:ext>
              </a:extLst>
            </p:cNvPr>
            <p:cNvSpPr/>
            <p:nvPr/>
          </p:nvSpPr>
          <p:spPr>
            <a:xfrm>
              <a:off x="5445971" y="4863540"/>
              <a:ext cx="400833" cy="400833"/>
            </a:xfrm>
            <a:prstGeom prst="ellipse">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00"/>
            </a:p>
          </p:txBody>
        </p:sp>
        <p:sp>
          <p:nvSpPr>
            <p:cNvPr id="29" name="椭圆 28">
              <a:extLst>
                <a:ext uri="{FF2B5EF4-FFF2-40B4-BE49-F238E27FC236}">
                  <a16:creationId xmlns:a16="http://schemas.microsoft.com/office/drawing/2014/main" id="{82E376E9-5B6F-41B4-BB0F-119B5F8D975E}"/>
                </a:ext>
              </a:extLst>
            </p:cNvPr>
            <p:cNvSpPr/>
            <p:nvPr/>
          </p:nvSpPr>
          <p:spPr>
            <a:xfrm>
              <a:off x="13074487" y="4985158"/>
              <a:ext cx="400833" cy="400833"/>
            </a:xfrm>
            <a:prstGeom prst="ellipse">
              <a:avLst/>
            </a:prstGeom>
            <a:solidFill>
              <a:schemeClr val="accent1">
                <a:lumMod val="20000"/>
                <a:lumOff val="80000"/>
              </a:schemeClr>
            </a:solidFill>
            <a:ln w="571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00"/>
            </a:p>
          </p:txBody>
        </p:sp>
        <p:sp>
          <p:nvSpPr>
            <p:cNvPr id="30" name="椭圆 29">
              <a:extLst>
                <a:ext uri="{FF2B5EF4-FFF2-40B4-BE49-F238E27FC236}">
                  <a16:creationId xmlns:a16="http://schemas.microsoft.com/office/drawing/2014/main" id="{C9C0DB7D-F0AE-4EF3-893E-FE3DA84DA843}"/>
                </a:ext>
              </a:extLst>
            </p:cNvPr>
            <p:cNvSpPr/>
            <p:nvPr/>
          </p:nvSpPr>
          <p:spPr>
            <a:xfrm>
              <a:off x="13074487" y="7855576"/>
              <a:ext cx="400833" cy="400833"/>
            </a:xfrm>
            <a:prstGeom prst="ellipse">
              <a:avLst/>
            </a:prstGeom>
            <a:solidFill>
              <a:schemeClr val="accent1">
                <a:lumMod val="20000"/>
                <a:lumOff val="80000"/>
              </a:schemeClr>
            </a:solidFill>
            <a:ln w="571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00"/>
            </a:p>
          </p:txBody>
        </p:sp>
        <p:cxnSp>
          <p:nvCxnSpPr>
            <p:cNvPr id="31" name="直接箭头连接符 30">
              <a:extLst>
                <a:ext uri="{FF2B5EF4-FFF2-40B4-BE49-F238E27FC236}">
                  <a16:creationId xmlns:a16="http://schemas.microsoft.com/office/drawing/2014/main" id="{0C9B31F3-6249-43C6-A42D-A908FB218AB6}"/>
                </a:ext>
              </a:extLst>
            </p:cNvPr>
            <p:cNvCxnSpPr>
              <a:stCxn id="28" idx="6"/>
              <a:endCxn id="26" idx="3"/>
            </p:cNvCxnSpPr>
            <p:nvPr/>
          </p:nvCxnSpPr>
          <p:spPr>
            <a:xfrm flipV="1">
              <a:off x="5846804" y="3796004"/>
              <a:ext cx="3155480" cy="1267952"/>
            </a:xfrm>
            <a:prstGeom prst="straightConnector1">
              <a:avLst/>
            </a:prstGeom>
            <a:ln w="28575">
              <a:solidFill>
                <a:schemeClr val="tx1">
                  <a:lumMod val="50000"/>
                  <a:lumOff val="50000"/>
                </a:schemeClr>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32" name="直接箭头连接符 31">
              <a:extLst>
                <a:ext uri="{FF2B5EF4-FFF2-40B4-BE49-F238E27FC236}">
                  <a16:creationId xmlns:a16="http://schemas.microsoft.com/office/drawing/2014/main" id="{F418CB75-2EBC-41A1-9C44-9F4F58F5F052}"/>
                </a:ext>
              </a:extLst>
            </p:cNvPr>
            <p:cNvCxnSpPr>
              <a:cxnSpLocks/>
              <a:stCxn id="26" idx="6"/>
              <a:endCxn id="25" idx="2"/>
            </p:cNvCxnSpPr>
            <p:nvPr/>
          </p:nvCxnSpPr>
          <p:spPr>
            <a:xfrm flipV="1">
              <a:off x="9344416" y="2271844"/>
              <a:ext cx="3729029" cy="1382444"/>
            </a:xfrm>
            <a:prstGeom prst="straightConnector1">
              <a:avLst/>
            </a:prstGeom>
            <a:ln w="28575">
              <a:solidFill>
                <a:schemeClr val="tx1">
                  <a:lumMod val="50000"/>
                  <a:lumOff val="50000"/>
                </a:schemeClr>
              </a:solidFill>
              <a:prstDash val="dash"/>
              <a:tailEnd type="triangle" w="lg" len="lg"/>
            </a:ln>
          </p:spPr>
          <p:style>
            <a:lnRef idx="1">
              <a:schemeClr val="accent1"/>
            </a:lnRef>
            <a:fillRef idx="0">
              <a:schemeClr val="accent1"/>
            </a:fillRef>
            <a:effectRef idx="0">
              <a:schemeClr val="accent1"/>
            </a:effectRef>
            <a:fontRef idx="minor">
              <a:schemeClr val="tx1"/>
            </a:fontRef>
          </p:style>
        </p:cxnSp>
        <p:cxnSp>
          <p:nvCxnSpPr>
            <p:cNvPr id="33" name="直接箭头连接符 32">
              <a:extLst>
                <a:ext uri="{FF2B5EF4-FFF2-40B4-BE49-F238E27FC236}">
                  <a16:creationId xmlns:a16="http://schemas.microsoft.com/office/drawing/2014/main" id="{67055535-0B1F-4BD5-BF27-0C061BE6CCE4}"/>
                </a:ext>
              </a:extLst>
            </p:cNvPr>
            <p:cNvCxnSpPr>
              <a:cxnSpLocks/>
              <a:stCxn id="27" idx="6"/>
              <a:endCxn id="29" idx="3"/>
            </p:cNvCxnSpPr>
            <p:nvPr/>
          </p:nvCxnSpPr>
          <p:spPr>
            <a:xfrm flipV="1">
              <a:off x="9410947" y="5327291"/>
              <a:ext cx="3722241" cy="927244"/>
            </a:xfrm>
            <a:prstGeom prst="straightConnector1">
              <a:avLst/>
            </a:prstGeom>
            <a:ln w="28575">
              <a:solidFill>
                <a:schemeClr val="tx1">
                  <a:lumMod val="50000"/>
                  <a:lumOff val="50000"/>
                </a:schemeClr>
              </a:solidFill>
              <a:prstDash val="dash"/>
              <a:tailEnd type="triangle" w="lg" len="lg"/>
            </a:ln>
          </p:spPr>
          <p:style>
            <a:lnRef idx="1">
              <a:schemeClr val="accent1"/>
            </a:lnRef>
            <a:fillRef idx="0">
              <a:schemeClr val="accent1"/>
            </a:fillRef>
            <a:effectRef idx="0">
              <a:schemeClr val="accent1"/>
            </a:effectRef>
            <a:fontRef idx="minor">
              <a:schemeClr val="tx1"/>
            </a:fontRef>
          </p:style>
        </p:cxnSp>
        <p:cxnSp>
          <p:nvCxnSpPr>
            <p:cNvPr id="34" name="直接箭头连接符 33">
              <a:extLst>
                <a:ext uri="{FF2B5EF4-FFF2-40B4-BE49-F238E27FC236}">
                  <a16:creationId xmlns:a16="http://schemas.microsoft.com/office/drawing/2014/main" id="{7DB11590-8411-44E1-82E2-BFBFDFE1578E}"/>
                </a:ext>
              </a:extLst>
            </p:cNvPr>
            <p:cNvCxnSpPr>
              <a:cxnSpLocks/>
              <a:stCxn id="28" idx="6"/>
              <a:endCxn id="27" idx="2"/>
            </p:cNvCxnSpPr>
            <p:nvPr/>
          </p:nvCxnSpPr>
          <p:spPr>
            <a:xfrm>
              <a:off x="5846804" y="5063956"/>
              <a:ext cx="3163310" cy="1190579"/>
            </a:xfrm>
            <a:prstGeom prst="straightConnector1">
              <a:avLst/>
            </a:prstGeom>
            <a:ln w="28575">
              <a:solidFill>
                <a:schemeClr val="tx1">
                  <a:lumMod val="50000"/>
                  <a:lumOff val="50000"/>
                </a:schemeClr>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35" name="直接箭头连接符 34">
              <a:extLst>
                <a:ext uri="{FF2B5EF4-FFF2-40B4-BE49-F238E27FC236}">
                  <a16:creationId xmlns:a16="http://schemas.microsoft.com/office/drawing/2014/main" id="{09B7C260-4229-4CAE-9E88-ED1948E6D635}"/>
                </a:ext>
              </a:extLst>
            </p:cNvPr>
            <p:cNvCxnSpPr>
              <a:cxnSpLocks/>
              <a:stCxn id="27" idx="5"/>
              <a:endCxn id="30" idx="2"/>
            </p:cNvCxnSpPr>
            <p:nvPr/>
          </p:nvCxnSpPr>
          <p:spPr>
            <a:xfrm>
              <a:off x="9352246" y="6396251"/>
              <a:ext cx="3722241" cy="1659742"/>
            </a:xfrm>
            <a:prstGeom prst="straightConnector1">
              <a:avLst/>
            </a:prstGeom>
            <a:ln w="28575">
              <a:solidFill>
                <a:schemeClr val="tx1">
                  <a:lumMod val="50000"/>
                  <a:lumOff val="50000"/>
                </a:schemeClr>
              </a:solidFill>
              <a:prstDash val="dash"/>
              <a:tailEnd type="triangle" w="lg" len="lg"/>
            </a:ln>
          </p:spPr>
          <p:style>
            <a:lnRef idx="1">
              <a:schemeClr val="accent1"/>
            </a:lnRef>
            <a:fillRef idx="0">
              <a:schemeClr val="accent1"/>
            </a:fillRef>
            <a:effectRef idx="0">
              <a:schemeClr val="accent1"/>
            </a:effectRef>
            <a:fontRef idx="minor">
              <a:schemeClr val="tx1"/>
            </a:fontRef>
          </p:style>
        </p:cxnSp>
        <p:cxnSp>
          <p:nvCxnSpPr>
            <p:cNvPr id="36" name="直接箭头连接符 35">
              <a:extLst>
                <a:ext uri="{FF2B5EF4-FFF2-40B4-BE49-F238E27FC236}">
                  <a16:creationId xmlns:a16="http://schemas.microsoft.com/office/drawing/2014/main" id="{B42C9CC7-CFD3-47AE-BB3E-8F2C8410AD9A}"/>
                </a:ext>
              </a:extLst>
            </p:cNvPr>
            <p:cNvCxnSpPr>
              <a:cxnSpLocks/>
              <a:stCxn id="26" idx="5"/>
              <a:endCxn id="29" idx="2"/>
            </p:cNvCxnSpPr>
            <p:nvPr/>
          </p:nvCxnSpPr>
          <p:spPr>
            <a:xfrm>
              <a:off x="9285716" y="3796004"/>
              <a:ext cx="3788771" cy="1389570"/>
            </a:xfrm>
            <a:prstGeom prst="straightConnector1">
              <a:avLst/>
            </a:prstGeom>
            <a:ln w="28575">
              <a:solidFill>
                <a:schemeClr val="tx1">
                  <a:lumMod val="50000"/>
                  <a:lumOff val="50000"/>
                </a:schemeClr>
              </a:solidFill>
              <a:prstDash val="dash"/>
              <a:tailEnd type="triangle" w="lg" len="lg"/>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37" name="矩形 36">
                  <a:extLst>
                    <a:ext uri="{FF2B5EF4-FFF2-40B4-BE49-F238E27FC236}">
                      <a16:creationId xmlns:a16="http://schemas.microsoft.com/office/drawing/2014/main" id="{5840E128-C779-4233-B577-3C31C3A1F25D}"/>
                    </a:ext>
                  </a:extLst>
                </p:cNvPr>
                <p:cNvSpPr/>
                <p:nvPr/>
              </p:nvSpPr>
              <p:spPr>
                <a:xfrm>
                  <a:off x="7434578" y="2692496"/>
                  <a:ext cx="2814215" cy="679559"/>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n-US" altLang="zh-CN" sz="2800" i="1" smtClean="0">
                                <a:latin typeface="Cambria Math" panose="02040503050406030204" pitchFamily="18" charset="0"/>
                              </a:rPr>
                            </m:ctrlPr>
                          </m:sSubPr>
                          <m:e>
                            <m:r>
                              <a:rPr lang="en-US" altLang="zh-CN" sz="2800" b="0" i="1">
                                <a:latin typeface="Cambria Math" panose="02040503050406030204" pitchFamily="18" charset="0"/>
                              </a:rPr>
                              <m:t>𝑓</m:t>
                            </m:r>
                          </m:e>
                          <m:sub>
                            <m:r>
                              <a:rPr lang="en-US" altLang="zh-CN" sz="2800" b="0" i="1">
                                <a:latin typeface="Cambria Math" panose="02040503050406030204" pitchFamily="18" charset="0"/>
                              </a:rPr>
                              <m:t>𝐻</m:t>
                            </m:r>
                          </m:sub>
                        </m:sSub>
                        <m:r>
                          <a:rPr lang="en-US" altLang="zh-CN" sz="2800" b="0" i="1" smtClean="0">
                            <a:latin typeface="Cambria Math" panose="02040503050406030204" pitchFamily="18" charset="0"/>
                          </a:rPr>
                          <m:t>=</m:t>
                        </m:r>
                        <m:sSub>
                          <m:sSubPr>
                            <m:ctrlPr>
                              <a:rPr lang="en-US" altLang="zh-CN" sz="2800" i="1">
                                <a:latin typeface="Cambria Math" panose="02040503050406030204" pitchFamily="18" charset="0"/>
                              </a:rPr>
                            </m:ctrlPr>
                          </m:sSubPr>
                          <m:e>
                            <m:r>
                              <a:rPr lang="en-US" altLang="zh-CN" sz="2800" i="1">
                                <a:latin typeface="Cambria Math" panose="02040503050406030204" pitchFamily="18" charset="0"/>
                              </a:rPr>
                              <m:t>𝑓</m:t>
                            </m:r>
                          </m:e>
                          <m:sub>
                            <m:r>
                              <a:rPr lang="en-US" altLang="zh-CN" sz="2800" i="1">
                                <a:latin typeface="Cambria Math" panose="02040503050406030204" pitchFamily="18" charset="0"/>
                              </a:rPr>
                              <m:t>𝐿</m:t>
                            </m:r>
                          </m:sub>
                        </m:sSub>
                        <m:sSup>
                          <m:sSupPr>
                            <m:ctrlPr>
                              <a:rPr lang="en-US" altLang="zh-CN" sz="2800" i="1">
                                <a:latin typeface="Cambria Math" panose="02040503050406030204" pitchFamily="18" charset="0"/>
                              </a:rPr>
                            </m:ctrlPr>
                          </m:sSupPr>
                          <m:e>
                            <m:r>
                              <a:rPr lang="en-US" altLang="zh-CN" sz="2800" i="1">
                                <a:latin typeface="Cambria Math" panose="02040503050406030204" pitchFamily="18" charset="0"/>
                              </a:rPr>
                              <m:t>𝑒</m:t>
                            </m:r>
                          </m:e>
                          <m:sup>
                            <m:r>
                              <a:rPr lang="en-US" altLang="zh-CN" sz="2800" b="0" i="1" smtClean="0">
                                <a:latin typeface="Cambria Math" panose="02040503050406030204" pitchFamily="18" charset="0"/>
                              </a:rPr>
                              <m:t>2</m:t>
                            </m:r>
                            <m:r>
                              <a:rPr lang="en-US" altLang="zh-CN" sz="2800" i="1">
                                <a:latin typeface="Cambria Math" panose="02040503050406030204" pitchFamily="18" charset="0"/>
                              </a:rPr>
                              <m:t>𝜎</m:t>
                            </m:r>
                          </m:sup>
                        </m:sSup>
                      </m:oMath>
                    </m:oMathPara>
                  </a14:m>
                  <a:endParaRPr lang="zh-CN" altLang="en-US" sz="2800" dirty="0"/>
                </a:p>
              </p:txBody>
            </p:sp>
          </mc:Choice>
          <mc:Fallback xmlns="">
            <p:sp>
              <p:nvSpPr>
                <p:cNvPr id="37" name="矩形 36">
                  <a:extLst>
                    <a:ext uri="{FF2B5EF4-FFF2-40B4-BE49-F238E27FC236}">
                      <a16:creationId xmlns:a16="http://schemas.microsoft.com/office/drawing/2014/main" id="{5840E128-C779-4233-B577-3C31C3A1F25D}"/>
                    </a:ext>
                  </a:extLst>
                </p:cNvPr>
                <p:cNvSpPr>
                  <a:spLocks noRot="1" noChangeAspect="1" noMove="1" noResize="1" noEditPoints="1" noAdjustHandles="1" noChangeArrowheads="1" noChangeShapeType="1" noTextEdit="1"/>
                </p:cNvSpPr>
                <p:nvPr/>
              </p:nvSpPr>
              <p:spPr>
                <a:xfrm>
                  <a:off x="7434578" y="2692496"/>
                  <a:ext cx="2814215" cy="679559"/>
                </a:xfrm>
                <a:prstGeom prst="rect">
                  <a:avLst/>
                </a:prstGeom>
                <a:blipFill>
                  <a:blip r:embed="rId3"/>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8" name="矩形 37">
                  <a:extLst>
                    <a:ext uri="{FF2B5EF4-FFF2-40B4-BE49-F238E27FC236}">
                      <a16:creationId xmlns:a16="http://schemas.microsoft.com/office/drawing/2014/main" id="{D5869C91-BFF6-4706-8BF3-D94B0B1CCA2A}"/>
                    </a:ext>
                  </a:extLst>
                </p:cNvPr>
                <p:cNvSpPr/>
                <p:nvPr/>
              </p:nvSpPr>
              <p:spPr>
                <a:xfrm>
                  <a:off x="8538916" y="5366101"/>
                  <a:ext cx="846159" cy="679559"/>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n-US" altLang="zh-CN" sz="2800" i="1">
                                <a:latin typeface="Cambria Math" panose="02040503050406030204" pitchFamily="18" charset="0"/>
                              </a:rPr>
                            </m:ctrlPr>
                          </m:sSubPr>
                          <m:e>
                            <m:r>
                              <a:rPr lang="en-US" altLang="zh-CN" sz="2800" b="0" i="1">
                                <a:latin typeface="Cambria Math" panose="02040503050406030204" pitchFamily="18" charset="0"/>
                              </a:rPr>
                              <m:t>𝑓</m:t>
                            </m:r>
                          </m:e>
                          <m:sub>
                            <m:r>
                              <a:rPr lang="en-US" altLang="zh-CN" sz="2800" b="0" i="1">
                                <a:latin typeface="Cambria Math" panose="02040503050406030204" pitchFamily="18" charset="0"/>
                              </a:rPr>
                              <m:t>𝐿</m:t>
                            </m:r>
                          </m:sub>
                        </m:sSub>
                      </m:oMath>
                    </m:oMathPara>
                  </a14:m>
                  <a:endParaRPr lang="zh-CN" altLang="en-US" sz="2800" dirty="0"/>
                </a:p>
              </p:txBody>
            </p:sp>
          </mc:Choice>
          <mc:Fallback xmlns="">
            <p:sp>
              <p:nvSpPr>
                <p:cNvPr id="38" name="矩形 37">
                  <a:extLst>
                    <a:ext uri="{FF2B5EF4-FFF2-40B4-BE49-F238E27FC236}">
                      <a16:creationId xmlns:a16="http://schemas.microsoft.com/office/drawing/2014/main" id="{D5869C91-BFF6-4706-8BF3-D94B0B1CCA2A}"/>
                    </a:ext>
                  </a:extLst>
                </p:cNvPr>
                <p:cNvSpPr>
                  <a:spLocks noRot="1" noChangeAspect="1" noMove="1" noResize="1" noEditPoints="1" noAdjustHandles="1" noChangeArrowheads="1" noChangeShapeType="1" noTextEdit="1"/>
                </p:cNvSpPr>
                <p:nvPr/>
              </p:nvSpPr>
              <p:spPr>
                <a:xfrm>
                  <a:off x="8538916" y="5366101"/>
                  <a:ext cx="846159" cy="679559"/>
                </a:xfrm>
                <a:prstGeom prst="rect">
                  <a:avLst/>
                </a:prstGeom>
                <a:blipFill>
                  <a:blip r:embed="rId4"/>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9" name="矩形 38">
                  <a:extLst>
                    <a:ext uri="{FF2B5EF4-FFF2-40B4-BE49-F238E27FC236}">
                      <a16:creationId xmlns:a16="http://schemas.microsoft.com/office/drawing/2014/main" id="{8168DEBF-94EF-48F2-A319-E9F8AD040B23}"/>
                    </a:ext>
                  </a:extLst>
                </p:cNvPr>
                <p:cNvSpPr/>
                <p:nvPr/>
              </p:nvSpPr>
              <p:spPr>
                <a:xfrm>
                  <a:off x="5121072" y="4202131"/>
                  <a:ext cx="849841" cy="679559"/>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n-US" altLang="zh-CN" sz="2800" i="1" smtClean="0">
                                <a:latin typeface="Cambria Math" panose="02040503050406030204" pitchFamily="18" charset="0"/>
                              </a:rPr>
                            </m:ctrlPr>
                          </m:sSubPr>
                          <m:e>
                            <m:r>
                              <a:rPr lang="en-US" altLang="zh-CN" sz="2800" b="0" i="1" smtClean="0">
                                <a:latin typeface="Cambria Math" panose="02040503050406030204" pitchFamily="18" charset="0"/>
                              </a:rPr>
                              <m:t>𝑓</m:t>
                            </m:r>
                          </m:e>
                          <m:sub>
                            <m:r>
                              <a:rPr lang="en-US" altLang="zh-CN" sz="2800" b="0" i="1" smtClean="0">
                                <a:latin typeface="Cambria Math" panose="02040503050406030204" pitchFamily="18" charset="0"/>
                              </a:rPr>
                              <m:t>0</m:t>
                            </m:r>
                          </m:sub>
                        </m:sSub>
                      </m:oMath>
                    </m:oMathPara>
                  </a14:m>
                  <a:endParaRPr lang="zh-CN" altLang="en-US" sz="2800" dirty="0"/>
                </a:p>
              </p:txBody>
            </p:sp>
          </mc:Choice>
          <mc:Fallback xmlns="">
            <p:sp>
              <p:nvSpPr>
                <p:cNvPr id="39" name="矩形 38">
                  <a:extLst>
                    <a:ext uri="{FF2B5EF4-FFF2-40B4-BE49-F238E27FC236}">
                      <a16:creationId xmlns:a16="http://schemas.microsoft.com/office/drawing/2014/main" id="{8168DEBF-94EF-48F2-A319-E9F8AD040B23}"/>
                    </a:ext>
                  </a:extLst>
                </p:cNvPr>
                <p:cNvSpPr>
                  <a:spLocks noRot="1" noChangeAspect="1" noMove="1" noResize="1" noEditPoints="1" noAdjustHandles="1" noChangeArrowheads="1" noChangeShapeType="1" noTextEdit="1"/>
                </p:cNvSpPr>
                <p:nvPr/>
              </p:nvSpPr>
              <p:spPr>
                <a:xfrm>
                  <a:off x="5121072" y="4202131"/>
                  <a:ext cx="849841" cy="679559"/>
                </a:xfrm>
                <a:prstGeom prst="rect">
                  <a:avLst/>
                </a:prstGeom>
                <a:blipFill>
                  <a:blip r:embed="rId5"/>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40" name="矩形 39">
                  <a:extLst>
                    <a:ext uri="{FF2B5EF4-FFF2-40B4-BE49-F238E27FC236}">
                      <a16:creationId xmlns:a16="http://schemas.microsoft.com/office/drawing/2014/main" id="{F9A745C5-FD38-4387-B8C7-C5B3ECADF0CC}"/>
                    </a:ext>
                  </a:extLst>
                </p:cNvPr>
                <p:cNvSpPr/>
                <p:nvPr/>
              </p:nvSpPr>
              <p:spPr>
                <a:xfrm>
                  <a:off x="12192115" y="1270193"/>
                  <a:ext cx="3301836" cy="679559"/>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n-US" altLang="zh-CN" sz="2800" i="1" smtClean="0">
                                <a:latin typeface="Cambria Math" panose="02040503050406030204" pitchFamily="18" charset="0"/>
                              </a:rPr>
                            </m:ctrlPr>
                          </m:sSubPr>
                          <m:e>
                            <m:r>
                              <a:rPr lang="en-US" altLang="zh-CN" sz="2800" b="0" i="1">
                                <a:latin typeface="Cambria Math" panose="02040503050406030204" pitchFamily="18" charset="0"/>
                              </a:rPr>
                              <m:t>𝑓</m:t>
                            </m:r>
                          </m:e>
                          <m:sub>
                            <m:r>
                              <a:rPr lang="en-US" altLang="zh-CN" sz="2800" b="0" i="1" smtClean="0">
                                <a:latin typeface="Cambria Math" panose="02040503050406030204" pitchFamily="18" charset="0"/>
                              </a:rPr>
                              <m:t>𝐻𝐻</m:t>
                            </m:r>
                          </m:sub>
                        </m:sSub>
                        <m:r>
                          <a:rPr lang="en-US" altLang="zh-CN" sz="2800" b="0" i="1" smtClean="0">
                            <a:latin typeface="Cambria Math" panose="02040503050406030204" pitchFamily="18" charset="0"/>
                          </a:rPr>
                          <m:t>=</m:t>
                        </m:r>
                        <m:sSup>
                          <m:sSupPr>
                            <m:ctrlPr>
                              <a:rPr lang="en-US" altLang="zh-CN" sz="2800" i="1">
                                <a:latin typeface="Cambria Math" panose="02040503050406030204" pitchFamily="18" charset="0"/>
                              </a:rPr>
                            </m:ctrlPr>
                          </m:sSupPr>
                          <m:e>
                            <m:r>
                              <a:rPr lang="en-US" altLang="zh-CN" sz="2800" i="1">
                                <a:latin typeface="Cambria Math" panose="02040503050406030204" pitchFamily="18" charset="0"/>
                              </a:rPr>
                              <m:t>𝑒</m:t>
                            </m:r>
                          </m:e>
                          <m:sup>
                            <m:r>
                              <a:rPr lang="en-US" altLang="zh-CN" sz="2800" b="0" i="1" smtClean="0">
                                <a:latin typeface="Cambria Math" panose="02040503050406030204" pitchFamily="18" charset="0"/>
                              </a:rPr>
                              <m:t>4</m:t>
                            </m:r>
                            <m:r>
                              <a:rPr lang="en-US" altLang="zh-CN" sz="2800" i="1">
                                <a:latin typeface="Cambria Math" panose="02040503050406030204" pitchFamily="18" charset="0"/>
                              </a:rPr>
                              <m:t>𝜎</m:t>
                            </m:r>
                          </m:sup>
                        </m:sSup>
                        <m:sSub>
                          <m:sSubPr>
                            <m:ctrlPr>
                              <a:rPr lang="en-US" altLang="zh-CN" sz="2800" i="1">
                                <a:latin typeface="Cambria Math" panose="02040503050406030204" pitchFamily="18" charset="0"/>
                              </a:rPr>
                            </m:ctrlPr>
                          </m:sSubPr>
                          <m:e>
                            <m:r>
                              <a:rPr lang="en-US" altLang="zh-CN" sz="2800" b="0" i="1">
                                <a:latin typeface="Cambria Math" panose="02040503050406030204" pitchFamily="18" charset="0"/>
                              </a:rPr>
                              <m:t>𝑓</m:t>
                            </m:r>
                          </m:e>
                          <m:sub>
                            <m:r>
                              <a:rPr lang="en-US" altLang="zh-CN" sz="2800" b="0" i="1" smtClean="0">
                                <a:latin typeface="Cambria Math" panose="02040503050406030204" pitchFamily="18" charset="0"/>
                              </a:rPr>
                              <m:t>𝐿𝐿</m:t>
                            </m:r>
                          </m:sub>
                        </m:sSub>
                      </m:oMath>
                    </m:oMathPara>
                  </a14:m>
                  <a:endParaRPr lang="zh-CN" altLang="en-US" sz="2800" dirty="0"/>
                </a:p>
              </p:txBody>
            </p:sp>
          </mc:Choice>
          <mc:Fallback xmlns="">
            <p:sp>
              <p:nvSpPr>
                <p:cNvPr id="40" name="矩形 39">
                  <a:extLst>
                    <a:ext uri="{FF2B5EF4-FFF2-40B4-BE49-F238E27FC236}">
                      <a16:creationId xmlns:a16="http://schemas.microsoft.com/office/drawing/2014/main" id="{F9A745C5-FD38-4387-B8C7-C5B3ECADF0CC}"/>
                    </a:ext>
                  </a:extLst>
                </p:cNvPr>
                <p:cNvSpPr>
                  <a:spLocks noRot="1" noChangeAspect="1" noMove="1" noResize="1" noEditPoints="1" noAdjustHandles="1" noChangeArrowheads="1" noChangeShapeType="1" noTextEdit="1"/>
                </p:cNvSpPr>
                <p:nvPr/>
              </p:nvSpPr>
              <p:spPr>
                <a:xfrm>
                  <a:off x="12192115" y="1270193"/>
                  <a:ext cx="3301836" cy="679559"/>
                </a:xfrm>
                <a:prstGeom prst="rect">
                  <a:avLst/>
                </a:prstGeom>
                <a:blipFill>
                  <a:blip r:embed="rId6"/>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41" name="矩形 40">
                  <a:extLst>
                    <a:ext uri="{FF2B5EF4-FFF2-40B4-BE49-F238E27FC236}">
                      <a16:creationId xmlns:a16="http://schemas.microsoft.com/office/drawing/2014/main" id="{76FC9198-F5F3-4428-BB27-22630430C068}"/>
                    </a:ext>
                  </a:extLst>
                </p:cNvPr>
                <p:cNvSpPr/>
                <p:nvPr/>
              </p:nvSpPr>
              <p:spPr>
                <a:xfrm>
                  <a:off x="11338752" y="3959465"/>
                  <a:ext cx="4615558" cy="679559"/>
                </a:xfrm>
                <a:prstGeom prst="rect">
                  <a:avLst/>
                </a:prstGeom>
              </p:spPr>
              <p:txBody>
                <a:bodyPr wrap="none">
                  <a:spAutoFit/>
                </a:bodyPr>
                <a:lstStyle/>
                <a:p>
                  <a:pPr algn="ctr"/>
                  <a14:m>
                    <m:oMathPara xmlns:m="http://schemas.openxmlformats.org/officeDocument/2006/math">
                      <m:oMathParaPr>
                        <m:jc m:val="centerGroup"/>
                      </m:oMathParaPr>
                      <m:oMath xmlns:m="http://schemas.openxmlformats.org/officeDocument/2006/math">
                        <m:sSub>
                          <m:sSubPr>
                            <m:ctrlPr>
                              <a:rPr lang="en-US" altLang="zh-CN" sz="2800" i="1" smtClean="0">
                                <a:latin typeface="Cambria Math" panose="02040503050406030204" pitchFamily="18" charset="0"/>
                              </a:rPr>
                            </m:ctrlPr>
                          </m:sSubPr>
                          <m:e>
                            <m:r>
                              <a:rPr lang="en-US" altLang="zh-CN" sz="2800" b="0" i="1">
                                <a:latin typeface="Cambria Math" panose="02040503050406030204" pitchFamily="18" charset="0"/>
                              </a:rPr>
                              <m:t>𝑓</m:t>
                            </m:r>
                          </m:e>
                          <m:sub>
                            <m:r>
                              <a:rPr lang="en-US" altLang="zh-CN" sz="2800" b="0" i="1" smtClean="0">
                                <a:latin typeface="Cambria Math" panose="02040503050406030204" pitchFamily="18" charset="0"/>
                              </a:rPr>
                              <m:t>𝐿</m:t>
                            </m:r>
                            <m:r>
                              <a:rPr lang="en-US" altLang="zh-CN" sz="2800" b="0" i="1">
                                <a:latin typeface="Cambria Math" panose="02040503050406030204" pitchFamily="18" charset="0"/>
                              </a:rPr>
                              <m:t>𝐻</m:t>
                            </m:r>
                          </m:sub>
                        </m:sSub>
                        <m:r>
                          <a:rPr lang="en-US" altLang="zh-CN" sz="2800" i="1">
                            <a:latin typeface="Cambria Math" panose="02040503050406030204" pitchFamily="18" charset="0"/>
                          </a:rPr>
                          <m:t>=</m:t>
                        </m:r>
                        <m:sSub>
                          <m:sSubPr>
                            <m:ctrlPr>
                              <a:rPr lang="en-US" altLang="zh-CN" sz="2800" i="1">
                                <a:latin typeface="Cambria Math" panose="02040503050406030204" pitchFamily="18" charset="0"/>
                              </a:rPr>
                            </m:ctrlPr>
                          </m:sSubPr>
                          <m:e>
                            <m:r>
                              <a:rPr lang="en-US" altLang="zh-CN" sz="2800" i="1">
                                <a:latin typeface="Cambria Math" panose="02040503050406030204" pitchFamily="18" charset="0"/>
                              </a:rPr>
                              <m:t>𝑓</m:t>
                            </m:r>
                          </m:e>
                          <m:sub>
                            <m:r>
                              <a:rPr lang="en-US" altLang="zh-CN" sz="2800" i="1">
                                <a:latin typeface="Cambria Math" panose="02040503050406030204" pitchFamily="18" charset="0"/>
                              </a:rPr>
                              <m:t>𝐻𝐿</m:t>
                            </m:r>
                          </m:sub>
                        </m:sSub>
                        <m:r>
                          <a:rPr lang="en-US" altLang="zh-CN" sz="2800" b="0" i="1" smtClean="0">
                            <a:latin typeface="Cambria Math" panose="02040503050406030204" pitchFamily="18" charset="0"/>
                          </a:rPr>
                          <m:t>=</m:t>
                        </m:r>
                        <m:sSup>
                          <m:sSupPr>
                            <m:ctrlPr>
                              <a:rPr lang="en-US" altLang="zh-CN" sz="2800" i="1">
                                <a:latin typeface="Cambria Math" panose="02040503050406030204" pitchFamily="18" charset="0"/>
                              </a:rPr>
                            </m:ctrlPr>
                          </m:sSupPr>
                          <m:e>
                            <m:r>
                              <a:rPr lang="en-US" altLang="zh-CN" sz="2800" i="1">
                                <a:latin typeface="Cambria Math" panose="02040503050406030204" pitchFamily="18" charset="0"/>
                              </a:rPr>
                              <m:t>𝑒</m:t>
                            </m:r>
                          </m:e>
                          <m:sup>
                            <m:r>
                              <a:rPr lang="en-US" altLang="zh-CN" sz="2800" i="1">
                                <a:latin typeface="Cambria Math" panose="02040503050406030204" pitchFamily="18" charset="0"/>
                              </a:rPr>
                              <m:t>2</m:t>
                            </m:r>
                            <m:r>
                              <a:rPr lang="en-US" altLang="zh-CN" sz="2800" i="1">
                                <a:latin typeface="Cambria Math" panose="02040503050406030204" pitchFamily="18" charset="0"/>
                              </a:rPr>
                              <m:t>𝜎</m:t>
                            </m:r>
                          </m:sup>
                        </m:sSup>
                        <m:sSub>
                          <m:sSubPr>
                            <m:ctrlPr>
                              <a:rPr lang="en-US" altLang="zh-CN" sz="2800" i="1">
                                <a:latin typeface="Cambria Math" panose="02040503050406030204" pitchFamily="18" charset="0"/>
                              </a:rPr>
                            </m:ctrlPr>
                          </m:sSubPr>
                          <m:e>
                            <m:r>
                              <a:rPr lang="en-US" altLang="zh-CN" sz="2800" i="1">
                                <a:latin typeface="Cambria Math" panose="02040503050406030204" pitchFamily="18" charset="0"/>
                              </a:rPr>
                              <m:t>𝑓</m:t>
                            </m:r>
                          </m:e>
                          <m:sub>
                            <m:r>
                              <a:rPr lang="en-US" altLang="zh-CN" sz="2800" i="1">
                                <a:latin typeface="Cambria Math" panose="02040503050406030204" pitchFamily="18" charset="0"/>
                              </a:rPr>
                              <m:t>𝐿𝐿</m:t>
                            </m:r>
                          </m:sub>
                        </m:sSub>
                      </m:oMath>
                    </m:oMathPara>
                  </a14:m>
                  <a:endParaRPr lang="zh-CN" altLang="en-US" sz="2800" dirty="0"/>
                </a:p>
              </p:txBody>
            </p:sp>
          </mc:Choice>
          <mc:Fallback xmlns="">
            <p:sp>
              <p:nvSpPr>
                <p:cNvPr id="41" name="矩形 40">
                  <a:extLst>
                    <a:ext uri="{FF2B5EF4-FFF2-40B4-BE49-F238E27FC236}">
                      <a16:creationId xmlns:a16="http://schemas.microsoft.com/office/drawing/2014/main" id="{76FC9198-F5F3-4428-BB27-22630430C068}"/>
                    </a:ext>
                  </a:extLst>
                </p:cNvPr>
                <p:cNvSpPr>
                  <a:spLocks noRot="1" noChangeAspect="1" noMove="1" noResize="1" noEditPoints="1" noAdjustHandles="1" noChangeArrowheads="1" noChangeShapeType="1" noTextEdit="1"/>
                </p:cNvSpPr>
                <p:nvPr/>
              </p:nvSpPr>
              <p:spPr>
                <a:xfrm>
                  <a:off x="11338752" y="3959465"/>
                  <a:ext cx="4615558" cy="679559"/>
                </a:xfrm>
                <a:prstGeom prst="rect">
                  <a:avLst/>
                </a:prstGeom>
                <a:blipFill>
                  <a:blip r:embed="rId7"/>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42" name="矩形 41">
                  <a:extLst>
                    <a:ext uri="{FF2B5EF4-FFF2-40B4-BE49-F238E27FC236}">
                      <a16:creationId xmlns:a16="http://schemas.microsoft.com/office/drawing/2014/main" id="{3FB51FD4-5056-4379-A160-6E7D6057EC6B}"/>
                    </a:ext>
                  </a:extLst>
                </p:cNvPr>
                <p:cNvSpPr/>
                <p:nvPr/>
              </p:nvSpPr>
              <p:spPr>
                <a:xfrm>
                  <a:off x="12333488" y="7136863"/>
                  <a:ext cx="1050869" cy="679559"/>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n-US" altLang="zh-CN" sz="2800" i="1">
                                <a:latin typeface="Cambria Math" panose="02040503050406030204" pitchFamily="18" charset="0"/>
                              </a:rPr>
                            </m:ctrlPr>
                          </m:sSubPr>
                          <m:e>
                            <m:r>
                              <a:rPr lang="en-US" altLang="zh-CN" sz="2800" b="0" i="1">
                                <a:latin typeface="Cambria Math" panose="02040503050406030204" pitchFamily="18" charset="0"/>
                              </a:rPr>
                              <m:t>𝑓</m:t>
                            </m:r>
                          </m:e>
                          <m:sub>
                            <m:r>
                              <a:rPr lang="en-US" altLang="zh-CN" sz="2800" b="0" i="1" smtClean="0">
                                <a:latin typeface="Cambria Math" panose="02040503050406030204" pitchFamily="18" charset="0"/>
                              </a:rPr>
                              <m:t>𝐿𝐿</m:t>
                            </m:r>
                          </m:sub>
                        </m:sSub>
                      </m:oMath>
                    </m:oMathPara>
                  </a14:m>
                  <a:endParaRPr lang="zh-CN" altLang="en-US" sz="2800" dirty="0"/>
                </a:p>
              </p:txBody>
            </p:sp>
          </mc:Choice>
          <mc:Fallback xmlns="">
            <p:sp>
              <p:nvSpPr>
                <p:cNvPr id="42" name="矩形 41">
                  <a:extLst>
                    <a:ext uri="{FF2B5EF4-FFF2-40B4-BE49-F238E27FC236}">
                      <a16:creationId xmlns:a16="http://schemas.microsoft.com/office/drawing/2014/main" id="{3FB51FD4-5056-4379-A160-6E7D6057EC6B}"/>
                    </a:ext>
                  </a:extLst>
                </p:cNvPr>
                <p:cNvSpPr>
                  <a:spLocks noRot="1" noChangeAspect="1" noMove="1" noResize="1" noEditPoints="1" noAdjustHandles="1" noChangeArrowheads="1" noChangeShapeType="1" noTextEdit="1"/>
                </p:cNvSpPr>
                <p:nvPr/>
              </p:nvSpPr>
              <p:spPr>
                <a:xfrm>
                  <a:off x="12333488" y="7136863"/>
                  <a:ext cx="1050869" cy="679559"/>
                </a:xfrm>
                <a:prstGeom prst="rect">
                  <a:avLst/>
                </a:prstGeom>
                <a:blipFill>
                  <a:blip r:embed="rId8"/>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74" name="矩形 73">
                  <a:extLst>
                    <a:ext uri="{FF2B5EF4-FFF2-40B4-BE49-F238E27FC236}">
                      <a16:creationId xmlns:a16="http://schemas.microsoft.com/office/drawing/2014/main" id="{1BCDD485-042A-4792-BB57-72B8E13DD0A2}"/>
                    </a:ext>
                  </a:extLst>
                </p:cNvPr>
                <p:cNvSpPr/>
                <p:nvPr/>
              </p:nvSpPr>
              <p:spPr>
                <a:xfrm>
                  <a:off x="12699866" y="8786464"/>
                  <a:ext cx="1050869" cy="679559"/>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n-US" altLang="zh-CN" sz="2800" i="1">
                                <a:latin typeface="Cambria Math" panose="02040503050406030204" pitchFamily="18" charset="0"/>
                              </a:rPr>
                            </m:ctrlPr>
                          </m:sSubPr>
                          <m:e>
                            <m:r>
                              <a:rPr lang="en-US" altLang="zh-CN" sz="2800" b="0" i="1">
                                <a:latin typeface="Cambria Math" panose="02040503050406030204" pitchFamily="18" charset="0"/>
                              </a:rPr>
                              <m:t>𝑓</m:t>
                            </m:r>
                          </m:e>
                          <m:sub>
                            <m:r>
                              <a:rPr lang="en-US" altLang="zh-CN" sz="2800" b="0" i="1" smtClean="0">
                                <a:latin typeface="Cambria Math" panose="02040503050406030204" pitchFamily="18" charset="0"/>
                              </a:rPr>
                              <m:t>𝐿𝐿</m:t>
                            </m:r>
                          </m:sub>
                        </m:sSub>
                      </m:oMath>
                    </m:oMathPara>
                  </a14:m>
                  <a:endParaRPr lang="zh-CN" altLang="en-US" sz="2800" dirty="0"/>
                </a:p>
              </p:txBody>
            </p:sp>
          </mc:Choice>
          <mc:Fallback xmlns="">
            <p:sp>
              <p:nvSpPr>
                <p:cNvPr id="74" name="矩形 73">
                  <a:extLst>
                    <a:ext uri="{FF2B5EF4-FFF2-40B4-BE49-F238E27FC236}">
                      <a16:creationId xmlns:a16="http://schemas.microsoft.com/office/drawing/2014/main" id="{1BCDD485-042A-4792-BB57-72B8E13DD0A2}"/>
                    </a:ext>
                  </a:extLst>
                </p:cNvPr>
                <p:cNvSpPr>
                  <a:spLocks noRot="1" noChangeAspect="1" noMove="1" noResize="1" noEditPoints="1" noAdjustHandles="1" noChangeArrowheads="1" noChangeShapeType="1" noTextEdit="1"/>
                </p:cNvSpPr>
                <p:nvPr/>
              </p:nvSpPr>
              <p:spPr>
                <a:xfrm>
                  <a:off x="12699866" y="8786464"/>
                  <a:ext cx="1050869" cy="679559"/>
                </a:xfrm>
                <a:prstGeom prst="rect">
                  <a:avLst/>
                </a:prstGeom>
                <a:blipFill>
                  <a:blip r:embed="rId9"/>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75" name="矩形 74">
                  <a:extLst>
                    <a:ext uri="{FF2B5EF4-FFF2-40B4-BE49-F238E27FC236}">
                      <a16:creationId xmlns:a16="http://schemas.microsoft.com/office/drawing/2014/main" id="{10DB8F7F-6B15-432F-8FAD-55DC87AF8076}"/>
                    </a:ext>
                  </a:extLst>
                </p:cNvPr>
                <p:cNvSpPr/>
                <p:nvPr/>
              </p:nvSpPr>
              <p:spPr>
                <a:xfrm>
                  <a:off x="8672358" y="8825865"/>
                  <a:ext cx="846159" cy="679559"/>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n-US" altLang="zh-CN" sz="2800" i="1">
                                <a:latin typeface="Cambria Math" panose="02040503050406030204" pitchFamily="18" charset="0"/>
                              </a:rPr>
                            </m:ctrlPr>
                          </m:sSubPr>
                          <m:e>
                            <m:r>
                              <a:rPr lang="en-US" altLang="zh-CN" sz="2800" b="0" i="1">
                                <a:latin typeface="Cambria Math" panose="02040503050406030204" pitchFamily="18" charset="0"/>
                              </a:rPr>
                              <m:t>𝑓</m:t>
                            </m:r>
                          </m:e>
                          <m:sub>
                            <m:r>
                              <a:rPr lang="en-US" altLang="zh-CN" sz="2800" b="0" i="1">
                                <a:latin typeface="Cambria Math" panose="02040503050406030204" pitchFamily="18" charset="0"/>
                              </a:rPr>
                              <m:t>𝐿</m:t>
                            </m:r>
                          </m:sub>
                        </m:sSub>
                      </m:oMath>
                    </m:oMathPara>
                  </a14:m>
                  <a:endParaRPr lang="zh-CN" altLang="en-US" sz="2800" dirty="0"/>
                </a:p>
              </p:txBody>
            </p:sp>
          </mc:Choice>
          <mc:Fallback xmlns="">
            <p:sp>
              <p:nvSpPr>
                <p:cNvPr id="75" name="矩形 74">
                  <a:extLst>
                    <a:ext uri="{FF2B5EF4-FFF2-40B4-BE49-F238E27FC236}">
                      <a16:creationId xmlns:a16="http://schemas.microsoft.com/office/drawing/2014/main" id="{10DB8F7F-6B15-432F-8FAD-55DC87AF8076}"/>
                    </a:ext>
                  </a:extLst>
                </p:cNvPr>
                <p:cNvSpPr>
                  <a:spLocks noRot="1" noChangeAspect="1" noMove="1" noResize="1" noEditPoints="1" noAdjustHandles="1" noChangeArrowheads="1" noChangeShapeType="1" noTextEdit="1"/>
                </p:cNvSpPr>
                <p:nvPr/>
              </p:nvSpPr>
              <p:spPr>
                <a:xfrm>
                  <a:off x="8672358" y="8825865"/>
                  <a:ext cx="846159" cy="679559"/>
                </a:xfrm>
                <a:prstGeom prst="rect">
                  <a:avLst/>
                </a:prstGeom>
                <a:blipFill>
                  <a:blip r:embed="rId10"/>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76" name="矩形 75">
                  <a:extLst>
                    <a:ext uri="{FF2B5EF4-FFF2-40B4-BE49-F238E27FC236}">
                      <a16:creationId xmlns:a16="http://schemas.microsoft.com/office/drawing/2014/main" id="{1FAD69F0-F721-479E-B0F5-E5A7638314F5}"/>
                    </a:ext>
                  </a:extLst>
                </p:cNvPr>
                <p:cNvSpPr/>
                <p:nvPr/>
              </p:nvSpPr>
              <p:spPr>
                <a:xfrm>
                  <a:off x="5517355" y="8901107"/>
                  <a:ext cx="849841" cy="679559"/>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n-US" altLang="zh-CN" sz="2800" i="1" smtClean="0">
                                <a:latin typeface="Cambria Math" panose="02040503050406030204" pitchFamily="18" charset="0"/>
                              </a:rPr>
                            </m:ctrlPr>
                          </m:sSubPr>
                          <m:e>
                            <m:r>
                              <a:rPr lang="en-US" altLang="zh-CN" sz="2800" b="0" i="1" smtClean="0">
                                <a:latin typeface="Cambria Math" panose="02040503050406030204" pitchFamily="18" charset="0"/>
                              </a:rPr>
                              <m:t>𝑓</m:t>
                            </m:r>
                          </m:e>
                          <m:sub>
                            <m:r>
                              <a:rPr lang="en-US" altLang="zh-CN" sz="2800" b="0" i="1" smtClean="0">
                                <a:latin typeface="Cambria Math" panose="02040503050406030204" pitchFamily="18" charset="0"/>
                              </a:rPr>
                              <m:t>0</m:t>
                            </m:r>
                          </m:sub>
                        </m:sSub>
                      </m:oMath>
                    </m:oMathPara>
                  </a14:m>
                  <a:endParaRPr lang="zh-CN" altLang="en-US" sz="2800" dirty="0"/>
                </a:p>
              </p:txBody>
            </p:sp>
          </mc:Choice>
          <mc:Fallback xmlns="">
            <p:sp>
              <p:nvSpPr>
                <p:cNvPr id="76" name="矩形 75">
                  <a:extLst>
                    <a:ext uri="{FF2B5EF4-FFF2-40B4-BE49-F238E27FC236}">
                      <a16:creationId xmlns:a16="http://schemas.microsoft.com/office/drawing/2014/main" id="{1FAD69F0-F721-479E-B0F5-E5A7638314F5}"/>
                    </a:ext>
                  </a:extLst>
                </p:cNvPr>
                <p:cNvSpPr>
                  <a:spLocks noRot="1" noChangeAspect="1" noMove="1" noResize="1" noEditPoints="1" noAdjustHandles="1" noChangeArrowheads="1" noChangeShapeType="1" noTextEdit="1"/>
                </p:cNvSpPr>
                <p:nvPr/>
              </p:nvSpPr>
              <p:spPr>
                <a:xfrm>
                  <a:off x="5517355" y="8901107"/>
                  <a:ext cx="849841" cy="679559"/>
                </a:xfrm>
                <a:prstGeom prst="rect">
                  <a:avLst/>
                </a:prstGeom>
                <a:blipFill>
                  <a:blip r:embed="rId11"/>
                  <a:stretch>
                    <a:fillRect/>
                  </a:stretch>
                </a:blipFill>
              </p:spPr>
              <p:txBody>
                <a:bodyPr/>
                <a:lstStyle/>
                <a:p>
                  <a:r>
                    <a:rPr lang="zh-CN" altLang="en-US">
                      <a:noFill/>
                    </a:rPr>
                    <a:t> </a:t>
                  </a:r>
                </a:p>
              </p:txBody>
            </p:sp>
          </mc:Fallback>
        </mc:AlternateContent>
      </p:grpSp>
      <p:cxnSp>
        <p:nvCxnSpPr>
          <p:cNvPr id="22" name="直接箭头连接符 21">
            <a:extLst>
              <a:ext uri="{FF2B5EF4-FFF2-40B4-BE49-F238E27FC236}">
                <a16:creationId xmlns:a16="http://schemas.microsoft.com/office/drawing/2014/main" id="{03927A57-2069-49A3-A646-26E4CAD1BE15}"/>
              </a:ext>
            </a:extLst>
          </p:cNvPr>
          <p:cNvCxnSpPr>
            <a:cxnSpLocks/>
          </p:cNvCxnSpPr>
          <p:nvPr/>
        </p:nvCxnSpPr>
        <p:spPr>
          <a:xfrm>
            <a:off x="663747" y="8643938"/>
            <a:ext cx="6422853" cy="0"/>
          </a:xfrm>
          <a:prstGeom prst="straightConnector1">
            <a:avLst/>
          </a:prstGeom>
          <a:ln w="28575">
            <a:solidFill>
              <a:schemeClr val="tx1">
                <a:lumMod val="50000"/>
                <a:lumOff val="50000"/>
              </a:schemeClr>
            </a:solidFill>
            <a:headEnd type="oval" w="med" len="med"/>
            <a:tailEnd type="triangle" w="med" len="med"/>
          </a:ln>
        </p:spPr>
        <p:style>
          <a:lnRef idx="1">
            <a:schemeClr val="accent1"/>
          </a:lnRef>
          <a:fillRef idx="0">
            <a:schemeClr val="accent1"/>
          </a:fillRef>
          <a:effectRef idx="0">
            <a:schemeClr val="accent1"/>
          </a:effectRef>
          <a:fontRef idx="minor">
            <a:schemeClr val="tx1"/>
          </a:fontRef>
        </p:style>
      </p:cxnSp>
      <p:sp>
        <p:nvSpPr>
          <p:cNvPr id="78" name="椭圆 77">
            <a:extLst>
              <a:ext uri="{FF2B5EF4-FFF2-40B4-BE49-F238E27FC236}">
                <a16:creationId xmlns:a16="http://schemas.microsoft.com/office/drawing/2014/main" id="{B131E5A3-5C9E-40D5-9446-7D31B45E97A1}"/>
              </a:ext>
            </a:extLst>
          </p:cNvPr>
          <p:cNvSpPr/>
          <p:nvPr/>
        </p:nvSpPr>
        <p:spPr>
          <a:xfrm>
            <a:off x="1080485" y="8489629"/>
            <a:ext cx="279352" cy="308618"/>
          </a:xfrm>
          <a:prstGeom prst="ellipse">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00"/>
          </a:p>
        </p:txBody>
      </p:sp>
      <p:sp>
        <p:nvSpPr>
          <p:cNvPr id="79" name="椭圆 78">
            <a:extLst>
              <a:ext uri="{FF2B5EF4-FFF2-40B4-BE49-F238E27FC236}">
                <a16:creationId xmlns:a16="http://schemas.microsoft.com/office/drawing/2014/main" id="{12F327AD-E1AE-49D5-8489-E0AB50CE2BD8}"/>
              </a:ext>
            </a:extLst>
          </p:cNvPr>
          <p:cNvSpPr/>
          <p:nvPr/>
        </p:nvSpPr>
        <p:spPr>
          <a:xfrm>
            <a:off x="3309069" y="8489629"/>
            <a:ext cx="279352" cy="308618"/>
          </a:xfrm>
          <a:prstGeom prst="ellipse">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00"/>
          </a:p>
        </p:txBody>
      </p:sp>
      <p:sp>
        <p:nvSpPr>
          <p:cNvPr id="80" name="椭圆 79">
            <a:extLst>
              <a:ext uri="{FF2B5EF4-FFF2-40B4-BE49-F238E27FC236}">
                <a16:creationId xmlns:a16="http://schemas.microsoft.com/office/drawing/2014/main" id="{033ABC12-9141-44DA-80E9-1F8F064D2E4D}"/>
              </a:ext>
            </a:extLst>
          </p:cNvPr>
          <p:cNvSpPr/>
          <p:nvPr/>
        </p:nvSpPr>
        <p:spPr>
          <a:xfrm>
            <a:off x="6199880" y="8489629"/>
            <a:ext cx="279352" cy="308618"/>
          </a:xfrm>
          <a:prstGeom prst="ellipse">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00"/>
          </a:p>
        </p:txBody>
      </p:sp>
    </p:spTree>
    <p:extLst>
      <p:ext uri="{BB962C8B-B14F-4D97-AF65-F5344CB8AC3E}">
        <p14:creationId xmlns:p14="http://schemas.microsoft.com/office/powerpoint/2010/main" val="148302500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a:extLst>
              <a:ext uri="{FF2B5EF4-FFF2-40B4-BE49-F238E27FC236}">
                <a16:creationId xmlns:a16="http://schemas.microsoft.com/office/drawing/2014/main" id="{BB814841-A811-42CC-B2F4-8A346DCC4CF4}"/>
              </a:ext>
            </a:extLst>
          </p:cNvPr>
          <p:cNvSpPr>
            <a:spLocks noGrp="1"/>
          </p:cNvSpPr>
          <p:nvPr>
            <p:ph type="title"/>
          </p:nvPr>
        </p:nvSpPr>
        <p:spPr/>
        <p:txBody>
          <a:bodyPr/>
          <a:lstStyle/>
          <a:p>
            <a:r>
              <a:rPr lang="zh-CN" altLang="en-US" dirty="0"/>
              <a:t> 二叉树定价：普通债</a:t>
            </a:r>
          </a:p>
        </p:txBody>
      </p:sp>
      <p:sp>
        <p:nvSpPr>
          <p:cNvPr id="7" name="文本占位符 6">
            <a:extLst>
              <a:ext uri="{FF2B5EF4-FFF2-40B4-BE49-F238E27FC236}">
                <a16:creationId xmlns:a16="http://schemas.microsoft.com/office/drawing/2014/main" id="{9F463EB5-D794-4735-ACB6-572F0CAFFA59}"/>
              </a:ext>
            </a:extLst>
          </p:cNvPr>
          <p:cNvSpPr>
            <a:spLocks noGrp="1"/>
          </p:cNvSpPr>
          <p:nvPr>
            <p:ph type="body" idx="1"/>
          </p:nvPr>
        </p:nvSpPr>
        <p:spPr>
          <a:xfrm>
            <a:off x="949497" y="1503885"/>
            <a:ext cx="15466444" cy="1189770"/>
          </a:xfrm>
        </p:spPr>
        <p:txBody>
          <a:bodyPr>
            <a:normAutofit/>
          </a:bodyPr>
          <a:lstStyle/>
          <a:p>
            <a:pPr>
              <a:lnSpc>
                <a:spcPct val="100000"/>
              </a:lnSpc>
            </a:pPr>
            <a:r>
              <a:rPr lang="zh-CN" altLang="en-US" sz="2400" dirty="0"/>
              <a:t>一只新发的</a:t>
            </a:r>
            <a:r>
              <a:rPr lang="en-US" altLang="zh-CN" sz="2400" dirty="0"/>
              <a:t>2</a:t>
            </a:r>
            <a:r>
              <a:rPr lang="zh-CN" altLang="en-US" sz="2400" dirty="0"/>
              <a:t>年期，票息</a:t>
            </a:r>
            <a:r>
              <a:rPr lang="en-US" altLang="zh-CN" sz="2400" dirty="0"/>
              <a:t>4.0%</a:t>
            </a:r>
            <a:r>
              <a:rPr lang="zh-CN" altLang="en-US" sz="2400" dirty="0"/>
              <a:t>，目前，市场</a:t>
            </a:r>
            <a:r>
              <a:rPr lang="en-US" altLang="zh-CN" sz="2400" dirty="0"/>
              <a:t>1</a:t>
            </a:r>
            <a:r>
              <a:rPr lang="zh-CN" altLang="en-US" sz="2400" dirty="0"/>
              <a:t>年收益率为</a:t>
            </a:r>
            <a:r>
              <a:rPr lang="en-US" altLang="zh-CN" sz="2400" dirty="0"/>
              <a:t>3.9%</a:t>
            </a:r>
            <a:r>
              <a:rPr lang="zh-CN" altLang="en-US" sz="2400" dirty="0"/>
              <a:t>，市场波动率</a:t>
            </a:r>
            <a:r>
              <a:rPr lang="en-US" altLang="zh-CN" sz="2400" dirty="0"/>
              <a:t>10%</a:t>
            </a:r>
            <a:r>
              <a:rPr lang="zh-CN" altLang="en-US" sz="2400" dirty="0"/>
              <a:t>。采取二叉树定价方法，该只债券的合理价格为多少？</a:t>
            </a:r>
          </a:p>
        </p:txBody>
      </p:sp>
      <p:sp>
        <p:nvSpPr>
          <p:cNvPr id="20" name="内容占位符 19">
            <a:extLst>
              <a:ext uri="{FF2B5EF4-FFF2-40B4-BE49-F238E27FC236}">
                <a16:creationId xmlns:a16="http://schemas.microsoft.com/office/drawing/2014/main" id="{146AAC5C-BEB0-4D04-A911-1E0BB5BCA9D8}"/>
              </a:ext>
            </a:extLst>
          </p:cNvPr>
          <p:cNvSpPr>
            <a:spLocks noGrp="1"/>
          </p:cNvSpPr>
          <p:nvPr>
            <p:ph sz="quarter" idx="4"/>
          </p:nvPr>
        </p:nvSpPr>
        <p:spPr>
          <a:xfrm>
            <a:off x="8856617" y="2524497"/>
            <a:ext cx="7973761" cy="6908869"/>
          </a:xfrm>
        </p:spPr>
        <p:txBody>
          <a:bodyPr>
            <a:noAutofit/>
          </a:bodyPr>
          <a:lstStyle/>
          <a:p>
            <a:pPr marL="457200" indent="-457200">
              <a:buFont typeface="+mj-lt"/>
              <a:buAutoNum type="arabicPeriod"/>
            </a:pPr>
            <a:r>
              <a:rPr lang="zh-CN" altLang="en-US" dirty="0"/>
              <a:t>该券</a:t>
            </a:r>
            <a:r>
              <a:rPr lang="en-US" altLang="zh-CN" dirty="0"/>
              <a:t>2</a:t>
            </a:r>
            <a:r>
              <a:rPr lang="zh-CN" altLang="en-US" dirty="0"/>
              <a:t>年到期，所以</a:t>
            </a:r>
            <a:r>
              <a:rPr lang="en-US" altLang="zh-CN" dirty="0"/>
              <a:t>2</a:t>
            </a:r>
            <a:r>
              <a:rPr lang="zh-CN" altLang="en-US" dirty="0"/>
              <a:t>年末的各状态价格都为</a:t>
            </a:r>
            <a:r>
              <a:rPr lang="en-US" altLang="zh-CN" dirty="0"/>
              <a:t>100</a:t>
            </a:r>
            <a:r>
              <a:rPr lang="zh-CN" altLang="en-US" dirty="0"/>
              <a:t>元</a:t>
            </a:r>
            <a:endParaRPr lang="en-US" altLang="zh-CN" dirty="0"/>
          </a:p>
          <a:p>
            <a:pPr marL="457200" indent="-457200">
              <a:buFont typeface="+mj-lt"/>
              <a:buAutoNum type="arabicPeriod"/>
            </a:pPr>
            <a:r>
              <a:rPr lang="zh-CN" altLang="en-US" dirty="0"/>
              <a:t>根据波动率与收益率变动的关系，</a:t>
            </a:r>
            <a:endParaRPr lang="en-US" altLang="zh-CN" dirty="0"/>
          </a:p>
          <a:p>
            <a:pPr marL="457198" lvl="1" indent="0">
              <a:buNone/>
            </a:pPr>
            <a:r>
              <a:rPr lang="en-US" altLang="zh-CN" dirty="0" err="1">
                <a:solidFill>
                  <a:srgbClr val="00B050"/>
                </a:solidFill>
              </a:rPr>
              <a:t>fH</a:t>
            </a:r>
            <a:r>
              <a:rPr lang="en-US" altLang="zh-CN" dirty="0">
                <a:solidFill>
                  <a:srgbClr val="00B050"/>
                </a:solidFill>
              </a:rPr>
              <a:t>=3.9%*</a:t>
            </a:r>
            <a:r>
              <a:rPr lang="en-US" altLang="zh-CN" dirty="0" err="1">
                <a:solidFill>
                  <a:srgbClr val="00B050"/>
                </a:solidFill>
              </a:rPr>
              <a:t>exp</a:t>
            </a:r>
            <a:r>
              <a:rPr lang="en-US" altLang="zh-CN" dirty="0">
                <a:solidFill>
                  <a:srgbClr val="00B050"/>
                </a:solidFill>
              </a:rPr>
              <a:t>{10%}=4.31%</a:t>
            </a:r>
          </a:p>
          <a:p>
            <a:pPr marL="457198" lvl="1" indent="0">
              <a:buNone/>
            </a:pPr>
            <a:r>
              <a:rPr lang="en-US" altLang="zh-CN" dirty="0" err="1">
                <a:solidFill>
                  <a:srgbClr val="00B050"/>
                </a:solidFill>
              </a:rPr>
              <a:t>fL</a:t>
            </a:r>
            <a:r>
              <a:rPr lang="en-US" altLang="zh-CN" dirty="0">
                <a:solidFill>
                  <a:srgbClr val="00B050"/>
                </a:solidFill>
              </a:rPr>
              <a:t>=3.9%*</a:t>
            </a:r>
            <a:r>
              <a:rPr lang="en-US" altLang="zh-CN" dirty="0" err="1">
                <a:solidFill>
                  <a:srgbClr val="00B050"/>
                </a:solidFill>
              </a:rPr>
              <a:t>exp</a:t>
            </a:r>
            <a:r>
              <a:rPr lang="en-US" altLang="zh-CN" dirty="0">
                <a:solidFill>
                  <a:srgbClr val="00B050"/>
                </a:solidFill>
              </a:rPr>
              <a:t>{-10%}=3.53%</a:t>
            </a:r>
          </a:p>
          <a:p>
            <a:pPr marL="457200" indent="-457200">
              <a:buFont typeface="+mj-lt"/>
              <a:buAutoNum type="arabicPeriod"/>
            </a:pPr>
            <a:r>
              <a:rPr lang="zh-CN" altLang="en-US" dirty="0"/>
              <a:t>根据现金流贴现公式，可求出</a:t>
            </a:r>
            <a:endParaRPr lang="en-US" altLang="zh-CN" dirty="0"/>
          </a:p>
          <a:p>
            <a:pPr marL="457198" lvl="1" indent="0">
              <a:buNone/>
            </a:pPr>
            <a:r>
              <a:rPr lang="en-US" altLang="zh-CN" dirty="0">
                <a:solidFill>
                  <a:srgbClr val="C00000"/>
                </a:solidFill>
              </a:rPr>
              <a:t>P1H=(100+4)/(1+4.31%)=99.70</a:t>
            </a:r>
          </a:p>
          <a:p>
            <a:pPr marL="457198" lvl="1" indent="0">
              <a:buNone/>
            </a:pPr>
            <a:r>
              <a:rPr lang="en-US" altLang="zh-CN" dirty="0">
                <a:solidFill>
                  <a:srgbClr val="C00000"/>
                </a:solidFill>
              </a:rPr>
              <a:t>P1L=(100+4)/(1+3.53%)=100.45</a:t>
            </a:r>
          </a:p>
          <a:p>
            <a:pPr marL="457200" indent="-457200">
              <a:buFont typeface="+mj-lt"/>
              <a:buAutoNum type="arabicPeriod"/>
            </a:pPr>
            <a:r>
              <a:rPr lang="zh-CN" altLang="en-US" dirty="0"/>
              <a:t>最后根据</a:t>
            </a:r>
            <a:r>
              <a:rPr lang="en-US" altLang="zh-CN" dirty="0"/>
              <a:t>1</a:t>
            </a:r>
            <a:r>
              <a:rPr lang="zh-CN" altLang="en-US" dirty="0"/>
              <a:t>年末的两种可能的状态价格，求得当前的期望价格</a:t>
            </a:r>
            <a:endParaRPr lang="en-US" altLang="zh-CN" dirty="0"/>
          </a:p>
          <a:p>
            <a:pPr marL="457198" lvl="1" indent="0">
              <a:buNone/>
            </a:pPr>
            <a:r>
              <a:rPr lang="en-US" altLang="zh-CN" dirty="0">
                <a:solidFill>
                  <a:srgbClr val="0070C0"/>
                </a:solidFill>
              </a:rPr>
              <a:t>P0=0.5*[(99.7+4)+(100.45+4)]/(1+3.9%)=100.07</a:t>
            </a:r>
          </a:p>
        </p:txBody>
      </p:sp>
      <p:grpSp>
        <p:nvGrpSpPr>
          <p:cNvPr id="21" name="组合 20">
            <a:extLst>
              <a:ext uri="{FF2B5EF4-FFF2-40B4-BE49-F238E27FC236}">
                <a16:creationId xmlns:a16="http://schemas.microsoft.com/office/drawing/2014/main" id="{AEC89DEF-B9FA-4143-84DE-A4B575BE2BB9}"/>
              </a:ext>
            </a:extLst>
          </p:cNvPr>
          <p:cNvGrpSpPr/>
          <p:nvPr/>
        </p:nvGrpSpPr>
        <p:grpSpPr>
          <a:xfrm>
            <a:off x="318930" y="3081470"/>
            <a:ext cx="8145801" cy="5879650"/>
            <a:chOff x="449559" y="3250765"/>
            <a:chExt cx="8613581" cy="5964080"/>
          </a:xfrm>
        </p:grpSpPr>
        <p:grpSp>
          <p:nvGrpSpPr>
            <p:cNvPr id="14" name="组合 13">
              <a:extLst>
                <a:ext uri="{FF2B5EF4-FFF2-40B4-BE49-F238E27FC236}">
                  <a16:creationId xmlns:a16="http://schemas.microsoft.com/office/drawing/2014/main" id="{3E04C8E8-E50E-47AA-BA78-D10DB999D8C3}"/>
                </a:ext>
              </a:extLst>
            </p:cNvPr>
            <p:cNvGrpSpPr/>
            <p:nvPr/>
          </p:nvGrpSpPr>
          <p:grpSpPr>
            <a:xfrm>
              <a:off x="6847092" y="3673064"/>
              <a:ext cx="392734" cy="5010907"/>
              <a:chOff x="6847092" y="3673064"/>
              <a:chExt cx="392734" cy="5010907"/>
            </a:xfrm>
          </p:grpSpPr>
          <p:sp>
            <p:nvSpPr>
              <p:cNvPr id="13" name="矩形 12">
                <a:extLst>
                  <a:ext uri="{FF2B5EF4-FFF2-40B4-BE49-F238E27FC236}">
                    <a16:creationId xmlns:a16="http://schemas.microsoft.com/office/drawing/2014/main" id="{FD52F9DA-F809-455E-8B4D-3460681261AC}"/>
                  </a:ext>
                </a:extLst>
              </p:cNvPr>
              <p:cNvSpPr/>
              <p:nvPr/>
            </p:nvSpPr>
            <p:spPr>
              <a:xfrm>
                <a:off x="6880156" y="3673064"/>
                <a:ext cx="348140" cy="4963408"/>
              </a:xfrm>
              <a:prstGeom prst="rect">
                <a:avLst/>
              </a:prstGeom>
              <a:solidFill>
                <a:schemeClr val="bg1">
                  <a:lumMod val="85000"/>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i="1"/>
              </a:p>
            </p:txBody>
          </p:sp>
          <p:cxnSp>
            <p:nvCxnSpPr>
              <p:cNvPr id="12" name="直接连接符 11">
                <a:extLst>
                  <a:ext uri="{FF2B5EF4-FFF2-40B4-BE49-F238E27FC236}">
                    <a16:creationId xmlns:a16="http://schemas.microsoft.com/office/drawing/2014/main" id="{32B33ECE-ADB1-453C-A634-3BDE2E83FD81}"/>
                  </a:ext>
                </a:extLst>
              </p:cNvPr>
              <p:cNvCxnSpPr>
                <a:stCxn id="50" idx="2"/>
                <a:endCxn id="55" idx="2"/>
              </p:cNvCxnSpPr>
              <p:nvPr/>
            </p:nvCxnSpPr>
            <p:spPr>
              <a:xfrm flipH="1">
                <a:off x="6847092" y="3673064"/>
                <a:ext cx="9625" cy="4963408"/>
              </a:xfrm>
              <a:prstGeom prst="line">
                <a:avLst/>
              </a:prstGeom>
              <a:ln w="19050">
                <a:solidFill>
                  <a:schemeClr val="tx1">
                    <a:lumMod val="65000"/>
                    <a:lumOff val="35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68" name="直接连接符 67">
                <a:extLst>
                  <a:ext uri="{FF2B5EF4-FFF2-40B4-BE49-F238E27FC236}">
                    <a16:creationId xmlns:a16="http://schemas.microsoft.com/office/drawing/2014/main" id="{850E2F68-6D11-4738-83C3-603BCF33B907}"/>
                  </a:ext>
                </a:extLst>
              </p:cNvPr>
              <p:cNvCxnSpPr/>
              <p:nvPr/>
            </p:nvCxnSpPr>
            <p:spPr>
              <a:xfrm>
                <a:off x="7239826" y="3720563"/>
                <a:ext cx="0" cy="4963408"/>
              </a:xfrm>
              <a:prstGeom prst="line">
                <a:avLst/>
              </a:prstGeom>
              <a:ln w="19050">
                <a:solidFill>
                  <a:schemeClr val="tx1">
                    <a:lumMod val="65000"/>
                    <a:lumOff val="35000"/>
                  </a:schemeClr>
                </a:solidFill>
                <a:prstDash val="dash"/>
              </a:ln>
            </p:spPr>
            <p:style>
              <a:lnRef idx="1">
                <a:schemeClr val="accent1"/>
              </a:lnRef>
              <a:fillRef idx="0">
                <a:schemeClr val="accent1"/>
              </a:fillRef>
              <a:effectRef idx="0">
                <a:schemeClr val="accent1"/>
              </a:effectRef>
              <a:fontRef idx="minor">
                <a:schemeClr val="tx1"/>
              </a:fontRef>
            </p:style>
          </p:cxnSp>
        </p:grpSp>
        <p:grpSp>
          <p:nvGrpSpPr>
            <p:cNvPr id="49" name="组合 48">
              <a:extLst>
                <a:ext uri="{FF2B5EF4-FFF2-40B4-BE49-F238E27FC236}">
                  <a16:creationId xmlns:a16="http://schemas.microsoft.com/office/drawing/2014/main" id="{E88E721E-A748-4DA2-A5D5-6C6B0BCE628F}"/>
                </a:ext>
              </a:extLst>
            </p:cNvPr>
            <p:cNvGrpSpPr/>
            <p:nvPr/>
          </p:nvGrpSpPr>
          <p:grpSpPr>
            <a:xfrm>
              <a:off x="449559" y="3250765"/>
              <a:ext cx="8588697" cy="5826634"/>
              <a:chOff x="5179092" y="1810318"/>
              <a:chExt cx="9622570" cy="6617240"/>
            </a:xfrm>
          </p:grpSpPr>
          <p:sp>
            <p:nvSpPr>
              <p:cNvPr id="50" name="椭圆 49">
                <a:extLst>
                  <a:ext uri="{FF2B5EF4-FFF2-40B4-BE49-F238E27FC236}">
                    <a16:creationId xmlns:a16="http://schemas.microsoft.com/office/drawing/2014/main" id="{084FABF0-AD8A-410E-98EB-E9CEBB2D900D}"/>
                  </a:ext>
                </a:extLst>
              </p:cNvPr>
              <p:cNvSpPr/>
              <p:nvPr/>
            </p:nvSpPr>
            <p:spPr>
              <a:xfrm>
                <a:off x="12357518" y="2089501"/>
                <a:ext cx="400832" cy="400833"/>
              </a:xfrm>
              <a:prstGeom prst="ellipse">
                <a:avLst/>
              </a:prstGeom>
              <a:solidFill>
                <a:schemeClr val="accent1">
                  <a:lumMod val="20000"/>
                  <a:lumOff val="80000"/>
                </a:schemeClr>
              </a:solidFill>
              <a:ln w="571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3200" i="1"/>
              </a:p>
            </p:txBody>
          </p:sp>
          <p:sp>
            <p:nvSpPr>
              <p:cNvPr id="51" name="椭圆 50">
                <a:extLst>
                  <a:ext uri="{FF2B5EF4-FFF2-40B4-BE49-F238E27FC236}">
                    <a16:creationId xmlns:a16="http://schemas.microsoft.com/office/drawing/2014/main" id="{C5346A18-4856-484D-8D7D-4F520CA9511E}"/>
                  </a:ext>
                </a:extLst>
              </p:cNvPr>
              <p:cNvSpPr/>
              <p:nvPr/>
            </p:nvSpPr>
            <p:spPr>
              <a:xfrm>
                <a:off x="8943583" y="3344449"/>
                <a:ext cx="400833" cy="400833"/>
              </a:xfrm>
              <a:prstGeom prst="ellipse">
                <a:avLst/>
              </a:prstGeom>
              <a:solidFill>
                <a:srgbClr val="FFC000"/>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3200" i="1"/>
              </a:p>
            </p:txBody>
          </p:sp>
          <p:sp>
            <p:nvSpPr>
              <p:cNvPr id="52" name="椭圆 51">
                <a:extLst>
                  <a:ext uri="{FF2B5EF4-FFF2-40B4-BE49-F238E27FC236}">
                    <a16:creationId xmlns:a16="http://schemas.microsoft.com/office/drawing/2014/main" id="{8FC5E414-205D-4A9D-8D4F-FDC488019A72}"/>
                  </a:ext>
                </a:extLst>
              </p:cNvPr>
              <p:cNvSpPr/>
              <p:nvPr/>
            </p:nvSpPr>
            <p:spPr>
              <a:xfrm>
                <a:off x="8943583" y="6182703"/>
                <a:ext cx="400833" cy="400833"/>
              </a:xfrm>
              <a:prstGeom prst="ellipse">
                <a:avLst/>
              </a:prstGeom>
              <a:solidFill>
                <a:srgbClr val="FFC000"/>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3200" i="1"/>
              </a:p>
            </p:txBody>
          </p:sp>
          <p:sp>
            <p:nvSpPr>
              <p:cNvPr id="53" name="椭圆 52">
                <a:extLst>
                  <a:ext uri="{FF2B5EF4-FFF2-40B4-BE49-F238E27FC236}">
                    <a16:creationId xmlns:a16="http://schemas.microsoft.com/office/drawing/2014/main" id="{C6016A77-2AE0-4A5E-899A-CC7770394449}"/>
                  </a:ext>
                </a:extLst>
              </p:cNvPr>
              <p:cNvSpPr/>
              <p:nvPr/>
            </p:nvSpPr>
            <p:spPr>
              <a:xfrm>
                <a:off x="5445971" y="4863540"/>
                <a:ext cx="400833" cy="400833"/>
              </a:xfrm>
              <a:prstGeom prst="ellipse">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3200" i="1"/>
              </a:p>
            </p:txBody>
          </p:sp>
          <p:sp>
            <p:nvSpPr>
              <p:cNvPr id="54" name="椭圆 53">
                <a:extLst>
                  <a:ext uri="{FF2B5EF4-FFF2-40B4-BE49-F238E27FC236}">
                    <a16:creationId xmlns:a16="http://schemas.microsoft.com/office/drawing/2014/main" id="{80757857-EAAD-448D-A1B5-496337070503}"/>
                  </a:ext>
                </a:extLst>
              </p:cNvPr>
              <p:cNvSpPr/>
              <p:nvPr/>
            </p:nvSpPr>
            <p:spPr>
              <a:xfrm>
                <a:off x="12357518" y="4911905"/>
                <a:ext cx="400832" cy="400833"/>
              </a:xfrm>
              <a:prstGeom prst="ellipse">
                <a:avLst/>
              </a:prstGeom>
              <a:solidFill>
                <a:schemeClr val="accent1">
                  <a:lumMod val="20000"/>
                  <a:lumOff val="80000"/>
                </a:schemeClr>
              </a:solidFill>
              <a:ln w="571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3200" i="1"/>
              </a:p>
            </p:txBody>
          </p:sp>
          <p:sp>
            <p:nvSpPr>
              <p:cNvPr id="55" name="椭圆 54">
                <a:extLst>
                  <a:ext uri="{FF2B5EF4-FFF2-40B4-BE49-F238E27FC236}">
                    <a16:creationId xmlns:a16="http://schemas.microsoft.com/office/drawing/2014/main" id="{39ED61B6-FC66-4C49-95AE-23445AAF1508}"/>
                  </a:ext>
                </a:extLst>
              </p:cNvPr>
              <p:cNvSpPr/>
              <p:nvPr/>
            </p:nvSpPr>
            <p:spPr>
              <a:xfrm>
                <a:off x="12346734" y="7726385"/>
                <a:ext cx="400833" cy="400833"/>
              </a:xfrm>
              <a:prstGeom prst="ellipse">
                <a:avLst/>
              </a:prstGeom>
              <a:solidFill>
                <a:schemeClr val="accent1">
                  <a:lumMod val="20000"/>
                  <a:lumOff val="80000"/>
                </a:schemeClr>
              </a:solidFill>
              <a:ln w="571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3200" i="1"/>
              </a:p>
            </p:txBody>
          </p:sp>
          <p:cxnSp>
            <p:nvCxnSpPr>
              <p:cNvPr id="56" name="直接箭头连接符 55">
                <a:extLst>
                  <a:ext uri="{FF2B5EF4-FFF2-40B4-BE49-F238E27FC236}">
                    <a16:creationId xmlns:a16="http://schemas.microsoft.com/office/drawing/2014/main" id="{F426B4B1-76D3-43F5-88D5-4DC180125342}"/>
                  </a:ext>
                </a:extLst>
              </p:cNvPr>
              <p:cNvCxnSpPr>
                <a:stCxn id="53" idx="6"/>
                <a:endCxn id="51" idx="3"/>
              </p:cNvCxnSpPr>
              <p:nvPr/>
            </p:nvCxnSpPr>
            <p:spPr>
              <a:xfrm flipV="1">
                <a:off x="5846804" y="3686581"/>
                <a:ext cx="3155480" cy="1377376"/>
              </a:xfrm>
              <a:prstGeom prst="straightConnector1">
                <a:avLst/>
              </a:prstGeom>
              <a:ln w="28575">
                <a:solidFill>
                  <a:schemeClr val="tx1">
                    <a:lumMod val="50000"/>
                    <a:lumOff val="50000"/>
                  </a:schemeClr>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57" name="直接箭头连接符 56">
                <a:extLst>
                  <a:ext uri="{FF2B5EF4-FFF2-40B4-BE49-F238E27FC236}">
                    <a16:creationId xmlns:a16="http://schemas.microsoft.com/office/drawing/2014/main" id="{24BC47E2-DA24-434A-A678-A8613745C91B}"/>
                  </a:ext>
                </a:extLst>
              </p:cNvPr>
              <p:cNvCxnSpPr>
                <a:cxnSpLocks/>
                <a:stCxn id="51" idx="6"/>
                <a:endCxn id="50" idx="2"/>
              </p:cNvCxnSpPr>
              <p:nvPr/>
            </p:nvCxnSpPr>
            <p:spPr>
              <a:xfrm flipV="1">
                <a:off x="9344416" y="2289918"/>
                <a:ext cx="3013102" cy="1254948"/>
              </a:xfrm>
              <a:prstGeom prst="straightConnector1">
                <a:avLst/>
              </a:prstGeom>
              <a:ln w="28575">
                <a:solidFill>
                  <a:schemeClr val="tx1">
                    <a:lumMod val="50000"/>
                    <a:lumOff val="50000"/>
                  </a:schemeClr>
                </a:solidFill>
                <a:prstDash val="dash"/>
                <a:tailEnd type="triangle" w="lg" len="lg"/>
              </a:ln>
            </p:spPr>
            <p:style>
              <a:lnRef idx="1">
                <a:schemeClr val="accent1"/>
              </a:lnRef>
              <a:fillRef idx="0">
                <a:schemeClr val="accent1"/>
              </a:fillRef>
              <a:effectRef idx="0">
                <a:schemeClr val="accent1"/>
              </a:effectRef>
              <a:fontRef idx="minor">
                <a:schemeClr val="tx1"/>
              </a:fontRef>
            </p:style>
          </p:cxnSp>
          <p:cxnSp>
            <p:nvCxnSpPr>
              <p:cNvPr id="58" name="直接箭头连接符 57">
                <a:extLst>
                  <a:ext uri="{FF2B5EF4-FFF2-40B4-BE49-F238E27FC236}">
                    <a16:creationId xmlns:a16="http://schemas.microsoft.com/office/drawing/2014/main" id="{7B4A984A-D406-4905-9D1B-4AB9603D493A}"/>
                  </a:ext>
                </a:extLst>
              </p:cNvPr>
              <p:cNvCxnSpPr>
                <a:cxnSpLocks/>
                <a:stCxn id="52" idx="6"/>
                <a:endCxn id="54" idx="3"/>
              </p:cNvCxnSpPr>
              <p:nvPr/>
            </p:nvCxnSpPr>
            <p:spPr>
              <a:xfrm flipV="1">
                <a:off x="9344416" y="5254038"/>
                <a:ext cx="3071803" cy="1129082"/>
              </a:xfrm>
              <a:prstGeom prst="straightConnector1">
                <a:avLst/>
              </a:prstGeom>
              <a:ln w="28575">
                <a:solidFill>
                  <a:schemeClr val="tx1">
                    <a:lumMod val="50000"/>
                    <a:lumOff val="50000"/>
                  </a:schemeClr>
                </a:solidFill>
                <a:prstDash val="dash"/>
                <a:tailEnd type="triangle" w="lg" len="lg"/>
              </a:ln>
            </p:spPr>
            <p:style>
              <a:lnRef idx="1">
                <a:schemeClr val="accent1"/>
              </a:lnRef>
              <a:fillRef idx="0">
                <a:schemeClr val="accent1"/>
              </a:fillRef>
              <a:effectRef idx="0">
                <a:schemeClr val="accent1"/>
              </a:effectRef>
              <a:fontRef idx="minor">
                <a:schemeClr val="tx1"/>
              </a:fontRef>
            </p:style>
          </p:cxnSp>
          <p:cxnSp>
            <p:nvCxnSpPr>
              <p:cNvPr id="59" name="直接箭头连接符 58">
                <a:extLst>
                  <a:ext uri="{FF2B5EF4-FFF2-40B4-BE49-F238E27FC236}">
                    <a16:creationId xmlns:a16="http://schemas.microsoft.com/office/drawing/2014/main" id="{8745CDF0-E2F2-4E82-9117-8E4D1FC38713}"/>
                  </a:ext>
                </a:extLst>
              </p:cNvPr>
              <p:cNvCxnSpPr>
                <a:cxnSpLocks/>
                <a:stCxn id="53" idx="6"/>
                <a:endCxn id="52" idx="2"/>
              </p:cNvCxnSpPr>
              <p:nvPr/>
            </p:nvCxnSpPr>
            <p:spPr>
              <a:xfrm>
                <a:off x="5846804" y="5063957"/>
                <a:ext cx="3096779" cy="1319163"/>
              </a:xfrm>
              <a:prstGeom prst="straightConnector1">
                <a:avLst/>
              </a:prstGeom>
              <a:ln w="28575">
                <a:solidFill>
                  <a:schemeClr val="tx1">
                    <a:lumMod val="50000"/>
                    <a:lumOff val="50000"/>
                  </a:schemeClr>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60" name="直接箭头连接符 59">
                <a:extLst>
                  <a:ext uri="{FF2B5EF4-FFF2-40B4-BE49-F238E27FC236}">
                    <a16:creationId xmlns:a16="http://schemas.microsoft.com/office/drawing/2014/main" id="{26D3C294-68AD-4FCE-99A7-809A94AD5ED3}"/>
                  </a:ext>
                </a:extLst>
              </p:cNvPr>
              <p:cNvCxnSpPr>
                <a:cxnSpLocks/>
                <a:stCxn id="52" idx="5"/>
                <a:endCxn id="55" idx="2"/>
              </p:cNvCxnSpPr>
              <p:nvPr/>
            </p:nvCxnSpPr>
            <p:spPr>
              <a:xfrm>
                <a:off x="9285715" y="6524835"/>
                <a:ext cx="3061018" cy="1401968"/>
              </a:xfrm>
              <a:prstGeom prst="straightConnector1">
                <a:avLst/>
              </a:prstGeom>
              <a:ln w="28575">
                <a:solidFill>
                  <a:schemeClr val="tx1">
                    <a:lumMod val="50000"/>
                    <a:lumOff val="50000"/>
                  </a:schemeClr>
                </a:solidFill>
                <a:prstDash val="dash"/>
                <a:tailEnd type="triangle" w="lg" len="lg"/>
              </a:ln>
            </p:spPr>
            <p:style>
              <a:lnRef idx="1">
                <a:schemeClr val="accent1"/>
              </a:lnRef>
              <a:fillRef idx="0">
                <a:schemeClr val="accent1"/>
              </a:fillRef>
              <a:effectRef idx="0">
                <a:schemeClr val="accent1"/>
              </a:effectRef>
              <a:fontRef idx="minor">
                <a:schemeClr val="tx1"/>
              </a:fontRef>
            </p:style>
          </p:cxnSp>
          <p:cxnSp>
            <p:nvCxnSpPr>
              <p:cNvPr id="61" name="直接箭头连接符 60">
                <a:extLst>
                  <a:ext uri="{FF2B5EF4-FFF2-40B4-BE49-F238E27FC236}">
                    <a16:creationId xmlns:a16="http://schemas.microsoft.com/office/drawing/2014/main" id="{1AE67CDD-4951-4030-96E9-5670D12E6860}"/>
                  </a:ext>
                </a:extLst>
              </p:cNvPr>
              <p:cNvCxnSpPr>
                <a:cxnSpLocks/>
                <a:stCxn id="51" idx="5"/>
                <a:endCxn id="54" idx="2"/>
              </p:cNvCxnSpPr>
              <p:nvPr/>
            </p:nvCxnSpPr>
            <p:spPr>
              <a:xfrm>
                <a:off x="9285715" y="3686582"/>
                <a:ext cx="3071803" cy="1425741"/>
              </a:xfrm>
              <a:prstGeom prst="straightConnector1">
                <a:avLst/>
              </a:prstGeom>
              <a:ln w="28575">
                <a:solidFill>
                  <a:schemeClr val="tx1">
                    <a:lumMod val="50000"/>
                    <a:lumOff val="50000"/>
                  </a:schemeClr>
                </a:solidFill>
                <a:prstDash val="dash"/>
                <a:tailEnd type="triangle" w="lg" len="lg"/>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62" name="矩形 61">
                    <a:extLst>
                      <a:ext uri="{FF2B5EF4-FFF2-40B4-BE49-F238E27FC236}">
                        <a16:creationId xmlns:a16="http://schemas.microsoft.com/office/drawing/2014/main" id="{AD2AE919-3623-4D35-BADF-564E88D40753}"/>
                      </a:ext>
                    </a:extLst>
                  </p:cNvPr>
                  <p:cNvSpPr/>
                  <p:nvPr/>
                </p:nvSpPr>
                <p:spPr>
                  <a:xfrm>
                    <a:off x="5179092" y="3191940"/>
                    <a:ext cx="2229848" cy="138277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n-US" altLang="zh-CN" sz="2400" i="1" smtClean="0">
                                  <a:latin typeface="Cambria Math" panose="02040503050406030204" pitchFamily="18" charset="0"/>
                                </a:rPr>
                              </m:ctrlPr>
                            </m:sSubPr>
                            <m:e>
                              <m:r>
                                <a:rPr lang="en-US" altLang="zh-CN" sz="2400" b="0" i="1" smtClean="0">
                                  <a:latin typeface="Cambria Math" panose="02040503050406030204" pitchFamily="18" charset="0"/>
                                </a:rPr>
                                <m:t>𝑓</m:t>
                              </m:r>
                            </m:e>
                            <m:sub>
                              <m:r>
                                <a:rPr lang="en-US" altLang="zh-CN" sz="2400" b="0" i="1" smtClean="0">
                                  <a:latin typeface="Cambria Math" panose="02040503050406030204" pitchFamily="18" charset="0"/>
                                </a:rPr>
                                <m:t>0</m:t>
                              </m:r>
                            </m:sub>
                          </m:sSub>
                          <m:r>
                            <a:rPr lang="en-US" altLang="zh-CN" sz="2400" b="0" i="1" smtClean="0">
                              <a:latin typeface="Cambria Math" panose="02040503050406030204" pitchFamily="18" charset="0"/>
                            </a:rPr>
                            <m:t>=3.9%</m:t>
                          </m:r>
                        </m:oMath>
                      </m:oMathPara>
                    </a14:m>
                    <a:endParaRPr lang="en-US" altLang="zh-CN" sz="2400" i="1" dirty="0"/>
                  </a:p>
                  <a:p>
                    <a:pPr/>
                    <a14:m>
                      <m:oMathPara xmlns:m="http://schemas.openxmlformats.org/officeDocument/2006/math">
                        <m:oMathParaPr>
                          <m:jc m:val="centerGroup"/>
                        </m:oMathParaPr>
                        <m:oMath xmlns:m="http://schemas.openxmlformats.org/officeDocument/2006/math">
                          <m:r>
                            <a:rPr lang="en-US" altLang="zh-CN" sz="2400" b="0" i="1" smtClean="0">
                              <a:latin typeface="Cambria Math" panose="02040503050406030204" pitchFamily="18" charset="0"/>
                            </a:rPr>
                            <m:t>𝐶</m:t>
                          </m:r>
                          <m:r>
                            <a:rPr lang="en-US" altLang="zh-CN" sz="2400" b="0" i="1" smtClean="0">
                              <a:latin typeface="Cambria Math" panose="02040503050406030204" pitchFamily="18" charset="0"/>
                            </a:rPr>
                            <m:t>=0</m:t>
                          </m:r>
                        </m:oMath>
                      </m:oMathPara>
                    </a14:m>
                    <a:endParaRPr lang="en-US" altLang="zh-CN" sz="2400" i="1" dirty="0"/>
                  </a:p>
                  <a:p>
                    <a:pPr/>
                    <a14:m>
                      <m:oMathPara xmlns:m="http://schemas.openxmlformats.org/officeDocument/2006/math">
                        <m:oMathParaPr>
                          <m:jc m:val="centerGroup"/>
                        </m:oMathParaPr>
                        <m:oMath xmlns:m="http://schemas.openxmlformats.org/officeDocument/2006/math">
                          <m:sSub>
                            <m:sSubPr>
                              <m:ctrlPr>
                                <a:rPr lang="en-US" altLang="zh-CN" sz="2400" i="1" smtClean="0">
                                  <a:solidFill>
                                    <a:srgbClr val="0070C0"/>
                                  </a:solidFill>
                                  <a:latin typeface="Cambria Math" panose="02040503050406030204" pitchFamily="18" charset="0"/>
                                </a:rPr>
                              </m:ctrlPr>
                            </m:sSubPr>
                            <m:e>
                              <m:r>
                                <a:rPr lang="en-US" altLang="zh-CN" sz="2400" b="0" i="1" smtClean="0">
                                  <a:solidFill>
                                    <a:srgbClr val="0070C0"/>
                                  </a:solidFill>
                                  <a:latin typeface="Cambria Math" panose="02040503050406030204" pitchFamily="18" charset="0"/>
                                </a:rPr>
                                <m:t>𝑃</m:t>
                              </m:r>
                            </m:e>
                            <m:sub>
                              <m:r>
                                <a:rPr lang="en-US" altLang="zh-CN" sz="2400" b="0" i="1" smtClean="0">
                                  <a:solidFill>
                                    <a:srgbClr val="0070C0"/>
                                  </a:solidFill>
                                  <a:latin typeface="Cambria Math" panose="02040503050406030204" pitchFamily="18" charset="0"/>
                                </a:rPr>
                                <m:t>0</m:t>
                              </m:r>
                            </m:sub>
                          </m:sSub>
                          <m:r>
                            <a:rPr lang="en-US" altLang="zh-CN" sz="2400" b="0" i="1" smtClean="0">
                              <a:solidFill>
                                <a:srgbClr val="0070C0"/>
                              </a:solidFill>
                              <a:latin typeface="Cambria Math" panose="02040503050406030204" pitchFamily="18" charset="0"/>
                            </a:rPr>
                            <m:t>=100.07</m:t>
                          </m:r>
                        </m:oMath>
                      </m:oMathPara>
                    </a14:m>
                    <a:endParaRPr lang="zh-CN" altLang="en-US" sz="2400" i="1" dirty="0"/>
                  </a:p>
                </p:txBody>
              </p:sp>
            </mc:Choice>
            <mc:Fallback xmlns="">
              <p:sp>
                <p:nvSpPr>
                  <p:cNvPr id="62" name="矩形 61">
                    <a:extLst>
                      <a:ext uri="{FF2B5EF4-FFF2-40B4-BE49-F238E27FC236}">
                        <a16:creationId xmlns:a16="http://schemas.microsoft.com/office/drawing/2014/main" id="{AD2AE919-3623-4D35-BADF-564E88D40753}"/>
                      </a:ext>
                    </a:extLst>
                  </p:cNvPr>
                  <p:cNvSpPr>
                    <a:spLocks noRot="1" noChangeAspect="1" noMove="1" noResize="1" noEditPoints="1" noAdjustHandles="1" noChangeArrowheads="1" noChangeShapeType="1" noTextEdit="1"/>
                  </p:cNvSpPr>
                  <p:nvPr/>
                </p:nvSpPr>
                <p:spPr>
                  <a:xfrm>
                    <a:off x="5179092" y="3191940"/>
                    <a:ext cx="2229848" cy="1382775"/>
                  </a:xfrm>
                  <a:prstGeom prst="rect">
                    <a:avLst/>
                  </a:prstGeom>
                  <a:blipFill>
                    <a:blip r:embed="rId3"/>
                    <a:stretch>
                      <a:fillRect b="-1015"/>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63" name="矩形 62">
                    <a:extLst>
                      <a:ext uri="{FF2B5EF4-FFF2-40B4-BE49-F238E27FC236}">
                        <a16:creationId xmlns:a16="http://schemas.microsoft.com/office/drawing/2014/main" id="{F5E5ED31-812F-43B4-8EDD-A417CC37EB1B}"/>
                      </a:ext>
                    </a:extLst>
                  </p:cNvPr>
                  <p:cNvSpPr/>
                  <p:nvPr/>
                </p:nvSpPr>
                <p:spPr>
                  <a:xfrm>
                    <a:off x="7805310" y="1882222"/>
                    <a:ext cx="2352987" cy="138277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n-US" altLang="zh-CN" sz="2400" i="1" smtClean="0">
                                  <a:solidFill>
                                    <a:srgbClr val="00B050"/>
                                  </a:solidFill>
                                  <a:latin typeface="Cambria Math" panose="02040503050406030204" pitchFamily="18" charset="0"/>
                                </a:rPr>
                              </m:ctrlPr>
                            </m:sSubPr>
                            <m:e>
                              <m:r>
                                <a:rPr lang="en-US" altLang="zh-CN" sz="2400" b="0" i="1" smtClean="0">
                                  <a:solidFill>
                                    <a:srgbClr val="00B050"/>
                                  </a:solidFill>
                                  <a:latin typeface="Cambria Math" panose="02040503050406030204" pitchFamily="18" charset="0"/>
                                </a:rPr>
                                <m:t>𝑓</m:t>
                              </m:r>
                            </m:e>
                            <m:sub>
                              <m:r>
                                <a:rPr lang="en-US" altLang="zh-CN" sz="2400" b="0" i="1" smtClean="0">
                                  <a:solidFill>
                                    <a:srgbClr val="00B050"/>
                                  </a:solidFill>
                                  <a:latin typeface="Cambria Math" panose="02040503050406030204" pitchFamily="18" charset="0"/>
                                </a:rPr>
                                <m:t>𝐻</m:t>
                              </m:r>
                            </m:sub>
                          </m:sSub>
                          <m:r>
                            <a:rPr lang="en-US" altLang="zh-CN" sz="2400" b="0" i="1" smtClean="0">
                              <a:solidFill>
                                <a:srgbClr val="00B050"/>
                              </a:solidFill>
                              <a:latin typeface="Cambria Math" panose="02040503050406030204" pitchFamily="18" charset="0"/>
                            </a:rPr>
                            <m:t>=4.31%</m:t>
                          </m:r>
                        </m:oMath>
                      </m:oMathPara>
                    </a14:m>
                    <a:endParaRPr lang="en-US" altLang="zh-CN" sz="2400" i="1" dirty="0">
                      <a:solidFill>
                        <a:srgbClr val="00B050"/>
                      </a:solidFill>
                    </a:endParaRPr>
                  </a:p>
                  <a:p>
                    <a:pPr/>
                    <a14:m>
                      <m:oMathPara xmlns:m="http://schemas.openxmlformats.org/officeDocument/2006/math">
                        <m:oMathParaPr>
                          <m:jc m:val="centerGroup"/>
                        </m:oMathParaPr>
                        <m:oMath xmlns:m="http://schemas.openxmlformats.org/officeDocument/2006/math">
                          <m:r>
                            <a:rPr lang="en-US" altLang="zh-CN" sz="2400" b="0" i="1" smtClean="0">
                              <a:latin typeface="Cambria Math" panose="02040503050406030204" pitchFamily="18" charset="0"/>
                            </a:rPr>
                            <m:t>𝐶</m:t>
                          </m:r>
                          <m:r>
                            <a:rPr lang="en-US" altLang="zh-CN" sz="2400" b="0" i="1" smtClean="0">
                              <a:latin typeface="Cambria Math" panose="02040503050406030204" pitchFamily="18" charset="0"/>
                            </a:rPr>
                            <m:t>=4</m:t>
                          </m:r>
                        </m:oMath>
                      </m:oMathPara>
                    </a14:m>
                    <a:endParaRPr lang="en-US" altLang="zh-CN" sz="2400" i="1" dirty="0"/>
                  </a:p>
                  <a:p>
                    <a14:m>
                      <m:oMath xmlns:m="http://schemas.openxmlformats.org/officeDocument/2006/math">
                        <m:sSub>
                          <m:sSubPr>
                            <m:ctrlPr>
                              <a:rPr lang="en-US" altLang="zh-CN" sz="2400" i="1" smtClean="0">
                                <a:solidFill>
                                  <a:srgbClr val="C00000"/>
                                </a:solidFill>
                                <a:latin typeface="Cambria Math" panose="02040503050406030204" pitchFamily="18" charset="0"/>
                              </a:rPr>
                            </m:ctrlPr>
                          </m:sSubPr>
                          <m:e>
                            <m:r>
                              <a:rPr lang="en-US" altLang="zh-CN" sz="2400" b="0" i="1" smtClean="0">
                                <a:solidFill>
                                  <a:srgbClr val="C00000"/>
                                </a:solidFill>
                                <a:latin typeface="Cambria Math" panose="02040503050406030204" pitchFamily="18" charset="0"/>
                              </a:rPr>
                              <m:t>𝑃</m:t>
                            </m:r>
                          </m:e>
                          <m:sub>
                            <m:r>
                              <a:rPr lang="en-US" altLang="zh-CN" sz="2400" b="0" i="1" smtClean="0">
                                <a:solidFill>
                                  <a:srgbClr val="C00000"/>
                                </a:solidFill>
                                <a:latin typeface="Cambria Math" panose="02040503050406030204" pitchFamily="18" charset="0"/>
                              </a:rPr>
                              <m:t>1</m:t>
                            </m:r>
                            <m:r>
                              <a:rPr lang="en-US" altLang="zh-CN" sz="2400" b="0" i="1" smtClean="0">
                                <a:solidFill>
                                  <a:srgbClr val="C00000"/>
                                </a:solidFill>
                                <a:latin typeface="Cambria Math" panose="02040503050406030204" pitchFamily="18" charset="0"/>
                              </a:rPr>
                              <m:t>𝐻</m:t>
                            </m:r>
                          </m:sub>
                        </m:sSub>
                        <m:r>
                          <a:rPr lang="en-US" altLang="zh-CN" sz="2400" b="0" i="1" smtClean="0">
                            <a:solidFill>
                              <a:srgbClr val="C00000"/>
                            </a:solidFill>
                            <a:latin typeface="Cambria Math" panose="02040503050406030204" pitchFamily="18" charset="0"/>
                          </a:rPr>
                          <m:t>=</m:t>
                        </m:r>
                      </m:oMath>
                    </a14:m>
                    <a:r>
                      <a:rPr lang="en-US" altLang="zh-CN" sz="2400" i="1" dirty="0">
                        <a:solidFill>
                          <a:srgbClr val="C00000"/>
                        </a:solidFill>
                      </a:rPr>
                      <a:t>99.70</a:t>
                    </a:r>
                    <a:endParaRPr lang="zh-CN" altLang="en-US" sz="2400" i="1" dirty="0"/>
                  </a:p>
                </p:txBody>
              </p:sp>
            </mc:Choice>
            <mc:Fallback xmlns="">
              <p:sp>
                <p:nvSpPr>
                  <p:cNvPr id="63" name="矩形 62">
                    <a:extLst>
                      <a:ext uri="{FF2B5EF4-FFF2-40B4-BE49-F238E27FC236}">
                        <a16:creationId xmlns:a16="http://schemas.microsoft.com/office/drawing/2014/main" id="{F5E5ED31-812F-43B4-8EDD-A417CC37EB1B}"/>
                      </a:ext>
                    </a:extLst>
                  </p:cNvPr>
                  <p:cNvSpPr>
                    <a:spLocks noRot="1" noChangeAspect="1" noMove="1" noResize="1" noEditPoints="1" noAdjustHandles="1" noChangeArrowheads="1" noChangeShapeType="1" noTextEdit="1"/>
                  </p:cNvSpPr>
                  <p:nvPr/>
                </p:nvSpPr>
                <p:spPr>
                  <a:xfrm>
                    <a:off x="7805310" y="1882222"/>
                    <a:ext cx="2352987" cy="1382775"/>
                  </a:xfrm>
                  <a:prstGeom prst="rect">
                    <a:avLst/>
                  </a:prstGeom>
                  <a:blipFill>
                    <a:blip r:embed="rId4"/>
                    <a:stretch>
                      <a:fillRect l="-920" b="-11168"/>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64" name="矩形 63">
                    <a:extLst>
                      <a:ext uri="{FF2B5EF4-FFF2-40B4-BE49-F238E27FC236}">
                        <a16:creationId xmlns:a16="http://schemas.microsoft.com/office/drawing/2014/main" id="{95CEE78F-6782-405A-8828-8844CFE562AB}"/>
                      </a:ext>
                    </a:extLst>
                  </p:cNvPr>
                  <p:cNvSpPr/>
                  <p:nvPr/>
                </p:nvSpPr>
                <p:spPr>
                  <a:xfrm>
                    <a:off x="7709876" y="6632849"/>
                    <a:ext cx="2326399" cy="138277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n-US" altLang="zh-CN" sz="2400" i="1" smtClean="0">
                                  <a:solidFill>
                                    <a:srgbClr val="00B050"/>
                                  </a:solidFill>
                                  <a:latin typeface="Cambria Math" panose="02040503050406030204" pitchFamily="18" charset="0"/>
                                </a:rPr>
                              </m:ctrlPr>
                            </m:sSubPr>
                            <m:e>
                              <m:r>
                                <a:rPr lang="en-US" altLang="zh-CN" sz="2400" b="0" i="1" smtClean="0">
                                  <a:solidFill>
                                    <a:srgbClr val="00B050"/>
                                  </a:solidFill>
                                  <a:latin typeface="Cambria Math" panose="02040503050406030204" pitchFamily="18" charset="0"/>
                                </a:rPr>
                                <m:t>𝑓</m:t>
                              </m:r>
                            </m:e>
                            <m:sub>
                              <m:r>
                                <a:rPr lang="en-US" altLang="zh-CN" sz="2400" b="0" i="1" smtClean="0">
                                  <a:solidFill>
                                    <a:srgbClr val="00B050"/>
                                  </a:solidFill>
                                  <a:latin typeface="Cambria Math" panose="02040503050406030204" pitchFamily="18" charset="0"/>
                                </a:rPr>
                                <m:t>𝐿</m:t>
                              </m:r>
                            </m:sub>
                          </m:sSub>
                          <m:r>
                            <a:rPr lang="en-US" altLang="zh-CN" sz="2400" b="0" i="1" smtClean="0">
                              <a:solidFill>
                                <a:srgbClr val="00B050"/>
                              </a:solidFill>
                              <a:latin typeface="Cambria Math" panose="02040503050406030204" pitchFamily="18" charset="0"/>
                            </a:rPr>
                            <m:t>=3.53%</m:t>
                          </m:r>
                        </m:oMath>
                      </m:oMathPara>
                    </a14:m>
                    <a:endParaRPr lang="en-US" altLang="zh-CN" sz="2400" i="1" dirty="0">
                      <a:solidFill>
                        <a:srgbClr val="00B050"/>
                      </a:solidFill>
                    </a:endParaRPr>
                  </a:p>
                  <a:p>
                    <a:pPr/>
                    <a14:m>
                      <m:oMathPara xmlns:m="http://schemas.openxmlformats.org/officeDocument/2006/math">
                        <m:oMathParaPr>
                          <m:jc m:val="centerGroup"/>
                        </m:oMathParaPr>
                        <m:oMath xmlns:m="http://schemas.openxmlformats.org/officeDocument/2006/math">
                          <m:r>
                            <a:rPr lang="en-US" altLang="zh-CN" sz="2400" b="0" i="1" smtClean="0">
                              <a:latin typeface="Cambria Math" panose="02040503050406030204" pitchFamily="18" charset="0"/>
                            </a:rPr>
                            <m:t>𝐶</m:t>
                          </m:r>
                          <m:r>
                            <a:rPr lang="en-US" altLang="zh-CN" sz="2400" b="0" i="1" smtClean="0">
                              <a:latin typeface="Cambria Math" panose="02040503050406030204" pitchFamily="18" charset="0"/>
                            </a:rPr>
                            <m:t>=4</m:t>
                          </m:r>
                        </m:oMath>
                      </m:oMathPara>
                    </a14:m>
                    <a:endParaRPr lang="en-US" altLang="zh-CN" sz="2400" i="1" dirty="0"/>
                  </a:p>
                  <a:p>
                    <a14:m>
                      <m:oMath xmlns:m="http://schemas.openxmlformats.org/officeDocument/2006/math">
                        <m:sSub>
                          <m:sSubPr>
                            <m:ctrlPr>
                              <a:rPr lang="en-US" altLang="zh-CN" sz="2400" i="1" smtClean="0">
                                <a:solidFill>
                                  <a:srgbClr val="C00000"/>
                                </a:solidFill>
                                <a:latin typeface="Cambria Math" panose="02040503050406030204" pitchFamily="18" charset="0"/>
                              </a:rPr>
                            </m:ctrlPr>
                          </m:sSubPr>
                          <m:e>
                            <m:r>
                              <a:rPr lang="en-US" altLang="zh-CN" sz="2400" b="0" i="1" smtClean="0">
                                <a:solidFill>
                                  <a:srgbClr val="C00000"/>
                                </a:solidFill>
                                <a:latin typeface="Cambria Math" panose="02040503050406030204" pitchFamily="18" charset="0"/>
                              </a:rPr>
                              <m:t>𝑃</m:t>
                            </m:r>
                          </m:e>
                          <m:sub>
                            <m:r>
                              <a:rPr lang="en-US" altLang="zh-CN" sz="2400" b="0" i="1" smtClean="0">
                                <a:solidFill>
                                  <a:srgbClr val="C00000"/>
                                </a:solidFill>
                                <a:latin typeface="Cambria Math" panose="02040503050406030204" pitchFamily="18" charset="0"/>
                              </a:rPr>
                              <m:t>1</m:t>
                            </m:r>
                            <m:r>
                              <a:rPr lang="en-US" altLang="zh-CN" sz="2400" b="0" i="1" smtClean="0">
                                <a:solidFill>
                                  <a:srgbClr val="C00000"/>
                                </a:solidFill>
                                <a:latin typeface="Cambria Math" panose="02040503050406030204" pitchFamily="18" charset="0"/>
                              </a:rPr>
                              <m:t>𝐿</m:t>
                            </m:r>
                          </m:sub>
                        </m:sSub>
                        <m:r>
                          <a:rPr lang="en-US" altLang="zh-CN" sz="2400" b="0" i="1" smtClean="0">
                            <a:solidFill>
                              <a:srgbClr val="C00000"/>
                            </a:solidFill>
                            <a:latin typeface="Cambria Math" panose="02040503050406030204" pitchFamily="18" charset="0"/>
                          </a:rPr>
                          <m:t>=</m:t>
                        </m:r>
                      </m:oMath>
                    </a14:m>
                    <a:r>
                      <a:rPr lang="en-US" altLang="zh-CN" sz="2400" i="1" dirty="0">
                        <a:solidFill>
                          <a:srgbClr val="C00000"/>
                        </a:solidFill>
                      </a:rPr>
                      <a:t>100.45</a:t>
                    </a:r>
                    <a:endParaRPr lang="zh-CN" altLang="en-US" sz="2400" i="1" dirty="0">
                      <a:solidFill>
                        <a:srgbClr val="C00000"/>
                      </a:solidFill>
                    </a:endParaRPr>
                  </a:p>
                </p:txBody>
              </p:sp>
            </mc:Choice>
            <mc:Fallback xmlns="">
              <p:sp>
                <p:nvSpPr>
                  <p:cNvPr id="64" name="矩形 63">
                    <a:extLst>
                      <a:ext uri="{FF2B5EF4-FFF2-40B4-BE49-F238E27FC236}">
                        <a16:creationId xmlns:a16="http://schemas.microsoft.com/office/drawing/2014/main" id="{95CEE78F-6782-405A-8828-8844CFE562AB}"/>
                      </a:ext>
                    </a:extLst>
                  </p:cNvPr>
                  <p:cNvSpPr>
                    <a:spLocks noRot="1" noChangeAspect="1" noMove="1" noResize="1" noEditPoints="1" noAdjustHandles="1" noChangeArrowheads="1" noChangeShapeType="1" noTextEdit="1"/>
                  </p:cNvSpPr>
                  <p:nvPr/>
                </p:nvSpPr>
                <p:spPr>
                  <a:xfrm>
                    <a:off x="7709876" y="6632849"/>
                    <a:ext cx="2326399" cy="1382775"/>
                  </a:xfrm>
                  <a:prstGeom prst="rect">
                    <a:avLst/>
                  </a:prstGeom>
                  <a:blipFill>
                    <a:blip r:embed="rId5"/>
                    <a:stretch>
                      <a:fillRect l="-932" b="-11168"/>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65" name="矩形 64">
                    <a:extLst>
                      <a:ext uri="{FF2B5EF4-FFF2-40B4-BE49-F238E27FC236}">
                        <a16:creationId xmlns:a16="http://schemas.microsoft.com/office/drawing/2014/main" id="{1D7086EE-7813-44B9-A80C-A41109B6FB1D}"/>
                      </a:ext>
                    </a:extLst>
                  </p:cNvPr>
                  <p:cNvSpPr/>
                  <p:nvPr/>
                </p:nvSpPr>
                <p:spPr>
                  <a:xfrm>
                    <a:off x="12747565" y="1810318"/>
                    <a:ext cx="1898113" cy="138277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n-US" altLang="zh-CN" sz="2400" i="1" smtClean="0">
                                  <a:solidFill>
                                    <a:schemeClr val="bg1">
                                      <a:lumMod val="75000"/>
                                    </a:schemeClr>
                                  </a:solidFill>
                                  <a:latin typeface="Cambria Math" panose="02040503050406030204" pitchFamily="18" charset="0"/>
                                </a:rPr>
                              </m:ctrlPr>
                            </m:sSubPr>
                            <m:e>
                              <m:r>
                                <a:rPr lang="en-US" altLang="zh-CN" sz="2400" b="0" i="1" smtClean="0">
                                  <a:solidFill>
                                    <a:schemeClr val="bg1">
                                      <a:lumMod val="75000"/>
                                    </a:schemeClr>
                                  </a:solidFill>
                                  <a:latin typeface="Cambria Math" panose="02040503050406030204" pitchFamily="18" charset="0"/>
                                </a:rPr>
                                <m:t>𝑓</m:t>
                              </m:r>
                            </m:e>
                            <m:sub>
                              <m:r>
                                <a:rPr lang="en-US" altLang="zh-CN" sz="2400" b="0" i="1" smtClean="0">
                                  <a:solidFill>
                                    <a:schemeClr val="bg1">
                                      <a:lumMod val="75000"/>
                                    </a:schemeClr>
                                  </a:solidFill>
                                  <a:latin typeface="Cambria Math" panose="02040503050406030204" pitchFamily="18" charset="0"/>
                                </a:rPr>
                                <m:t>𝐻𝐻</m:t>
                              </m:r>
                            </m:sub>
                          </m:sSub>
                          <m:r>
                            <a:rPr lang="en-US" altLang="zh-CN" sz="2400" b="0" i="1" smtClean="0">
                              <a:solidFill>
                                <a:schemeClr val="bg1">
                                  <a:lumMod val="75000"/>
                                </a:schemeClr>
                              </a:solidFill>
                              <a:latin typeface="Cambria Math" panose="02040503050406030204" pitchFamily="18" charset="0"/>
                            </a:rPr>
                            <m:t>=</m:t>
                          </m:r>
                        </m:oMath>
                      </m:oMathPara>
                    </a14:m>
                    <a:endParaRPr lang="en-US" altLang="zh-CN" sz="2400" i="1" dirty="0">
                      <a:solidFill>
                        <a:schemeClr val="bg1">
                          <a:lumMod val="75000"/>
                        </a:schemeClr>
                      </a:solidFill>
                    </a:endParaRPr>
                  </a:p>
                  <a:p>
                    <a:pPr/>
                    <a14:m>
                      <m:oMathPara xmlns:m="http://schemas.openxmlformats.org/officeDocument/2006/math">
                        <m:oMathParaPr>
                          <m:jc m:val="centerGroup"/>
                        </m:oMathParaPr>
                        <m:oMath xmlns:m="http://schemas.openxmlformats.org/officeDocument/2006/math">
                          <m:r>
                            <a:rPr lang="en-US" altLang="zh-CN" sz="2400" b="0" i="1" smtClean="0">
                              <a:latin typeface="Cambria Math" panose="02040503050406030204" pitchFamily="18" charset="0"/>
                            </a:rPr>
                            <m:t>𝐶</m:t>
                          </m:r>
                          <m:r>
                            <a:rPr lang="en-US" altLang="zh-CN" sz="2400" b="0" i="1" smtClean="0">
                              <a:latin typeface="Cambria Math" panose="02040503050406030204" pitchFamily="18" charset="0"/>
                            </a:rPr>
                            <m:t>=4</m:t>
                          </m:r>
                        </m:oMath>
                      </m:oMathPara>
                    </a14:m>
                    <a:endParaRPr lang="en-US" altLang="zh-CN" sz="2400" i="1" dirty="0"/>
                  </a:p>
                  <a:p>
                    <a:pPr/>
                    <a14:m>
                      <m:oMathPara xmlns:m="http://schemas.openxmlformats.org/officeDocument/2006/math">
                        <m:oMathParaPr>
                          <m:jc m:val="centerGroup"/>
                        </m:oMathParaPr>
                        <m:oMath xmlns:m="http://schemas.openxmlformats.org/officeDocument/2006/math">
                          <m:sSub>
                            <m:sSubPr>
                              <m:ctrlPr>
                                <a:rPr lang="en-US" altLang="zh-CN" sz="2400" i="1" smtClean="0">
                                  <a:latin typeface="Cambria Math" panose="02040503050406030204" pitchFamily="18" charset="0"/>
                                </a:rPr>
                              </m:ctrlPr>
                            </m:sSubPr>
                            <m:e>
                              <m:r>
                                <a:rPr lang="en-US" altLang="zh-CN" sz="2400" b="0" i="1" smtClean="0">
                                  <a:latin typeface="Cambria Math" panose="02040503050406030204" pitchFamily="18" charset="0"/>
                                </a:rPr>
                                <m:t>𝑃</m:t>
                              </m:r>
                            </m:e>
                            <m:sub>
                              <m:r>
                                <a:rPr lang="en-US" altLang="zh-CN" sz="2400" b="0" i="1" smtClean="0">
                                  <a:latin typeface="Cambria Math" panose="02040503050406030204" pitchFamily="18" charset="0"/>
                                </a:rPr>
                                <m:t>1</m:t>
                              </m:r>
                              <m:r>
                                <a:rPr lang="en-US" altLang="zh-CN" sz="2400" b="0" i="1" smtClean="0">
                                  <a:latin typeface="Cambria Math" panose="02040503050406030204" pitchFamily="18" charset="0"/>
                                </a:rPr>
                                <m:t>𝐿</m:t>
                              </m:r>
                            </m:sub>
                          </m:sSub>
                          <m:r>
                            <a:rPr lang="en-US" altLang="zh-CN" sz="2400" b="0" i="1" smtClean="0">
                              <a:latin typeface="Cambria Math" panose="02040503050406030204" pitchFamily="18" charset="0"/>
                            </a:rPr>
                            <m:t>=100</m:t>
                          </m:r>
                        </m:oMath>
                      </m:oMathPara>
                    </a14:m>
                    <a:endParaRPr lang="zh-CN" altLang="en-US" sz="2400" i="1" dirty="0"/>
                  </a:p>
                </p:txBody>
              </p:sp>
            </mc:Choice>
            <mc:Fallback xmlns="">
              <p:sp>
                <p:nvSpPr>
                  <p:cNvPr id="65" name="矩形 64">
                    <a:extLst>
                      <a:ext uri="{FF2B5EF4-FFF2-40B4-BE49-F238E27FC236}">
                        <a16:creationId xmlns:a16="http://schemas.microsoft.com/office/drawing/2014/main" id="{1D7086EE-7813-44B9-A80C-A41109B6FB1D}"/>
                      </a:ext>
                    </a:extLst>
                  </p:cNvPr>
                  <p:cNvSpPr>
                    <a:spLocks noRot="1" noChangeAspect="1" noMove="1" noResize="1" noEditPoints="1" noAdjustHandles="1" noChangeArrowheads="1" noChangeShapeType="1" noTextEdit="1"/>
                  </p:cNvSpPr>
                  <p:nvPr/>
                </p:nvSpPr>
                <p:spPr>
                  <a:xfrm>
                    <a:off x="12747565" y="1810318"/>
                    <a:ext cx="1898113" cy="1382775"/>
                  </a:xfrm>
                  <a:prstGeom prst="rect">
                    <a:avLst/>
                  </a:prstGeom>
                  <a:blipFill>
                    <a:blip r:embed="rId6"/>
                    <a:stretch>
                      <a:fillRect b="-1015"/>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66" name="矩形 65">
                    <a:extLst>
                      <a:ext uri="{FF2B5EF4-FFF2-40B4-BE49-F238E27FC236}">
                        <a16:creationId xmlns:a16="http://schemas.microsoft.com/office/drawing/2014/main" id="{D0073C31-8763-4362-85E6-1E4E7FE6437A}"/>
                      </a:ext>
                    </a:extLst>
                  </p:cNvPr>
                  <p:cNvSpPr/>
                  <p:nvPr/>
                </p:nvSpPr>
                <p:spPr>
                  <a:xfrm>
                    <a:off x="12850374" y="4507880"/>
                    <a:ext cx="1951288" cy="138277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n-US" altLang="zh-CN" sz="2400" i="1" smtClean="0">
                                  <a:solidFill>
                                    <a:schemeClr val="bg1">
                                      <a:lumMod val="75000"/>
                                    </a:schemeClr>
                                  </a:solidFill>
                                  <a:latin typeface="Cambria Math" panose="02040503050406030204" pitchFamily="18" charset="0"/>
                                </a:rPr>
                              </m:ctrlPr>
                            </m:sSubPr>
                            <m:e>
                              <m:r>
                                <a:rPr lang="en-US" altLang="zh-CN" sz="2400" b="0" i="1" smtClean="0">
                                  <a:solidFill>
                                    <a:schemeClr val="bg1">
                                      <a:lumMod val="75000"/>
                                    </a:schemeClr>
                                  </a:solidFill>
                                  <a:latin typeface="Cambria Math" panose="02040503050406030204" pitchFamily="18" charset="0"/>
                                </a:rPr>
                                <m:t>𝑓</m:t>
                              </m:r>
                            </m:e>
                            <m:sub>
                              <m:r>
                                <a:rPr lang="en-US" altLang="zh-CN" sz="2400" b="0" i="1" smtClean="0">
                                  <a:solidFill>
                                    <a:schemeClr val="bg1">
                                      <a:lumMod val="75000"/>
                                    </a:schemeClr>
                                  </a:solidFill>
                                  <a:latin typeface="Cambria Math" panose="02040503050406030204" pitchFamily="18" charset="0"/>
                                </a:rPr>
                                <m:t>𝐻𝐿</m:t>
                              </m:r>
                            </m:sub>
                          </m:sSub>
                          <m:r>
                            <a:rPr lang="en-US" altLang="zh-CN" sz="2400" b="0" i="1" smtClean="0">
                              <a:solidFill>
                                <a:schemeClr val="bg1">
                                  <a:lumMod val="75000"/>
                                </a:schemeClr>
                              </a:solidFill>
                              <a:latin typeface="Cambria Math" panose="02040503050406030204" pitchFamily="18" charset="0"/>
                            </a:rPr>
                            <m:t>=</m:t>
                          </m:r>
                        </m:oMath>
                      </m:oMathPara>
                    </a14:m>
                    <a:endParaRPr lang="en-US" altLang="zh-CN" sz="2400" i="1" dirty="0">
                      <a:solidFill>
                        <a:schemeClr val="bg1">
                          <a:lumMod val="75000"/>
                        </a:schemeClr>
                      </a:solidFill>
                    </a:endParaRPr>
                  </a:p>
                  <a:p>
                    <a:pPr/>
                    <a14:m>
                      <m:oMathPara xmlns:m="http://schemas.openxmlformats.org/officeDocument/2006/math">
                        <m:oMathParaPr>
                          <m:jc m:val="centerGroup"/>
                        </m:oMathParaPr>
                        <m:oMath xmlns:m="http://schemas.openxmlformats.org/officeDocument/2006/math">
                          <m:r>
                            <a:rPr lang="en-US" altLang="zh-CN" sz="2400" b="0" i="1" smtClean="0">
                              <a:latin typeface="Cambria Math" panose="02040503050406030204" pitchFamily="18" charset="0"/>
                            </a:rPr>
                            <m:t>𝐶</m:t>
                          </m:r>
                          <m:r>
                            <a:rPr lang="en-US" altLang="zh-CN" sz="2400" b="0" i="1" smtClean="0">
                              <a:latin typeface="Cambria Math" panose="02040503050406030204" pitchFamily="18" charset="0"/>
                            </a:rPr>
                            <m:t>=4</m:t>
                          </m:r>
                        </m:oMath>
                      </m:oMathPara>
                    </a14:m>
                    <a:endParaRPr lang="en-US" altLang="zh-CN" sz="2400" i="1" dirty="0"/>
                  </a:p>
                  <a:p>
                    <a:pPr/>
                    <a14:m>
                      <m:oMathPara xmlns:m="http://schemas.openxmlformats.org/officeDocument/2006/math">
                        <m:oMathParaPr>
                          <m:jc m:val="centerGroup"/>
                        </m:oMathParaPr>
                        <m:oMath xmlns:m="http://schemas.openxmlformats.org/officeDocument/2006/math">
                          <m:sSub>
                            <m:sSubPr>
                              <m:ctrlPr>
                                <a:rPr lang="en-US" altLang="zh-CN" sz="2400" i="1" smtClean="0">
                                  <a:latin typeface="Cambria Math" panose="02040503050406030204" pitchFamily="18" charset="0"/>
                                </a:rPr>
                              </m:ctrlPr>
                            </m:sSubPr>
                            <m:e>
                              <m:r>
                                <a:rPr lang="en-US" altLang="zh-CN" sz="2400" b="0" i="1" smtClean="0">
                                  <a:latin typeface="Cambria Math" panose="02040503050406030204" pitchFamily="18" charset="0"/>
                                </a:rPr>
                                <m:t>𝑃</m:t>
                              </m:r>
                            </m:e>
                            <m:sub>
                              <m:r>
                                <a:rPr lang="en-US" altLang="zh-CN" sz="2400" b="0" i="1" smtClean="0">
                                  <a:latin typeface="Cambria Math" panose="02040503050406030204" pitchFamily="18" charset="0"/>
                                </a:rPr>
                                <m:t>1</m:t>
                              </m:r>
                              <m:r>
                                <a:rPr lang="en-US" altLang="zh-CN" sz="2400" b="0" i="1" smtClean="0">
                                  <a:latin typeface="Cambria Math" panose="02040503050406030204" pitchFamily="18" charset="0"/>
                                </a:rPr>
                                <m:t>𝐻</m:t>
                              </m:r>
                            </m:sub>
                          </m:sSub>
                          <m:r>
                            <a:rPr lang="en-US" altLang="zh-CN" sz="2400" b="0" i="1" smtClean="0">
                              <a:latin typeface="Cambria Math" panose="02040503050406030204" pitchFamily="18" charset="0"/>
                            </a:rPr>
                            <m:t>=100</m:t>
                          </m:r>
                        </m:oMath>
                      </m:oMathPara>
                    </a14:m>
                    <a:endParaRPr lang="zh-CN" altLang="en-US" sz="2400" i="1" dirty="0"/>
                  </a:p>
                </p:txBody>
              </p:sp>
            </mc:Choice>
            <mc:Fallback xmlns="">
              <p:sp>
                <p:nvSpPr>
                  <p:cNvPr id="66" name="矩形 65">
                    <a:extLst>
                      <a:ext uri="{FF2B5EF4-FFF2-40B4-BE49-F238E27FC236}">
                        <a16:creationId xmlns:a16="http://schemas.microsoft.com/office/drawing/2014/main" id="{D0073C31-8763-4362-85E6-1E4E7FE6437A}"/>
                      </a:ext>
                    </a:extLst>
                  </p:cNvPr>
                  <p:cNvSpPr>
                    <a:spLocks noRot="1" noChangeAspect="1" noMove="1" noResize="1" noEditPoints="1" noAdjustHandles="1" noChangeArrowheads="1" noChangeShapeType="1" noTextEdit="1"/>
                  </p:cNvSpPr>
                  <p:nvPr/>
                </p:nvSpPr>
                <p:spPr>
                  <a:xfrm>
                    <a:off x="12850374" y="4507880"/>
                    <a:ext cx="1951288" cy="1382775"/>
                  </a:xfrm>
                  <a:prstGeom prst="rect">
                    <a:avLst/>
                  </a:prstGeom>
                  <a:blipFill>
                    <a:blip r:embed="rId7"/>
                    <a:stretch>
                      <a:fillRect b="-508"/>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67" name="矩形 66">
                    <a:extLst>
                      <a:ext uri="{FF2B5EF4-FFF2-40B4-BE49-F238E27FC236}">
                        <a16:creationId xmlns:a16="http://schemas.microsoft.com/office/drawing/2014/main" id="{A4061632-3B9E-482B-9275-F71627CFCFD9}"/>
                      </a:ext>
                    </a:extLst>
                  </p:cNvPr>
                  <p:cNvSpPr/>
                  <p:nvPr/>
                </p:nvSpPr>
                <p:spPr>
                  <a:xfrm>
                    <a:off x="12786743" y="7044783"/>
                    <a:ext cx="1898113" cy="138277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n-US" altLang="zh-CN" sz="2400" i="1" smtClean="0">
                                  <a:solidFill>
                                    <a:schemeClr val="bg1">
                                      <a:lumMod val="75000"/>
                                    </a:schemeClr>
                                  </a:solidFill>
                                  <a:latin typeface="Cambria Math" panose="02040503050406030204" pitchFamily="18" charset="0"/>
                                </a:rPr>
                              </m:ctrlPr>
                            </m:sSubPr>
                            <m:e>
                              <m:r>
                                <a:rPr lang="en-US" altLang="zh-CN" sz="2400" b="0" i="1" smtClean="0">
                                  <a:solidFill>
                                    <a:schemeClr val="bg1">
                                      <a:lumMod val="75000"/>
                                    </a:schemeClr>
                                  </a:solidFill>
                                  <a:latin typeface="Cambria Math" panose="02040503050406030204" pitchFamily="18" charset="0"/>
                                </a:rPr>
                                <m:t>𝑓</m:t>
                              </m:r>
                            </m:e>
                            <m:sub>
                              <m:r>
                                <a:rPr lang="en-US" altLang="zh-CN" sz="2400" b="0" i="1" smtClean="0">
                                  <a:solidFill>
                                    <a:schemeClr val="bg1">
                                      <a:lumMod val="75000"/>
                                    </a:schemeClr>
                                  </a:solidFill>
                                  <a:latin typeface="Cambria Math" panose="02040503050406030204" pitchFamily="18" charset="0"/>
                                </a:rPr>
                                <m:t>𝐿𝐿</m:t>
                              </m:r>
                            </m:sub>
                          </m:sSub>
                          <m:r>
                            <a:rPr lang="en-US" altLang="zh-CN" sz="2400" b="0" i="1" smtClean="0">
                              <a:solidFill>
                                <a:schemeClr val="bg1">
                                  <a:lumMod val="75000"/>
                                </a:schemeClr>
                              </a:solidFill>
                              <a:latin typeface="Cambria Math" panose="02040503050406030204" pitchFamily="18" charset="0"/>
                            </a:rPr>
                            <m:t>=</m:t>
                          </m:r>
                        </m:oMath>
                      </m:oMathPara>
                    </a14:m>
                    <a:endParaRPr lang="en-US" altLang="zh-CN" sz="2400" i="1" dirty="0"/>
                  </a:p>
                  <a:p>
                    <a:pPr/>
                    <a14:m>
                      <m:oMathPara xmlns:m="http://schemas.openxmlformats.org/officeDocument/2006/math">
                        <m:oMathParaPr>
                          <m:jc m:val="centerGroup"/>
                        </m:oMathParaPr>
                        <m:oMath xmlns:m="http://schemas.openxmlformats.org/officeDocument/2006/math">
                          <m:r>
                            <a:rPr lang="en-US" altLang="zh-CN" sz="2400" b="0" i="1" smtClean="0">
                              <a:latin typeface="Cambria Math" panose="02040503050406030204" pitchFamily="18" charset="0"/>
                            </a:rPr>
                            <m:t>𝐶</m:t>
                          </m:r>
                          <m:r>
                            <a:rPr lang="en-US" altLang="zh-CN" sz="2400" b="0" i="1" smtClean="0">
                              <a:latin typeface="Cambria Math" panose="02040503050406030204" pitchFamily="18" charset="0"/>
                            </a:rPr>
                            <m:t>=4</m:t>
                          </m:r>
                        </m:oMath>
                      </m:oMathPara>
                    </a14:m>
                    <a:endParaRPr lang="en-US" altLang="zh-CN" sz="2400" i="1" dirty="0"/>
                  </a:p>
                  <a:p>
                    <a:pPr/>
                    <a14:m>
                      <m:oMathPara xmlns:m="http://schemas.openxmlformats.org/officeDocument/2006/math">
                        <m:oMathParaPr>
                          <m:jc m:val="centerGroup"/>
                        </m:oMathParaPr>
                        <m:oMath xmlns:m="http://schemas.openxmlformats.org/officeDocument/2006/math">
                          <m:sSub>
                            <m:sSubPr>
                              <m:ctrlPr>
                                <a:rPr lang="en-US" altLang="zh-CN" sz="2400" i="1" smtClean="0">
                                  <a:latin typeface="Cambria Math" panose="02040503050406030204" pitchFamily="18" charset="0"/>
                                </a:rPr>
                              </m:ctrlPr>
                            </m:sSubPr>
                            <m:e>
                              <m:r>
                                <a:rPr lang="en-US" altLang="zh-CN" sz="2400" b="0" i="1" smtClean="0">
                                  <a:latin typeface="Cambria Math" panose="02040503050406030204" pitchFamily="18" charset="0"/>
                                </a:rPr>
                                <m:t>𝑃</m:t>
                              </m:r>
                            </m:e>
                            <m:sub>
                              <m:r>
                                <a:rPr lang="en-US" altLang="zh-CN" sz="2400" b="0" i="1" smtClean="0">
                                  <a:latin typeface="Cambria Math" panose="02040503050406030204" pitchFamily="18" charset="0"/>
                                </a:rPr>
                                <m:t>1</m:t>
                              </m:r>
                              <m:r>
                                <a:rPr lang="en-US" altLang="zh-CN" sz="2400" b="0" i="1" smtClean="0">
                                  <a:latin typeface="Cambria Math" panose="02040503050406030204" pitchFamily="18" charset="0"/>
                                </a:rPr>
                                <m:t>𝐿</m:t>
                              </m:r>
                            </m:sub>
                          </m:sSub>
                          <m:r>
                            <a:rPr lang="en-US" altLang="zh-CN" sz="2400" b="0" i="1" smtClean="0">
                              <a:latin typeface="Cambria Math" panose="02040503050406030204" pitchFamily="18" charset="0"/>
                            </a:rPr>
                            <m:t>=100</m:t>
                          </m:r>
                        </m:oMath>
                      </m:oMathPara>
                    </a14:m>
                    <a:endParaRPr lang="zh-CN" altLang="en-US" sz="2400" i="1" dirty="0"/>
                  </a:p>
                </p:txBody>
              </p:sp>
            </mc:Choice>
            <mc:Fallback xmlns="">
              <p:sp>
                <p:nvSpPr>
                  <p:cNvPr id="67" name="矩形 66">
                    <a:extLst>
                      <a:ext uri="{FF2B5EF4-FFF2-40B4-BE49-F238E27FC236}">
                        <a16:creationId xmlns:a16="http://schemas.microsoft.com/office/drawing/2014/main" id="{A4061632-3B9E-482B-9275-F71627CFCFD9}"/>
                      </a:ext>
                    </a:extLst>
                  </p:cNvPr>
                  <p:cNvSpPr>
                    <a:spLocks noRot="1" noChangeAspect="1" noMove="1" noResize="1" noEditPoints="1" noAdjustHandles="1" noChangeArrowheads="1" noChangeShapeType="1" noTextEdit="1"/>
                  </p:cNvSpPr>
                  <p:nvPr/>
                </p:nvSpPr>
                <p:spPr>
                  <a:xfrm>
                    <a:off x="12786743" y="7044783"/>
                    <a:ext cx="1898113" cy="1382775"/>
                  </a:xfrm>
                  <a:prstGeom prst="rect">
                    <a:avLst/>
                  </a:prstGeom>
                  <a:blipFill>
                    <a:blip r:embed="rId8"/>
                    <a:stretch>
                      <a:fillRect b="-508"/>
                    </a:stretch>
                  </a:blipFill>
                </p:spPr>
                <p:txBody>
                  <a:bodyPr/>
                  <a:lstStyle/>
                  <a:p>
                    <a:r>
                      <a:rPr lang="zh-CN" altLang="en-US">
                        <a:noFill/>
                      </a:rPr>
                      <a:t> </a:t>
                    </a:r>
                  </a:p>
                </p:txBody>
              </p:sp>
            </mc:Fallback>
          </mc:AlternateContent>
        </p:grpSp>
        <p:sp>
          <p:nvSpPr>
            <p:cNvPr id="19" name="椭圆 18">
              <a:extLst>
                <a:ext uri="{FF2B5EF4-FFF2-40B4-BE49-F238E27FC236}">
                  <a16:creationId xmlns:a16="http://schemas.microsoft.com/office/drawing/2014/main" id="{8C19610F-3AC8-4EEE-85AE-FEFD17F376B7}"/>
                </a:ext>
              </a:extLst>
            </p:cNvPr>
            <p:cNvSpPr/>
            <p:nvPr/>
          </p:nvSpPr>
          <p:spPr>
            <a:xfrm>
              <a:off x="7258054" y="3681796"/>
              <a:ext cx="1726291" cy="910761"/>
            </a:xfrm>
            <a:prstGeom prst="ellipse">
              <a:avLst/>
            </a:prstGeom>
            <a:noFill/>
            <a:ln w="12700">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i="1"/>
            </a:p>
          </p:txBody>
        </p:sp>
        <p:sp>
          <p:nvSpPr>
            <p:cNvPr id="69" name="椭圆 68">
              <a:extLst>
                <a:ext uri="{FF2B5EF4-FFF2-40B4-BE49-F238E27FC236}">
                  <a16:creationId xmlns:a16="http://schemas.microsoft.com/office/drawing/2014/main" id="{9AB87C04-A729-4CB4-9D83-F0A98A3E6D57}"/>
                </a:ext>
              </a:extLst>
            </p:cNvPr>
            <p:cNvSpPr/>
            <p:nvPr/>
          </p:nvSpPr>
          <p:spPr>
            <a:xfrm>
              <a:off x="7336849" y="6044549"/>
              <a:ext cx="1726291" cy="998467"/>
            </a:xfrm>
            <a:prstGeom prst="ellipse">
              <a:avLst/>
            </a:prstGeom>
            <a:noFill/>
            <a:ln w="12700">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i="1"/>
            </a:p>
          </p:txBody>
        </p:sp>
        <p:sp>
          <p:nvSpPr>
            <p:cNvPr id="70" name="椭圆 69">
              <a:extLst>
                <a:ext uri="{FF2B5EF4-FFF2-40B4-BE49-F238E27FC236}">
                  <a16:creationId xmlns:a16="http://schemas.microsoft.com/office/drawing/2014/main" id="{42ADD64B-D464-4181-9F29-D388FEF5ED00}"/>
                </a:ext>
              </a:extLst>
            </p:cNvPr>
            <p:cNvSpPr/>
            <p:nvPr/>
          </p:nvSpPr>
          <p:spPr>
            <a:xfrm>
              <a:off x="7299054" y="8216378"/>
              <a:ext cx="1726291" cy="998467"/>
            </a:xfrm>
            <a:prstGeom prst="ellipse">
              <a:avLst/>
            </a:prstGeom>
            <a:noFill/>
            <a:ln w="12700">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i="1"/>
            </a:p>
          </p:txBody>
        </p:sp>
      </p:grpSp>
    </p:spTree>
    <p:extLst>
      <p:ext uri="{BB962C8B-B14F-4D97-AF65-F5344CB8AC3E}">
        <p14:creationId xmlns:p14="http://schemas.microsoft.com/office/powerpoint/2010/main" val="397953536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a:extLst>
              <a:ext uri="{FF2B5EF4-FFF2-40B4-BE49-F238E27FC236}">
                <a16:creationId xmlns:a16="http://schemas.microsoft.com/office/drawing/2014/main" id="{BB814841-A811-42CC-B2F4-8A346DCC4CF4}"/>
              </a:ext>
            </a:extLst>
          </p:cNvPr>
          <p:cNvSpPr>
            <a:spLocks noGrp="1"/>
          </p:cNvSpPr>
          <p:nvPr>
            <p:ph type="title"/>
          </p:nvPr>
        </p:nvSpPr>
        <p:spPr/>
        <p:txBody>
          <a:bodyPr/>
          <a:lstStyle/>
          <a:p>
            <a:r>
              <a:rPr lang="zh-CN" altLang="en-US" dirty="0"/>
              <a:t> 二叉树定价：可回售债（</a:t>
            </a:r>
            <a:r>
              <a:rPr lang="en-US" altLang="zh-CN" dirty="0"/>
              <a:t>1</a:t>
            </a:r>
            <a:r>
              <a:rPr lang="zh-CN" altLang="en-US" dirty="0"/>
              <a:t>）</a:t>
            </a:r>
          </a:p>
        </p:txBody>
      </p:sp>
      <p:sp>
        <p:nvSpPr>
          <p:cNvPr id="7" name="文本占位符 6">
            <a:extLst>
              <a:ext uri="{FF2B5EF4-FFF2-40B4-BE49-F238E27FC236}">
                <a16:creationId xmlns:a16="http://schemas.microsoft.com/office/drawing/2014/main" id="{9F463EB5-D794-4735-ACB6-572F0CAFFA59}"/>
              </a:ext>
            </a:extLst>
          </p:cNvPr>
          <p:cNvSpPr>
            <a:spLocks noGrp="1"/>
          </p:cNvSpPr>
          <p:nvPr>
            <p:ph type="body" idx="1"/>
          </p:nvPr>
        </p:nvSpPr>
        <p:spPr>
          <a:xfrm>
            <a:off x="949497" y="1503885"/>
            <a:ext cx="15466444" cy="1071278"/>
          </a:xfrm>
        </p:spPr>
        <p:txBody>
          <a:bodyPr/>
          <a:lstStyle/>
          <a:p>
            <a:pPr>
              <a:lnSpc>
                <a:spcPct val="100000"/>
              </a:lnSpc>
            </a:pPr>
            <a:r>
              <a:rPr lang="zh-CN" altLang="en-US" sz="2400" dirty="0"/>
              <a:t>一只新发可回售债，票息</a:t>
            </a:r>
            <a:r>
              <a:rPr lang="en-US" altLang="zh-CN" sz="2400" dirty="0"/>
              <a:t>4.0%</a:t>
            </a:r>
            <a:r>
              <a:rPr lang="zh-CN" altLang="en-US" sz="2400" dirty="0"/>
              <a:t>，</a:t>
            </a:r>
            <a:r>
              <a:rPr lang="zh-CN" altLang="en-US" sz="2400" dirty="0">
                <a:solidFill>
                  <a:schemeClr val="tx1">
                    <a:lumMod val="75000"/>
                    <a:lumOff val="25000"/>
                  </a:schemeClr>
                </a:solidFill>
              </a:rPr>
              <a:t>第</a:t>
            </a:r>
            <a:r>
              <a:rPr lang="en-US" altLang="zh-CN" sz="2400" dirty="0">
                <a:solidFill>
                  <a:schemeClr val="tx1">
                    <a:lumMod val="75000"/>
                    <a:lumOff val="25000"/>
                  </a:schemeClr>
                </a:solidFill>
              </a:rPr>
              <a:t>2</a:t>
            </a:r>
            <a:r>
              <a:rPr lang="zh-CN" altLang="en-US" sz="2400" dirty="0">
                <a:solidFill>
                  <a:schemeClr val="tx1">
                    <a:lumMod val="75000"/>
                    <a:lumOff val="25000"/>
                  </a:schemeClr>
                </a:solidFill>
              </a:rPr>
              <a:t>年末投资人可按</a:t>
            </a:r>
            <a:r>
              <a:rPr lang="en-US" altLang="zh-CN" sz="2400" dirty="0">
                <a:solidFill>
                  <a:schemeClr val="tx1">
                    <a:lumMod val="75000"/>
                    <a:lumOff val="25000"/>
                  </a:schemeClr>
                </a:solidFill>
              </a:rPr>
              <a:t>100.5</a:t>
            </a:r>
            <a:r>
              <a:rPr lang="zh-CN" altLang="en-US" sz="2400" dirty="0">
                <a:solidFill>
                  <a:schemeClr val="tx1">
                    <a:lumMod val="75000"/>
                    <a:lumOff val="25000"/>
                  </a:schemeClr>
                </a:solidFill>
              </a:rPr>
              <a:t>元卖回给发行人</a:t>
            </a:r>
            <a:r>
              <a:rPr lang="zh-CN" altLang="en-US" sz="2400" dirty="0"/>
              <a:t>。目前，市场</a:t>
            </a:r>
            <a:r>
              <a:rPr lang="en-US" altLang="zh-CN" sz="2400" dirty="0"/>
              <a:t>1</a:t>
            </a:r>
            <a:r>
              <a:rPr lang="zh-CN" altLang="en-US" sz="2400" dirty="0"/>
              <a:t>年收益率为</a:t>
            </a:r>
            <a:r>
              <a:rPr lang="en-US" altLang="zh-CN" sz="2400" dirty="0"/>
              <a:t>3.5%</a:t>
            </a:r>
            <a:r>
              <a:rPr lang="zh-CN" altLang="en-US" sz="2400" dirty="0"/>
              <a:t>，市场波动率</a:t>
            </a:r>
            <a:r>
              <a:rPr lang="en-US" altLang="zh-CN" sz="2400" dirty="0"/>
              <a:t>10%</a:t>
            </a:r>
            <a:r>
              <a:rPr lang="zh-CN" altLang="en-US" sz="2400" dirty="0"/>
              <a:t>。采取二叉树定价方法，该只债券的合理价格为多少？</a:t>
            </a:r>
          </a:p>
        </p:txBody>
      </p:sp>
      <p:sp>
        <p:nvSpPr>
          <p:cNvPr id="279" name="内容占位符 278">
            <a:extLst>
              <a:ext uri="{FF2B5EF4-FFF2-40B4-BE49-F238E27FC236}">
                <a16:creationId xmlns:a16="http://schemas.microsoft.com/office/drawing/2014/main" id="{A634BDDB-DA48-486D-BAC4-A701F38CE265}"/>
              </a:ext>
            </a:extLst>
          </p:cNvPr>
          <p:cNvSpPr>
            <a:spLocks noGrp="1"/>
          </p:cNvSpPr>
          <p:nvPr>
            <p:ph sz="quarter" idx="4"/>
          </p:nvPr>
        </p:nvSpPr>
        <p:spPr/>
        <p:txBody>
          <a:bodyPr>
            <a:normAutofit/>
          </a:bodyPr>
          <a:lstStyle/>
          <a:p>
            <a:pPr marL="457200" indent="-457200">
              <a:buFont typeface="+mj-lt"/>
              <a:buAutoNum type="arabicPeriod"/>
            </a:pPr>
            <a:r>
              <a:rPr lang="zh-CN" altLang="en-US" dirty="0"/>
              <a:t>该券</a:t>
            </a:r>
            <a:r>
              <a:rPr lang="en-US" altLang="zh-CN" dirty="0"/>
              <a:t>2</a:t>
            </a:r>
            <a:r>
              <a:rPr lang="zh-CN" altLang="en-US" dirty="0"/>
              <a:t>年到期，所以</a:t>
            </a:r>
            <a:r>
              <a:rPr lang="en-US" altLang="zh-CN" dirty="0"/>
              <a:t>2</a:t>
            </a:r>
            <a:r>
              <a:rPr lang="zh-CN" altLang="en-US" dirty="0"/>
              <a:t>年末的各状态价格都为</a:t>
            </a:r>
            <a:r>
              <a:rPr lang="en-US" altLang="zh-CN" dirty="0"/>
              <a:t>100</a:t>
            </a:r>
            <a:r>
              <a:rPr lang="zh-CN" altLang="en-US" dirty="0"/>
              <a:t>元</a:t>
            </a:r>
            <a:endParaRPr lang="en-US" altLang="zh-CN" dirty="0"/>
          </a:p>
          <a:p>
            <a:pPr marL="457200" indent="-457200">
              <a:buFont typeface="+mj-lt"/>
              <a:buAutoNum type="arabicPeriod"/>
            </a:pPr>
            <a:endParaRPr lang="en-US" altLang="zh-CN" dirty="0"/>
          </a:p>
          <a:p>
            <a:pPr marL="457200" indent="-457200">
              <a:buFont typeface="+mj-lt"/>
              <a:buAutoNum type="arabicPeriod"/>
            </a:pPr>
            <a:r>
              <a:rPr lang="zh-CN" altLang="en-US" dirty="0"/>
              <a:t>根据波动率与收益率变动的关系，</a:t>
            </a:r>
            <a:endParaRPr lang="en-US" altLang="zh-CN" dirty="0"/>
          </a:p>
          <a:p>
            <a:pPr marL="457198" lvl="1" indent="0">
              <a:buNone/>
            </a:pPr>
            <a:r>
              <a:rPr lang="en-US" altLang="zh-CN" sz="2000" dirty="0" err="1">
                <a:solidFill>
                  <a:srgbClr val="00B050"/>
                </a:solidFill>
              </a:rPr>
              <a:t>fL</a:t>
            </a:r>
            <a:r>
              <a:rPr lang="en-US" altLang="zh-CN" sz="2000" dirty="0">
                <a:solidFill>
                  <a:srgbClr val="00B050"/>
                </a:solidFill>
              </a:rPr>
              <a:t>=3.5%*</a:t>
            </a:r>
            <a:r>
              <a:rPr lang="en-US" altLang="zh-CN" sz="2000" dirty="0" err="1">
                <a:solidFill>
                  <a:srgbClr val="00B050"/>
                </a:solidFill>
              </a:rPr>
              <a:t>exp</a:t>
            </a:r>
            <a:r>
              <a:rPr lang="en-US" altLang="zh-CN" sz="2000" dirty="0">
                <a:solidFill>
                  <a:srgbClr val="00B050"/>
                </a:solidFill>
              </a:rPr>
              <a:t>{-10%}=3.17%</a:t>
            </a:r>
            <a:r>
              <a:rPr lang="zh-CN" altLang="en-US" sz="2000" dirty="0">
                <a:solidFill>
                  <a:srgbClr val="00B050"/>
                </a:solidFill>
              </a:rPr>
              <a:t>；</a:t>
            </a:r>
            <a:r>
              <a:rPr lang="en-US" altLang="zh-CN" sz="2000" dirty="0">
                <a:solidFill>
                  <a:srgbClr val="00B050"/>
                </a:solidFill>
              </a:rPr>
              <a:t> </a:t>
            </a:r>
            <a:r>
              <a:rPr lang="en-US" altLang="zh-CN" sz="2000" dirty="0" err="1">
                <a:solidFill>
                  <a:srgbClr val="00B050"/>
                </a:solidFill>
              </a:rPr>
              <a:t>fH</a:t>
            </a:r>
            <a:r>
              <a:rPr lang="en-US" altLang="zh-CN" sz="2000" dirty="0">
                <a:solidFill>
                  <a:srgbClr val="00B050"/>
                </a:solidFill>
              </a:rPr>
              <a:t>=3.87%</a:t>
            </a:r>
          </a:p>
          <a:p>
            <a:pPr marL="457198" lvl="1" indent="0">
              <a:buNone/>
            </a:pPr>
            <a:r>
              <a:rPr lang="en-US" altLang="zh-CN" sz="2000" dirty="0" err="1">
                <a:solidFill>
                  <a:srgbClr val="00B050"/>
                </a:solidFill>
              </a:rPr>
              <a:t>fLL</a:t>
            </a:r>
            <a:r>
              <a:rPr lang="en-US" altLang="zh-CN" sz="2000" dirty="0">
                <a:solidFill>
                  <a:srgbClr val="00B050"/>
                </a:solidFill>
              </a:rPr>
              <a:t>=3.5%*</a:t>
            </a:r>
            <a:r>
              <a:rPr lang="en-US" altLang="zh-CN" sz="2000" dirty="0" err="1">
                <a:solidFill>
                  <a:srgbClr val="00B050"/>
                </a:solidFill>
              </a:rPr>
              <a:t>exp</a:t>
            </a:r>
            <a:r>
              <a:rPr lang="en-US" altLang="zh-CN" sz="2000" dirty="0">
                <a:solidFill>
                  <a:srgbClr val="00B050"/>
                </a:solidFill>
              </a:rPr>
              <a:t>{2</a:t>
            </a:r>
            <a:r>
              <a:rPr lang="zh-CN" altLang="en-US" sz="2000" dirty="0">
                <a:solidFill>
                  <a:srgbClr val="00B050"/>
                </a:solidFill>
              </a:rPr>
              <a:t>*</a:t>
            </a:r>
            <a:r>
              <a:rPr lang="en-US" altLang="zh-CN" sz="2000" dirty="0">
                <a:solidFill>
                  <a:srgbClr val="00B050"/>
                </a:solidFill>
              </a:rPr>
              <a:t>-10%}=2.87%</a:t>
            </a:r>
            <a:r>
              <a:rPr lang="zh-CN" altLang="en-US" sz="2000" dirty="0">
                <a:solidFill>
                  <a:srgbClr val="00B050"/>
                </a:solidFill>
              </a:rPr>
              <a:t>；</a:t>
            </a:r>
            <a:r>
              <a:rPr lang="en-US" altLang="zh-CN" sz="2000" dirty="0" err="1">
                <a:solidFill>
                  <a:srgbClr val="00B050"/>
                </a:solidFill>
              </a:rPr>
              <a:t>fLH</a:t>
            </a:r>
            <a:r>
              <a:rPr lang="en-US" altLang="zh-CN" sz="2000" dirty="0">
                <a:solidFill>
                  <a:srgbClr val="00B050"/>
                </a:solidFill>
              </a:rPr>
              <a:t>=4.27%</a:t>
            </a:r>
          </a:p>
          <a:p>
            <a:pPr marL="457198" lvl="1" indent="0">
              <a:buNone/>
            </a:pPr>
            <a:endParaRPr lang="en-US" altLang="zh-CN" sz="2000" dirty="0">
              <a:solidFill>
                <a:srgbClr val="00B050"/>
              </a:solidFill>
            </a:endParaRPr>
          </a:p>
          <a:p>
            <a:pPr marL="457200" indent="-457200">
              <a:buFont typeface="+mj-lt"/>
              <a:buAutoNum type="arabicPeriod"/>
            </a:pPr>
            <a:r>
              <a:rPr lang="zh-CN" altLang="en-US" dirty="0"/>
              <a:t>根据贴现公式，可求出第</a:t>
            </a:r>
            <a:r>
              <a:rPr lang="en-US" altLang="zh-CN" dirty="0"/>
              <a:t>2</a:t>
            </a:r>
            <a:r>
              <a:rPr lang="zh-CN" altLang="en-US" dirty="0"/>
              <a:t>、</a:t>
            </a:r>
            <a:r>
              <a:rPr lang="en-US" altLang="zh-CN" dirty="0"/>
              <a:t>1</a:t>
            </a:r>
            <a:r>
              <a:rPr lang="zh-CN" altLang="en-US" dirty="0"/>
              <a:t>年末和当前价值</a:t>
            </a:r>
            <a:endParaRPr lang="en-US" altLang="zh-CN" dirty="0"/>
          </a:p>
          <a:p>
            <a:pPr marL="457198" lvl="1" indent="0">
              <a:buNone/>
            </a:pPr>
            <a:r>
              <a:rPr lang="en-US" altLang="zh-CN" sz="2000" dirty="0">
                <a:solidFill>
                  <a:srgbClr val="C00000"/>
                </a:solidFill>
              </a:rPr>
              <a:t>PHH=99.74</a:t>
            </a:r>
            <a:r>
              <a:rPr lang="zh-CN" altLang="en-US" sz="2000" dirty="0">
                <a:solidFill>
                  <a:srgbClr val="C00000"/>
                </a:solidFill>
              </a:rPr>
              <a:t>；</a:t>
            </a:r>
            <a:r>
              <a:rPr lang="en-US" altLang="zh-CN" sz="2000" dirty="0">
                <a:solidFill>
                  <a:srgbClr val="C00000"/>
                </a:solidFill>
              </a:rPr>
              <a:t>PHL=100.48</a:t>
            </a:r>
            <a:r>
              <a:rPr lang="zh-CN" altLang="en-US" sz="2000" dirty="0">
                <a:solidFill>
                  <a:srgbClr val="C00000"/>
                </a:solidFill>
              </a:rPr>
              <a:t>；</a:t>
            </a:r>
            <a:r>
              <a:rPr lang="en-US" altLang="zh-CN" sz="2000" dirty="0">
                <a:solidFill>
                  <a:srgbClr val="C00000"/>
                </a:solidFill>
              </a:rPr>
              <a:t>PLL=101.10</a:t>
            </a:r>
          </a:p>
          <a:p>
            <a:pPr marL="457198" lvl="1" indent="0">
              <a:buNone/>
            </a:pPr>
            <a:r>
              <a:rPr lang="en-US" altLang="zh-CN" sz="2000" dirty="0">
                <a:solidFill>
                  <a:srgbClr val="0070C0"/>
                </a:solidFill>
              </a:rPr>
              <a:t>PH=0.5*(99.74+4+100.48+4)/(1+3.87%)=100.23</a:t>
            </a:r>
            <a:r>
              <a:rPr lang="zh-CN" altLang="en-US" sz="2000" dirty="0">
                <a:solidFill>
                  <a:srgbClr val="0070C0"/>
                </a:solidFill>
              </a:rPr>
              <a:t>；</a:t>
            </a:r>
            <a:r>
              <a:rPr lang="en-US" altLang="zh-CN" sz="2000" dirty="0">
                <a:solidFill>
                  <a:srgbClr val="0070C0"/>
                </a:solidFill>
              </a:rPr>
              <a:t>PL=101.57</a:t>
            </a:r>
          </a:p>
          <a:p>
            <a:pPr marL="457198" lvl="1" indent="0">
              <a:buNone/>
            </a:pPr>
            <a:r>
              <a:rPr lang="en-US" altLang="zh-CN" sz="2000" dirty="0">
                <a:solidFill>
                  <a:srgbClr val="7030A0"/>
                </a:solidFill>
              </a:rPr>
              <a:t>P0=0.5*(100.23+4+101.57+4)/(1+3.5%)=101.35</a:t>
            </a:r>
            <a:endParaRPr lang="en-US" altLang="zh-CN" dirty="0">
              <a:solidFill>
                <a:srgbClr val="7030A0"/>
              </a:solidFill>
            </a:endParaRPr>
          </a:p>
          <a:p>
            <a:pPr marL="457200" indent="-457200">
              <a:buFont typeface="+mj-lt"/>
              <a:buAutoNum type="arabicPeriod"/>
            </a:pPr>
            <a:endParaRPr lang="en-US" altLang="zh-CN" dirty="0"/>
          </a:p>
        </p:txBody>
      </p:sp>
      <p:cxnSp>
        <p:nvCxnSpPr>
          <p:cNvPr id="56" name="直接箭头连接符 55">
            <a:extLst>
              <a:ext uri="{FF2B5EF4-FFF2-40B4-BE49-F238E27FC236}">
                <a16:creationId xmlns:a16="http://schemas.microsoft.com/office/drawing/2014/main" id="{F426B4B1-76D3-43F5-88D5-4DC180125342}"/>
              </a:ext>
            </a:extLst>
          </p:cNvPr>
          <p:cNvCxnSpPr>
            <a:cxnSpLocks/>
            <a:stCxn id="62" idx="3"/>
            <a:endCxn id="63" idx="1"/>
          </p:cNvCxnSpPr>
          <p:nvPr/>
        </p:nvCxnSpPr>
        <p:spPr>
          <a:xfrm flipV="1">
            <a:off x="1818848" y="4807052"/>
            <a:ext cx="280575" cy="1080446"/>
          </a:xfrm>
          <a:prstGeom prst="straightConnector1">
            <a:avLst/>
          </a:prstGeom>
          <a:ln w="28575">
            <a:solidFill>
              <a:schemeClr val="tx1">
                <a:lumMod val="50000"/>
                <a:lumOff val="50000"/>
              </a:schemeClr>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57" name="直接箭头连接符 56">
            <a:extLst>
              <a:ext uri="{FF2B5EF4-FFF2-40B4-BE49-F238E27FC236}">
                <a16:creationId xmlns:a16="http://schemas.microsoft.com/office/drawing/2014/main" id="{24BC47E2-DA24-434A-A678-A8613745C91B}"/>
              </a:ext>
            </a:extLst>
          </p:cNvPr>
          <p:cNvCxnSpPr>
            <a:cxnSpLocks/>
            <a:stCxn id="63" idx="3"/>
            <a:endCxn id="155" idx="1"/>
          </p:cNvCxnSpPr>
          <p:nvPr/>
        </p:nvCxnSpPr>
        <p:spPr>
          <a:xfrm flipV="1">
            <a:off x="3794667" y="3892242"/>
            <a:ext cx="298535" cy="914810"/>
          </a:xfrm>
          <a:prstGeom prst="straightConnector1">
            <a:avLst/>
          </a:prstGeom>
          <a:ln w="28575">
            <a:solidFill>
              <a:schemeClr val="tx1">
                <a:lumMod val="50000"/>
                <a:lumOff val="50000"/>
              </a:schemeClr>
            </a:solidFill>
            <a:prstDash val="solid"/>
            <a:tailEnd type="triangle" w="lg" len="lg"/>
          </a:ln>
        </p:spPr>
        <p:style>
          <a:lnRef idx="1">
            <a:schemeClr val="accent1"/>
          </a:lnRef>
          <a:fillRef idx="0">
            <a:schemeClr val="accent1"/>
          </a:fillRef>
          <a:effectRef idx="0">
            <a:schemeClr val="accent1"/>
          </a:effectRef>
          <a:fontRef idx="minor">
            <a:schemeClr val="tx1"/>
          </a:fontRef>
        </p:style>
      </p:cxnSp>
      <p:cxnSp>
        <p:nvCxnSpPr>
          <p:cNvPr id="59" name="直接箭头连接符 58">
            <a:extLst>
              <a:ext uri="{FF2B5EF4-FFF2-40B4-BE49-F238E27FC236}">
                <a16:creationId xmlns:a16="http://schemas.microsoft.com/office/drawing/2014/main" id="{8745CDF0-E2F2-4E82-9117-8E4D1FC38713}"/>
              </a:ext>
            </a:extLst>
          </p:cNvPr>
          <p:cNvCxnSpPr>
            <a:cxnSpLocks/>
            <a:stCxn id="62" idx="3"/>
            <a:endCxn id="64" idx="1"/>
          </p:cNvCxnSpPr>
          <p:nvPr/>
        </p:nvCxnSpPr>
        <p:spPr>
          <a:xfrm>
            <a:off x="1818848" y="5887498"/>
            <a:ext cx="267838" cy="1068444"/>
          </a:xfrm>
          <a:prstGeom prst="straightConnector1">
            <a:avLst/>
          </a:prstGeom>
          <a:ln w="28575">
            <a:solidFill>
              <a:schemeClr val="tx1">
                <a:lumMod val="50000"/>
                <a:lumOff val="50000"/>
              </a:schemeClr>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61" name="直接箭头连接符 60">
            <a:extLst>
              <a:ext uri="{FF2B5EF4-FFF2-40B4-BE49-F238E27FC236}">
                <a16:creationId xmlns:a16="http://schemas.microsoft.com/office/drawing/2014/main" id="{1AE67CDD-4951-4030-96E9-5670D12E6860}"/>
              </a:ext>
            </a:extLst>
          </p:cNvPr>
          <p:cNvCxnSpPr>
            <a:cxnSpLocks/>
            <a:stCxn id="63" idx="3"/>
            <a:endCxn id="169" idx="1"/>
          </p:cNvCxnSpPr>
          <p:nvPr/>
        </p:nvCxnSpPr>
        <p:spPr>
          <a:xfrm>
            <a:off x="3794667" y="4807052"/>
            <a:ext cx="297821" cy="1211193"/>
          </a:xfrm>
          <a:prstGeom prst="straightConnector1">
            <a:avLst/>
          </a:prstGeom>
          <a:ln w="28575">
            <a:solidFill>
              <a:schemeClr val="tx1">
                <a:lumMod val="50000"/>
                <a:lumOff val="50000"/>
              </a:schemeClr>
            </a:solidFill>
            <a:prstDash val="solid"/>
            <a:tailEnd type="triangle" w="lg" len="lg"/>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62" name="矩形 61">
                <a:extLst>
                  <a:ext uri="{FF2B5EF4-FFF2-40B4-BE49-F238E27FC236}">
                    <a16:creationId xmlns:a16="http://schemas.microsoft.com/office/drawing/2014/main" id="{AD2AE919-3623-4D35-BADF-564E88D40753}"/>
                  </a:ext>
                </a:extLst>
              </p:cNvPr>
              <p:cNvSpPr/>
              <p:nvPr/>
            </p:nvSpPr>
            <p:spPr>
              <a:xfrm>
                <a:off x="267794" y="5425833"/>
                <a:ext cx="1551054" cy="923330"/>
              </a:xfrm>
              <a:prstGeom prst="rect">
                <a:avLst/>
              </a:prstGeom>
              <a:ln>
                <a:solidFill>
                  <a:schemeClr val="tx1"/>
                </a:solidFill>
              </a:ln>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altLang="zh-CN" sz="1800" b="1" i="1" smtClean="0">
                              <a:solidFill>
                                <a:schemeClr val="tx1">
                                  <a:lumMod val="75000"/>
                                  <a:lumOff val="25000"/>
                                </a:schemeClr>
                              </a:solidFill>
                              <a:latin typeface="Cambria Math" panose="02040503050406030204" pitchFamily="18" charset="0"/>
                            </a:rPr>
                          </m:ctrlPr>
                        </m:sSubPr>
                        <m:e>
                          <m:r>
                            <a:rPr lang="en-US" altLang="zh-CN" sz="1800" b="1" i="1" smtClean="0">
                              <a:solidFill>
                                <a:schemeClr val="tx1">
                                  <a:lumMod val="75000"/>
                                  <a:lumOff val="25000"/>
                                </a:schemeClr>
                              </a:solidFill>
                              <a:latin typeface="Cambria Math" panose="02040503050406030204" pitchFamily="18" charset="0"/>
                            </a:rPr>
                            <m:t>𝒇</m:t>
                          </m:r>
                        </m:e>
                        <m:sub>
                          <m:r>
                            <a:rPr lang="en-US" altLang="zh-CN" sz="1800" b="1" i="1" smtClean="0">
                              <a:solidFill>
                                <a:schemeClr val="tx1">
                                  <a:lumMod val="75000"/>
                                  <a:lumOff val="25000"/>
                                </a:schemeClr>
                              </a:solidFill>
                              <a:latin typeface="Cambria Math" panose="02040503050406030204" pitchFamily="18" charset="0"/>
                            </a:rPr>
                            <m:t>𝟎</m:t>
                          </m:r>
                        </m:sub>
                      </m:sSub>
                      <m:r>
                        <a:rPr lang="en-US" altLang="zh-CN" sz="1800" b="1" i="1" smtClean="0">
                          <a:solidFill>
                            <a:schemeClr val="tx1">
                              <a:lumMod val="75000"/>
                              <a:lumOff val="25000"/>
                            </a:schemeClr>
                          </a:solidFill>
                          <a:latin typeface="Cambria Math" panose="02040503050406030204" pitchFamily="18" charset="0"/>
                        </a:rPr>
                        <m:t>=</m:t>
                      </m:r>
                      <m:r>
                        <a:rPr lang="en-US" altLang="zh-CN" sz="1800" b="1" i="1" smtClean="0">
                          <a:solidFill>
                            <a:schemeClr val="tx1">
                              <a:lumMod val="75000"/>
                              <a:lumOff val="25000"/>
                            </a:schemeClr>
                          </a:solidFill>
                          <a:latin typeface="Cambria Math" panose="02040503050406030204" pitchFamily="18" charset="0"/>
                        </a:rPr>
                        <m:t>𝟑</m:t>
                      </m:r>
                      <m:r>
                        <a:rPr lang="en-US" altLang="zh-CN" sz="1800" b="1" i="1" smtClean="0">
                          <a:solidFill>
                            <a:schemeClr val="tx1">
                              <a:lumMod val="75000"/>
                              <a:lumOff val="25000"/>
                            </a:schemeClr>
                          </a:solidFill>
                          <a:latin typeface="Cambria Math" panose="02040503050406030204" pitchFamily="18" charset="0"/>
                        </a:rPr>
                        <m:t>.</m:t>
                      </m:r>
                      <m:r>
                        <a:rPr lang="en-US" altLang="zh-CN" sz="1800" b="1" i="1" smtClean="0">
                          <a:solidFill>
                            <a:schemeClr val="tx1">
                              <a:lumMod val="75000"/>
                              <a:lumOff val="25000"/>
                            </a:schemeClr>
                          </a:solidFill>
                          <a:latin typeface="Cambria Math" panose="02040503050406030204" pitchFamily="18" charset="0"/>
                        </a:rPr>
                        <m:t>𝟓</m:t>
                      </m:r>
                      <m:r>
                        <a:rPr lang="en-US" altLang="zh-CN" sz="1800" b="1" i="1" smtClean="0">
                          <a:solidFill>
                            <a:schemeClr val="tx1">
                              <a:lumMod val="75000"/>
                              <a:lumOff val="25000"/>
                            </a:schemeClr>
                          </a:solidFill>
                          <a:latin typeface="Cambria Math" panose="02040503050406030204" pitchFamily="18" charset="0"/>
                        </a:rPr>
                        <m:t>%</m:t>
                      </m:r>
                    </m:oMath>
                  </m:oMathPara>
                </a14:m>
                <a:endParaRPr lang="en-US" altLang="zh-CN" sz="1800" b="1" dirty="0">
                  <a:solidFill>
                    <a:schemeClr val="tx1">
                      <a:lumMod val="75000"/>
                      <a:lumOff val="25000"/>
                    </a:schemeClr>
                  </a:solidFill>
                </a:endParaRPr>
              </a:p>
              <a:p>
                <a:pPr/>
                <a14:m>
                  <m:oMathPara xmlns:m="http://schemas.openxmlformats.org/officeDocument/2006/math">
                    <m:oMathParaPr>
                      <m:jc m:val="centerGroup"/>
                    </m:oMathParaPr>
                    <m:oMath xmlns:m="http://schemas.openxmlformats.org/officeDocument/2006/math">
                      <m:r>
                        <a:rPr lang="en-US" altLang="zh-CN" sz="1800" b="1" i="1" smtClean="0">
                          <a:solidFill>
                            <a:schemeClr val="tx1">
                              <a:lumMod val="75000"/>
                              <a:lumOff val="25000"/>
                            </a:schemeClr>
                          </a:solidFill>
                          <a:latin typeface="Cambria Math" panose="02040503050406030204" pitchFamily="18" charset="0"/>
                        </a:rPr>
                        <m:t>𝑪</m:t>
                      </m:r>
                      <m:r>
                        <a:rPr lang="en-US" altLang="zh-CN" sz="1800" b="1" i="1">
                          <a:solidFill>
                            <a:schemeClr val="tx1">
                              <a:lumMod val="75000"/>
                              <a:lumOff val="25000"/>
                            </a:schemeClr>
                          </a:solidFill>
                          <a:latin typeface="Cambria Math" panose="02040503050406030204" pitchFamily="18" charset="0"/>
                        </a:rPr>
                        <m:t>=</m:t>
                      </m:r>
                      <m:r>
                        <a:rPr lang="en-US" altLang="zh-CN" sz="1800" b="1" i="1" smtClean="0">
                          <a:solidFill>
                            <a:schemeClr val="tx1">
                              <a:lumMod val="75000"/>
                              <a:lumOff val="25000"/>
                            </a:schemeClr>
                          </a:solidFill>
                          <a:latin typeface="Cambria Math" panose="02040503050406030204" pitchFamily="18" charset="0"/>
                        </a:rPr>
                        <m:t>𝟎</m:t>
                      </m:r>
                    </m:oMath>
                  </m:oMathPara>
                </a14:m>
                <a:endParaRPr lang="en-US" altLang="zh-CN" sz="1800" b="1" dirty="0">
                  <a:solidFill>
                    <a:schemeClr val="tx1">
                      <a:lumMod val="75000"/>
                      <a:lumOff val="25000"/>
                    </a:schemeClr>
                  </a:solidFill>
                </a:endParaRPr>
              </a:p>
              <a:p>
                <a:pPr/>
                <a14:m>
                  <m:oMathPara xmlns:m="http://schemas.openxmlformats.org/officeDocument/2006/math">
                    <m:oMathParaPr>
                      <m:jc m:val="centerGroup"/>
                    </m:oMathParaPr>
                    <m:oMath xmlns:m="http://schemas.openxmlformats.org/officeDocument/2006/math">
                      <m:sSub>
                        <m:sSubPr>
                          <m:ctrlPr>
                            <a:rPr lang="en-US" altLang="zh-CN" sz="1800" b="1" i="1" smtClean="0">
                              <a:solidFill>
                                <a:srgbClr val="7030A0"/>
                              </a:solidFill>
                              <a:latin typeface="Cambria Math" panose="02040503050406030204" pitchFamily="18" charset="0"/>
                            </a:rPr>
                          </m:ctrlPr>
                        </m:sSubPr>
                        <m:e>
                          <m:r>
                            <a:rPr lang="en-US" altLang="zh-CN" sz="1800" b="1" i="1">
                              <a:solidFill>
                                <a:srgbClr val="7030A0"/>
                              </a:solidFill>
                              <a:latin typeface="Cambria Math" panose="02040503050406030204" pitchFamily="18" charset="0"/>
                            </a:rPr>
                            <m:t>𝑷</m:t>
                          </m:r>
                        </m:e>
                        <m:sub>
                          <m:r>
                            <a:rPr lang="en-US" altLang="zh-CN" sz="1800" b="1" i="1">
                              <a:solidFill>
                                <a:srgbClr val="7030A0"/>
                              </a:solidFill>
                              <a:latin typeface="Cambria Math" panose="02040503050406030204" pitchFamily="18" charset="0"/>
                            </a:rPr>
                            <m:t>𝟎</m:t>
                          </m:r>
                        </m:sub>
                      </m:sSub>
                      <m:r>
                        <a:rPr lang="en-US" altLang="zh-CN" sz="1800" b="1" i="1">
                          <a:solidFill>
                            <a:srgbClr val="7030A0"/>
                          </a:solidFill>
                          <a:latin typeface="Cambria Math" panose="02040503050406030204" pitchFamily="18" charset="0"/>
                        </a:rPr>
                        <m:t>=</m:t>
                      </m:r>
                      <m:r>
                        <a:rPr lang="en-US" altLang="zh-CN" sz="1800" b="1" i="0" smtClean="0">
                          <a:solidFill>
                            <a:srgbClr val="7030A0"/>
                          </a:solidFill>
                          <a:latin typeface="Cambria Math" panose="02040503050406030204" pitchFamily="18" charset="0"/>
                        </a:rPr>
                        <m:t>𝟏𝟎𝟏</m:t>
                      </m:r>
                      <m:r>
                        <a:rPr lang="en-US" altLang="zh-CN" sz="1800" b="1" i="0" smtClean="0">
                          <a:solidFill>
                            <a:srgbClr val="7030A0"/>
                          </a:solidFill>
                          <a:latin typeface="Cambria Math" panose="02040503050406030204" pitchFamily="18" charset="0"/>
                        </a:rPr>
                        <m:t>.</m:t>
                      </m:r>
                      <m:r>
                        <a:rPr lang="en-US" altLang="zh-CN" sz="1800" b="1" i="0" smtClean="0">
                          <a:solidFill>
                            <a:srgbClr val="7030A0"/>
                          </a:solidFill>
                          <a:latin typeface="Cambria Math" panose="02040503050406030204" pitchFamily="18" charset="0"/>
                        </a:rPr>
                        <m:t>𝟑𝟓</m:t>
                      </m:r>
                    </m:oMath>
                  </m:oMathPara>
                </a14:m>
                <a:endParaRPr lang="zh-CN" altLang="en-US" sz="1800" b="1" dirty="0">
                  <a:solidFill>
                    <a:srgbClr val="7030A0"/>
                  </a:solidFill>
                </a:endParaRPr>
              </a:p>
            </p:txBody>
          </p:sp>
        </mc:Choice>
        <mc:Fallback xmlns="">
          <p:sp>
            <p:nvSpPr>
              <p:cNvPr id="62" name="矩形 61">
                <a:extLst>
                  <a:ext uri="{FF2B5EF4-FFF2-40B4-BE49-F238E27FC236}">
                    <a16:creationId xmlns:a16="http://schemas.microsoft.com/office/drawing/2014/main" id="{AD2AE919-3623-4D35-BADF-564E88D40753}"/>
                  </a:ext>
                </a:extLst>
              </p:cNvPr>
              <p:cNvSpPr>
                <a:spLocks noRot="1" noChangeAspect="1" noMove="1" noResize="1" noEditPoints="1" noAdjustHandles="1" noChangeArrowheads="1" noChangeShapeType="1" noTextEdit="1"/>
              </p:cNvSpPr>
              <p:nvPr/>
            </p:nvSpPr>
            <p:spPr>
              <a:xfrm>
                <a:off x="267794" y="5425833"/>
                <a:ext cx="1551054" cy="923330"/>
              </a:xfrm>
              <a:prstGeom prst="rect">
                <a:avLst/>
              </a:prstGeom>
              <a:blipFill>
                <a:blip r:embed="rId3"/>
                <a:stretch>
                  <a:fillRect/>
                </a:stretch>
              </a:blipFill>
              <a:ln>
                <a:solidFill>
                  <a:schemeClr val="tx1"/>
                </a:solidFill>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63" name="矩形 62">
                <a:extLst>
                  <a:ext uri="{FF2B5EF4-FFF2-40B4-BE49-F238E27FC236}">
                    <a16:creationId xmlns:a16="http://schemas.microsoft.com/office/drawing/2014/main" id="{F5E5ED31-812F-43B4-8EDD-A417CC37EB1B}"/>
                  </a:ext>
                </a:extLst>
              </p:cNvPr>
              <p:cNvSpPr/>
              <p:nvPr/>
            </p:nvSpPr>
            <p:spPr>
              <a:xfrm>
                <a:off x="2099423" y="4345387"/>
                <a:ext cx="1695244" cy="923330"/>
              </a:xfrm>
              <a:prstGeom prst="rect">
                <a:avLst/>
              </a:prstGeom>
              <a:ln>
                <a:solidFill>
                  <a:schemeClr val="tx1"/>
                </a:solidFill>
              </a:ln>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altLang="zh-CN" sz="1800" b="1" i="1" smtClean="0">
                              <a:solidFill>
                                <a:srgbClr val="00B050"/>
                              </a:solidFill>
                              <a:latin typeface="Cambria Math" panose="02040503050406030204" pitchFamily="18" charset="0"/>
                            </a:rPr>
                          </m:ctrlPr>
                        </m:sSubPr>
                        <m:e>
                          <m:r>
                            <a:rPr lang="en-US" altLang="zh-CN" sz="1800" b="1" i="1" smtClean="0">
                              <a:solidFill>
                                <a:srgbClr val="00B050"/>
                              </a:solidFill>
                              <a:latin typeface="Cambria Math" panose="02040503050406030204" pitchFamily="18" charset="0"/>
                            </a:rPr>
                            <m:t>𝒇</m:t>
                          </m:r>
                        </m:e>
                        <m:sub>
                          <m:r>
                            <a:rPr lang="en-US" altLang="zh-CN" sz="1800" b="1" i="1" smtClean="0">
                              <a:solidFill>
                                <a:srgbClr val="00B050"/>
                              </a:solidFill>
                              <a:latin typeface="Cambria Math" panose="02040503050406030204" pitchFamily="18" charset="0"/>
                            </a:rPr>
                            <m:t>𝑯</m:t>
                          </m:r>
                        </m:sub>
                      </m:sSub>
                      <m:r>
                        <a:rPr lang="en-US" altLang="zh-CN" sz="1800" b="1" i="1" smtClean="0">
                          <a:solidFill>
                            <a:srgbClr val="00B050"/>
                          </a:solidFill>
                          <a:latin typeface="Cambria Math" panose="02040503050406030204" pitchFamily="18" charset="0"/>
                        </a:rPr>
                        <m:t>=</m:t>
                      </m:r>
                      <m:r>
                        <a:rPr lang="en-US" altLang="zh-CN" sz="1800" b="1" i="1" smtClean="0">
                          <a:solidFill>
                            <a:srgbClr val="00B050"/>
                          </a:solidFill>
                          <a:latin typeface="Cambria Math" panose="02040503050406030204" pitchFamily="18" charset="0"/>
                        </a:rPr>
                        <m:t>𝟑</m:t>
                      </m:r>
                      <m:r>
                        <a:rPr lang="en-US" altLang="zh-CN" sz="1800" b="1" i="1" smtClean="0">
                          <a:solidFill>
                            <a:srgbClr val="00B050"/>
                          </a:solidFill>
                          <a:latin typeface="Cambria Math" panose="02040503050406030204" pitchFamily="18" charset="0"/>
                        </a:rPr>
                        <m:t>.</m:t>
                      </m:r>
                      <m:r>
                        <a:rPr lang="en-US" altLang="zh-CN" sz="1800" b="1" i="1" smtClean="0">
                          <a:solidFill>
                            <a:srgbClr val="00B050"/>
                          </a:solidFill>
                          <a:latin typeface="Cambria Math" panose="02040503050406030204" pitchFamily="18" charset="0"/>
                        </a:rPr>
                        <m:t>𝟖𝟕</m:t>
                      </m:r>
                      <m:r>
                        <a:rPr lang="en-US" altLang="zh-CN" sz="1800" b="1" i="1" smtClean="0">
                          <a:solidFill>
                            <a:srgbClr val="00B050"/>
                          </a:solidFill>
                          <a:latin typeface="Cambria Math" panose="02040503050406030204" pitchFamily="18" charset="0"/>
                        </a:rPr>
                        <m:t>%</m:t>
                      </m:r>
                    </m:oMath>
                  </m:oMathPara>
                </a14:m>
                <a:endParaRPr lang="en-US" altLang="zh-CN" sz="1800" b="1" dirty="0">
                  <a:solidFill>
                    <a:srgbClr val="00B050"/>
                  </a:solidFill>
                </a:endParaRPr>
              </a:p>
              <a:p>
                <a:pPr/>
                <a14:m>
                  <m:oMathPara xmlns:m="http://schemas.openxmlformats.org/officeDocument/2006/math">
                    <m:oMathParaPr>
                      <m:jc m:val="centerGroup"/>
                    </m:oMathParaPr>
                    <m:oMath xmlns:m="http://schemas.openxmlformats.org/officeDocument/2006/math">
                      <m:r>
                        <a:rPr lang="en-US" altLang="zh-CN" sz="1800" b="1" i="1" smtClean="0">
                          <a:solidFill>
                            <a:schemeClr val="tx1">
                              <a:lumMod val="75000"/>
                              <a:lumOff val="25000"/>
                            </a:schemeClr>
                          </a:solidFill>
                          <a:latin typeface="Cambria Math" panose="02040503050406030204" pitchFamily="18" charset="0"/>
                        </a:rPr>
                        <m:t>𝑪</m:t>
                      </m:r>
                      <m:r>
                        <a:rPr lang="en-US" altLang="zh-CN" sz="1800" b="1" i="1">
                          <a:solidFill>
                            <a:schemeClr val="tx1">
                              <a:lumMod val="75000"/>
                              <a:lumOff val="25000"/>
                            </a:schemeClr>
                          </a:solidFill>
                          <a:latin typeface="Cambria Math" panose="02040503050406030204" pitchFamily="18" charset="0"/>
                        </a:rPr>
                        <m:t>=</m:t>
                      </m:r>
                      <m:r>
                        <a:rPr lang="en-US" altLang="zh-CN" sz="1800" b="1" i="1" smtClean="0">
                          <a:solidFill>
                            <a:schemeClr val="tx1">
                              <a:lumMod val="75000"/>
                              <a:lumOff val="25000"/>
                            </a:schemeClr>
                          </a:solidFill>
                          <a:latin typeface="Cambria Math" panose="02040503050406030204" pitchFamily="18" charset="0"/>
                        </a:rPr>
                        <m:t>𝟒</m:t>
                      </m:r>
                    </m:oMath>
                  </m:oMathPara>
                </a14:m>
                <a:endParaRPr lang="en-US" altLang="zh-CN" sz="1800" b="1" dirty="0">
                  <a:solidFill>
                    <a:schemeClr val="tx1">
                      <a:lumMod val="75000"/>
                      <a:lumOff val="25000"/>
                    </a:schemeClr>
                  </a:solidFill>
                </a:endParaRPr>
              </a:p>
              <a:p>
                <a:pPr/>
                <a14:m>
                  <m:oMathPara xmlns:m="http://schemas.openxmlformats.org/officeDocument/2006/math">
                    <m:oMathParaPr>
                      <m:jc m:val="centerGroup"/>
                    </m:oMathParaPr>
                    <m:oMath xmlns:m="http://schemas.openxmlformats.org/officeDocument/2006/math">
                      <m:sSub>
                        <m:sSubPr>
                          <m:ctrlPr>
                            <a:rPr lang="en-US" altLang="zh-CN" sz="1800" b="1" i="1" smtClean="0">
                              <a:solidFill>
                                <a:srgbClr val="0070C0"/>
                              </a:solidFill>
                              <a:latin typeface="Cambria Math" panose="02040503050406030204" pitchFamily="18" charset="0"/>
                            </a:rPr>
                          </m:ctrlPr>
                        </m:sSubPr>
                        <m:e>
                          <m:r>
                            <a:rPr lang="en-US" altLang="zh-CN" sz="1800" b="1" i="1" smtClean="0">
                              <a:solidFill>
                                <a:srgbClr val="0070C0"/>
                              </a:solidFill>
                              <a:latin typeface="Cambria Math" panose="02040503050406030204" pitchFamily="18" charset="0"/>
                            </a:rPr>
                            <m:t>𝑷</m:t>
                          </m:r>
                        </m:e>
                        <m:sub>
                          <m:r>
                            <a:rPr lang="en-US" altLang="zh-CN" sz="1800" b="1" i="1" smtClean="0">
                              <a:solidFill>
                                <a:srgbClr val="0070C0"/>
                              </a:solidFill>
                              <a:latin typeface="Cambria Math" panose="02040503050406030204" pitchFamily="18" charset="0"/>
                            </a:rPr>
                            <m:t>𝑯</m:t>
                          </m:r>
                        </m:sub>
                      </m:sSub>
                      <m:r>
                        <a:rPr lang="en-US" altLang="zh-CN" sz="1800" b="1" i="1">
                          <a:solidFill>
                            <a:srgbClr val="0070C0"/>
                          </a:solidFill>
                          <a:latin typeface="Cambria Math" panose="02040503050406030204" pitchFamily="18" charset="0"/>
                        </a:rPr>
                        <m:t>=</m:t>
                      </m:r>
                      <m:r>
                        <a:rPr lang="en-US" altLang="zh-CN" sz="1800" b="1" i="0" smtClean="0">
                          <a:solidFill>
                            <a:srgbClr val="0070C0"/>
                          </a:solidFill>
                          <a:latin typeface="Cambria Math" panose="02040503050406030204" pitchFamily="18" charset="0"/>
                        </a:rPr>
                        <m:t>𝟏𝟎𝟎</m:t>
                      </m:r>
                      <m:r>
                        <a:rPr lang="en-US" altLang="zh-CN" sz="1800" b="1" i="0" smtClean="0">
                          <a:solidFill>
                            <a:srgbClr val="0070C0"/>
                          </a:solidFill>
                          <a:latin typeface="Cambria Math" panose="02040503050406030204" pitchFamily="18" charset="0"/>
                        </a:rPr>
                        <m:t>.</m:t>
                      </m:r>
                      <m:r>
                        <a:rPr lang="en-US" altLang="zh-CN" sz="1800" b="1" i="0" smtClean="0">
                          <a:solidFill>
                            <a:srgbClr val="0070C0"/>
                          </a:solidFill>
                          <a:latin typeface="Cambria Math" panose="02040503050406030204" pitchFamily="18" charset="0"/>
                        </a:rPr>
                        <m:t>𝟐𝟑</m:t>
                      </m:r>
                    </m:oMath>
                  </m:oMathPara>
                </a14:m>
                <a:endParaRPr lang="zh-CN" altLang="en-US" sz="1800" b="1" dirty="0">
                  <a:solidFill>
                    <a:srgbClr val="0070C0"/>
                  </a:solidFill>
                </a:endParaRPr>
              </a:p>
            </p:txBody>
          </p:sp>
        </mc:Choice>
        <mc:Fallback xmlns="">
          <p:sp>
            <p:nvSpPr>
              <p:cNvPr id="63" name="矩形 62">
                <a:extLst>
                  <a:ext uri="{FF2B5EF4-FFF2-40B4-BE49-F238E27FC236}">
                    <a16:creationId xmlns:a16="http://schemas.microsoft.com/office/drawing/2014/main" id="{F5E5ED31-812F-43B4-8EDD-A417CC37EB1B}"/>
                  </a:ext>
                </a:extLst>
              </p:cNvPr>
              <p:cNvSpPr>
                <a:spLocks noRot="1" noChangeAspect="1" noMove="1" noResize="1" noEditPoints="1" noAdjustHandles="1" noChangeArrowheads="1" noChangeShapeType="1" noTextEdit="1"/>
              </p:cNvSpPr>
              <p:nvPr/>
            </p:nvSpPr>
            <p:spPr>
              <a:xfrm>
                <a:off x="2099423" y="4345387"/>
                <a:ext cx="1695244" cy="923330"/>
              </a:xfrm>
              <a:prstGeom prst="rect">
                <a:avLst/>
              </a:prstGeom>
              <a:blipFill>
                <a:blip r:embed="rId4"/>
                <a:stretch>
                  <a:fillRect/>
                </a:stretch>
              </a:blipFill>
              <a:ln>
                <a:solidFill>
                  <a:schemeClr val="tx1"/>
                </a:solidFill>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64" name="矩形 63">
                <a:extLst>
                  <a:ext uri="{FF2B5EF4-FFF2-40B4-BE49-F238E27FC236}">
                    <a16:creationId xmlns:a16="http://schemas.microsoft.com/office/drawing/2014/main" id="{95CEE78F-6782-405A-8828-8844CFE562AB}"/>
                  </a:ext>
                </a:extLst>
              </p:cNvPr>
              <p:cNvSpPr/>
              <p:nvPr/>
            </p:nvSpPr>
            <p:spPr>
              <a:xfrm>
                <a:off x="2086686" y="6494277"/>
                <a:ext cx="1686208" cy="923330"/>
              </a:xfrm>
              <a:prstGeom prst="rect">
                <a:avLst/>
              </a:prstGeom>
              <a:ln>
                <a:solidFill>
                  <a:schemeClr val="tx1"/>
                </a:solidFill>
              </a:ln>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altLang="zh-CN" sz="1800" b="1" i="1" smtClean="0">
                              <a:solidFill>
                                <a:srgbClr val="00B050"/>
                              </a:solidFill>
                              <a:latin typeface="Cambria Math" panose="02040503050406030204" pitchFamily="18" charset="0"/>
                            </a:rPr>
                          </m:ctrlPr>
                        </m:sSubPr>
                        <m:e>
                          <m:r>
                            <a:rPr lang="en-US" altLang="zh-CN" sz="1800" b="1" i="1" smtClean="0">
                              <a:solidFill>
                                <a:srgbClr val="00B050"/>
                              </a:solidFill>
                              <a:latin typeface="Cambria Math" panose="02040503050406030204" pitchFamily="18" charset="0"/>
                            </a:rPr>
                            <m:t>𝒇</m:t>
                          </m:r>
                        </m:e>
                        <m:sub>
                          <m:r>
                            <a:rPr lang="en-US" altLang="zh-CN" sz="1800" b="1" i="1" smtClean="0">
                              <a:solidFill>
                                <a:srgbClr val="00B050"/>
                              </a:solidFill>
                              <a:latin typeface="Cambria Math" panose="02040503050406030204" pitchFamily="18" charset="0"/>
                            </a:rPr>
                            <m:t>𝑳</m:t>
                          </m:r>
                        </m:sub>
                      </m:sSub>
                      <m:r>
                        <a:rPr lang="en-US" altLang="zh-CN" sz="1800" b="1" i="1" smtClean="0">
                          <a:solidFill>
                            <a:srgbClr val="00B050"/>
                          </a:solidFill>
                          <a:latin typeface="Cambria Math" panose="02040503050406030204" pitchFamily="18" charset="0"/>
                        </a:rPr>
                        <m:t>=</m:t>
                      </m:r>
                      <m:r>
                        <a:rPr lang="en-US" altLang="zh-CN" sz="1800" b="1" i="1" smtClean="0">
                          <a:solidFill>
                            <a:srgbClr val="00B050"/>
                          </a:solidFill>
                          <a:latin typeface="Cambria Math" panose="02040503050406030204" pitchFamily="18" charset="0"/>
                        </a:rPr>
                        <m:t>𝟑</m:t>
                      </m:r>
                      <m:r>
                        <a:rPr lang="en-US" altLang="zh-CN" sz="1800" b="1" i="1" smtClean="0">
                          <a:solidFill>
                            <a:srgbClr val="00B050"/>
                          </a:solidFill>
                          <a:latin typeface="Cambria Math" panose="02040503050406030204" pitchFamily="18" charset="0"/>
                        </a:rPr>
                        <m:t>.</m:t>
                      </m:r>
                      <m:r>
                        <a:rPr lang="en-US" altLang="zh-CN" sz="1800" b="1" i="1" smtClean="0">
                          <a:solidFill>
                            <a:srgbClr val="00B050"/>
                          </a:solidFill>
                          <a:latin typeface="Cambria Math" panose="02040503050406030204" pitchFamily="18" charset="0"/>
                        </a:rPr>
                        <m:t>𝟏𝟕</m:t>
                      </m:r>
                      <m:r>
                        <a:rPr lang="en-US" altLang="zh-CN" sz="1800" b="1" i="1" smtClean="0">
                          <a:solidFill>
                            <a:srgbClr val="00B050"/>
                          </a:solidFill>
                          <a:latin typeface="Cambria Math" panose="02040503050406030204" pitchFamily="18" charset="0"/>
                        </a:rPr>
                        <m:t>%</m:t>
                      </m:r>
                    </m:oMath>
                  </m:oMathPara>
                </a14:m>
                <a:endParaRPr lang="en-US" altLang="zh-CN" sz="1800" b="1" dirty="0">
                  <a:solidFill>
                    <a:srgbClr val="00B050"/>
                  </a:solidFill>
                </a:endParaRPr>
              </a:p>
              <a:p>
                <a:pPr/>
                <a14:m>
                  <m:oMathPara xmlns:m="http://schemas.openxmlformats.org/officeDocument/2006/math">
                    <m:oMathParaPr>
                      <m:jc m:val="centerGroup"/>
                    </m:oMathParaPr>
                    <m:oMath xmlns:m="http://schemas.openxmlformats.org/officeDocument/2006/math">
                      <m:r>
                        <a:rPr lang="en-US" altLang="zh-CN" sz="1800" b="1" i="1" smtClean="0">
                          <a:solidFill>
                            <a:schemeClr val="tx1">
                              <a:lumMod val="75000"/>
                              <a:lumOff val="25000"/>
                            </a:schemeClr>
                          </a:solidFill>
                          <a:latin typeface="Cambria Math" panose="02040503050406030204" pitchFamily="18" charset="0"/>
                        </a:rPr>
                        <m:t>𝑪</m:t>
                      </m:r>
                      <m:r>
                        <a:rPr lang="en-US" altLang="zh-CN" sz="1800" b="1" i="1">
                          <a:solidFill>
                            <a:schemeClr val="tx1">
                              <a:lumMod val="75000"/>
                              <a:lumOff val="25000"/>
                            </a:schemeClr>
                          </a:solidFill>
                          <a:latin typeface="Cambria Math" panose="02040503050406030204" pitchFamily="18" charset="0"/>
                        </a:rPr>
                        <m:t>=</m:t>
                      </m:r>
                      <m:r>
                        <a:rPr lang="en-US" altLang="zh-CN" sz="1800" b="1" i="1" smtClean="0">
                          <a:solidFill>
                            <a:schemeClr val="tx1">
                              <a:lumMod val="75000"/>
                              <a:lumOff val="25000"/>
                            </a:schemeClr>
                          </a:solidFill>
                          <a:latin typeface="Cambria Math" panose="02040503050406030204" pitchFamily="18" charset="0"/>
                        </a:rPr>
                        <m:t>𝟒</m:t>
                      </m:r>
                    </m:oMath>
                  </m:oMathPara>
                </a14:m>
                <a:endParaRPr lang="en-US" altLang="zh-CN" sz="1800" b="1" dirty="0">
                  <a:solidFill>
                    <a:schemeClr val="tx1">
                      <a:lumMod val="75000"/>
                      <a:lumOff val="25000"/>
                    </a:schemeClr>
                  </a:solidFill>
                </a:endParaRPr>
              </a:p>
              <a:p>
                <a:pPr/>
                <a14:m>
                  <m:oMathPara xmlns:m="http://schemas.openxmlformats.org/officeDocument/2006/math">
                    <m:oMathParaPr>
                      <m:jc m:val="centerGroup"/>
                    </m:oMathParaPr>
                    <m:oMath xmlns:m="http://schemas.openxmlformats.org/officeDocument/2006/math">
                      <m:sSub>
                        <m:sSubPr>
                          <m:ctrlPr>
                            <a:rPr lang="en-US" altLang="zh-CN" sz="1800" b="1" i="1" smtClean="0">
                              <a:solidFill>
                                <a:srgbClr val="0070C0"/>
                              </a:solidFill>
                              <a:latin typeface="Cambria Math" panose="02040503050406030204" pitchFamily="18" charset="0"/>
                            </a:rPr>
                          </m:ctrlPr>
                        </m:sSubPr>
                        <m:e>
                          <m:r>
                            <a:rPr lang="en-US" altLang="zh-CN" sz="1800" b="1" i="1" smtClean="0">
                              <a:solidFill>
                                <a:srgbClr val="0070C0"/>
                              </a:solidFill>
                              <a:latin typeface="Cambria Math" panose="02040503050406030204" pitchFamily="18" charset="0"/>
                            </a:rPr>
                            <m:t>𝑷</m:t>
                          </m:r>
                        </m:e>
                        <m:sub>
                          <m:r>
                            <a:rPr lang="en-US" altLang="zh-CN" sz="1800" b="1" i="1" smtClean="0">
                              <a:solidFill>
                                <a:srgbClr val="0070C0"/>
                              </a:solidFill>
                              <a:latin typeface="Cambria Math" panose="02040503050406030204" pitchFamily="18" charset="0"/>
                            </a:rPr>
                            <m:t>𝑳</m:t>
                          </m:r>
                        </m:sub>
                      </m:sSub>
                      <m:r>
                        <a:rPr lang="en-US" altLang="zh-CN" sz="1800" b="1" i="1">
                          <a:solidFill>
                            <a:srgbClr val="0070C0"/>
                          </a:solidFill>
                          <a:latin typeface="Cambria Math" panose="02040503050406030204" pitchFamily="18" charset="0"/>
                        </a:rPr>
                        <m:t>=</m:t>
                      </m:r>
                      <m:r>
                        <a:rPr lang="en-US" altLang="zh-CN" sz="1800" b="1" i="1" smtClean="0">
                          <a:solidFill>
                            <a:srgbClr val="0070C0"/>
                          </a:solidFill>
                          <a:latin typeface="Cambria Math" panose="02040503050406030204" pitchFamily="18" charset="0"/>
                        </a:rPr>
                        <m:t>𝟏𝟎𝟏</m:t>
                      </m:r>
                      <m:r>
                        <a:rPr lang="en-US" altLang="zh-CN" sz="1800" b="1" i="1" smtClean="0">
                          <a:solidFill>
                            <a:srgbClr val="0070C0"/>
                          </a:solidFill>
                          <a:latin typeface="Cambria Math" panose="02040503050406030204" pitchFamily="18" charset="0"/>
                        </a:rPr>
                        <m:t>.</m:t>
                      </m:r>
                      <m:r>
                        <a:rPr lang="en-US" altLang="zh-CN" sz="1800" b="1" i="1" smtClean="0">
                          <a:solidFill>
                            <a:srgbClr val="0070C0"/>
                          </a:solidFill>
                          <a:latin typeface="Cambria Math" panose="02040503050406030204" pitchFamily="18" charset="0"/>
                        </a:rPr>
                        <m:t>𝟓𝟕</m:t>
                      </m:r>
                    </m:oMath>
                  </m:oMathPara>
                </a14:m>
                <a:endParaRPr lang="zh-CN" altLang="en-US" sz="1800" b="1" dirty="0">
                  <a:solidFill>
                    <a:srgbClr val="0070C0"/>
                  </a:solidFill>
                </a:endParaRPr>
              </a:p>
            </p:txBody>
          </p:sp>
        </mc:Choice>
        <mc:Fallback xmlns="">
          <p:sp>
            <p:nvSpPr>
              <p:cNvPr id="64" name="矩形 63">
                <a:extLst>
                  <a:ext uri="{FF2B5EF4-FFF2-40B4-BE49-F238E27FC236}">
                    <a16:creationId xmlns:a16="http://schemas.microsoft.com/office/drawing/2014/main" id="{95CEE78F-6782-405A-8828-8844CFE562AB}"/>
                  </a:ext>
                </a:extLst>
              </p:cNvPr>
              <p:cNvSpPr>
                <a:spLocks noRot="1" noChangeAspect="1" noMove="1" noResize="1" noEditPoints="1" noAdjustHandles="1" noChangeArrowheads="1" noChangeShapeType="1" noTextEdit="1"/>
              </p:cNvSpPr>
              <p:nvPr/>
            </p:nvSpPr>
            <p:spPr>
              <a:xfrm>
                <a:off x="2086686" y="6494277"/>
                <a:ext cx="1686208" cy="923330"/>
              </a:xfrm>
              <a:prstGeom prst="rect">
                <a:avLst/>
              </a:prstGeom>
              <a:blipFill>
                <a:blip r:embed="rId5"/>
                <a:stretch>
                  <a:fillRect/>
                </a:stretch>
              </a:blipFill>
              <a:ln>
                <a:solidFill>
                  <a:schemeClr val="tx1"/>
                </a:solidFill>
              </a:ln>
            </p:spPr>
            <p:txBody>
              <a:bodyPr/>
              <a:lstStyle/>
              <a:p>
                <a:r>
                  <a:rPr lang="zh-CN" altLang="en-US">
                    <a:noFill/>
                  </a:rPr>
                  <a:t> </a:t>
                </a:r>
              </a:p>
            </p:txBody>
          </p:sp>
        </mc:Fallback>
      </mc:AlternateContent>
      <p:cxnSp>
        <p:nvCxnSpPr>
          <p:cNvPr id="153" name="直接箭头连接符 152">
            <a:extLst>
              <a:ext uri="{FF2B5EF4-FFF2-40B4-BE49-F238E27FC236}">
                <a16:creationId xmlns:a16="http://schemas.microsoft.com/office/drawing/2014/main" id="{704871B4-2098-4FDF-B73C-E374D1CE1B15}"/>
              </a:ext>
            </a:extLst>
          </p:cNvPr>
          <p:cNvCxnSpPr>
            <a:cxnSpLocks/>
            <a:stCxn id="155" idx="3"/>
            <a:endCxn id="156" idx="1"/>
          </p:cNvCxnSpPr>
          <p:nvPr/>
        </p:nvCxnSpPr>
        <p:spPr>
          <a:xfrm flipV="1">
            <a:off x="5927226" y="3460306"/>
            <a:ext cx="304741" cy="431936"/>
          </a:xfrm>
          <a:prstGeom prst="straightConnector1">
            <a:avLst/>
          </a:prstGeom>
          <a:ln w="28575">
            <a:solidFill>
              <a:schemeClr val="tx1">
                <a:lumMod val="50000"/>
                <a:lumOff val="50000"/>
              </a:schemeClr>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154" name="直接箭头连接符 153">
            <a:extLst>
              <a:ext uri="{FF2B5EF4-FFF2-40B4-BE49-F238E27FC236}">
                <a16:creationId xmlns:a16="http://schemas.microsoft.com/office/drawing/2014/main" id="{AD8BC1E1-0467-4AE6-82D4-9542C07121EB}"/>
              </a:ext>
            </a:extLst>
          </p:cNvPr>
          <p:cNvCxnSpPr>
            <a:cxnSpLocks/>
            <a:stCxn id="155" idx="3"/>
            <a:endCxn id="157" idx="1"/>
          </p:cNvCxnSpPr>
          <p:nvPr/>
        </p:nvCxnSpPr>
        <p:spPr>
          <a:xfrm>
            <a:off x="5927226" y="3892242"/>
            <a:ext cx="304741" cy="435909"/>
          </a:xfrm>
          <a:prstGeom prst="straightConnector1">
            <a:avLst/>
          </a:prstGeom>
          <a:ln w="28575">
            <a:solidFill>
              <a:schemeClr val="tx1">
                <a:lumMod val="50000"/>
                <a:lumOff val="50000"/>
              </a:schemeClr>
            </a:solidFill>
            <a:tailEnd type="triangle" w="lg" len="lg"/>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55" name="矩形 154">
                <a:extLst>
                  <a:ext uri="{FF2B5EF4-FFF2-40B4-BE49-F238E27FC236}">
                    <a16:creationId xmlns:a16="http://schemas.microsoft.com/office/drawing/2014/main" id="{1141EEF5-B8C2-4F90-A495-A02D6DABDD1C}"/>
                  </a:ext>
                </a:extLst>
              </p:cNvPr>
              <p:cNvSpPr/>
              <p:nvPr/>
            </p:nvSpPr>
            <p:spPr>
              <a:xfrm>
                <a:off x="4093202" y="3430577"/>
                <a:ext cx="1834024" cy="923330"/>
              </a:xfrm>
              <a:prstGeom prst="rect">
                <a:avLst/>
              </a:prstGeom>
              <a:ln>
                <a:solidFill>
                  <a:schemeClr val="tx1"/>
                </a:solidFill>
              </a:ln>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altLang="zh-CN" sz="1800" b="1" i="1" smtClean="0">
                              <a:solidFill>
                                <a:srgbClr val="00B050"/>
                              </a:solidFill>
                              <a:latin typeface="Cambria Math" panose="02040503050406030204" pitchFamily="18" charset="0"/>
                            </a:rPr>
                          </m:ctrlPr>
                        </m:sSubPr>
                        <m:e>
                          <m:r>
                            <a:rPr lang="en-US" altLang="zh-CN" sz="1800" b="1" i="1" smtClean="0">
                              <a:solidFill>
                                <a:srgbClr val="00B050"/>
                              </a:solidFill>
                              <a:latin typeface="Cambria Math" panose="02040503050406030204" pitchFamily="18" charset="0"/>
                            </a:rPr>
                            <m:t>𝒇</m:t>
                          </m:r>
                        </m:e>
                        <m:sub>
                          <m:r>
                            <a:rPr lang="en-US" altLang="zh-CN" sz="1800" b="1" i="1" smtClean="0">
                              <a:solidFill>
                                <a:srgbClr val="00B050"/>
                              </a:solidFill>
                              <a:latin typeface="Cambria Math" panose="02040503050406030204" pitchFamily="18" charset="0"/>
                            </a:rPr>
                            <m:t>𝑯𝑯</m:t>
                          </m:r>
                        </m:sub>
                      </m:sSub>
                      <m:r>
                        <a:rPr lang="en-US" altLang="zh-CN" sz="1800" b="1" i="1" smtClean="0">
                          <a:solidFill>
                            <a:srgbClr val="00B050"/>
                          </a:solidFill>
                          <a:latin typeface="Cambria Math" panose="02040503050406030204" pitchFamily="18" charset="0"/>
                        </a:rPr>
                        <m:t>=</m:t>
                      </m:r>
                      <m:r>
                        <a:rPr lang="en-US" altLang="zh-CN" sz="1800" b="1" i="1" smtClean="0">
                          <a:solidFill>
                            <a:srgbClr val="00B050"/>
                          </a:solidFill>
                          <a:latin typeface="Cambria Math" panose="02040503050406030204" pitchFamily="18" charset="0"/>
                        </a:rPr>
                        <m:t>𝟒</m:t>
                      </m:r>
                      <m:r>
                        <a:rPr lang="en-US" altLang="zh-CN" sz="1800" b="1" i="1" smtClean="0">
                          <a:solidFill>
                            <a:srgbClr val="00B050"/>
                          </a:solidFill>
                          <a:latin typeface="Cambria Math" panose="02040503050406030204" pitchFamily="18" charset="0"/>
                        </a:rPr>
                        <m:t>.</m:t>
                      </m:r>
                      <m:r>
                        <a:rPr lang="en-US" altLang="zh-CN" sz="1800" b="1" i="1" smtClean="0">
                          <a:solidFill>
                            <a:srgbClr val="00B050"/>
                          </a:solidFill>
                          <a:latin typeface="Cambria Math" panose="02040503050406030204" pitchFamily="18" charset="0"/>
                        </a:rPr>
                        <m:t>𝟐𝟕</m:t>
                      </m:r>
                      <m:r>
                        <a:rPr lang="en-US" altLang="zh-CN" sz="1800" b="1" i="1" smtClean="0">
                          <a:solidFill>
                            <a:srgbClr val="00B050"/>
                          </a:solidFill>
                          <a:latin typeface="Cambria Math" panose="02040503050406030204" pitchFamily="18" charset="0"/>
                        </a:rPr>
                        <m:t>%</m:t>
                      </m:r>
                    </m:oMath>
                  </m:oMathPara>
                </a14:m>
                <a:endParaRPr lang="en-US" altLang="zh-CN" sz="1800" b="1" dirty="0">
                  <a:solidFill>
                    <a:srgbClr val="00B050"/>
                  </a:solidFill>
                </a:endParaRPr>
              </a:p>
              <a:p>
                <a:pPr/>
                <a14:m>
                  <m:oMathPara xmlns:m="http://schemas.openxmlformats.org/officeDocument/2006/math">
                    <m:oMathParaPr>
                      <m:jc m:val="centerGroup"/>
                    </m:oMathParaPr>
                    <m:oMath xmlns:m="http://schemas.openxmlformats.org/officeDocument/2006/math">
                      <m:r>
                        <a:rPr lang="en-US" altLang="zh-CN" sz="1800" b="1" i="1" smtClean="0">
                          <a:solidFill>
                            <a:schemeClr val="tx1">
                              <a:lumMod val="75000"/>
                              <a:lumOff val="25000"/>
                            </a:schemeClr>
                          </a:solidFill>
                          <a:latin typeface="Cambria Math" panose="02040503050406030204" pitchFamily="18" charset="0"/>
                        </a:rPr>
                        <m:t>𝑪</m:t>
                      </m:r>
                      <m:r>
                        <a:rPr lang="en-US" altLang="zh-CN" sz="1800" b="1" i="1">
                          <a:solidFill>
                            <a:schemeClr val="tx1">
                              <a:lumMod val="75000"/>
                              <a:lumOff val="25000"/>
                            </a:schemeClr>
                          </a:solidFill>
                          <a:latin typeface="Cambria Math" panose="02040503050406030204" pitchFamily="18" charset="0"/>
                        </a:rPr>
                        <m:t>=</m:t>
                      </m:r>
                      <m:r>
                        <a:rPr lang="en-US" altLang="zh-CN" sz="1800" b="1" i="1" smtClean="0">
                          <a:solidFill>
                            <a:schemeClr val="tx1">
                              <a:lumMod val="75000"/>
                              <a:lumOff val="25000"/>
                            </a:schemeClr>
                          </a:solidFill>
                          <a:latin typeface="Cambria Math" panose="02040503050406030204" pitchFamily="18" charset="0"/>
                        </a:rPr>
                        <m:t>𝟒</m:t>
                      </m:r>
                    </m:oMath>
                  </m:oMathPara>
                </a14:m>
                <a:endParaRPr lang="en-US" altLang="zh-CN" sz="1800" b="1" dirty="0">
                  <a:solidFill>
                    <a:schemeClr val="tx1">
                      <a:lumMod val="75000"/>
                      <a:lumOff val="25000"/>
                    </a:schemeClr>
                  </a:solidFill>
                </a:endParaRPr>
              </a:p>
              <a:p>
                <a:pPr/>
                <a14:m>
                  <m:oMathPara xmlns:m="http://schemas.openxmlformats.org/officeDocument/2006/math">
                    <m:oMathParaPr>
                      <m:jc m:val="centerGroup"/>
                    </m:oMathParaPr>
                    <m:oMath xmlns:m="http://schemas.openxmlformats.org/officeDocument/2006/math">
                      <m:sSub>
                        <m:sSubPr>
                          <m:ctrlPr>
                            <a:rPr lang="en-US" altLang="zh-CN" sz="1800" b="1" i="1" smtClean="0">
                              <a:solidFill>
                                <a:srgbClr val="C00000"/>
                              </a:solidFill>
                              <a:latin typeface="Cambria Math" panose="02040503050406030204" pitchFamily="18" charset="0"/>
                            </a:rPr>
                          </m:ctrlPr>
                        </m:sSubPr>
                        <m:e>
                          <m:r>
                            <a:rPr lang="en-US" altLang="zh-CN" sz="1800" b="1" i="1">
                              <a:solidFill>
                                <a:srgbClr val="C00000"/>
                              </a:solidFill>
                              <a:latin typeface="Cambria Math" panose="02040503050406030204" pitchFamily="18" charset="0"/>
                            </a:rPr>
                            <m:t>𝑷</m:t>
                          </m:r>
                        </m:e>
                        <m:sub>
                          <m:r>
                            <a:rPr lang="en-US" altLang="zh-CN" sz="1800" b="1" i="1" smtClean="0">
                              <a:solidFill>
                                <a:srgbClr val="C00000"/>
                              </a:solidFill>
                              <a:latin typeface="Cambria Math" panose="02040503050406030204" pitchFamily="18" charset="0"/>
                            </a:rPr>
                            <m:t>𝑯𝑯</m:t>
                          </m:r>
                        </m:sub>
                      </m:sSub>
                      <m:r>
                        <a:rPr lang="en-US" altLang="zh-CN" sz="1800" b="1" i="1">
                          <a:solidFill>
                            <a:srgbClr val="C00000"/>
                          </a:solidFill>
                          <a:latin typeface="Cambria Math" panose="02040503050406030204" pitchFamily="18" charset="0"/>
                        </a:rPr>
                        <m:t>=</m:t>
                      </m:r>
                      <m:r>
                        <a:rPr lang="en-US" altLang="zh-CN" sz="1800" b="1" i="0" smtClean="0">
                          <a:solidFill>
                            <a:srgbClr val="C00000"/>
                          </a:solidFill>
                          <a:latin typeface="Cambria Math" panose="02040503050406030204" pitchFamily="18" charset="0"/>
                        </a:rPr>
                        <m:t>𝟗𝟗</m:t>
                      </m:r>
                      <m:r>
                        <a:rPr lang="en-US" altLang="zh-CN" sz="1800" b="1" i="0" smtClean="0">
                          <a:solidFill>
                            <a:srgbClr val="C00000"/>
                          </a:solidFill>
                          <a:latin typeface="Cambria Math" panose="02040503050406030204" pitchFamily="18" charset="0"/>
                        </a:rPr>
                        <m:t>.</m:t>
                      </m:r>
                      <m:r>
                        <a:rPr lang="en-US" altLang="zh-CN" sz="1800" b="1" i="0" smtClean="0">
                          <a:solidFill>
                            <a:srgbClr val="C00000"/>
                          </a:solidFill>
                          <a:latin typeface="Cambria Math" panose="02040503050406030204" pitchFamily="18" charset="0"/>
                        </a:rPr>
                        <m:t>𝟕𝟒</m:t>
                      </m:r>
                    </m:oMath>
                  </m:oMathPara>
                </a14:m>
                <a:endParaRPr lang="zh-CN" altLang="en-US" sz="1800" b="1" dirty="0">
                  <a:solidFill>
                    <a:schemeClr val="tx1">
                      <a:lumMod val="75000"/>
                      <a:lumOff val="25000"/>
                    </a:schemeClr>
                  </a:solidFill>
                </a:endParaRPr>
              </a:p>
            </p:txBody>
          </p:sp>
        </mc:Choice>
        <mc:Fallback xmlns="">
          <p:sp>
            <p:nvSpPr>
              <p:cNvPr id="155" name="矩形 154">
                <a:extLst>
                  <a:ext uri="{FF2B5EF4-FFF2-40B4-BE49-F238E27FC236}">
                    <a16:creationId xmlns:a16="http://schemas.microsoft.com/office/drawing/2014/main" id="{1141EEF5-B8C2-4F90-A495-A02D6DABDD1C}"/>
                  </a:ext>
                </a:extLst>
              </p:cNvPr>
              <p:cNvSpPr>
                <a:spLocks noRot="1" noChangeAspect="1" noMove="1" noResize="1" noEditPoints="1" noAdjustHandles="1" noChangeArrowheads="1" noChangeShapeType="1" noTextEdit="1"/>
              </p:cNvSpPr>
              <p:nvPr/>
            </p:nvSpPr>
            <p:spPr>
              <a:xfrm>
                <a:off x="4093202" y="3430577"/>
                <a:ext cx="1834024" cy="923330"/>
              </a:xfrm>
              <a:prstGeom prst="rect">
                <a:avLst/>
              </a:prstGeom>
              <a:blipFill>
                <a:blip r:embed="rId6"/>
                <a:stretch>
                  <a:fillRect/>
                </a:stretch>
              </a:blipFill>
              <a:ln>
                <a:solidFill>
                  <a:schemeClr val="tx1"/>
                </a:solidFill>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56" name="矩形 155">
                <a:extLst>
                  <a:ext uri="{FF2B5EF4-FFF2-40B4-BE49-F238E27FC236}">
                    <a16:creationId xmlns:a16="http://schemas.microsoft.com/office/drawing/2014/main" id="{08586DE9-E4C6-4EC1-BD88-11665AD365DD}"/>
                  </a:ext>
                </a:extLst>
              </p:cNvPr>
              <p:cNvSpPr/>
              <p:nvPr/>
            </p:nvSpPr>
            <p:spPr>
              <a:xfrm>
                <a:off x="6231967" y="2998641"/>
                <a:ext cx="2064719" cy="923330"/>
              </a:xfrm>
              <a:prstGeom prst="rect">
                <a:avLst/>
              </a:prstGeom>
              <a:ln>
                <a:solidFill>
                  <a:schemeClr val="tx1"/>
                </a:solidFill>
              </a:ln>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altLang="zh-CN" sz="1800" b="1" i="1" smtClean="0">
                              <a:solidFill>
                                <a:schemeClr val="bg1">
                                  <a:lumMod val="85000"/>
                                </a:schemeClr>
                              </a:solidFill>
                              <a:latin typeface="Cambria Math" panose="02040503050406030204" pitchFamily="18" charset="0"/>
                            </a:rPr>
                          </m:ctrlPr>
                        </m:sSubPr>
                        <m:e>
                          <m:r>
                            <a:rPr lang="en-US" altLang="zh-CN" sz="1800" b="1" i="1" smtClean="0">
                              <a:solidFill>
                                <a:schemeClr val="bg1">
                                  <a:lumMod val="85000"/>
                                </a:schemeClr>
                              </a:solidFill>
                              <a:latin typeface="Cambria Math" panose="02040503050406030204" pitchFamily="18" charset="0"/>
                            </a:rPr>
                            <m:t>𝒇</m:t>
                          </m:r>
                        </m:e>
                        <m:sub>
                          <m:r>
                            <a:rPr lang="en-US" altLang="zh-CN" sz="1800" b="1" i="1" smtClean="0">
                              <a:solidFill>
                                <a:schemeClr val="bg1">
                                  <a:lumMod val="85000"/>
                                </a:schemeClr>
                              </a:solidFill>
                              <a:latin typeface="Cambria Math" panose="02040503050406030204" pitchFamily="18" charset="0"/>
                            </a:rPr>
                            <m:t>𝑯𝑯𝑯</m:t>
                          </m:r>
                        </m:sub>
                      </m:sSub>
                      <m:r>
                        <a:rPr lang="en-US" altLang="zh-CN" sz="1800" b="1" i="1" smtClean="0">
                          <a:solidFill>
                            <a:schemeClr val="bg1">
                              <a:lumMod val="85000"/>
                            </a:schemeClr>
                          </a:solidFill>
                          <a:latin typeface="Cambria Math" panose="02040503050406030204" pitchFamily="18" charset="0"/>
                        </a:rPr>
                        <m:t>=</m:t>
                      </m:r>
                    </m:oMath>
                  </m:oMathPara>
                </a14:m>
                <a:endParaRPr lang="en-US" altLang="zh-CN" sz="1800" b="1" dirty="0">
                  <a:solidFill>
                    <a:schemeClr val="bg1">
                      <a:lumMod val="85000"/>
                    </a:schemeClr>
                  </a:solidFill>
                </a:endParaRPr>
              </a:p>
              <a:p>
                <a:pPr/>
                <a14:m>
                  <m:oMathPara xmlns:m="http://schemas.openxmlformats.org/officeDocument/2006/math">
                    <m:oMathParaPr>
                      <m:jc m:val="centerGroup"/>
                    </m:oMathParaPr>
                    <m:oMath xmlns:m="http://schemas.openxmlformats.org/officeDocument/2006/math">
                      <m:r>
                        <a:rPr lang="en-US" altLang="zh-CN" sz="1800" b="1" i="1" smtClean="0">
                          <a:solidFill>
                            <a:schemeClr val="tx1">
                              <a:lumMod val="75000"/>
                              <a:lumOff val="25000"/>
                            </a:schemeClr>
                          </a:solidFill>
                          <a:latin typeface="Cambria Math" panose="02040503050406030204" pitchFamily="18" charset="0"/>
                        </a:rPr>
                        <m:t>𝑪</m:t>
                      </m:r>
                      <m:r>
                        <a:rPr lang="en-US" altLang="zh-CN" sz="1800" b="1" i="1">
                          <a:solidFill>
                            <a:schemeClr val="tx1">
                              <a:lumMod val="75000"/>
                              <a:lumOff val="25000"/>
                            </a:schemeClr>
                          </a:solidFill>
                          <a:latin typeface="Cambria Math" panose="02040503050406030204" pitchFamily="18" charset="0"/>
                        </a:rPr>
                        <m:t>=</m:t>
                      </m:r>
                      <m:r>
                        <a:rPr lang="en-US" altLang="zh-CN" sz="1800" b="1" i="1" smtClean="0">
                          <a:solidFill>
                            <a:schemeClr val="tx1">
                              <a:lumMod val="75000"/>
                              <a:lumOff val="25000"/>
                            </a:schemeClr>
                          </a:solidFill>
                          <a:latin typeface="Cambria Math" panose="02040503050406030204" pitchFamily="18" charset="0"/>
                        </a:rPr>
                        <m:t>𝟒</m:t>
                      </m:r>
                    </m:oMath>
                  </m:oMathPara>
                </a14:m>
                <a:endParaRPr lang="en-US" altLang="zh-CN" sz="1800" b="1" dirty="0">
                  <a:solidFill>
                    <a:schemeClr val="tx1">
                      <a:lumMod val="75000"/>
                      <a:lumOff val="25000"/>
                    </a:schemeClr>
                  </a:solidFill>
                </a:endParaRPr>
              </a:p>
              <a:p>
                <a:pPr/>
                <a14:m>
                  <m:oMathPara xmlns:m="http://schemas.openxmlformats.org/officeDocument/2006/math">
                    <m:oMathParaPr>
                      <m:jc m:val="centerGroup"/>
                    </m:oMathParaPr>
                    <m:oMath xmlns:m="http://schemas.openxmlformats.org/officeDocument/2006/math">
                      <m:sSub>
                        <m:sSubPr>
                          <m:ctrlPr>
                            <a:rPr lang="en-US" altLang="zh-CN" sz="1800" b="1" i="1" smtClean="0">
                              <a:solidFill>
                                <a:schemeClr val="tx1">
                                  <a:lumMod val="75000"/>
                                  <a:lumOff val="25000"/>
                                </a:schemeClr>
                              </a:solidFill>
                              <a:latin typeface="Cambria Math" panose="02040503050406030204" pitchFamily="18" charset="0"/>
                            </a:rPr>
                          </m:ctrlPr>
                        </m:sSubPr>
                        <m:e>
                          <m:r>
                            <a:rPr lang="en-US" altLang="zh-CN" sz="1800" b="1" i="1" smtClean="0">
                              <a:solidFill>
                                <a:schemeClr val="tx1">
                                  <a:lumMod val="75000"/>
                                  <a:lumOff val="25000"/>
                                </a:schemeClr>
                              </a:solidFill>
                              <a:latin typeface="Cambria Math" panose="02040503050406030204" pitchFamily="18" charset="0"/>
                            </a:rPr>
                            <m:t>𝑷</m:t>
                          </m:r>
                        </m:e>
                        <m:sub>
                          <m:r>
                            <a:rPr lang="en-US" altLang="zh-CN" sz="1800" b="1" i="1" smtClean="0">
                              <a:solidFill>
                                <a:schemeClr val="tx1">
                                  <a:lumMod val="75000"/>
                                  <a:lumOff val="25000"/>
                                </a:schemeClr>
                              </a:solidFill>
                              <a:latin typeface="Cambria Math" panose="02040503050406030204" pitchFamily="18" charset="0"/>
                            </a:rPr>
                            <m:t>𝑯𝑯𝑯</m:t>
                          </m:r>
                        </m:sub>
                      </m:sSub>
                      <m:r>
                        <a:rPr lang="en-US" altLang="zh-CN" sz="1800" b="1" i="1">
                          <a:solidFill>
                            <a:schemeClr val="tx1">
                              <a:lumMod val="75000"/>
                              <a:lumOff val="25000"/>
                            </a:schemeClr>
                          </a:solidFill>
                          <a:latin typeface="Cambria Math" panose="02040503050406030204" pitchFamily="18" charset="0"/>
                        </a:rPr>
                        <m:t>=</m:t>
                      </m:r>
                      <m:r>
                        <a:rPr lang="en-US" altLang="zh-CN" sz="1800" b="1" i="0" smtClean="0">
                          <a:solidFill>
                            <a:schemeClr val="tx1">
                              <a:lumMod val="75000"/>
                              <a:lumOff val="25000"/>
                            </a:schemeClr>
                          </a:solidFill>
                          <a:latin typeface="Cambria Math" panose="02040503050406030204" pitchFamily="18" charset="0"/>
                        </a:rPr>
                        <m:t>𝟏𝟎𝟎</m:t>
                      </m:r>
                    </m:oMath>
                  </m:oMathPara>
                </a14:m>
                <a:endParaRPr lang="zh-CN" altLang="en-US" sz="1800" b="1" dirty="0">
                  <a:solidFill>
                    <a:schemeClr val="tx1">
                      <a:lumMod val="75000"/>
                      <a:lumOff val="25000"/>
                    </a:schemeClr>
                  </a:solidFill>
                </a:endParaRPr>
              </a:p>
            </p:txBody>
          </p:sp>
        </mc:Choice>
        <mc:Fallback xmlns="">
          <p:sp>
            <p:nvSpPr>
              <p:cNvPr id="156" name="矩形 155">
                <a:extLst>
                  <a:ext uri="{FF2B5EF4-FFF2-40B4-BE49-F238E27FC236}">
                    <a16:creationId xmlns:a16="http://schemas.microsoft.com/office/drawing/2014/main" id="{08586DE9-E4C6-4EC1-BD88-11665AD365DD}"/>
                  </a:ext>
                </a:extLst>
              </p:cNvPr>
              <p:cNvSpPr>
                <a:spLocks noRot="1" noChangeAspect="1" noMove="1" noResize="1" noEditPoints="1" noAdjustHandles="1" noChangeArrowheads="1" noChangeShapeType="1" noTextEdit="1"/>
              </p:cNvSpPr>
              <p:nvPr/>
            </p:nvSpPr>
            <p:spPr>
              <a:xfrm>
                <a:off x="6231967" y="2998641"/>
                <a:ext cx="2064719" cy="923330"/>
              </a:xfrm>
              <a:prstGeom prst="rect">
                <a:avLst/>
              </a:prstGeom>
              <a:blipFill>
                <a:blip r:embed="rId7"/>
                <a:stretch>
                  <a:fillRect/>
                </a:stretch>
              </a:blipFill>
              <a:ln>
                <a:solidFill>
                  <a:schemeClr val="tx1"/>
                </a:solidFill>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57" name="矩形 156">
                <a:extLst>
                  <a:ext uri="{FF2B5EF4-FFF2-40B4-BE49-F238E27FC236}">
                    <a16:creationId xmlns:a16="http://schemas.microsoft.com/office/drawing/2014/main" id="{2F9C4577-4E3A-41A2-B47C-A899DDA1B074}"/>
                  </a:ext>
                </a:extLst>
              </p:cNvPr>
              <p:cNvSpPr/>
              <p:nvPr/>
            </p:nvSpPr>
            <p:spPr>
              <a:xfrm>
                <a:off x="6231967" y="3866486"/>
                <a:ext cx="2064719" cy="923330"/>
              </a:xfrm>
              <a:prstGeom prst="rect">
                <a:avLst/>
              </a:prstGeom>
              <a:ln>
                <a:solidFill>
                  <a:schemeClr val="tx1"/>
                </a:solidFill>
              </a:ln>
            </p:spPr>
            <p:txBody>
              <a:bodyPr wrap="square">
                <a:spAutoFit/>
              </a:bodyPr>
              <a:lstStyle/>
              <a:p>
                <a:pPr algn="ctr"/>
                <a14:m>
                  <m:oMathPara xmlns:m="http://schemas.openxmlformats.org/officeDocument/2006/math">
                    <m:oMathParaPr>
                      <m:jc m:val="centerGroup"/>
                    </m:oMathParaPr>
                    <m:oMath xmlns:m="http://schemas.openxmlformats.org/officeDocument/2006/math">
                      <m:sSub>
                        <m:sSubPr>
                          <m:ctrlPr>
                            <a:rPr lang="en-US" altLang="zh-CN" sz="1800" b="1" i="1" smtClean="0">
                              <a:solidFill>
                                <a:schemeClr val="bg1">
                                  <a:lumMod val="85000"/>
                                </a:schemeClr>
                              </a:solidFill>
                              <a:latin typeface="Cambria Math" panose="02040503050406030204" pitchFamily="18" charset="0"/>
                            </a:rPr>
                          </m:ctrlPr>
                        </m:sSubPr>
                        <m:e>
                          <m:r>
                            <a:rPr lang="en-US" altLang="zh-CN" sz="1800" b="1" i="1" smtClean="0">
                              <a:solidFill>
                                <a:schemeClr val="bg1">
                                  <a:lumMod val="85000"/>
                                </a:schemeClr>
                              </a:solidFill>
                              <a:latin typeface="Cambria Math" panose="02040503050406030204" pitchFamily="18" charset="0"/>
                            </a:rPr>
                            <m:t>𝒇</m:t>
                          </m:r>
                        </m:e>
                        <m:sub>
                          <m:r>
                            <a:rPr lang="en-US" altLang="zh-CN" sz="1800" b="1" i="1" smtClean="0">
                              <a:solidFill>
                                <a:schemeClr val="bg1">
                                  <a:lumMod val="85000"/>
                                </a:schemeClr>
                              </a:solidFill>
                              <a:latin typeface="Cambria Math" panose="02040503050406030204" pitchFamily="18" charset="0"/>
                            </a:rPr>
                            <m:t>𝑯𝑯𝑳</m:t>
                          </m:r>
                        </m:sub>
                      </m:sSub>
                      <m:r>
                        <a:rPr lang="en-US" altLang="zh-CN" sz="1800" b="1" i="1" smtClean="0">
                          <a:solidFill>
                            <a:schemeClr val="bg1">
                              <a:lumMod val="85000"/>
                            </a:schemeClr>
                          </a:solidFill>
                          <a:latin typeface="Cambria Math" panose="02040503050406030204" pitchFamily="18" charset="0"/>
                        </a:rPr>
                        <m:t>=</m:t>
                      </m:r>
                    </m:oMath>
                  </m:oMathPara>
                </a14:m>
                <a:endParaRPr lang="en-US" altLang="zh-CN" sz="1800" b="1" dirty="0">
                  <a:solidFill>
                    <a:schemeClr val="bg1">
                      <a:lumMod val="85000"/>
                    </a:schemeClr>
                  </a:solidFill>
                </a:endParaRPr>
              </a:p>
              <a:p>
                <a:pPr algn="ctr"/>
                <a14:m>
                  <m:oMathPara xmlns:m="http://schemas.openxmlformats.org/officeDocument/2006/math">
                    <m:oMathParaPr>
                      <m:jc m:val="centerGroup"/>
                    </m:oMathParaPr>
                    <m:oMath xmlns:m="http://schemas.openxmlformats.org/officeDocument/2006/math">
                      <m:r>
                        <a:rPr lang="en-US" altLang="zh-CN" sz="1800" b="1" i="1" smtClean="0">
                          <a:solidFill>
                            <a:schemeClr val="tx1">
                              <a:lumMod val="75000"/>
                              <a:lumOff val="25000"/>
                            </a:schemeClr>
                          </a:solidFill>
                          <a:latin typeface="Cambria Math" panose="02040503050406030204" pitchFamily="18" charset="0"/>
                        </a:rPr>
                        <m:t>𝑪</m:t>
                      </m:r>
                      <m:r>
                        <a:rPr lang="en-US" altLang="zh-CN" sz="1800" b="1" i="1">
                          <a:solidFill>
                            <a:schemeClr val="tx1">
                              <a:lumMod val="75000"/>
                              <a:lumOff val="25000"/>
                            </a:schemeClr>
                          </a:solidFill>
                          <a:latin typeface="Cambria Math" panose="02040503050406030204" pitchFamily="18" charset="0"/>
                        </a:rPr>
                        <m:t>=</m:t>
                      </m:r>
                      <m:r>
                        <a:rPr lang="en-US" altLang="zh-CN" sz="1800" b="1" i="1" smtClean="0">
                          <a:solidFill>
                            <a:schemeClr val="tx1">
                              <a:lumMod val="75000"/>
                              <a:lumOff val="25000"/>
                            </a:schemeClr>
                          </a:solidFill>
                          <a:latin typeface="Cambria Math" panose="02040503050406030204" pitchFamily="18" charset="0"/>
                        </a:rPr>
                        <m:t>𝟒</m:t>
                      </m:r>
                    </m:oMath>
                  </m:oMathPara>
                </a14:m>
                <a:endParaRPr lang="en-US" altLang="zh-CN" sz="1800" b="1" dirty="0">
                  <a:solidFill>
                    <a:schemeClr val="tx1">
                      <a:lumMod val="75000"/>
                      <a:lumOff val="25000"/>
                    </a:schemeClr>
                  </a:solidFill>
                </a:endParaRPr>
              </a:p>
              <a:p>
                <a:pPr algn="ctr"/>
                <a14:m>
                  <m:oMathPara xmlns:m="http://schemas.openxmlformats.org/officeDocument/2006/math">
                    <m:oMathParaPr>
                      <m:jc m:val="centerGroup"/>
                    </m:oMathParaPr>
                    <m:oMath xmlns:m="http://schemas.openxmlformats.org/officeDocument/2006/math">
                      <m:sSub>
                        <m:sSubPr>
                          <m:ctrlPr>
                            <a:rPr lang="en-US" altLang="zh-CN" sz="1800" b="1" i="1" smtClean="0">
                              <a:solidFill>
                                <a:schemeClr val="tx1">
                                  <a:lumMod val="75000"/>
                                  <a:lumOff val="25000"/>
                                </a:schemeClr>
                              </a:solidFill>
                              <a:latin typeface="Cambria Math" panose="02040503050406030204" pitchFamily="18" charset="0"/>
                            </a:rPr>
                          </m:ctrlPr>
                        </m:sSubPr>
                        <m:e>
                          <m:r>
                            <a:rPr lang="en-US" altLang="zh-CN" sz="1800" b="1" i="1" smtClean="0">
                              <a:solidFill>
                                <a:schemeClr val="tx1">
                                  <a:lumMod val="75000"/>
                                  <a:lumOff val="25000"/>
                                </a:schemeClr>
                              </a:solidFill>
                              <a:latin typeface="Cambria Math" panose="02040503050406030204" pitchFamily="18" charset="0"/>
                            </a:rPr>
                            <m:t>𝑷</m:t>
                          </m:r>
                        </m:e>
                        <m:sub>
                          <m:r>
                            <a:rPr lang="en-US" altLang="zh-CN" sz="1800" b="1" i="1" smtClean="0">
                              <a:solidFill>
                                <a:schemeClr val="tx1">
                                  <a:lumMod val="75000"/>
                                  <a:lumOff val="25000"/>
                                </a:schemeClr>
                              </a:solidFill>
                              <a:latin typeface="Cambria Math" panose="02040503050406030204" pitchFamily="18" charset="0"/>
                            </a:rPr>
                            <m:t>𝑯𝑯𝑳</m:t>
                          </m:r>
                        </m:sub>
                      </m:sSub>
                      <m:r>
                        <a:rPr lang="en-US" altLang="zh-CN" sz="1800" b="1" i="1">
                          <a:solidFill>
                            <a:schemeClr val="tx1">
                              <a:lumMod val="75000"/>
                              <a:lumOff val="25000"/>
                            </a:schemeClr>
                          </a:solidFill>
                          <a:latin typeface="Cambria Math" panose="02040503050406030204" pitchFamily="18" charset="0"/>
                        </a:rPr>
                        <m:t>=</m:t>
                      </m:r>
                      <m:r>
                        <a:rPr lang="en-US" altLang="zh-CN" sz="1800" b="1" i="1" smtClean="0">
                          <a:solidFill>
                            <a:schemeClr val="tx1">
                              <a:lumMod val="75000"/>
                              <a:lumOff val="25000"/>
                            </a:schemeClr>
                          </a:solidFill>
                          <a:latin typeface="Cambria Math" panose="02040503050406030204" pitchFamily="18" charset="0"/>
                        </a:rPr>
                        <m:t>𝟏𝟎𝟎</m:t>
                      </m:r>
                    </m:oMath>
                  </m:oMathPara>
                </a14:m>
                <a:endParaRPr lang="zh-CN" altLang="en-US" sz="1800" b="1" dirty="0">
                  <a:solidFill>
                    <a:schemeClr val="tx1">
                      <a:lumMod val="75000"/>
                      <a:lumOff val="25000"/>
                    </a:schemeClr>
                  </a:solidFill>
                </a:endParaRPr>
              </a:p>
            </p:txBody>
          </p:sp>
        </mc:Choice>
        <mc:Fallback xmlns="">
          <p:sp>
            <p:nvSpPr>
              <p:cNvPr id="157" name="矩形 156">
                <a:extLst>
                  <a:ext uri="{FF2B5EF4-FFF2-40B4-BE49-F238E27FC236}">
                    <a16:creationId xmlns:a16="http://schemas.microsoft.com/office/drawing/2014/main" id="{2F9C4577-4E3A-41A2-B47C-A899DDA1B074}"/>
                  </a:ext>
                </a:extLst>
              </p:cNvPr>
              <p:cNvSpPr>
                <a:spLocks noRot="1" noChangeAspect="1" noMove="1" noResize="1" noEditPoints="1" noAdjustHandles="1" noChangeArrowheads="1" noChangeShapeType="1" noTextEdit="1"/>
              </p:cNvSpPr>
              <p:nvPr/>
            </p:nvSpPr>
            <p:spPr>
              <a:xfrm>
                <a:off x="6231967" y="3866486"/>
                <a:ext cx="2064719" cy="923330"/>
              </a:xfrm>
              <a:prstGeom prst="rect">
                <a:avLst/>
              </a:prstGeom>
              <a:blipFill>
                <a:blip r:embed="rId8"/>
                <a:stretch>
                  <a:fillRect/>
                </a:stretch>
              </a:blipFill>
              <a:ln>
                <a:solidFill>
                  <a:schemeClr val="tx1"/>
                </a:solidFill>
              </a:ln>
            </p:spPr>
            <p:txBody>
              <a:bodyPr/>
              <a:lstStyle/>
              <a:p>
                <a:r>
                  <a:rPr lang="zh-CN" altLang="en-US">
                    <a:noFill/>
                  </a:rPr>
                  <a:t> </a:t>
                </a:r>
              </a:p>
            </p:txBody>
          </p:sp>
        </mc:Fallback>
      </mc:AlternateContent>
      <p:cxnSp>
        <p:nvCxnSpPr>
          <p:cNvPr id="167" name="直接箭头连接符 166">
            <a:extLst>
              <a:ext uri="{FF2B5EF4-FFF2-40B4-BE49-F238E27FC236}">
                <a16:creationId xmlns:a16="http://schemas.microsoft.com/office/drawing/2014/main" id="{103A37F7-058A-4175-864D-97A9F7A336FA}"/>
              </a:ext>
            </a:extLst>
          </p:cNvPr>
          <p:cNvCxnSpPr>
            <a:cxnSpLocks/>
            <a:stCxn id="169" idx="3"/>
            <a:endCxn id="170" idx="1"/>
          </p:cNvCxnSpPr>
          <p:nvPr/>
        </p:nvCxnSpPr>
        <p:spPr>
          <a:xfrm flipV="1">
            <a:off x="5926512" y="5606057"/>
            <a:ext cx="301869" cy="412188"/>
          </a:xfrm>
          <a:prstGeom prst="straightConnector1">
            <a:avLst/>
          </a:prstGeom>
          <a:ln w="28575">
            <a:solidFill>
              <a:schemeClr val="tx1">
                <a:lumMod val="50000"/>
                <a:lumOff val="50000"/>
              </a:schemeClr>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168" name="直接箭头连接符 167">
            <a:extLst>
              <a:ext uri="{FF2B5EF4-FFF2-40B4-BE49-F238E27FC236}">
                <a16:creationId xmlns:a16="http://schemas.microsoft.com/office/drawing/2014/main" id="{278B3DC9-CBD7-4468-BC6A-8002EBF9A37F}"/>
              </a:ext>
            </a:extLst>
          </p:cNvPr>
          <p:cNvCxnSpPr>
            <a:cxnSpLocks/>
            <a:stCxn id="169" idx="3"/>
            <a:endCxn id="171" idx="1"/>
          </p:cNvCxnSpPr>
          <p:nvPr/>
        </p:nvCxnSpPr>
        <p:spPr>
          <a:xfrm>
            <a:off x="5926512" y="6018245"/>
            <a:ext cx="301869" cy="551074"/>
          </a:xfrm>
          <a:prstGeom prst="straightConnector1">
            <a:avLst/>
          </a:prstGeom>
          <a:ln w="28575">
            <a:solidFill>
              <a:schemeClr val="tx1">
                <a:lumMod val="50000"/>
                <a:lumOff val="50000"/>
              </a:schemeClr>
            </a:solidFill>
            <a:tailEnd type="triangle" w="lg" len="lg"/>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69" name="矩形 168">
                <a:extLst>
                  <a:ext uri="{FF2B5EF4-FFF2-40B4-BE49-F238E27FC236}">
                    <a16:creationId xmlns:a16="http://schemas.microsoft.com/office/drawing/2014/main" id="{5E6C6B36-DA2A-4B16-ACDF-321F0CBF17E4}"/>
                  </a:ext>
                </a:extLst>
              </p:cNvPr>
              <p:cNvSpPr/>
              <p:nvPr/>
            </p:nvSpPr>
            <p:spPr>
              <a:xfrm>
                <a:off x="4092488" y="5556580"/>
                <a:ext cx="1834024" cy="923330"/>
              </a:xfrm>
              <a:prstGeom prst="rect">
                <a:avLst/>
              </a:prstGeom>
              <a:ln>
                <a:solidFill>
                  <a:schemeClr val="tx1"/>
                </a:solidFill>
              </a:ln>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altLang="zh-CN" sz="1800" b="1" i="1" smtClean="0">
                              <a:solidFill>
                                <a:srgbClr val="00B050"/>
                              </a:solidFill>
                              <a:latin typeface="Cambria Math" panose="02040503050406030204" pitchFamily="18" charset="0"/>
                            </a:rPr>
                          </m:ctrlPr>
                        </m:sSubPr>
                        <m:e>
                          <m:r>
                            <a:rPr lang="en-US" altLang="zh-CN" sz="1800" b="1" i="1" smtClean="0">
                              <a:solidFill>
                                <a:srgbClr val="00B050"/>
                              </a:solidFill>
                              <a:latin typeface="Cambria Math" panose="02040503050406030204" pitchFamily="18" charset="0"/>
                            </a:rPr>
                            <m:t>𝒇</m:t>
                          </m:r>
                        </m:e>
                        <m:sub>
                          <m:r>
                            <a:rPr lang="en-US" altLang="zh-CN" sz="1800" b="1" i="1" smtClean="0">
                              <a:solidFill>
                                <a:srgbClr val="00B050"/>
                              </a:solidFill>
                              <a:latin typeface="Cambria Math" panose="02040503050406030204" pitchFamily="18" charset="0"/>
                            </a:rPr>
                            <m:t>𝑯𝑳</m:t>
                          </m:r>
                        </m:sub>
                      </m:sSub>
                      <m:r>
                        <a:rPr lang="en-US" altLang="zh-CN" sz="1800" b="1" i="1" smtClean="0">
                          <a:solidFill>
                            <a:srgbClr val="00B050"/>
                          </a:solidFill>
                          <a:latin typeface="Cambria Math" panose="02040503050406030204" pitchFamily="18" charset="0"/>
                        </a:rPr>
                        <m:t>=</m:t>
                      </m:r>
                      <m:r>
                        <a:rPr lang="en-US" altLang="zh-CN" sz="1800" b="1" i="1" smtClean="0">
                          <a:solidFill>
                            <a:srgbClr val="00B050"/>
                          </a:solidFill>
                          <a:latin typeface="Cambria Math" panose="02040503050406030204" pitchFamily="18" charset="0"/>
                        </a:rPr>
                        <m:t>𝟑</m:t>
                      </m:r>
                      <m:r>
                        <a:rPr lang="en-US" altLang="zh-CN" sz="1800" b="1" i="1" smtClean="0">
                          <a:solidFill>
                            <a:srgbClr val="00B050"/>
                          </a:solidFill>
                          <a:latin typeface="Cambria Math" panose="02040503050406030204" pitchFamily="18" charset="0"/>
                        </a:rPr>
                        <m:t>.</m:t>
                      </m:r>
                      <m:r>
                        <a:rPr lang="en-US" altLang="zh-CN" sz="1800" b="1" i="1" smtClean="0">
                          <a:solidFill>
                            <a:srgbClr val="00B050"/>
                          </a:solidFill>
                          <a:latin typeface="Cambria Math" panose="02040503050406030204" pitchFamily="18" charset="0"/>
                        </a:rPr>
                        <m:t>𝟓</m:t>
                      </m:r>
                      <m:r>
                        <a:rPr lang="en-US" altLang="zh-CN" sz="1800" b="1" i="1" smtClean="0">
                          <a:solidFill>
                            <a:srgbClr val="00B050"/>
                          </a:solidFill>
                          <a:latin typeface="Cambria Math" panose="02040503050406030204" pitchFamily="18" charset="0"/>
                        </a:rPr>
                        <m:t>%</m:t>
                      </m:r>
                    </m:oMath>
                  </m:oMathPara>
                </a14:m>
                <a:endParaRPr lang="en-US" altLang="zh-CN" sz="1800" b="1" dirty="0">
                  <a:solidFill>
                    <a:srgbClr val="00B050"/>
                  </a:solidFill>
                </a:endParaRPr>
              </a:p>
              <a:p>
                <a:pPr/>
                <a14:m>
                  <m:oMathPara xmlns:m="http://schemas.openxmlformats.org/officeDocument/2006/math">
                    <m:oMathParaPr>
                      <m:jc m:val="centerGroup"/>
                    </m:oMathParaPr>
                    <m:oMath xmlns:m="http://schemas.openxmlformats.org/officeDocument/2006/math">
                      <m:r>
                        <a:rPr lang="en-US" altLang="zh-CN" sz="1800" b="1" i="1" smtClean="0">
                          <a:solidFill>
                            <a:schemeClr val="tx1">
                              <a:lumMod val="75000"/>
                              <a:lumOff val="25000"/>
                            </a:schemeClr>
                          </a:solidFill>
                          <a:latin typeface="Cambria Math" panose="02040503050406030204" pitchFamily="18" charset="0"/>
                        </a:rPr>
                        <m:t>𝑪</m:t>
                      </m:r>
                      <m:r>
                        <a:rPr lang="en-US" altLang="zh-CN" sz="1800" b="1" i="1">
                          <a:solidFill>
                            <a:schemeClr val="tx1">
                              <a:lumMod val="75000"/>
                              <a:lumOff val="25000"/>
                            </a:schemeClr>
                          </a:solidFill>
                          <a:latin typeface="Cambria Math" panose="02040503050406030204" pitchFamily="18" charset="0"/>
                        </a:rPr>
                        <m:t>=</m:t>
                      </m:r>
                      <m:r>
                        <a:rPr lang="en-US" altLang="zh-CN" sz="1800" b="1" i="1" smtClean="0">
                          <a:solidFill>
                            <a:schemeClr val="tx1">
                              <a:lumMod val="75000"/>
                              <a:lumOff val="25000"/>
                            </a:schemeClr>
                          </a:solidFill>
                          <a:latin typeface="Cambria Math" panose="02040503050406030204" pitchFamily="18" charset="0"/>
                        </a:rPr>
                        <m:t>𝟒</m:t>
                      </m:r>
                    </m:oMath>
                  </m:oMathPara>
                </a14:m>
                <a:endParaRPr lang="en-US" altLang="zh-CN" sz="1800" b="1" dirty="0">
                  <a:solidFill>
                    <a:schemeClr val="tx1">
                      <a:lumMod val="75000"/>
                      <a:lumOff val="25000"/>
                    </a:schemeClr>
                  </a:solidFill>
                </a:endParaRPr>
              </a:p>
              <a:p>
                <a:pPr/>
                <a14:m>
                  <m:oMathPara xmlns:m="http://schemas.openxmlformats.org/officeDocument/2006/math">
                    <m:oMathParaPr>
                      <m:jc m:val="centerGroup"/>
                    </m:oMathParaPr>
                    <m:oMath xmlns:m="http://schemas.openxmlformats.org/officeDocument/2006/math">
                      <m:sSub>
                        <m:sSubPr>
                          <m:ctrlPr>
                            <a:rPr lang="en-US" altLang="zh-CN" sz="1800" b="1" i="1" smtClean="0">
                              <a:solidFill>
                                <a:srgbClr val="C00000"/>
                              </a:solidFill>
                              <a:latin typeface="Cambria Math" panose="02040503050406030204" pitchFamily="18" charset="0"/>
                            </a:rPr>
                          </m:ctrlPr>
                        </m:sSubPr>
                        <m:e>
                          <m:r>
                            <a:rPr lang="en-US" altLang="zh-CN" sz="1800" b="1" i="1">
                              <a:solidFill>
                                <a:srgbClr val="C00000"/>
                              </a:solidFill>
                              <a:latin typeface="Cambria Math" panose="02040503050406030204" pitchFamily="18" charset="0"/>
                            </a:rPr>
                            <m:t>𝑷</m:t>
                          </m:r>
                        </m:e>
                        <m:sub>
                          <m:r>
                            <a:rPr lang="en-US" altLang="zh-CN" sz="1800" b="1" i="1" smtClean="0">
                              <a:solidFill>
                                <a:srgbClr val="C00000"/>
                              </a:solidFill>
                              <a:latin typeface="Cambria Math" panose="02040503050406030204" pitchFamily="18" charset="0"/>
                            </a:rPr>
                            <m:t>𝑯𝑳</m:t>
                          </m:r>
                        </m:sub>
                      </m:sSub>
                      <m:r>
                        <a:rPr lang="en-US" altLang="zh-CN" sz="1800" b="1" i="1">
                          <a:solidFill>
                            <a:srgbClr val="C00000"/>
                          </a:solidFill>
                          <a:latin typeface="Cambria Math" panose="02040503050406030204" pitchFamily="18" charset="0"/>
                        </a:rPr>
                        <m:t>=</m:t>
                      </m:r>
                      <m:r>
                        <a:rPr lang="en-US" altLang="zh-CN" sz="1800" b="1" i="0" smtClean="0">
                          <a:solidFill>
                            <a:srgbClr val="C00000"/>
                          </a:solidFill>
                          <a:latin typeface="Cambria Math" panose="02040503050406030204" pitchFamily="18" charset="0"/>
                        </a:rPr>
                        <m:t>𝟏𝟎𝟎</m:t>
                      </m:r>
                      <m:r>
                        <a:rPr lang="en-US" altLang="zh-CN" sz="1800" b="1" i="0" smtClean="0">
                          <a:solidFill>
                            <a:srgbClr val="C00000"/>
                          </a:solidFill>
                          <a:latin typeface="Cambria Math" panose="02040503050406030204" pitchFamily="18" charset="0"/>
                        </a:rPr>
                        <m:t>.</m:t>
                      </m:r>
                      <m:r>
                        <a:rPr lang="en-US" altLang="zh-CN" sz="1800" b="1" i="0" smtClean="0">
                          <a:solidFill>
                            <a:srgbClr val="C00000"/>
                          </a:solidFill>
                          <a:latin typeface="Cambria Math" panose="02040503050406030204" pitchFamily="18" charset="0"/>
                        </a:rPr>
                        <m:t>𝟒𝟖</m:t>
                      </m:r>
                    </m:oMath>
                  </m:oMathPara>
                </a14:m>
                <a:endParaRPr lang="zh-CN" altLang="en-US" sz="1800" b="1" dirty="0">
                  <a:solidFill>
                    <a:schemeClr val="tx1">
                      <a:lumMod val="75000"/>
                      <a:lumOff val="25000"/>
                    </a:schemeClr>
                  </a:solidFill>
                </a:endParaRPr>
              </a:p>
            </p:txBody>
          </p:sp>
        </mc:Choice>
        <mc:Fallback xmlns="">
          <p:sp>
            <p:nvSpPr>
              <p:cNvPr id="169" name="矩形 168">
                <a:extLst>
                  <a:ext uri="{FF2B5EF4-FFF2-40B4-BE49-F238E27FC236}">
                    <a16:creationId xmlns:a16="http://schemas.microsoft.com/office/drawing/2014/main" id="{5E6C6B36-DA2A-4B16-ACDF-321F0CBF17E4}"/>
                  </a:ext>
                </a:extLst>
              </p:cNvPr>
              <p:cNvSpPr>
                <a:spLocks noRot="1" noChangeAspect="1" noMove="1" noResize="1" noEditPoints="1" noAdjustHandles="1" noChangeArrowheads="1" noChangeShapeType="1" noTextEdit="1"/>
              </p:cNvSpPr>
              <p:nvPr/>
            </p:nvSpPr>
            <p:spPr>
              <a:xfrm>
                <a:off x="4092488" y="5556580"/>
                <a:ext cx="1834024" cy="923330"/>
              </a:xfrm>
              <a:prstGeom prst="rect">
                <a:avLst/>
              </a:prstGeom>
              <a:blipFill>
                <a:blip r:embed="rId9"/>
                <a:stretch>
                  <a:fillRect/>
                </a:stretch>
              </a:blipFill>
              <a:ln>
                <a:solidFill>
                  <a:schemeClr val="tx1"/>
                </a:solidFill>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70" name="矩形 169">
                <a:extLst>
                  <a:ext uri="{FF2B5EF4-FFF2-40B4-BE49-F238E27FC236}">
                    <a16:creationId xmlns:a16="http://schemas.microsoft.com/office/drawing/2014/main" id="{57B2AE6D-0DF8-4648-B561-0B08773D23E3}"/>
                  </a:ext>
                </a:extLst>
              </p:cNvPr>
              <p:cNvSpPr/>
              <p:nvPr/>
            </p:nvSpPr>
            <p:spPr>
              <a:xfrm>
                <a:off x="6228381" y="5144392"/>
                <a:ext cx="2064719" cy="923330"/>
              </a:xfrm>
              <a:prstGeom prst="rect">
                <a:avLst/>
              </a:prstGeom>
              <a:ln>
                <a:solidFill>
                  <a:schemeClr val="tx1"/>
                </a:solidFill>
              </a:ln>
            </p:spPr>
            <p:txBody>
              <a:bodyPr wrap="square">
                <a:spAutoFit/>
              </a:bodyPr>
              <a:lstStyle/>
              <a:p>
                <a:pPr algn="ctr"/>
                <a14:m>
                  <m:oMathPara xmlns:m="http://schemas.openxmlformats.org/officeDocument/2006/math">
                    <m:oMathParaPr>
                      <m:jc m:val="centerGroup"/>
                    </m:oMathParaPr>
                    <m:oMath xmlns:m="http://schemas.openxmlformats.org/officeDocument/2006/math">
                      <m:sSub>
                        <m:sSubPr>
                          <m:ctrlPr>
                            <a:rPr lang="en-US" altLang="zh-CN" sz="1800" b="1" i="1" smtClean="0">
                              <a:solidFill>
                                <a:schemeClr val="bg1">
                                  <a:lumMod val="85000"/>
                                </a:schemeClr>
                              </a:solidFill>
                              <a:latin typeface="Cambria Math" panose="02040503050406030204" pitchFamily="18" charset="0"/>
                            </a:rPr>
                          </m:ctrlPr>
                        </m:sSubPr>
                        <m:e>
                          <m:r>
                            <a:rPr lang="en-US" altLang="zh-CN" sz="1800" b="1" i="1" smtClean="0">
                              <a:solidFill>
                                <a:schemeClr val="bg1">
                                  <a:lumMod val="85000"/>
                                </a:schemeClr>
                              </a:solidFill>
                              <a:latin typeface="Cambria Math" panose="02040503050406030204" pitchFamily="18" charset="0"/>
                            </a:rPr>
                            <m:t>𝒇</m:t>
                          </m:r>
                        </m:e>
                        <m:sub>
                          <m:r>
                            <a:rPr lang="en-US" altLang="zh-CN" sz="1800" b="1" i="1" smtClean="0">
                              <a:solidFill>
                                <a:schemeClr val="bg1">
                                  <a:lumMod val="85000"/>
                                </a:schemeClr>
                              </a:solidFill>
                              <a:latin typeface="Cambria Math" panose="02040503050406030204" pitchFamily="18" charset="0"/>
                            </a:rPr>
                            <m:t>𝑯𝑳𝑯</m:t>
                          </m:r>
                        </m:sub>
                      </m:sSub>
                      <m:r>
                        <a:rPr lang="en-US" altLang="zh-CN" sz="1800" b="1" i="1" smtClean="0">
                          <a:solidFill>
                            <a:schemeClr val="bg1">
                              <a:lumMod val="85000"/>
                            </a:schemeClr>
                          </a:solidFill>
                          <a:latin typeface="Cambria Math" panose="02040503050406030204" pitchFamily="18" charset="0"/>
                        </a:rPr>
                        <m:t>=</m:t>
                      </m:r>
                    </m:oMath>
                  </m:oMathPara>
                </a14:m>
                <a:endParaRPr lang="en-US" altLang="zh-CN" sz="1800" b="1" i="1" dirty="0">
                  <a:solidFill>
                    <a:schemeClr val="bg1">
                      <a:lumMod val="85000"/>
                    </a:schemeClr>
                  </a:solidFill>
                  <a:latin typeface="Cambria Math" panose="02040503050406030204" pitchFamily="18" charset="0"/>
                </a:endParaRPr>
              </a:p>
              <a:p>
                <a:pPr algn="ctr"/>
                <a14:m>
                  <m:oMathPara xmlns:m="http://schemas.openxmlformats.org/officeDocument/2006/math">
                    <m:oMathParaPr>
                      <m:jc m:val="centerGroup"/>
                    </m:oMathParaPr>
                    <m:oMath xmlns:m="http://schemas.openxmlformats.org/officeDocument/2006/math">
                      <m:r>
                        <a:rPr lang="en-US" altLang="zh-CN" sz="1800" b="1" i="1" smtClean="0">
                          <a:solidFill>
                            <a:schemeClr val="tx1">
                              <a:lumMod val="75000"/>
                              <a:lumOff val="25000"/>
                            </a:schemeClr>
                          </a:solidFill>
                          <a:latin typeface="Cambria Math" panose="02040503050406030204" pitchFamily="18" charset="0"/>
                        </a:rPr>
                        <m:t>𝑪</m:t>
                      </m:r>
                      <m:r>
                        <a:rPr lang="en-US" altLang="zh-CN" sz="1800" b="1" i="1">
                          <a:solidFill>
                            <a:schemeClr val="tx1">
                              <a:lumMod val="75000"/>
                              <a:lumOff val="25000"/>
                            </a:schemeClr>
                          </a:solidFill>
                          <a:latin typeface="Cambria Math" panose="02040503050406030204" pitchFamily="18" charset="0"/>
                        </a:rPr>
                        <m:t>=</m:t>
                      </m:r>
                      <m:r>
                        <a:rPr lang="en-US" altLang="zh-CN" sz="1800" b="1" i="1" smtClean="0">
                          <a:solidFill>
                            <a:schemeClr val="tx1">
                              <a:lumMod val="75000"/>
                              <a:lumOff val="25000"/>
                            </a:schemeClr>
                          </a:solidFill>
                          <a:latin typeface="Cambria Math" panose="02040503050406030204" pitchFamily="18" charset="0"/>
                        </a:rPr>
                        <m:t>𝟒</m:t>
                      </m:r>
                    </m:oMath>
                  </m:oMathPara>
                </a14:m>
                <a:endParaRPr lang="en-US" altLang="zh-CN" sz="1800" b="1" dirty="0">
                  <a:solidFill>
                    <a:schemeClr val="tx1">
                      <a:lumMod val="75000"/>
                      <a:lumOff val="25000"/>
                    </a:schemeClr>
                  </a:solidFill>
                </a:endParaRPr>
              </a:p>
              <a:p>
                <a:pPr algn="ctr"/>
                <a14:m>
                  <m:oMathPara xmlns:m="http://schemas.openxmlformats.org/officeDocument/2006/math">
                    <m:oMathParaPr>
                      <m:jc m:val="centerGroup"/>
                    </m:oMathParaPr>
                    <m:oMath xmlns:m="http://schemas.openxmlformats.org/officeDocument/2006/math">
                      <m:sSub>
                        <m:sSubPr>
                          <m:ctrlPr>
                            <a:rPr lang="en-US" altLang="zh-CN" sz="1800" b="1" i="1" smtClean="0">
                              <a:solidFill>
                                <a:schemeClr val="tx1">
                                  <a:lumMod val="75000"/>
                                  <a:lumOff val="25000"/>
                                </a:schemeClr>
                              </a:solidFill>
                              <a:latin typeface="Cambria Math" panose="02040503050406030204" pitchFamily="18" charset="0"/>
                            </a:rPr>
                          </m:ctrlPr>
                        </m:sSubPr>
                        <m:e>
                          <m:r>
                            <a:rPr lang="en-US" altLang="zh-CN" sz="1800" b="1" i="1" smtClean="0">
                              <a:solidFill>
                                <a:schemeClr val="tx1">
                                  <a:lumMod val="75000"/>
                                  <a:lumOff val="25000"/>
                                </a:schemeClr>
                              </a:solidFill>
                              <a:latin typeface="Cambria Math" panose="02040503050406030204" pitchFamily="18" charset="0"/>
                            </a:rPr>
                            <m:t>𝑷</m:t>
                          </m:r>
                        </m:e>
                        <m:sub>
                          <m:r>
                            <a:rPr lang="en-US" altLang="zh-CN" sz="1800" b="1" i="1" smtClean="0">
                              <a:solidFill>
                                <a:schemeClr val="tx1">
                                  <a:lumMod val="75000"/>
                                  <a:lumOff val="25000"/>
                                </a:schemeClr>
                              </a:solidFill>
                              <a:latin typeface="Cambria Math" panose="02040503050406030204" pitchFamily="18" charset="0"/>
                            </a:rPr>
                            <m:t>𝟏</m:t>
                          </m:r>
                          <m:r>
                            <a:rPr lang="en-US" altLang="zh-CN" sz="1800" b="1" i="1" smtClean="0">
                              <a:solidFill>
                                <a:schemeClr val="tx1">
                                  <a:lumMod val="75000"/>
                                  <a:lumOff val="25000"/>
                                </a:schemeClr>
                              </a:solidFill>
                              <a:latin typeface="Cambria Math" panose="02040503050406030204" pitchFamily="18" charset="0"/>
                            </a:rPr>
                            <m:t>𝑯</m:t>
                          </m:r>
                        </m:sub>
                      </m:sSub>
                      <m:r>
                        <a:rPr lang="en-US" altLang="zh-CN" sz="1800" b="1" i="1">
                          <a:solidFill>
                            <a:schemeClr val="tx1">
                              <a:lumMod val="75000"/>
                              <a:lumOff val="25000"/>
                            </a:schemeClr>
                          </a:solidFill>
                          <a:latin typeface="Cambria Math" panose="02040503050406030204" pitchFamily="18" charset="0"/>
                        </a:rPr>
                        <m:t>=</m:t>
                      </m:r>
                      <m:r>
                        <a:rPr lang="en-US" altLang="zh-CN" sz="1800" b="1" i="0" smtClean="0">
                          <a:solidFill>
                            <a:schemeClr val="tx1">
                              <a:lumMod val="75000"/>
                              <a:lumOff val="25000"/>
                            </a:schemeClr>
                          </a:solidFill>
                          <a:latin typeface="Cambria Math" panose="02040503050406030204" pitchFamily="18" charset="0"/>
                        </a:rPr>
                        <m:t>𝟏𝟎𝟎</m:t>
                      </m:r>
                    </m:oMath>
                  </m:oMathPara>
                </a14:m>
                <a:endParaRPr lang="zh-CN" altLang="en-US" sz="1800" b="1" dirty="0">
                  <a:solidFill>
                    <a:schemeClr val="tx1">
                      <a:lumMod val="75000"/>
                      <a:lumOff val="25000"/>
                    </a:schemeClr>
                  </a:solidFill>
                </a:endParaRPr>
              </a:p>
            </p:txBody>
          </p:sp>
        </mc:Choice>
        <mc:Fallback xmlns="">
          <p:sp>
            <p:nvSpPr>
              <p:cNvPr id="170" name="矩形 169">
                <a:extLst>
                  <a:ext uri="{FF2B5EF4-FFF2-40B4-BE49-F238E27FC236}">
                    <a16:creationId xmlns:a16="http://schemas.microsoft.com/office/drawing/2014/main" id="{57B2AE6D-0DF8-4648-B561-0B08773D23E3}"/>
                  </a:ext>
                </a:extLst>
              </p:cNvPr>
              <p:cNvSpPr>
                <a:spLocks noRot="1" noChangeAspect="1" noMove="1" noResize="1" noEditPoints="1" noAdjustHandles="1" noChangeArrowheads="1" noChangeShapeType="1" noTextEdit="1"/>
              </p:cNvSpPr>
              <p:nvPr/>
            </p:nvSpPr>
            <p:spPr>
              <a:xfrm>
                <a:off x="6228381" y="5144392"/>
                <a:ext cx="2064719" cy="923330"/>
              </a:xfrm>
              <a:prstGeom prst="rect">
                <a:avLst/>
              </a:prstGeom>
              <a:blipFill>
                <a:blip r:embed="rId10"/>
                <a:stretch>
                  <a:fillRect/>
                </a:stretch>
              </a:blipFill>
              <a:ln>
                <a:solidFill>
                  <a:schemeClr val="tx1"/>
                </a:solidFill>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71" name="矩形 170">
                <a:extLst>
                  <a:ext uri="{FF2B5EF4-FFF2-40B4-BE49-F238E27FC236}">
                    <a16:creationId xmlns:a16="http://schemas.microsoft.com/office/drawing/2014/main" id="{441732AF-280C-4444-8F5A-E2B4E7154D92}"/>
                  </a:ext>
                </a:extLst>
              </p:cNvPr>
              <p:cNvSpPr/>
              <p:nvPr/>
            </p:nvSpPr>
            <p:spPr>
              <a:xfrm>
                <a:off x="6228381" y="6107654"/>
                <a:ext cx="2064719" cy="923330"/>
              </a:xfrm>
              <a:prstGeom prst="rect">
                <a:avLst/>
              </a:prstGeom>
              <a:ln>
                <a:solidFill>
                  <a:schemeClr val="tx1"/>
                </a:solidFill>
              </a:ln>
            </p:spPr>
            <p:txBody>
              <a:bodyPr wrap="square">
                <a:spAutoFit/>
              </a:bodyPr>
              <a:lstStyle/>
              <a:p>
                <a:pPr algn="ctr"/>
                <a14:m>
                  <m:oMathPara xmlns:m="http://schemas.openxmlformats.org/officeDocument/2006/math">
                    <m:oMathParaPr>
                      <m:jc m:val="centerGroup"/>
                    </m:oMathParaPr>
                    <m:oMath xmlns:m="http://schemas.openxmlformats.org/officeDocument/2006/math">
                      <m:sSub>
                        <m:sSubPr>
                          <m:ctrlPr>
                            <a:rPr lang="en-US" altLang="zh-CN" sz="1800" b="1" i="1" smtClean="0">
                              <a:solidFill>
                                <a:schemeClr val="bg1">
                                  <a:lumMod val="85000"/>
                                </a:schemeClr>
                              </a:solidFill>
                              <a:latin typeface="Cambria Math" panose="02040503050406030204" pitchFamily="18" charset="0"/>
                            </a:rPr>
                          </m:ctrlPr>
                        </m:sSubPr>
                        <m:e>
                          <m:r>
                            <a:rPr lang="en-US" altLang="zh-CN" sz="1800" b="1" i="1" smtClean="0">
                              <a:solidFill>
                                <a:schemeClr val="bg1">
                                  <a:lumMod val="85000"/>
                                </a:schemeClr>
                              </a:solidFill>
                              <a:latin typeface="Cambria Math" panose="02040503050406030204" pitchFamily="18" charset="0"/>
                            </a:rPr>
                            <m:t>𝒇</m:t>
                          </m:r>
                        </m:e>
                        <m:sub>
                          <m:r>
                            <a:rPr lang="en-US" altLang="zh-CN" sz="1800" b="1" i="1">
                              <a:solidFill>
                                <a:schemeClr val="bg1">
                                  <a:lumMod val="85000"/>
                                </a:schemeClr>
                              </a:solidFill>
                              <a:latin typeface="Cambria Math" panose="02040503050406030204" pitchFamily="18" charset="0"/>
                            </a:rPr>
                            <m:t>𝑯𝑳</m:t>
                          </m:r>
                          <m:r>
                            <a:rPr lang="en-US" altLang="zh-CN" sz="1800" b="1" i="1" smtClean="0">
                              <a:solidFill>
                                <a:schemeClr val="bg1">
                                  <a:lumMod val="85000"/>
                                </a:schemeClr>
                              </a:solidFill>
                              <a:latin typeface="Cambria Math" panose="02040503050406030204" pitchFamily="18" charset="0"/>
                            </a:rPr>
                            <m:t>𝑳</m:t>
                          </m:r>
                        </m:sub>
                      </m:sSub>
                      <m:r>
                        <a:rPr lang="en-US" altLang="zh-CN" sz="1800" b="1" i="1" smtClean="0">
                          <a:solidFill>
                            <a:schemeClr val="bg1">
                              <a:lumMod val="85000"/>
                            </a:schemeClr>
                          </a:solidFill>
                          <a:latin typeface="Cambria Math" panose="02040503050406030204" pitchFamily="18" charset="0"/>
                        </a:rPr>
                        <m:t>=</m:t>
                      </m:r>
                    </m:oMath>
                  </m:oMathPara>
                </a14:m>
                <a:endParaRPr lang="en-US" altLang="zh-CN" sz="1800" b="1" dirty="0">
                  <a:solidFill>
                    <a:schemeClr val="bg1">
                      <a:lumMod val="85000"/>
                    </a:schemeClr>
                  </a:solidFill>
                </a:endParaRPr>
              </a:p>
              <a:p>
                <a:pPr algn="ctr"/>
                <a14:m>
                  <m:oMathPara xmlns:m="http://schemas.openxmlformats.org/officeDocument/2006/math">
                    <m:oMathParaPr>
                      <m:jc m:val="centerGroup"/>
                    </m:oMathParaPr>
                    <m:oMath xmlns:m="http://schemas.openxmlformats.org/officeDocument/2006/math">
                      <m:r>
                        <a:rPr lang="en-US" altLang="zh-CN" sz="1800" b="1" i="1" smtClean="0">
                          <a:solidFill>
                            <a:schemeClr val="tx1">
                              <a:lumMod val="75000"/>
                              <a:lumOff val="25000"/>
                            </a:schemeClr>
                          </a:solidFill>
                          <a:latin typeface="Cambria Math" panose="02040503050406030204" pitchFamily="18" charset="0"/>
                        </a:rPr>
                        <m:t>𝑪</m:t>
                      </m:r>
                      <m:r>
                        <a:rPr lang="en-US" altLang="zh-CN" sz="1800" b="1" i="1">
                          <a:solidFill>
                            <a:schemeClr val="tx1">
                              <a:lumMod val="75000"/>
                              <a:lumOff val="25000"/>
                            </a:schemeClr>
                          </a:solidFill>
                          <a:latin typeface="Cambria Math" panose="02040503050406030204" pitchFamily="18" charset="0"/>
                        </a:rPr>
                        <m:t>=</m:t>
                      </m:r>
                      <m:r>
                        <a:rPr lang="en-US" altLang="zh-CN" sz="1800" b="1" i="1" smtClean="0">
                          <a:solidFill>
                            <a:schemeClr val="tx1">
                              <a:lumMod val="75000"/>
                              <a:lumOff val="25000"/>
                            </a:schemeClr>
                          </a:solidFill>
                          <a:latin typeface="Cambria Math" panose="02040503050406030204" pitchFamily="18" charset="0"/>
                        </a:rPr>
                        <m:t>𝟒</m:t>
                      </m:r>
                    </m:oMath>
                  </m:oMathPara>
                </a14:m>
                <a:endParaRPr lang="en-US" altLang="zh-CN" sz="1800" b="1" dirty="0">
                  <a:solidFill>
                    <a:schemeClr val="tx1">
                      <a:lumMod val="75000"/>
                      <a:lumOff val="25000"/>
                    </a:schemeClr>
                  </a:solidFill>
                </a:endParaRPr>
              </a:p>
              <a:p>
                <a:pPr algn="ctr"/>
                <a14:m>
                  <m:oMathPara xmlns:m="http://schemas.openxmlformats.org/officeDocument/2006/math">
                    <m:oMathParaPr>
                      <m:jc m:val="centerGroup"/>
                    </m:oMathParaPr>
                    <m:oMath xmlns:m="http://schemas.openxmlformats.org/officeDocument/2006/math">
                      <m:sSub>
                        <m:sSubPr>
                          <m:ctrlPr>
                            <a:rPr lang="en-US" altLang="zh-CN" sz="1800" b="1" i="1" smtClean="0">
                              <a:solidFill>
                                <a:schemeClr val="tx1">
                                  <a:lumMod val="75000"/>
                                  <a:lumOff val="25000"/>
                                </a:schemeClr>
                              </a:solidFill>
                              <a:latin typeface="Cambria Math" panose="02040503050406030204" pitchFamily="18" charset="0"/>
                            </a:rPr>
                          </m:ctrlPr>
                        </m:sSubPr>
                        <m:e>
                          <m:r>
                            <a:rPr lang="en-US" altLang="zh-CN" sz="1800" b="1" i="1" smtClean="0">
                              <a:solidFill>
                                <a:schemeClr val="tx1">
                                  <a:lumMod val="75000"/>
                                  <a:lumOff val="25000"/>
                                </a:schemeClr>
                              </a:solidFill>
                              <a:latin typeface="Cambria Math" panose="02040503050406030204" pitchFamily="18" charset="0"/>
                            </a:rPr>
                            <m:t>𝑷</m:t>
                          </m:r>
                        </m:e>
                        <m:sub>
                          <m:r>
                            <a:rPr lang="en-US" altLang="zh-CN" sz="1800" b="1" i="1" smtClean="0">
                              <a:solidFill>
                                <a:schemeClr val="tx1">
                                  <a:lumMod val="75000"/>
                                  <a:lumOff val="25000"/>
                                </a:schemeClr>
                              </a:solidFill>
                              <a:latin typeface="Cambria Math" panose="02040503050406030204" pitchFamily="18" charset="0"/>
                            </a:rPr>
                            <m:t>𝟏</m:t>
                          </m:r>
                          <m:r>
                            <a:rPr lang="en-US" altLang="zh-CN" sz="1800" b="1" i="1" smtClean="0">
                              <a:solidFill>
                                <a:schemeClr val="tx1">
                                  <a:lumMod val="75000"/>
                                  <a:lumOff val="25000"/>
                                </a:schemeClr>
                              </a:solidFill>
                              <a:latin typeface="Cambria Math" panose="02040503050406030204" pitchFamily="18" charset="0"/>
                            </a:rPr>
                            <m:t>𝑳</m:t>
                          </m:r>
                        </m:sub>
                      </m:sSub>
                      <m:r>
                        <a:rPr lang="en-US" altLang="zh-CN" sz="1800" b="1" i="1">
                          <a:solidFill>
                            <a:schemeClr val="tx1">
                              <a:lumMod val="75000"/>
                              <a:lumOff val="25000"/>
                            </a:schemeClr>
                          </a:solidFill>
                          <a:latin typeface="Cambria Math" panose="02040503050406030204" pitchFamily="18" charset="0"/>
                        </a:rPr>
                        <m:t>=</m:t>
                      </m:r>
                      <m:r>
                        <a:rPr lang="en-US" altLang="zh-CN" sz="1800" b="1" i="1" smtClean="0">
                          <a:solidFill>
                            <a:schemeClr val="tx1">
                              <a:lumMod val="75000"/>
                              <a:lumOff val="25000"/>
                            </a:schemeClr>
                          </a:solidFill>
                          <a:latin typeface="Cambria Math" panose="02040503050406030204" pitchFamily="18" charset="0"/>
                        </a:rPr>
                        <m:t>𝟏𝟎𝟎</m:t>
                      </m:r>
                    </m:oMath>
                  </m:oMathPara>
                </a14:m>
                <a:endParaRPr lang="zh-CN" altLang="en-US" sz="1800" b="1" dirty="0">
                  <a:solidFill>
                    <a:schemeClr val="tx1">
                      <a:lumMod val="75000"/>
                      <a:lumOff val="25000"/>
                    </a:schemeClr>
                  </a:solidFill>
                </a:endParaRPr>
              </a:p>
            </p:txBody>
          </p:sp>
        </mc:Choice>
        <mc:Fallback xmlns="">
          <p:sp>
            <p:nvSpPr>
              <p:cNvPr id="171" name="矩形 170">
                <a:extLst>
                  <a:ext uri="{FF2B5EF4-FFF2-40B4-BE49-F238E27FC236}">
                    <a16:creationId xmlns:a16="http://schemas.microsoft.com/office/drawing/2014/main" id="{441732AF-280C-4444-8F5A-E2B4E7154D92}"/>
                  </a:ext>
                </a:extLst>
              </p:cNvPr>
              <p:cNvSpPr>
                <a:spLocks noRot="1" noChangeAspect="1" noMove="1" noResize="1" noEditPoints="1" noAdjustHandles="1" noChangeArrowheads="1" noChangeShapeType="1" noTextEdit="1"/>
              </p:cNvSpPr>
              <p:nvPr/>
            </p:nvSpPr>
            <p:spPr>
              <a:xfrm>
                <a:off x="6228381" y="6107654"/>
                <a:ext cx="2064719" cy="923330"/>
              </a:xfrm>
              <a:prstGeom prst="rect">
                <a:avLst/>
              </a:prstGeom>
              <a:blipFill>
                <a:blip r:embed="rId11"/>
                <a:stretch>
                  <a:fillRect/>
                </a:stretch>
              </a:blipFill>
              <a:ln>
                <a:solidFill>
                  <a:schemeClr val="tx1"/>
                </a:solidFill>
              </a:ln>
            </p:spPr>
            <p:txBody>
              <a:bodyPr/>
              <a:lstStyle/>
              <a:p>
                <a:r>
                  <a:rPr lang="zh-CN" altLang="en-US">
                    <a:noFill/>
                  </a:rPr>
                  <a:t> </a:t>
                </a:r>
              </a:p>
            </p:txBody>
          </p:sp>
        </mc:Fallback>
      </mc:AlternateContent>
      <p:cxnSp>
        <p:nvCxnSpPr>
          <p:cNvPr id="241" name="直接箭头连接符 240">
            <a:extLst>
              <a:ext uri="{FF2B5EF4-FFF2-40B4-BE49-F238E27FC236}">
                <a16:creationId xmlns:a16="http://schemas.microsoft.com/office/drawing/2014/main" id="{64E9AA6A-F4B0-4D70-8A77-508E16E9A5A8}"/>
              </a:ext>
            </a:extLst>
          </p:cNvPr>
          <p:cNvCxnSpPr>
            <a:cxnSpLocks/>
            <a:stCxn id="64" idx="3"/>
            <a:endCxn id="169" idx="1"/>
          </p:cNvCxnSpPr>
          <p:nvPr/>
        </p:nvCxnSpPr>
        <p:spPr>
          <a:xfrm flipV="1">
            <a:off x="3772894" y="6018245"/>
            <a:ext cx="319594" cy="937697"/>
          </a:xfrm>
          <a:prstGeom prst="straightConnector1">
            <a:avLst/>
          </a:prstGeom>
          <a:ln w="28575">
            <a:solidFill>
              <a:schemeClr val="tx1">
                <a:lumMod val="50000"/>
                <a:lumOff val="50000"/>
              </a:schemeClr>
            </a:solidFill>
            <a:prstDash val="solid"/>
            <a:tailEnd type="triangle" w="lg" len="lg"/>
          </a:ln>
        </p:spPr>
        <p:style>
          <a:lnRef idx="1">
            <a:schemeClr val="accent1"/>
          </a:lnRef>
          <a:fillRef idx="0">
            <a:schemeClr val="accent1"/>
          </a:fillRef>
          <a:effectRef idx="0">
            <a:schemeClr val="accent1"/>
          </a:effectRef>
          <a:fontRef idx="minor">
            <a:schemeClr val="tx1"/>
          </a:fontRef>
        </p:style>
      </p:cxnSp>
      <p:cxnSp>
        <p:nvCxnSpPr>
          <p:cNvPr id="242" name="直接箭头连接符 241">
            <a:extLst>
              <a:ext uri="{FF2B5EF4-FFF2-40B4-BE49-F238E27FC236}">
                <a16:creationId xmlns:a16="http://schemas.microsoft.com/office/drawing/2014/main" id="{A02E9AB8-03BD-4EA1-8AAA-4A41CA79C422}"/>
              </a:ext>
            </a:extLst>
          </p:cNvPr>
          <p:cNvCxnSpPr>
            <a:cxnSpLocks/>
            <a:stCxn id="64" idx="3"/>
            <a:endCxn id="250" idx="1"/>
          </p:cNvCxnSpPr>
          <p:nvPr/>
        </p:nvCxnSpPr>
        <p:spPr>
          <a:xfrm>
            <a:off x="3772894" y="6955942"/>
            <a:ext cx="319594" cy="1642976"/>
          </a:xfrm>
          <a:prstGeom prst="straightConnector1">
            <a:avLst/>
          </a:prstGeom>
          <a:ln w="28575">
            <a:solidFill>
              <a:schemeClr val="tx1">
                <a:lumMod val="50000"/>
                <a:lumOff val="50000"/>
              </a:schemeClr>
            </a:solidFill>
            <a:prstDash val="solid"/>
            <a:tailEnd type="triangle" w="lg" len="lg"/>
          </a:ln>
        </p:spPr>
        <p:style>
          <a:lnRef idx="1">
            <a:schemeClr val="accent1"/>
          </a:lnRef>
          <a:fillRef idx="0">
            <a:schemeClr val="accent1"/>
          </a:fillRef>
          <a:effectRef idx="0">
            <a:schemeClr val="accent1"/>
          </a:effectRef>
          <a:fontRef idx="minor">
            <a:schemeClr val="tx1"/>
          </a:fontRef>
        </p:style>
      </p:cxnSp>
      <p:cxnSp>
        <p:nvCxnSpPr>
          <p:cNvPr id="248" name="直接箭头连接符 247">
            <a:extLst>
              <a:ext uri="{FF2B5EF4-FFF2-40B4-BE49-F238E27FC236}">
                <a16:creationId xmlns:a16="http://schemas.microsoft.com/office/drawing/2014/main" id="{35FED454-C84B-4EAF-8269-35735A3711BA}"/>
              </a:ext>
            </a:extLst>
          </p:cNvPr>
          <p:cNvCxnSpPr>
            <a:cxnSpLocks/>
            <a:stCxn id="250" idx="3"/>
            <a:endCxn id="251" idx="1"/>
          </p:cNvCxnSpPr>
          <p:nvPr/>
        </p:nvCxnSpPr>
        <p:spPr>
          <a:xfrm flipV="1">
            <a:off x="5926512" y="8181981"/>
            <a:ext cx="301869" cy="416937"/>
          </a:xfrm>
          <a:prstGeom prst="straightConnector1">
            <a:avLst/>
          </a:prstGeom>
          <a:ln w="28575">
            <a:solidFill>
              <a:schemeClr val="tx1">
                <a:lumMod val="50000"/>
                <a:lumOff val="50000"/>
              </a:schemeClr>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249" name="直接箭头连接符 248">
            <a:extLst>
              <a:ext uri="{FF2B5EF4-FFF2-40B4-BE49-F238E27FC236}">
                <a16:creationId xmlns:a16="http://schemas.microsoft.com/office/drawing/2014/main" id="{4D7AFFFF-92C3-4D4B-A677-1DC33C2D1E47}"/>
              </a:ext>
            </a:extLst>
          </p:cNvPr>
          <p:cNvCxnSpPr>
            <a:cxnSpLocks/>
            <a:stCxn id="250" idx="3"/>
            <a:endCxn id="252" idx="1"/>
          </p:cNvCxnSpPr>
          <p:nvPr/>
        </p:nvCxnSpPr>
        <p:spPr>
          <a:xfrm>
            <a:off x="5926512" y="8598918"/>
            <a:ext cx="301870" cy="456281"/>
          </a:xfrm>
          <a:prstGeom prst="straightConnector1">
            <a:avLst/>
          </a:prstGeom>
          <a:ln w="28575">
            <a:solidFill>
              <a:schemeClr val="tx1">
                <a:lumMod val="50000"/>
                <a:lumOff val="50000"/>
              </a:schemeClr>
            </a:solidFill>
            <a:tailEnd type="triangle" w="lg" len="lg"/>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50" name="矩形 249">
                <a:extLst>
                  <a:ext uri="{FF2B5EF4-FFF2-40B4-BE49-F238E27FC236}">
                    <a16:creationId xmlns:a16="http://schemas.microsoft.com/office/drawing/2014/main" id="{343544DD-8CF2-4E36-B491-C2954C02230A}"/>
                  </a:ext>
                </a:extLst>
              </p:cNvPr>
              <p:cNvSpPr/>
              <p:nvPr/>
            </p:nvSpPr>
            <p:spPr>
              <a:xfrm>
                <a:off x="4092488" y="8137253"/>
                <a:ext cx="1834024" cy="923330"/>
              </a:xfrm>
              <a:prstGeom prst="rect">
                <a:avLst/>
              </a:prstGeom>
              <a:ln>
                <a:solidFill>
                  <a:schemeClr val="tx1"/>
                </a:solidFill>
              </a:ln>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altLang="zh-CN" sz="1800" b="1" i="1" smtClean="0">
                              <a:solidFill>
                                <a:srgbClr val="00B050"/>
                              </a:solidFill>
                              <a:latin typeface="Cambria Math" panose="02040503050406030204" pitchFamily="18" charset="0"/>
                            </a:rPr>
                          </m:ctrlPr>
                        </m:sSubPr>
                        <m:e>
                          <m:r>
                            <a:rPr lang="en-US" altLang="zh-CN" sz="1800" b="1" i="1" smtClean="0">
                              <a:solidFill>
                                <a:srgbClr val="00B050"/>
                              </a:solidFill>
                              <a:latin typeface="Cambria Math" panose="02040503050406030204" pitchFamily="18" charset="0"/>
                            </a:rPr>
                            <m:t>𝒇</m:t>
                          </m:r>
                        </m:e>
                        <m:sub>
                          <m:r>
                            <a:rPr lang="en-US" altLang="zh-CN" sz="1800" b="1" i="1" smtClean="0">
                              <a:solidFill>
                                <a:srgbClr val="00B050"/>
                              </a:solidFill>
                              <a:latin typeface="Cambria Math" panose="02040503050406030204" pitchFamily="18" charset="0"/>
                            </a:rPr>
                            <m:t>𝑳𝑳</m:t>
                          </m:r>
                        </m:sub>
                      </m:sSub>
                      <m:r>
                        <a:rPr lang="en-US" altLang="zh-CN" sz="1800" b="1" i="1" smtClean="0">
                          <a:solidFill>
                            <a:srgbClr val="00B050"/>
                          </a:solidFill>
                          <a:latin typeface="Cambria Math" panose="02040503050406030204" pitchFamily="18" charset="0"/>
                        </a:rPr>
                        <m:t>=</m:t>
                      </m:r>
                      <m:r>
                        <a:rPr lang="en-US" altLang="zh-CN" sz="1800" b="1" i="1" smtClean="0">
                          <a:solidFill>
                            <a:srgbClr val="00B050"/>
                          </a:solidFill>
                          <a:latin typeface="Cambria Math" panose="02040503050406030204" pitchFamily="18" charset="0"/>
                        </a:rPr>
                        <m:t>𝟐</m:t>
                      </m:r>
                      <m:r>
                        <a:rPr lang="en-US" altLang="zh-CN" sz="1800" b="1" i="1" smtClean="0">
                          <a:solidFill>
                            <a:srgbClr val="00B050"/>
                          </a:solidFill>
                          <a:latin typeface="Cambria Math" panose="02040503050406030204" pitchFamily="18" charset="0"/>
                        </a:rPr>
                        <m:t>.</m:t>
                      </m:r>
                      <m:r>
                        <a:rPr lang="en-US" altLang="zh-CN" sz="1800" b="1" i="1" smtClean="0">
                          <a:solidFill>
                            <a:srgbClr val="00B050"/>
                          </a:solidFill>
                          <a:latin typeface="Cambria Math" panose="02040503050406030204" pitchFamily="18" charset="0"/>
                        </a:rPr>
                        <m:t>𝟖𝟕</m:t>
                      </m:r>
                      <m:r>
                        <a:rPr lang="en-US" altLang="zh-CN" sz="1800" b="1" i="1" smtClean="0">
                          <a:solidFill>
                            <a:srgbClr val="00B050"/>
                          </a:solidFill>
                          <a:latin typeface="Cambria Math" panose="02040503050406030204" pitchFamily="18" charset="0"/>
                        </a:rPr>
                        <m:t>%</m:t>
                      </m:r>
                    </m:oMath>
                  </m:oMathPara>
                </a14:m>
                <a:endParaRPr lang="en-US" altLang="zh-CN" sz="1800" b="1" dirty="0">
                  <a:solidFill>
                    <a:srgbClr val="00B050"/>
                  </a:solidFill>
                </a:endParaRPr>
              </a:p>
              <a:p>
                <a:pPr/>
                <a14:m>
                  <m:oMathPara xmlns:m="http://schemas.openxmlformats.org/officeDocument/2006/math">
                    <m:oMathParaPr>
                      <m:jc m:val="centerGroup"/>
                    </m:oMathParaPr>
                    <m:oMath xmlns:m="http://schemas.openxmlformats.org/officeDocument/2006/math">
                      <m:r>
                        <a:rPr lang="en-US" altLang="zh-CN" sz="1800" b="1" i="1" smtClean="0">
                          <a:solidFill>
                            <a:schemeClr val="tx1">
                              <a:lumMod val="75000"/>
                              <a:lumOff val="25000"/>
                            </a:schemeClr>
                          </a:solidFill>
                          <a:latin typeface="Cambria Math" panose="02040503050406030204" pitchFamily="18" charset="0"/>
                        </a:rPr>
                        <m:t>𝑪</m:t>
                      </m:r>
                      <m:r>
                        <a:rPr lang="en-US" altLang="zh-CN" sz="1800" b="1" i="1">
                          <a:solidFill>
                            <a:schemeClr val="tx1">
                              <a:lumMod val="75000"/>
                              <a:lumOff val="25000"/>
                            </a:schemeClr>
                          </a:solidFill>
                          <a:latin typeface="Cambria Math" panose="02040503050406030204" pitchFamily="18" charset="0"/>
                        </a:rPr>
                        <m:t>=</m:t>
                      </m:r>
                      <m:r>
                        <a:rPr lang="en-US" altLang="zh-CN" sz="1800" b="1" i="1" smtClean="0">
                          <a:solidFill>
                            <a:schemeClr val="tx1">
                              <a:lumMod val="75000"/>
                              <a:lumOff val="25000"/>
                            </a:schemeClr>
                          </a:solidFill>
                          <a:latin typeface="Cambria Math" panose="02040503050406030204" pitchFamily="18" charset="0"/>
                        </a:rPr>
                        <m:t>𝟒</m:t>
                      </m:r>
                    </m:oMath>
                  </m:oMathPara>
                </a14:m>
                <a:endParaRPr lang="en-US" altLang="zh-CN" sz="1800" b="1" dirty="0">
                  <a:solidFill>
                    <a:schemeClr val="tx1">
                      <a:lumMod val="75000"/>
                      <a:lumOff val="25000"/>
                    </a:schemeClr>
                  </a:solidFill>
                </a:endParaRPr>
              </a:p>
              <a:p>
                <a:pPr/>
                <a14:m>
                  <m:oMathPara xmlns:m="http://schemas.openxmlformats.org/officeDocument/2006/math">
                    <m:oMathParaPr>
                      <m:jc m:val="centerGroup"/>
                    </m:oMathParaPr>
                    <m:oMath xmlns:m="http://schemas.openxmlformats.org/officeDocument/2006/math">
                      <m:sSub>
                        <m:sSubPr>
                          <m:ctrlPr>
                            <a:rPr lang="en-US" altLang="zh-CN" sz="1800" b="1" i="1" smtClean="0">
                              <a:solidFill>
                                <a:srgbClr val="C00000"/>
                              </a:solidFill>
                              <a:latin typeface="Cambria Math" panose="02040503050406030204" pitchFamily="18" charset="0"/>
                            </a:rPr>
                          </m:ctrlPr>
                        </m:sSubPr>
                        <m:e>
                          <m:r>
                            <a:rPr lang="en-US" altLang="zh-CN" sz="1800" b="1" i="1">
                              <a:solidFill>
                                <a:srgbClr val="C00000"/>
                              </a:solidFill>
                              <a:latin typeface="Cambria Math" panose="02040503050406030204" pitchFamily="18" charset="0"/>
                            </a:rPr>
                            <m:t>𝑷</m:t>
                          </m:r>
                        </m:e>
                        <m:sub>
                          <m:r>
                            <a:rPr lang="en-US" altLang="zh-CN" sz="1800" b="1" i="1" smtClean="0">
                              <a:solidFill>
                                <a:srgbClr val="C00000"/>
                              </a:solidFill>
                              <a:latin typeface="Cambria Math" panose="02040503050406030204" pitchFamily="18" charset="0"/>
                            </a:rPr>
                            <m:t>𝑳𝑳</m:t>
                          </m:r>
                        </m:sub>
                      </m:sSub>
                      <m:r>
                        <a:rPr lang="en-US" altLang="zh-CN" sz="1800" b="1" i="1">
                          <a:solidFill>
                            <a:srgbClr val="C00000"/>
                          </a:solidFill>
                          <a:latin typeface="Cambria Math" panose="02040503050406030204" pitchFamily="18" charset="0"/>
                        </a:rPr>
                        <m:t>=</m:t>
                      </m:r>
                      <m:r>
                        <a:rPr lang="en-US" altLang="zh-CN" sz="1800" b="1" i="0" smtClean="0">
                          <a:solidFill>
                            <a:srgbClr val="C00000"/>
                          </a:solidFill>
                          <a:latin typeface="Cambria Math" panose="02040503050406030204" pitchFamily="18" charset="0"/>
                        </a:rPr>
                        <m:t>𝟏𝟎𝟏</m:t>
                      </m:r>
                      <m:r>
                        <a:rPr lang="en-US" altLang="zh-CN" sz="1800" b="1" i="0" smtClean="0">
                          <a:solidFill>
                            <a:srgbClr val="C00000"/>
                          </a:solidFill>
                          <a:latin typeface="Cambria Math" panose="02040503050406030204" pitchFamily="18" charset="0"/>
                        </a:rPr>
                        <m:t>.</m:t>
                      </m:r>
                      <m:r>
                        <a:rPr lang="en-US" altLang="zh-CN" sz="1800" b="1" i="0" smtClean="0">
                          <a:solidFill>
                            <a:srgbClr val="C00000"/>
                          </a:solidFill>
                          <a:latin typeface="Cambria Math" panose="02040503050406030204" pitchFamily="18" charset="0"/>
                        </a:rPr>
                        <m:t>𝟏𝟎</m:t>
                      </m:r>
                    </m:oMath>
                  </m:oMathPara>
                </a14:m>
                <a:endParaRPr lang="zh-CN" altLang="en-US" sz="1800" b="1" dirty="0">
                  <a:solidFill>
                    <a:schemeClr val="tx1">
                      <a:lumMod val="75000"/>
                      <a:lumOff val="25000"/>
                    </a:schemeClr>
                  </a:solidFill>
                </a:endParaRPr>
              </a:p>
            </p:txBody>
          </p:sp>
        </mc:Choice>
        <mc:Fallback xmlns="">
          <p:sp>
            <p:nvSpPr>
              <p:cNvPr id="250" name="矩形 249">
                <a:extLst>
                  <a:ext uri="{FF2B5EF4-FFF2-40B4-BE49-F238E27FC236}">
                    <a16:creationId xmlns:a16="http://schemas.microsoft.com/office/drawing/2014/main" id="{343544DD-8CF2-4E36-B491-C2954C02230A}"/>
                  </a:ext>
                </a:extLst>
              </p:cNvPr>
              <p:cNvSpPr>
                <a:spLocks noRot="1" noChangeAspect="1" noMove="1" noResize="1" noEditPoints="1" noAdjustHandles="1" noChangeArrowheads="1" noChangeShapeType="1" noTextEdit="1"/>
              </p:cNvSpPr>
              <p:nvPr/>
            </p:nvSpPr>
            <p:spPr>
              <a:xfrm>
                <a:off x="4092488" y="8137253"/>
                <a:ext cx="1834024" cy="923330"/>
              </a:xfrm>
              <a:prstGeom prst="rect">
                <a:avLst/>
              </a:prstGeom>
              <a:blipFill>
                <a:blip r:embed="rId12"/>
                <a:stretch>
                  <a:fillRect/>
                </a:stretch>
              </a:blipFill>
              <a:ln>
                <a:solidFill>
                  <a:schemeClr val="tx1"/>
                </a:solidFill>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51" name="矩形 250">
                <a:extLst>
                  <a:ext uri="{FF2B5EF4-FFF2-40B4-BE49-F238E27FC236}">
                    <a16:creationId xmlns:a16="http://schemas.microsoft.com/office/drawing/2014/main" id="{D311D78D-75F7-4A17-B46C-85520305E6E4}"/>
                  </a:ext>
                </a:extLst>
              </p:cNvPr>
              <p:cNvSpPr/>
              <p:nvPr/>
            </p:nvSpPr>
            <p:spPr>
              <a:xfrm>
                <a:off x="6228381" y="7720316"/>
                <a:ext cx="2064719" cy="923330"/>
              </a:xfrm>
              <a:prstGeom prst="rect">
                <a:avLst/>
              </a:prstGeom>
              <a:ln>
                <a:solidFill>
                  <a:schemeClr val="tx1"/>
                </a:solidFill>
              </a:ln>
            </p:spPr>
            <p:txBody>
              <a:bodyPr wrap="square">
                <a:spAutoFit/>
              </a:bodyPr>
              <a:lstStyle/>
              <a:p>
                <a:pPr algn="ctr"/>
                <a14:m>
                  <m:oMathPara xmlns:m="http://schemas.openxmlformats.org/officeDocument/2006/math">
                    <m:oMathParaPr>
                      <m:jc m:val="centerGroup"/>
                    </m:oMathParaPr>
                    <m:oMath xmlns:m="http://schemas.openxmlformats.org/officeDocument/2006/math">
                      <m:sSub>
                        <m:sSubPr>
                          <m:ctrlPr>
                            <a:rPr lang="en-US" altLang="zh-CN" sz="1800" b="1" i="1" smtClean="0">
                              <a:solidFill>
                                <a:schemeClr val="bg1">
                                  <a:lumMod val="85000"/>
                                </a:schemeClr>
                              </a:solidFill>
                              <a:latin typeface="Cambria Math" panose="02040503050406030204" pitchFamily="18" charset="0"/>
                            </a:rPr>
                          </m:ctrlPr>
                        </m:sSubPr>
                        <m:e>
                          <m:r>
                            <a:rPr lang="en-US" altLang="zh-CN" sz="1800" b="1" i="1" smtClean="0">
                              <a:solidFill>
                                <a:schemeClr val="bg1">
                                  <a:lumMod val="85000"/>
                                </a:schemeClr>
                              </a:solidFill>
                              <a:latin typeface="Cambria Math" panose="02040503050406030204" pitchFamily="18" charset="0"/>
                            </a:rPr>
                            <m:t>𝒇</m:t>
                          </m:r>
                        </m:e>
                        <m:sub>
                          <m:r>
                            <a:rPr lang="en-US" altLang="zh-CN" sz="1800" b="1" i="1" smtClean="0">
                              <a:solidFill>
                                <a:schemeClr val="bg1">
                                  <a:lumMod val="85000"/>
                                </a:schemeClr>
                              </a:solidFill>
                              <a:latin typeface="Cambria Math" panose="02040503050406030204" pitchFamily="18" charset="0"/>
                            </a:rPr>
                            <m:t>𝑳𝑳𝑯</m:t>
                          </m:r>
                        </m:sub>
                      </m:sSub>
                      <m:r>
                        <a:rPr lang="en-US" altLang="zh-CN" sz="1800" b="1" i="1" smtClean="0">
                          <a:solidFill>
                            <a:schemeClr val="bg1">
                              <a:lumMod val="85000"/>
                            </a:schemeClr>
                          </a:solidFill>
                          <a:latin typeface="Cambria Math" panose="02040503050406030204" pitchFamily="18" charset="0"/>
                        </a:rPr>
                        <m:t>=</m:t>
                      </m:r>
                    </m:oMath>
                  </m:oMathPara>
                </a14:m>
                <a:endParaRPr lang="en-US" altLang="zh-CN" sz="1800" b="1" dirty="0">
                  <a:solidFill>
                    <a:schemeClr val="bg1">
                      <a:lumMod val="85000"/>
                    </a:schemeClr>
                  </a:solidFill>
                </a:endParaRPr>
              </a:p>
              <a:p>
                <a:pPr algn="ctr"/>
                <a14:m>
                  <m:oMathPara xmlns:m="http://schemas.openxmlformats.org/officeDocument/2006/math">
                    <m:oMathParaPr>
                      <m:jc m:val="centerGroup"/>
                    </m:oMathParaPr>
                    <m:oMath xmlns:m="http://schemas.openxmlformats.org/officeDocument/2006/math">
                      <m:r>
                        <a:rPr lang="en-US" altLang="zh-CN" sz="1800" b="1" i="1" smtClean="0">
                          <a:solidFill>
                            <a:schemeClr val="tx1">
                              <a:lumMod val="75000"/>
                              <a:lumOff val="25000"/>
                            </a:schemeClr>
                          </a:solidFill>
                          <a:latin typeface="Cambria Math" panose="02040503050406030204" pitchFamily="18" charset="0"/>
                        </a:rPr>
                        <m:t>𝑪</m:t>
                      </m:r>
                      <m:r>
                        <a:rPr lang="en-US" altLang="zh-CN" sz="1800" b="1" i="1">
                          <a:solidFill>
                            <a:schemeClr val="tx1">
                              <a:lumMod val="75000"/>
                              <a:lumOff val="25000"/>
                            </a:schemeClr>
                          </a:solidFill>
                          <a:latin typeface="Cambria Math" panose="02040503050406030204" pitchFamily="18" charset="0"/>
                        </a:rPr>
                        <m:t>=</m:t>
                      </m:r>
                      <m:r>
                        <a:rPr lang="en-US" altLang="zh-CN" sz="1800" b="1" i="1" smtClean="0">
                          <a:solidFill>
                            <a:schemeClr val="tx1">
                              <a:lumMod val="75000"/>
                              <a:lumOff val="25000"/>
                            </a:schemeClr>
                          </a:solidFill>
                          <a:latin typeface="Cambria Math" panose="02040503050406030204" pitchFamily="18" charset="0"/>
                        </a:rPr>
                        <m:t>𝟒</m:t>
                      </m:r>
                    </m:oMath>
                  </m:oMathPara>
                </a14:m>
                <a:endParaRPr lang="en-US" altLang="zh-CN" sz="1800" b="1" dirty="0">
                  <a:solidFill>
                    <a:schemeClr val="tx1">
                      <a:lumMod val="75000"/>
                      <a:lumOff val="25000"/>
                    </a:schemeClr>
                  </a:solidFill>
                </a:endParaRPr>
              </a:p>
              <a:p>
                <a:pPr algn="ctr"/>
                <a14:m>
                  <m:oMathPara xmlns:m="http://schemas.openxmlformats.org/officeDocument/2006/math">
                    <m:oMathParaPr>
                      <m:jc m:val="centerGroup"/>
                    </m:oMathParaPr>
                    <m:oMath xmlns:m="http://schemas.openxmlformats.org/officeDocument/2006/math">
                      <m:sSub>
                        <m:sSubPr>
                          <m:ctrlPr>
                            <a:rPr lang="en-US" altLang="zh-CN" sz="1800" b="1" i="1" smtClean="0">
                              <a:solidFill>
                                <a:schemeClr val="tx1">
                                  <a:lumMod val="75000"/>
                                  <a:lumOff val="25000"/>
                                </a:schemeClr>
                              </a:solidFill>
                              <a:latin typeface="Cambria Math" panose="02040503050406030204" pitchFamily="18" charset="0"/>
                            </a:rPr>
                          </m:ctrlPr>
                        </m:sSubPr>
                        <m:e>
                          <m:r>
                            <a:rPr lang="en-US" altLang="zh-CN" sz="1800" b="1" i="1" smtClean="0">
                              <a:solidFill>
                                <a:schemeClr val="tx1">
                                  <a:lumMod val="75000"/>
                                  <a:lumOff val="25000"/>
                                </a:schemeClr>
                              </a:solidFill>
                              <a:latin typeface="Cambria Math" panose="02040503050406030204" pitchFamily="18" charset="0"/>
                            </a:rPr>
                            <m:t>𝑷</m:t>
                          </m:r>
                        </m:e>
                        <m:sub>
                          <m:r>
                            <a:rPr lang="en-US" altLang="zh-CN" sz="1800" b="1" i="1" smtClean="0">
                              <a:solidFill>
                                <a:schemeClr val="tx1">
                                  <a:lumMod val="75000"/>
                                  <a:lumOff val="25000"/>
                                </a:schemeClr>
                              </a:solidFill>
                              <a:latin typeface="Cambria Math" panose="02040503050406030204" pitchFamily="18" charset="0"/>
                            </a:rPr>
                            <m:t>𝟏</m:t>
                          </m:r>
                          <m:r>
                            <a:rPr lang="en-US" altLang="zh-CN" sz="1800" b="1" i="1" smtClean="0">
                              <a:solidFill>
                                <a:schemeClr val="tx1">
                                  <a:lumMod val="75000"/>
                                  <a:lumOff val="25000"/>
                                </a:schemeClr>
                              </a:solidFill>
                              <a:latin typeface="Cambria Math" panose="02040503050406030204" pitchFamily="18" charset="0"/>
                            </a:rPr>
                            <m:t>𝑯</m:t>
                          </m:r>
                        </m:sub>
                      </m:sSub>
                      <m:r>
                        <a:rPr lang="en-US" altLang="zh-CN" sz="1800" b="1" i="1">
                          <a:solidFill>
                            <a:schemeClr val="tx1">
                              <a:lumMod val="75000"/>
                              <a:lumOff val="25000"/>
                            </a:schemeClr>
                          </a:solidFill>
                          <a:latin typeface="Cambria Math" panose="02040503050406030204" pitchFamily="18" charset="0"/>
                        </a:rPr>
                        <m:t>=</m:t>
                      </m:r>
                      <m:r>
                        <a:rPr lang="en-US" altLang="zh-CN" sz="1800" b="1" i="1" smtClean="0">
                          <a:solidFill>
                            <a:schemeClr val="tx1">
                              <a:lumMod val="75000"/>
                              <a:lumOff val="25000"/>
                            </a:schemeClr>
                          </a:solidFill>
                          <a:latin typeface="Cambria Math" panose="02040503050406030204" pitchFamily="18" charset="0"/>
                        </a:rPr>
                        <m:t>𝟏𝟎𝟎</m:t>
                      </m:r>
                    </m:oMath>
                  </m:oMathPara>
                </a14:m>
                <a:endParaRPr lang="zh-CN" altLang="en-US" sz="1800" b="1" dirty="0">
                  <a:solidFill>
                    <a:schemeClr val="tx1">
                      <a:lumMod val="75000"/>
                      <a:lumOff val="25000"/>
                    </a:schemeClr>
                  </a:solidFill>
                </a:endParaRPr>
              </a:p>
            </p:txBody>
          </p:sp>
        </mc:Choice>
        <mc:Fallback xmlns="">
          <p:sp>
            <p:nvSpPr>
              <p:cNvPr id="251" name="矩形 250">
                <a:extLst>
                  <a:ext uri="{FF2B5EF4-FFF2-40B4-BE49-F238E27FC236}">
                    <a16:creationId xmlns:a16="http://schemas.microsoft.com/office/drawing/2014/main" id="{D311D78D-75F7-4A17-B46C-85520305E6E4}"/>
                  </a:ext>
                </a:extLst>
              </p:cNvPr>
              <p:cNvSpPr>
                <a:spLocks noRot="1" noChangeAspect="1" noMove="1" noResize="1" noEditPoints="1" noAdjustHandles="1" noChangeArrowheads="1" noChangeShapeType="1" noTextEdit="1"/>
              </p:cNvSpPr>
              <p:nvPr/>
            </p:nvSpPr>
            <p:spPr>
              <a:xfrm>
                <a:off x="6228381" y="7720316"/>
                <a:ext cx="2064719" cy="923330"/>
              </a:xfrm>
              <a:prstGeom prst="rect">
                <a:avLst/>
              </a:prstGeom>
              <a:blipFill>
                <a:blip r:embed="rId13"/>
                <a:stretch>
                  <a:fillRect/>
                </a:stretch>
              </a:blipFill>
              <a:ln>
                <a:solidFill>
                  <a:schemeClr val="tx1"/>
                </a:solidFill>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52" name="矩形 251">
                <a:extLst>
                  <a:ext uri="{FF2B5EF4-FFF2-40B4-BE49-F238E27FC236}">
                    <a16:creationId xmlns:a16="http://schemas.microsoft.com/office/drawing/2014/main" id="{94AA858C-F737-4658-BA20-D6BA11E9E358}"/>
                  </a:ext>
                </a:extLst>
              </p:cNvPr>
              <p:cNvSpPr/>
              <p:nvPr/>
            </p:nvSpPr>
            <p:spPr>
              <a:xfrm>
                <a:off x="6228382" y="8593534"/>
                <a:ext cx="2064719" cy="923330"/>
              </a:xfrm>
              <a:prstGeom prst="rect">
                <a:avLst/>
              </a:prstGeom>
              <a:ln>
                <a:solidFill>
                  <a:schemeClr val="tx1"/>
                </a:solidFill>
              </a:ln>
            </p:spPr>
            <p:txBody>
              <a:bodyPr wrap="square">
                <a:spAutoFit/>
              </a:bodyPr>
              <a:lstStyle/>
              <a:p>
                <a:pPr algn="ctr"/>
                <a14:m>
                  <m:oMathPara xmlns:m="http://schemas.openxmlformats.org/officeDocument/2006/math">
                    <m:oMathParaPr>
                      <m:jc m:val="centerGroup"/>
                    </m:oMathParaPr>
                    <m:oMath xmlns:m="http://schemas.openxmlformats.org/officeDocument/2006/math">
                      <m:sSub>
                        <m:sSubPr>
                          <m:ctrlPr>
                            <a:rPr lang="en-US" altLang="zh-CN" sz="1800" b="1" i="1" smtClean="0">
                              <a:solidFill>
                                <a:schemeClr val="bg1">
                                  <a:lumMod val="85000"/>
                                </a:schemeClr>
                              </a:solidFill>
                              <a:latin typeface="Cambria Math" panose="02040503050406030204" pitchFamily="18" charset="0"/>
                            </a:rPr>
                          </m:ctrlPr>
                        </m:sSubPr>
                        <m:e>
                          <m:r>
                            <a:rPr lang="en-US" altLang="zh-CN" sz="1800" b="1" i="1" smtClean="0">
                              <a:solidFill>
                                <a:schemeClr val="bg1">
                                  <a:lumMod val="85000"/>
                                </a:schemeClr>
                              </a:solidFill>
                              <a:latin typeface="Cambria Math" panose="02040503050406030204" pitchFamily="18" charset="0"/>
                            </a:rPr>
                            <m:t>𝒇</m:t>
                          </m:r>
                        </m:e>
                        <m:sub>
                          <m:r>
                            <a:rPr lang="en-US" altLang="zh-CN" sz="1800" b="1" i="1" smtClean="0">
                              <a:solidFill>
                                <a:schemeClr val="bg1">
                                  <a:lumMod val="85000"/>
                                </a:schemeClr>
                              </a:solidFill>
                              <a:latin typeface="Cambria Math" panose="02040503050406030204" pitchFamily="18" charset="0"/>
                            </a:rPr>
                            <m:t>𝑳𝑳𝑳</m:t>
                          </m:r>
                        </m:sub>
                      </m:sSub>
                      <m:r>
                        <a:rPr lang="en-US" altLang="zh-CN" sz="1800" b="1" i="1" smtClean="0">
                          <a:solidFill>
                            <a:schemeClr val="bg1">
                              <a:lumMod val="85000"/>
                            </a:schemeClr>
                          </a:solidFill>
                          <a:latin typeface="Cambria Math" panose="02040503050406030204" pitchFamily="18" charset="0"/>
                        </a:rPr>
                        <m:t>=</m:t>
                      </m:r>
                    </m:oMath>
                  </m:oMathPara>
                </a14:m>
                <a:endParaRPr lang="en-US" altLang="zh-CN" sz="1800" b="1" dirty="0">
                  <a:solidFill>
                    <a:schemeClr val="bg1">
                      <a:lumMod val="85000"/>
                    </a:schemeClr>
                  </a:solidFill>
                </a:endParaRPr>
              </a:p>
              <a:p>
                <a:pPr algn="ctr"/>
                <a14:m>
                  <m:oMathPara xmlns:m="http://schemas.openxmlformats.org/officeDocument/2006/math">
                    <m:oMathParaPr>
                      <m:jc m:val="centerGroup"/>
                    </m:oMathParaPr>
                    <m:oMath xmlns:m="http://schemas.openxmlformats.org/officeDocument/2006/math">
                      <m:r>
                        <a:rPr lang="en-US" altLang="zh-CN" sz="1800" b="1" i="1" smtClean="0">
                          <a:solidFill>
                            <a:schemeClr val="tx1">
                              <a:lumMod val="75000"/>
                              <a:lumOff val="25000"/>
                            </a:schemeClr>
                          </a:solidFill>
                          <a:latin typeface="Cambria Math" panose="02040503050406030204" pitchFamily="18" charset="0"/>
                        </a:rPr>
                        <m:t>𝑪</m:t>
                      </m:r>
                      <m:r>
                        <a:rPr lang="en-US" altLang="zh-CN" sz="1800" b="1" i="1">
                          <a:solidFill>
                            <a:schemeClr val="tx1">
                              <a:lumMod val="75000"/>
                              <a:lumOff val="25000"/>
                            </a:schemeClr>
                          </a:solidFill>
                          <a:latin typeface="Cambria Math" panose="02040503050406030204" pitchFamily="18" charset="0"/>
                        </a:rPr>
                        <m:t>=</m:t>
                      </m:r>
                      <m:r>
                        <a:rPr lang="en-US" altLang="zh-CN" sz="1800" b="1" i="1" smtClean="0">
                          <a:solidFill>
                            <a:schemeClr val="tx1">
                              <a:lumMod val="75000"/>
                              <a:lumOff val="25000"/>
                            </a:schemeClr>
                          </a:solidFill>
                          <a:latin typeface="Cambria Math" panose="02040503050406030204" pitchFamily="18" charset="0"/>
                        </a:rPr>
                        <m:t>𝟒</m:t>
                      </m:r>
                    </m:oMath>
                  </m:oMathPara>
                </a14:m>
                <a:endParaRPr lang="en-US" altLang="zh-CN" sz="1800" b="1" dirty="0">
                  <a:solidFill>
                    <a:schemeClr val="tx1">
                      <a:lumMod val="75000"/>
                      <a:lumOff val="25000"/>
                    </a:schemeClr>
                  </a:solidFill>
                </a:endParaRPr>
              </a:p>
              <a:p>
                <a:pPr algn="ctr"/>
                <a14:m>
                  <m:oMathPara xmlns:m="http://schemas.openxmlformats.org/officeDocument/2006/math">
                    <m:oMathParaPr>
                      <m:jc m:val="centerGroup"/>
                    </m:oMathParaPr>
                    <m:oMath xmlns:m="http://schemas.openxmlformats.org/officeDocument/2006/math">
                      <m:sSub>
                        <m:sSubPr>
                          <m:ctrlPr>
                            <a:rPr lang="en-US" altLang="zh-CN" sz="1800" b="1" i="1" smtClean="0">
                              <a:solidFill>
                                <a:schemeClr val="tx1">
                                  <a:lumMod val="75000"/>
                                  <a:lumOff val="25000"/>
                                </a:schemeClr>
                              </a:solidFill>
                              <a:latin typeface="Cambria Math" panose="02040503050406030204" pitchFamily="18" charset="0"/>
                            </a:rPr>
                          </m:ctrlPr>
                        </m:sSubPr>
                        <m:e>
                          <m:r>
                            <a:rPr lang="en-US" altLang="zh-CN" sz="1800" b="1" i="1" smtClean="0">
                              <a:solidFill>
                                <a:schemeClr val="tx1">
                                  <a:lumMod val="75000"/>
                                  <a:lumOff val="25000"/>
                                </a:schemeClr>
                              </a:solidFill>
                              <a:latin typeface="Cambria Math" panose="02040503050406030204" pitchFamily="18" charset="0"/>
                            </a:rPr>
                            <m:t>𝑷</m:t>
                          </m:r>
                        </m:e>
                        <m:sub>
                          <m:r>
                            <a:rPr lang="en-US" altLang="zh-CN" sz="1800" b="1" i="1" smtClean="0">
                              <a:solidFill>
                                <a:schemeClr val="tx1">
                                  <a:lumMod val="75000"/>
                                  <a:lumOff val="25000"/>
                                </a:schemeClr>
                              </a:solidFill>
                              <a:latin typeface="Cambria Math" panose="02040503050406030204" pitchFamily="18" charset="0"/>
                            </a:rPr>
                            <m:t>𝟏</m:t>
                          </m:r>
                          <m:r>
                            <a:rPr lang="en-US" altLang="zh-CN" sz="1800" b="1" i="1" smtClean="0">
                              <a:solidFill>
                                <a:schemeClr val="tx1">
                                  <a:lumMod val="75000"/>
                                  <a:lumOff val="25000"/>
                                </a:schemeClr>
                              </a:solidFill>
                              <a:latin typeface="Cambria Math" panose="02040503050406030204" pitchFamily="18" charset="0"/>
                            </a:rPr>
                            <m:t>𝑳</m:t>
                          </m:r>
                        </m:sub>
                      </m:sSub>
                      <m:r>
                        <a:rPr lang="en-US" altLang="zh-CN" sz="1800" b="1" i="1">
                          <a:solidFill>
                            <a:schemeClr val="tx1">
                              <a:lumMod val="75000"/>
                              <a:lumOff val="25000"/>
                            </a:schemeClr>
                          </a:solidFill>
                          <a:latin typeface="Cambria Math" panose="02040503050406030204" pitchFamily="18" charset="0"/>
                        </a:rPr>
                        <m:t>=</m:t>
                      </m:r>
                      <m:r>
                        <a:rPr lang="en-US" altLang="zh-CN" sz="1800" b="1" i="1" smtClean="0">
                          <a:solidFill>
                            <a:schemeClr val="tx1">
                              <a:lumMod val="75000"/>
                              <a:lumOff val="25000"/>
                            </a:schemeClr>
                          </a:solidFill>
                          <a:latin typeface="Cambria Math" panose="02040503050406030204" pitchFamily="18" charset="0"/>
                        </a:rPr>
                        <m:t>𝟏𝟎𝟎</m:t>
                      </m:r>
                    </m:oMath>
                  </m:oMathPara>
                </a14:m>
                <a:endParaRPr lang="zh-CN" altLang="en-US" sz="1800" b="1" dirty="0">
                  <a:solidFill>
                    <a:schemeClr val="tx1">
                      <a:lumMod val="75000"/>
                      <a:lumOff val="25000"/>
                    </a:schemeClr>
                  </a:solidFill>
                </a:endParaRPr>
              </a:p>
            </p:txBody>
          </p:sp>
        </mc:Choice>
        <mc:Fallback xmlns="">
          <p:sp>
            <p:nvSpPr>
              <p:cNvPr id="252" name="矩形 251">
                <a:extLst>
                  <a:ext uri="{FF2B5EF4-FFF2-40B4-BE49-F238E27FC236}">
                    <a16:creationId xmlns:a16="http://schemas.microsoft.com/office/drawing/2014/main" id="{94AA858C-F737-4658-BA20-D6BA11E9E358}"/>
                  </a:ext>
                </a:extLst>
              </p:cNvPr>
              <p:cNvSpPr>
                <a:spLocks noRot="1" noChangeAspect="1" noMove="1" noResize="1" noEditPoints="1" noAdjustHandles="1" noChangeArrowheads="1" noChangeShapeType="1" noTextEdit="1"/>
              </p:cNvSpPr>
              <p:nvPr/>
            </p:nvSpPr>
            <p:spPr>
              <a:xfrm>
                <a:off x="6228382" y="8593534"/>
                <a:ext cx="2064719" cy="923330"/>
              </a:xfrm>
              <a:prstGeom prst="rect">
                <a:avLst/>
              </a:prstGeom>
              <a:blipFill>
                <a:blip r:embed="rId14"/>
                <a:stretch>
                  <a:fillRect/>
                </a:stretch>
              </a:blipFill>
              <a:ln>
                <a:solidFill>
                  <a:schemeClr val="tx1"/>
                </a:solidFill>
              </a:ln>
            </p:spPr>
            <p:txBody>
              <a:bodyPr/>
              <a:lstStyle/>
              <a:p>
                <a:r>
                  <a:rPr lang="zh-CN" altLang="en-US">
                    <a:noFill/>
                  </a:rPr>
                  <a:t> </a:t>
                </a:r>
              </a:p>
            </p:txBody>
          </p:sp>
        </mc:Fallback>
      </mc:AlternateContent>
    </p:spTree>
    <p:extLst>
      <p:ext uri="{BB962C8B-B14F-4D97-AF65-F5344CB8AC3E}">
        <p14:creationId xmlns:p14="http://schemas.microsoft.com/office/powerpoint/2010/main" val="12914125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a:extLst>
              <a:ext uri="{FF2B5EF4-FFF2-40B4-BE49-F238E27FC236}">
                <a16:creationId xmlns:a16="http://schemas.microsoft.com/office/drawing/2014/main" id="{BB814841-A811-42CC-B2F4-8A346DCC4CF4}"/>
              </a:ext>
            </a:extLst>
          </p:cNvPr>
          <p:cNvSpPr>
            <a:spLocks noGrp="1"/>
          </p:cNvSpPr>
          <p:nvPr>
            <p:ph type="title"/>
          </p:nvPr>
        </p:nvSpPr>
        <p:spPr/>
        <p:txBody>
          <a:bodyPr/>
          <a:lstStyle/>
          <a:p>
            <a:r>
              <a:rPr lang="zh-CN" altLang="en-US" dirty="0"/>
              <a:t> 二叉树定价：可回售债（</a:t>
            </a:r>
            <a:r>
              <a:rPr lang="en-US" altLang="zh-CN" dirty="0"/>
              <a:t>2</a:t>
            </a:r>
            <a:r>
              <a:rPr lang="zh-CN" altLang="en-US" dirty="0"/>
              <a:t>）</a:t>
            </a:r>
          </a:p>
        </p:txBody>
      </p:sp>
      <p:sp>
        <p:nvSpPr>
          <p:cNvPr id="7" name="文本占位符 6">
            <a:extLst>
              <a:ext uri="{FF2B5EF4-FFF2-40B4-BE49-F238E27FC236}">
                <a16:creationId xmlns:a16="http://schemas.microsoft.com/office/drawing/2014/main" id="{9F463EB5-D794-4735-ACB6-572F0CAFFA59}"/>
              </a:ext>
            </a:extLst>
          </p:cNvPr>
          <p:cNvSpPr>
            <a:spLocks noGrp="1"/>
          </p:cNvSpPr>
          <p:nvPr>
            <p:ph type="body" idx="1"/>
          </p:nvPr>
        </p:nvSpPr>
        <p:spPr>
          <a:xfrm>
            <a:off x="949497" y="1503885"/>
            <a:ext cx="15466444" cy="1071278"/>
          </a:xfrm>
        </p:spPr>
        <p:txBody>
          <a:bodyPr/>
          <a:lstStyle/>
          <a:p>
            <a:pPr>
              <a:lnSpc>
                <a:spcPct val="100000"/>
              </a:lnSpc>
            </a:pPr>
            <a:r>
              <a:rPr lang="zh-CN" altLang="en-US" sz="2400" dirty="0"/>
              <a:t>一只新发可回售债，票息</a:t>
            </a:r>
            <a:r>
              <a:rPr lang="en-US" altLang="zh-CN" sz="2400" dirty="0"/>
              <a:t>4.0%</a:t>
            </a:r>
            <a:r>
              <a:rPr lang="zh-CN" altLang="en-US" sz="2400" dirty="0"/>
              <a:t>，</a:t>
            </a:r>
            <a:r>
              <a:rPr lang="zh-CN" altLang="en-US" sz="2400" dirty="0">
                <a:solidFill>
                  <a:srgbClr val="C00000"/>
                </a:solidFill>
              </a:rPr>
              <a:t>第</a:t>
            </a:r>
            <a:r>
              <a:rPr lang="en-US" altLang="zh-CN" sz="2400" dirty="0">
                <a:solidFill>
                  <a:srgbClr val="C00000"/>
                </a:solidFill>
              </a:rPr>
              <a:t>2</a:t>
            </a:r>
            <a:r>
              <a:rPr lang="zh-CN" altLang="en-US" sz="2400" dirty="0">
                <a:solidFill>
                  <a:srgbClr val="C00000"/>
                </a:solidFill>
              </a:rPr>
              <a:t>年末投资人可按</a:t>
            </a:r>
            <a:r>
              <a:rPr lang="en-US" altLang="zh-CN" sz="2400" dirty="0">
                <a:solidFill>
                  <a:srgbClr val="C00000"/>
                </a:solidFill>
              </a:rPr>
              <a:t>100.5</a:t>
            </a:r>
            <a:r>
              <a:rPr lang="zh-CN" altLang="en-US" sz="2400" dirty="0">
                <a:solidFill>
                  <a:srgbClr val="C00000"/>
                </a:solidFill>
              </a:rPr>
              <a:t>元卖回给发行人</a:t>
            </a:r>
            <a:r>
              <a:rPr lang="zh-CN" altLang="en-US" sz="2400" dirty="0"/>
              <a:t>。目前，市场</a:t>
            </a:r>
            <a:r>
              <a:rPr lang="en-US" altLang="zh-CN" sz="2400" dirty="0"/>
              <a:t>1</a:t>
            </a:r>
            <a:r>
              <a:rPr lang="zh-CN" altLang="en-US" sz="2400" dirty="0"/>
              <a:t>年收益率为</a:t>
            </a:r>
            <a:r>
              <a:rPr lang="en-US" altLang="zh-CN" sz="2400" dirty="0"/>
              <a:t>3.5%</a:t>
            </a:r>
            <a:r>
              <a:rPr lang="zh-CN" altLang="en-US" sz="2400" dirty="0"/>
              <a:t>，市场波动率</a:t>
            </a:r>
            <a:r>
              <a:rPr lang="en-US" altLang="zh-CN" sz="2400" dirty="0"/>
              <a:t>10%</a:t>
            </a:r>
            <a:r>
              <a:rPr lang="zh-CN" altLang="en-US" sz="2400" dirty="0"/>
              <a:t>。采取二叉树定价方法，该只债券的合理价格为多少？</a:t>
            </a:r>
          </a:p>
        </p:txBody>
      </p:sp>
      <p:sp>
        <p:nvSpPr>
          <p:cNvPr id="279" name="内容占位符 278">
            <a:extLst>
              <a:ext uri="{FF2B5EF4-FFF2-40B4-BE49-F238E27FC236}">
                <a16:creationId xmlns:a16="http://schemas.microsoft.com/office/drawing/2014/main" id="{A634BDDB-DA48-486D-BAC4-A701F38CE265}"/>
              </a:ext>
            </a:extLst>
          </p:cNvPr>
          <p:cNvSpPr>
            <a:spLocks noGrp="1"/>
          </p:cNvSpPr>
          <p:nvPr>
            <p:ph sz="quarter" idx="4"/>
          </p:nvPr>
        </p:nvSpPr>
        <p:spPr>
          <a:xfrm>
            <a:off x="8777971" y="2998641"/>
            <a:ext cx="7637972" cy="6434725"/>
          </a:xfrm>
        </p:spPr>
        <p:txBody>
          <a:bodyPr>
            <a:normAutofit/>
          </a:bodyPr>
          <a:lstStyle/>
          <a:p>
            <a:pPr marL="457200" indent="-457200">
              <a:buFont typeface="+mj-lt"/>
              <a:buAutoNum type="arabicPeriod" startAt="4"/>
            </a:pPr>
            <a:r>
              <a:rPr lang="zh-CN" altLang="en-US" dirty="0"/>
              <a:t>根据权利条件，删减不符合经济利益的状态</a:t>
            </a:r>
            <a:endParaRPr lang="en-US" altLang="zh-CN" dirty="0"/>
          </a:p>
          <a:p>
            <a:pPr marL="457198" lvl="1" indent="0">
              <a:buNone/>
            </a:pPr>
            <a:r>
              <a:rPr lang="zh-CN" altLang="en-US" sz="2000" dirty="0">
                <a:solidFill>
                  <a:srgbClr val="C00000"/>
                </a:solidFill>
              </a:rPr>
              <a:t>投资人若发现第二年末的价格低于</a:t>
            </a:r>
            <a:r>
              <a:rPr lang="en-US" altLang="zh-CN" sz="2000" dirty="0">
                <a:solidFill>
                  <a:srgbClr val="C00000"/>
                </a:solidFill>
              </a:rPr>
              <a:t>100.5</a:t>
            </a:r>
            <a:r>
              <a:rPr lang="zh-CN" altLang="en-US" sz="2000" dirty="0">
                <a:solidFill>
                  <a:srgbClr val="C00000"/>
                </a:solidFill>
              </a:rPr>
              <a:t>元，则会行权，并得到</a:t>
            </a:r>
            <a:r>
              <a:rPr lang="en-US" altLang="zh-CN" sz="2000" dirty="0">
                <a:solidFill>
                  <a:srgbClr val="C00000"/>
                </a:solidFill>
              </a:rPr>
              <a:t>100.5</a:t>
            </a:r>
            <a:r>
              <a:rPr lang="zh-CN" altLang="en-US" sz="2000" dirty="0">
                <a:solidFill>
                  <a:srgbClr val="C00000"/>
                </a:solidFill>
              </a:rPr>
              <a:t>元</a:t>
            </a:r>
            <a:endParaRPr lang="en-US" altLang="zh-CN" sz="2000" dirty="0">
              <a:solidFill>
                <a:srgbClr val="C00000"/>
              </a:solidFill>
            </a:endParaRPr>
          </a:p>
          <a:p>
            <a:pPr marL="457198" lvl="1" indent="0">
              <a:buNone/>
            </a:pPr>
            <a:r>
              <a:rPr lang="zh-CN" altLang="en-US" sz="2000" dirty="0">
                <a:solidFill>
                  <a:srgbClr val="C00000"/>
                </a:solidFill>
              </a:rPr>
              <a:t>将第二年末的两个状态价格，修改为</a:t>
            </a:r>
            <a:r>
              <a:rPr lang="en-US" altLang="zh-CN" sz="2000" dirty="0">
                <a:solidFill>
                  <a:srgbClr val="C00000"/>
                </a:solidFill>
              </a:rPr>
              <a:t>100.5</a:t>
            </a:r>
            <a:r>
              <a:rPr lang="zh-CN" altLang="en-US" sz="2000" dirty="0">
                <a:solidFill>
                  <a:srgbClr val="C00000"/>
                </a:solidFill>
              </a:rPr>
              <a:t>元</a:t>
            </a:r>
            <a:endParaRPr lang="en-US" altLang="zh-CN" sz="2000" dirty="0">
              <a:solidFill>
                <a:srgbClr val="C00000"/>
              </a:solidFill>
            </a:endParaRPr>
          </a:p>
          <a:p>
            <a:pPr marL="457198" lvl="1" indent="0">
              <a:buNone/>
            </a:pPr>
            <a:endParaRPr lang="en-US" altLang="zh-CN" sz="2000" dirty="0">
              <a:solidFill>
                <a:srgbClr val="C00000"/>
              </a:solidFill>
            </a:endParaRPr>
          </a:p>
          <a:p>
            <a:pPr marL="457200" indent="-457200">
              <a:buFont typeface="+mj-lt"/>
              <a:buAutoNum type="arabicPeriod" startAt="4"/>
            </a:pPr>
            <a:r>
              <a:rPr lang="zh-CN" altLang="en-US" dirty="0"/>
              <a:t>再根据贴现公式，计算第</a:t>
            </a:r>
            <a:r>
              <a:rPr lang="en-US" altLang="zh-CN" dirty="0"/>
              <a:t>1</a:t>
            </a:r>
            <a:r>
              <a:rPr lang="zh-CN" altLang="en-US" dirty="0"/>
              <a:t>年末和当前价值</a:t>
            </a:r>
            <a:endParaRPr lang="en-US" altLang="zh-CN" dirty="0"/>
          </a:p>
          <a:p>
            <a:pPr marL="457198" lvl="1" indent="0">
              <a:buNone/>
            </a:pPr>
            <a:r>
              <a:rPr lang="en-US" altLang="zh-CN" sz="2000" dirty="0">
                <a:solidFill>
                  <a:srgbClr val="00B050"/>
                </a:solidFill>
              </a:rPr>
              <a:t>PH=0.5*(100.5+4+100.5+4)/(1+3.87%)=100.61</a:t>
            </a:r>
          </a:p>
          <a:p>
            <a:pPr marL="457198" lvl="1" indent="0">
              <a:buNone/>
            </a:pPr>
            <a:r>
              <a:rPr lang="en-US" altLang="zh-CN" sz="2000" dirty="0">
                <a:solidFill>
                  <a:srgbClr val="00B050"/>
                </a:solidFill>
              </a:rPr>
              <a:t>PL=0.5*(100.5+4+101.1+4)/(1+3.17%)=101.58</a:t>
            </a:r>
          </a:p>
          <a:p>
            <a:pPr marL="457198" lvl="1" indent="0">
              <a:buNone/>
            </a:pPr>
            <a:r>
              <a:rPr lang="en-US" altLang="zh-CN" sz="2000" dirty="0">
                <a:solidFill>
                  <a:srgbClr val="0070C0"/>
                </a:solidFill>
              </a:rPr>
              <a:t>P0=0.5*(100.61+4+101.58+4)/(1+3.5%)=101.54</a:t>
            </a:r>
          </a:p>
          <a:p>
            <a:pPr marL="457200" indent="-457200">
              <a:buFont typeface="+mj-lt"/>
              <a:buAutoNum type="arabicPeriod" startAt="4"/>
            </a:pPr>
            <a:endParaRPr lang="en-US" altLang="zh-CN" dirty="0"/>
          </a:p>
        </p:txBody>
      </p:sp>
      <p:cxnSp>
        <p:nvCxnSpPr>
          <p:cNvPr id="56" name="直接箭头连接符 55">
            <a:extLst>
              <a:ext uri="{FF2B5EF4-FFF2-40B4-BE49-F238E27FC236}">
                <a16:creationId xmlns:a16="http://schemas.microsoft.com/office/drawing/2014/main" id="{F426B4B1-76D3-43F5-88D5-4DC180125342}"/>
              </a:ext>
            </a:extLst>
          </p:cNvPr>
          <p:cNvCxnSpPr>
            <a:cxnSpLocks/>
            <a:stCxn id="62" idx="3"/>
            <a:endCxn id="63" idx="1"/>
          </p:cNvCxnSpPr>
          <p:nvPr/>
        </p:nvCxnSpPr>
        <p:spPr>
          <a:xfrm flipV="1">
            <a:off x="1966446" y="4805590"/>
            <a:ext cx="218764" cy="1081908"/>
          </a:xfrm>
          <a:prstGeom prst="straightConnector1">
            <a:avLst/>
          </a:prstGeom>
          <a:ln w="28575">
            <a:solidFill>
              <a:schemeClr val="tx1">
                <a:lumMod val="50000"/>
                <a:lumOff val="50000"/>
              </a:schemeClr>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57" name="直接箭头连接符 56">
            <a:extLst>
              <a:ext uri="{FF2B5EF4-FFF2-40B4-BE49-F238E27FC236}">
                <a16:creationId xmlns:a16="http://schemas.microsoft.com/office/drawing/2014/main" id="{24BC47E2-DA24-434A-A678-A8613745C91B}"/>
              </a:ext>
            </a:extLst>
          </p:cNvPr>
          <p:cNvCxnSpPr>
            <a:cxnSpLocks/>
            <a:stCxn id="63" idx="3"/>
            <a:endCxn id="155" idx="1"/>
          </p:cNvCxnSpPr>
          <p:nvPr/>
        </p:nvCxnSpPr>
        <p:spPr>
          <a:xfrm flipV="1">
            <a:off x="3812171" y="3892242"/>
            <a:ext cx="281031" cy="913348"/>
          </a:xfrm>
          <a:prstGeom prst="straightConnector1">
            <a:avLst/>
          </a:prstGeom>
          <a:ln w="28575">
            <a:solidFill>
              <a:schemeClr val="tx1">
                <a:lumMod val="50000"/>
                <a:lumOff val="50000"/>
              </a:schemeClr>
            </a:solidFill>
            <a:prstDash val="solid"/>
            <a:tailEnd type="triangle" w="lg" len="lg"/>
          </a:ln>
        </p:spPr>
        <p:style>
          <a:lnRef idx="1">
            <a:schemeClr val="accent1"/>
          </a:lnRef>
          <a:fillRef idx="0">
            <a:schemeClr val="accent1"/>
          </a:fillRef>
          <a:effectRef idx="0">
            <a:schemeClr val="accent1"/>
          </a:effectRef>
          <a:fontRef idx="minor">
            <a:schemeClr val="tx1"/>
          </a:fontRef>
        </p:style>
      </p:cxnSp>
      <p:cxnSp>
        <p:nvCxnSpPr>
          <p:cNvPr id="59" name="直接箭头连接符 58">
            <a:extLst>
              <a:ext uri="{FF2B5EF4-FFF2-40B4-BE49-F238E27FC236}">
                <a16:creationId xmlns:a16="http://schemas.microsoft.com/office/drawing/2014/main" id="{8745CDF0-E2F2-4E82-9117-8E4D1FC38713}"/>
              </a:ext>
            </a:extLst>
          </p:cNvPr>
          <p:cNvCxnSpPr>
            <a:cxnSpLocks/>
            <a:stCxn id="62" idx="3"/>
            <a:endCxn id="64" idx="1"/>
          </p:cNvCxnSpPr>
          <p:nvPr/>
        </p:nvCxnSpPr>
        <p:spPr>
          <a:xfrm>
            <a:off x="1966446" y="5887498"/>
            <a:ext cx="209139" cy="1068444"/>
          </a:xfrm>
          <a:prstGeom prst="straightConnector1">
            <a:avLst/>
          </a:prstGeom>
          <a:ln w="28575">
            <a:solidFill>
              <a:schemeClr val="tx1">
                <a:lumMod val="50000"/>
                <a:lumOff val="50000"/>
              </a:schemeClr>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61" name="直接箭头连接符 60">
            <a:extLst>
              <a:ext uri="{FF2B5EF4-FFF2-40B4-BE49-F238E27FC236}">
                <a16:creationId xmlns:a16="http://schemas.microsoft.com/office/drawing/2014/main" id="{1AE67CDD-4951-4030-96E9-5670D12E6860}"/>
              </a:ext>
            </a:extLst>
          </p:cNvPr>
          <p:cNvCxnSpPr>
            <a:cxnSpLocks/>
            <a:stCxn id="63" idx="3"/>
            <a:endCxn id="169" idx="1"/>
          </p:cNvCxnSpPr>
          <p:nvPr/>
        </p:nvCxnSpPr>
        <p:spPr>
          <a:xfrm>
            <a:off x="3812171" y="4805590"/>
            <a:ext cx="280317" cy="1212655"/>
          </a:xfrm>
          <a:prstGeom prst="straightConnector1">
            <a:avLst/>
          </a:prstGeom>
          <a:ln w="28575">
            <a:solidFill>
              <a:schemeClr val="tx1">
                <a:lumMod val="50000"/>
                <a:lumOff val="50000"/>
              </a:schemeClr>
            </a:solidFill>
            <a:prstDash val="solid"/>
            <a:tailEnd type="triangle" w="lg" len="lg"/>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62" name="矩形 61">
                <a:extLst>
                  <a:ext uri="{FF2B5EF4-FFF2-40B4-BE49-F238E27FC236}">
                    <a16:creationId xmlns:a16="http://schemas.microsoft.com/office/drawing/2014/main" id="{AD2AE919-3623-4D35-BADF-564E88D40753}"/>
                  </a:ext>
                </a:extLst>
              </p:cNvPr>
              <p:cNvSpPr/>
              <p:nvPr/>
            </p:nvSpPr>
            <p:spPr>
              <a:xfrm>
                <a:off x="267794" y="5425833"/>
                <a:ext cx="1698652" cy="923330"/>
              </a:xfrm>
              <a:prstGeom prst="rect">
                <a:avLst/>
              </a:prstGeom>
              <a:ln>
                <a:solidFill>
                  <a:schemeClr val="tx1"/>
                </a:solidFill>
              </a:ln>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altLang="zh-CN" sz="1800" b="1" i="1" smtClean="0">
                              <a:solidFill>
                                <a:schemeClr val="tx1">
                                  <a:lumMod val="85000"/>
                                  <a:lumOff val="15000"/>
                                </a:schemeClr>
                              </a:solidFill>
                              <a:latin typeface="Cambria Math" panose="02040503050406030204" pitchFamily="18" charset="0"/>
                            </a:rPr>
                          </m:ctrlPr>
                        </m:sSubPr>
                        <m:e>
                          <m:r>
                            <a:rPr lang="en-US" altLang="zh-CN" sz="1800" b="1" i="1" smtClean="0">
                              <a:solidFill>
                                <a:schemeClr val="tx1">
                                  <a:lumMod val="85000"/>
                                  <a:lumOff val="15000"/>
                                </a:schemeClr>
                              </a:solidFill>
                              <a:latin typeface="Cambria Math" panose="02040503050406030204" pitchFamily="18" charset="0"/>
                            </a:rPr>
                            <m:t>𝒇</m:t>
                          </m:r>
                        </m:e>
                        <m:sub>
                          <m:r>
                            <a:rPr lang="en-US" altLang="zh-CN" sz="1800" b="1" i="1" smtClean="0">
                              <a:solidFill>
                                <a:schemeClr val="tx1">
                                  <a:lumMod val="85000"/>
                                  <a:lumOff val="15000"/>
                                </a:schemeClr>
                              </a:solidFill>
                              <a:latin typeface="Cambria Math" panose="02040503050406030204" pitchFamily="18" charset="0"/>
                            </a:rPr>
                            <m:t>𝟎</m:t>
                          </m:r>
                        </m:sub>
                      </m:sSub>
                      <m:r>
                        <a:rPr lang="en-US" altLang="zh-CN" sz="1800" b="1" i="1" smtClean="0">
                          <a:solidFill>
                            <a:schemeClr val="tx1">
                              <a:lumMod val="85000"/>
                              <a:lumOff val="15000"/>
                            </a:schemeClr>
                          </a:solidFill>
                          <a:latin typeface="Cambria Math" panose="02040503050406030204" pitchFamily="18" charset="0"/>
                        </a:rPr>
                        <m:t>=</m:t>
                      </m:r>
                      <m:r>
                        <a:rPr lang="en-US" altLang="zh-CN" sz="1800" b="1" i="1" smtClean="0">
                          <a:solidFill>
                            <a:schemeClr val="tx1">
                              <a:lumMod val="85000"/>
                              <a:lumOff val="15000"/>
                            </a:schemeClr>
                          </a:solidFill>
                          <a:latin typeface="Cambria Math" panose="02040503050406030204" pitchFamily="18" charset="0"/>
                        </a:rPr>
                        <m:t>𝟑</m:t>
                      </m:r>
                      <m:r>
                        <a:rPr lang="en-US" altLang="zh-CN" sz="1800" b="1" i="1" smtClean="0">
                          <a:solidFill>
                            <a:schemeClr val="tx1">
                              <a:lumMod val="85000"/>
                              <a:lumOff val="15000"/>
                            </a:schemeClr>
                          </a:solidFill>
                          <a:latin typeface="Cambria Math" panose="02040503050406030204" pitchFamily="18" charset="0"/>
                        </a:rPr>
                        <m:t>.</m:t>
                      </m:r>
                      <m:r>
                        <a:rPr lang="en-US" altLang="zh-CN" sz="1800" b="1" i="1" smtClean="0">
                          <a:solidFill>
                            <a:schemeClr val="tx1">
                              <a:lumMod val="85000"/>
                              <a:lumOff val="15000"/>
                            </a:schemeClr>
                          </a:solidFill>
                          <a:latin typeface="Cambria Math" panose="02040503050406030204" pitchFamily="18" charset="0"/>
                        </a:rPr>
                        <m:t>𝟓</m:t>
                      </m:r>
                      <m:r>
                        <a:rPr lang="en-US" altLang="zh-CN" sz="1800" b="1" i="1" smtClean="0">
                          <a:solidFill>
                            <a:schemeClr val="tx1">
                              <a:lumMod val="85000"/>
                              <a:lumOff val="15000"/>
                            </a:schemeClr>
                          </a:solidFill>
                          <a:latin typeface="Cambria Math" panose="02040503050406030204" pitchFamily="18" charset="0"/>
                        </a:rPr>
                        <m:t>%</m:t>
                      </m:r>
                    </m:oMath>
                  </m:oMathPara>
                </a14:m>
                <a:endParaRPr lang="en-US" altLang="zh-CN" sz="1800" b="1" dirty="0">
                  <a:solidFill>
                    <a:schemeClr val="tx1">
                      <a:lumMod val="85000"/>
                      <a:lumOff val="15000"/>
                    </a:schemeClr>
                  </a:solidFill>
                </a:endParaRPr>
              </a:p>
              <a:p>
                <a:pPr/>
                <a14:m>
                  <m:oMathPara xmlns:m="http://schemas.openxmlformats.org/officeDocument/2006/math">
                    <m:oMathParaPr>
                      <m:jc m:val="centerGroup"/>
                    </m:oMathParaPr>
                    <m:oMath xmlns:m="http://schemas.openxmlformats.org/officeDocument/2006/math">
                      <m:r>
                        <a:rPr lang="en-US" altLang="zh-CN" sz="1800" b="1" i="1" smtClean="0">
                          <a:solidFill>
                            <a:schemeClr val="tx1">
                              <a:lumMod val="85000"/>
                              <a:lumOff val="15000"/>
                            </a:schemeClr>
                          </a:solidFill>
                          <a:latin typeface="Cambria Math" panose="02040503050406030204" pitchFamily="18" charset="0"/>
                        </a:rPr>
                        <m:t>𝑪</m:t>
                      </m:r>
                      <m:r>
                        <a:rPr lang="en-US" altLang="zh-CN" sz="1800" b="1" i="1">
                          <a:solidFill>
                            <a:schemeClr val="tx1">
                              <a:lumMod val="85000"/>
                              <a:lumOff val="15000"/>
                            </a:schemeClr>
                          </a:solidFill>
                          <a:latin typeface="Cambria Math" panose="02040503050406030204" pitchFamily="18" charset="0"/>
                        </a:rPr>
                        <m:t>=</m:t>
                      </m:r>
                      <m:r>
                        <a:rPr lang="en-US" altLang="zh-CN" sz="1800" b="1" i="1" smtClean="0">
                          <a:solidFill>
                            <a:schemeClr val="tx1">
                              <a:lumMod val="85000"/>
                              <a:lumOff val="15000"/>
                            </a:schemeClr>
                          </a:solidFill>
                          <a:latin typeface="Cambria Math" panose="02040503050406030204" pitchFamily="18" charset="0"/>
                        </a:rPr>
                        <m:t>𝟎</m:t>
                      </m:r>
                    </m:oMath>
                  </m:oMathPara>
                </a14:m>
                <a:endParaRPr lang="en-US" altLang="zh-CN" sz="1800" b="1" dirty="0">
                  <a:solidFill>
                    <a:schemeClr val="tx1">
                      <a:lumMod val="85000"/>
                      <a:lumOff val="15000"/>
                    </a:schemeClr>
                  </a:solidFill>
                </a:endParaRPr>
              </a:p>
              <a:p>
                <a:pPr/>
                <a14:m>
                  <m:oMathPara xmlns:m="http://schemas.openxmlformats.org/officeDocument/2006/math">
                    <m:oMathParaPr>
                      <m:jc m:val="centerGroup"/>
                    </m:oMathParaPr>
                    <m:oMath xmlns:m="http://schemas.openxmlformats.org/officeDocument/2006/math">
                      <m:sSub>
                        <m:sSubPr>
                          <m:ctrlPr>
                            <a:rPr lang="en-US" altLang="zh-CN" sz="1800" b="1" i="1" smtClean="0">
                              <a:solidFill>
                                <a:srgbClr val="0070C0"/>
                              </a:solidFill>
                              <a:latin typeface="Cambria Math" panose="02040503050406030204" pitchFamily="18" charset="0"/>
                            </a:rPr>
                          </m:ctrlPr>
                        </m:sSubPr>
                        <m:e>
                          <m:r>
                            <a:rPr lang="en-US" altLang="zh-CN" sz="1800" b="1" i="1">
                              <a:solidFill>
                                <a:srgbClr val="0070C0"/>
                              </a:solidFill>
                              <a:latin typeface="Cambria Math" panose="02040503050406030204" pitchFamily="18" charset="0"/>
                            </a:rPr>
                            <m:t>𝑷</m:t>
                          </m:r>
                        </m:e>
                        <m:sub>
                          <m:r>
                            <a:rPr lang="en-US" altLang="zh-CN" sz="1800" b="1" i="1">
                              <a:solidFill>
                                <a:srgbClr val="0070C0"/>
                              </a:solidFill>
                              <a:latin typeface="Cambria Math" panose="02040503050406030204" pitchFamily="18" charset="0"/>
                            </a:rPr>
                            <m:t>𝟎</m:t>
                          </m:r>
                        </m:sub>
                      </m:sSub>
                      <m:r>
                        <a:rPr lang="en-US" altLang="zh-CN" sz="1800" b="1" i="1">
                          <a:solidFill>
                            <a:srgbClr val="0070C0"/>
                          </a:solidFill>
                          <a:latin typeface="Cambria Math" panose="02040503050406030204" pitchFamily="18" charset="0"/>
                        </a:rPr>
                        <m:t>=</m:t>
                      </m:r>
                      <m:r>
                        <a:rPr lang="en-US" altLang="zh-CN" sz="1800" b="1" i="0" smtClean="0">
                          <a:solidFill>
                            <a:srgbClr val="0070C0"/>
                          </a:solidFill>
                          <a:latin typeface="Cambria Math" panose="02040503050406030204" pitchFamily="18" charset="0"/>
                        </a:rPr>
                        <m:t>𝟏𝟎𝟏</m:t>
                      </m:r>
                      <m:r>
                        <a:rPr lang="en-US" altLang="zh-CN" sz="1800" b="1" i="0" smtClean="0">
                          <a:solidFill>
                            <a:srgbClr val="0070C0"/>
                          </a:solidFill>
                          <a:latin typeface="Cambria Math" panose="02040503050406030204" pitchFamily="18" charset="0"/>
                        </a:rPr>
                        <m:t>.</m:t>
                      </m:r>
                      <m:r>
                        <a:rPr lang="en-US" altLang="zh-CN" sz="1800" b="1" i="0" smtClean="0">
                          <a:solidFill>
                            <a:srgbClr val="0070C0"/>
                          </a:solidFill>
                          <a:latin typeface="Cambria Math" panose="02040503050406030204" pitchFamily="18" charset="0"/>
                        </a:rPr>
                        <m:t>𝟓𝟒</m:t>
                      </m:r>
                    </m:oMath>
                  </m:oMathPara>
                </a14:m>
                <a:endParaRPr lang="zh-CN" altLang="en-US" sz="1800" b="1" dirty="0">
                  <a:solidFill>
                    <a:schemeClr val="tx1">
                      <a:lumMod val="85000"/>
                      <a:lumOff val="15000"/>
                    </a:schemeClr>
                  </a:solidFill>
                </a:endParaRPr>
              </a:p>
            </p:txBody>
          </p:sp>
        </mc:Choice>
        <mc:Fallback xmlns="">
          <p:sp>
            <p:nvSpPr>
              <p:cNvPr id="62" name="矩形 61">
                <a:extLst>
                  <a:ext uri="{FF2B5EF4-FFF2-40B4-BE49-F238E27FC236}">
                    <a16:creationId xmlns:a16="http://schemas.microsoft.com/office/drawing/2014/main" id="{AD2AE919-3623-4D35-BADF-564E88D40753}"/>
                  </a:ext>
                </a:extLst>
              </p:cNvPr>
              <p:cNvSpPr>
                <a:spLocks noRot="1" noChangeAspect="1" noMove="1" noResize="1" noEditPoints="1" noAdjustHandles="1" noChangeArrowheads="1" noChangeShapeType="1" noTextEdit="1"/>
              </p:cNvSpPr>
              <p:nvPr/>
            </p:nvSpPr>
            <p:spPr>
              <a:xfrm>
                <a:off x="267794" y="5425833"/>
                <a:ext cx="1698652" cy="923330"/>
              </a:xfrm>
              <a:prstGeom prst="rect">
                <a:avLst/>
              </a:prstGeom>
              <a:blipFill>
                <a:blip r:embed="rId3"/>
                <a:stretch>
                  <a:fillRect/>
                </a:stretch>
              </a:blipFill>
              <a:ln>
                <a:solidFill>
                  <a:schemeClr val="tx1"/>
                </a:solidFill>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63" name="矩形 62">
                <a:extLst>
                  <a:ext uri="{FF2B5EF4-FFF2-40B4-BE49-F238E27FC236}">
                    <a16:creationId xmlns:a16="http://schemas.microsoft.com/office/drawing/2014/main" id="{F5E5ED31-812F-43B4-8EDD-A417CC37EB1B}"/>
                  </a:ext>
                </a:extLst>
              </p:cNvPr>
              <p:cNvSpPr/>
              <p:nvPr/>
            </p:nvSpPr>
            <p:spPr>
              <a:xfrm>
                <a:off x="2185210" y="4343925"/>
                <a:ext cx="1626961" cy="923330"/>
              </a:xfrm>
              <a:prstGeom prst="rect">
                <a:avLst/>
              </a:prstGeom>
              <a:ln>
                <a:solidFill>
                  <a:schemeClr val="tx1"/>
                </a:solidFill>
              </a:ln>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altLang="zh-CN" sz="1800" b="1" i="1" smtClean="0">
                              <a:solidFill>
                                <a:schemeClr val="tx1">
                                  <a:lumMod val="85000"/>
                                  <a:lumOff val="15000"/>
                                </a:schemeClr>
                              </a:solidFill>
                              <a:latin typeface="Cambria Math" panose="02040503050406030204" pitchFamily="18" charset="0"/>
                            </a:rPr>
                          </m:ctrlPr>
                        </m:sSubPr>
                        <m:e>
                          <m:r>
                            <a:rPr lang="en-US" altLang="zh-CN" sz="1800" b="1" i="1" smtClean="0">
                              <a:solidFill>
                                <a:schemeClr val="tx1">
                                  <a:lumMod val="85000"/>
                                  <a:lumOff val="15000"/>
                                </a:schemeClr>
                              </a:solidFill>
                              <a:latin typeface="Cambria Math" panose="02040503050406030204" pitchFamily="18" charset="0"/>
                            </a:rPr>
                            <m:t>𝒇</m:t>
                          </m:r>
                        </m:e>
                        <m:sub>
                          <m:r>
                            <a:rPr lang="en-US" altLang="zh-CN" sz="1800" b="1" i="1" smtClean="0">
                              <a:solidFill>
                                <a:schemeClr val="tx1">
                                  <a:lumMod val="85000"/>
                                  <a:lumOff val="15000"/>
                                </a:schemeClr>
                              </a:solidFill>
                              <a:latin typeface="Cambria Math" panose="02040503050406030204" pitchFamily="18" charset="0"/>
                            </a:rPr>
                            <m:t>𝑯</m:t>
                          </m:r>
                        </m:sub>
                      </m:sSub>
                      <m:r>
                        <a:rPr lang="en-US" altLang="zh-CN" sz="1800" b="1" i="1" smtClean="0">
                          <a:solidFill>
                            <a:schemeClr val="tx1">
                              <a:lumMod val="85000"/>
                              <a:lumOff val="15000"/>
                            </a:schemeClr>
                          </a:solidFill>
                          <a:latin typeface="Cambria Math" panose="02040503050406030204" pitchFamily="18" charset="0"/>
                        </a:rPr>
                        <m:t>=</m:t>
                      </m:r>
                      <m:r>
                        <a:rPr lang="en-US" altLang="zh-CN" sz="1800" b="1" i="1" smtClean="0">
                          <a:solidFill>
                            <a:schemeClr val="tx1">
                              <a:lumMod val="85000"/>
                              <a:lumOff val="15000"/>
                            </a:schemeClr>
                          </a:solidFill>
                          <a:latin typeface="Cambria Math" panose="02040503050406030204" pitchFamily="18" charset="0"/>
                        </a:rPr>
                        <m:t>𝟑</m:t>
                      </m:r>
                      <m:r>
                        <a:rPr lang="en-US" altLang="zh-CN" sz="1800" b="1" i="1" smtClean="0">
                          <a:solidFill>
                            <a:schemeClr val="tx1">
                              <a:lumMod val="85000"/>
                              <a:lumOff val="15000"/>
                            </a:schemeClr>
                          </a:solidFill>
                          <a:latin typeface="Cambria Math" panose="02040503050406030204" pitchFamily="18" charset="0"/>
                        </a:rPr>
                        <m:t>.</m:t>
                      </m:r>
                      <m:r>
                        <a:rPr lang="en-US" altLang="zh-CN" sz="1800" b="1" i="1" smtClean="0">
                          <a:solidFill>
                            <a:schemeClr val="tx1">
                              <a:lumMod val="85000"/>
                              <a:lumOff val="15000"/>
                            </a:schemeClr>
                          </a:solidFill>
                          <a:latin typeface="Cambria Math" panose="02040503050406030204" pitchFamily="18" charset="0"/>
                        </a:rPr>
                        <m:t>𝟖𝟕</m:t>
                      </m:r>
                      <m:r>
                        <a:rPr lang="en-US" altLang="zh-CN" sz="1800" b="1" i="1" smtClean="0">
                          <a:solidFill>
                            <a:schemeClr val="tx1">
                              <a:lumMod val="85000"/>
                              <a:lumOff val="15000"/>
                            </a:schemeClr>
                          </a:solidFill>
                          <a:latin typeface="Cambria Math" panose="02040503050406030204" pitchFamily="18" charset="0"/>
                        </a:rPr>
                        <m:t>%</m:t>
                      </m:r>
                    </m:oMath>
                  </m:oMathPara>
                </a14:m>
                <a:endParaRPr lang="en-US" altLang="zh-CN" sz="1800" b="1" dirty="0">
                  <a:solidFill>
                    <a:schemeClr val="tx1">
                      <a:lumMod val="85000"/>
                      <a:lumOff val="15000"/>
                    </a:schemeClr>
                  </a:solidFill>
                </a:endParaRPr>
              </a:p>
              <a:p>
                <a:pPr/>
                <a14:m>
                  <m:oMathPara xmlns:m="http://schemas.openxmlformats.org/officeDocument/2006/math">
                    <m:oMathParaPr>
                      <m:jc m:val="centerGroup"/>
                    </m:oMathParaPr>
                    <m:oMath xmlns:m="http://schemas.openxmlformats.org/officeDocument/2006/math">
                      <m:r>
                        <a:rPr lang="en-US" altLang="zh-CN" sz="1800" b="1" i="1" smtClean="0">
                          <a:solidFill>
                            <a:schemeClr val="tx1">
                              <a:lumMod val="85000"/>
                              <a:lumOff val="15000"/>
                            </a:schemeClr>
                          </a:solidFill>
                          <a:latin typeface="Cambria Math" panose="02040503050406030204" pitchFamily="18" charset="0"/>
                        </a:rPr>
                        <m:t>𝑪</m:t>
                      </m:r>
                      <m:r>
                        <a:rPr lang="en-US" altLang="zh-CN" sz="1800" b="1" i="1">
                          <a:solidFill>
                            <a:schemeClr val="tx1">
                              <a:lumMod val="85000"/>
                              <a:lumOff val="15000"/>
                            </a:schemeClr>
                          </a:solidFill>
                          <a:latin typeface="Cambria Math" panose="02040503050406030204" pitchFamily="18" charset="0"/>
                        </a:rPr>
                        <m:t>=</m:t>
                      </m:r>
                      <m:r>
                        <a:rPr lang="en-US" altLang="zh-CN" sz="1800" b="1" i="1" smtClean="0">
                          <a:solidFill>
                            <a:schemeClr val="tx1">
                              <a:lumMod val="85000"/>
                              <a:lumOff val="15000"/>
                            </a:schemeClr>
                          </a:solidFill>
                          <a:latin typeface="Cambria Math" panose="02040503050406030204" pitchFamily="18" charset="0"/>
                        </a:rPr>
                        <m:t>𝟒</m:t>
                      </m:r>
                    </m:oMath>
                  </m:oMathPara>
                </a14:m>
                <a:endParaRPr lang="en-US" altLang="zh-CN" sz="1800" b="1" dirty="0">
                  <a:solidFill>
                    <a:schemeClr val="tx1">
                      <a:lumMod val="85000"/>
                      <a:lumOff val="15000"/>
                    </a:schemeClr>
                  </a:solidFill>
                </a:endParaRPr>
              </a:p>
              <a:p>
                <a:pPr/>
                <a14:m>
                  <m:oMathPara xmlns:m="http://schemas.openxmlformats.org/officeDocument/2006/math">
                    <m:oMathParaPr>
                      <m:jc m:val="centerGroup"/>
                    </m:oMathParaPr>
                    <m:oMath xmlns:m="http://schemas.openxmlformats.org/officeDocument/2006/math">
                      <m:sSub>
                        <m:sSubPr>
                          <m:ctrlPr>
                            <a:rPr lang="en-US" altLang="zh-CN" sz="1800" b="1" i="1" smtClean="0">
                              <a:solidFill>
                                <a:srgbClr val="00B050"/>
                              </a:solidFill>
                              <a:latin typeface="Cambria Math" panose="02040503050406030204" pitchFamily="18" charset="0"/>
                            </a:rPr>
                          </m:ctrlPr>
                        </m:sSubPr>
                        <m:e>
                          <m:r>
                            <a:rPr lang="en-US" altLang="zh-CN" sz="1800" b="1" i="1" smtClean="0">
                              <a:solidFill>
                                <a:srgbClr val="00B050"/>
                              </a:solidFill>
                              <a:latin typeface="Cambria Math" panose="02040503050406030204" pitchFamily="18" charset="0"/>
                            </a:rPr>
                            <m:t>𝑷</m:t>
                          </m:r>
                        </m:e>
                        <m:sub>
                          <m:r>
                            <a:rPr lang="en-US" altLang="zh-CN" sz="1800" b="1" i="1" smtClean="0">
                              <a:solidFill>
                                <a:srgbClr val="00B050"/>
                              </a:solidFill>
                              <a:latin typeface="Cambria Math" panose="02040503050406030204" pitchFamily="18" charset="0"/>
                            </a:rPr>
                            <m:t>𝑯</m:t>
                          </m:r>
                        </m:sub>
                      </m:sSub>
                      <m:r>
                        <a:rPr lang="en-US" altLang="zh-CN" sz="1800" b="1" i="1">
                          <a:solidFill>
                            <a:srgbClr val="00B050"/>
                          </a:solidFill>
                          <a:latin typeface="Cambria Math" panose="02040503050406030204" pitchFamily="18" charset="0"/>
                        </a:rPr>
                        <m:t>=</m:t>
                      </m:r>
                      <m:r>
                        <a:rPr lang="en-US" altLang="zh-CN" sz="1800" b="1" i="0" smtClean="0">
                          <a:solidFill>
                            <a:srgbClr val="00B050"/>
                          </a:solidFill>
                          <a:latin typeface="Cambria Math" panose="02040503050406030204" pitchFamily="18" charset="0"/>
                        </a:rPr>
                        <m:t>𝟏𝟎𝟎</m:t>
                      </m:r>
                      <m:r>
                        <a:rPr lang="en-US" altLang="zh-CN" sz="1800" b="1" i="0" smtClean="0">
                          <a:solidFill>
                            <a:srgbClr val="00B050"/>
                          </a:solidFill>
                          <a:latin typeface="Cambria Math" panose="02040503050406030204" pitchFamily="18" charset="0"/>
                        </a:rPr>
                        <m:t>.</m:t>
                      </m:r>
                      <m:r>
                        <a:rPr lang="en-US" altLang="zh-CN" sz="1800" b="1" i="0" smtClean="0">
                          <a:solidFill>
                            <a:srgbClr val="00B050"/>
                          </a:solidFill>
                          <a:latin typeface="Cambria Math" panose="02040503050406030204" pitchFamily="18" charset="0"/>
                        </a:rPr>
                        <m:t>𝟔𝟏</m:t>
                      </m:r>
                    </m:oMath>
                  </m:oMathPara>
                </a14:m>
                <a:endParaRPr lang="zh-CN" altLang="en-US" sz="1800" b="1" dirty="0">
                  <a:solidFill>
                    <a:schemeClr val="tx1">
                      <a:lumMod val="85000"/>
                      <a:lumOff val="15000"/>
                    </a:schemeClr>
                  </a:solidFill>
                </a:endParaRPr>
              </a:p>
            </p:txBody>
          </p:sp>
        </mc:Choice>
        <mc:Fallback xmlns="">
          <p:sp>
            <p:nvSpPr>
              <p:cNvPr id="63" name="矩形 62">
                <a:extLst>
                  <a:ext uri="{FF2B5EF4-FFF2-40B4-BE49-F238E27FC236}">
                    <a16:creationId xmlns:a16="http://schemas.microsoft.com/office/drawing/2014/main" id="{F5E5ED31-812F-43B4-8EDD-A417CC37EB1B}"/>
                  </a:ext>
                </a:extLst>
              </p:cNvPr>
              <p:cNvSpPr>
                <a:spLocks noRot="1" noChangeAspect="1" noMove="1" noResize="1" noEditPoints="1" noAdjustHandles="1" noChangeArrowheads="1" noChangeShapeType="1" noTextEdit="1"/>
              </p:cNvSpPr>
              <p:nvPr/>
            </p:nvSpPr>
            <p:spPr>
              <a:xfrm>
                <a:off x="2185210" y="4343925"/>
                <a:ext cx="1626961" cy="923330"/>
              </a:xfrm>
              <a:prstGeom prst="rect">
                <a:avLst/>
              </a:prstGeom>
              <a:blipFill>
                <a:blip r:embed="rId4"/>
                <a:stretch>
                  <a:fillRect/>
                </a:stretch>
              </a:blipFill>
              <a:ln>
                <a:solidFill>
                  <a:schemeClr val="tx1"/>
                </a:solidFill>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64" name="矩形 63">
                <a:extLst>
                  <a:ext uri="{FF2B5EF4-FFF2-40B4-BE49-F238E27FC236}">
                    <a16:creationId xmlns:a16="http://schemas.microsoft.com/office/drawing/2014/main" id="{95CEE78F-6782-405A-8828-8844CFE562AB}"/>
                  </a:ext>
                </a:extLst>
              </p:cNvPr>
              <p:cNvSpPr/>
              <p:nvPr/>
            </p:nvSpPr>
            <p:spPr>
              <a:xfrm>
                <a:off x="2175585" y="6494277"/>
                <a:ext cx="1618290" cy="923330"/>
              </a:xfrm>
              <a:prstGeom prst="rect">
                <a:avLst/>
              </a:prstGeom>
              <a:ln>
                <a:solidFill>
                  <a:schemeClr val="tx1"/>
                </a:solidFill>
              </a:ln>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altLang="zh-CN" sz="1800" b="1" i="1" smtClean="0">
                              <a:solidFill>
                                <a:schemeClr val="tx1">
                                  <a:lumMod val="85000"/>
                                  <a:lumOff val="15000"/>
                                </a:schemeClr>
                              </a:solidFill>
                              <a:latin typeface="Cambria Math" panose="02040503050406030204" pitchFamily="18" charset="0"/>
                            </a:rPr>
                          </m:ctrlPr>
                        </m:sSubPr>
                        <m:e>
                          <m:r>
                            <a:rPr lang="en-US" altLang="zh-CN" sz="1800" b="1" i="1" smtClean="0">
                              <a:solidFill>
                                <a:schemeClr val="tx1">
                                  <a:lumMod val="85000"/>
                                  <a:lumOff val="15000"/>
                                </a:schemeClr>
                              </a:solidFill>
                              <a:latin typeface="Cambria Math" panose="02040503050406030204" pitchFamily="18" charset="0"/>
                            </a:rPr>
                            <m:t>𝒇</m:t>
                          </m:r>
                        </m:e>
                        <m:sub>
                          <m:r>
                            <a:rPr lang="en-US" altLang="zh-CN" sz="1800" b="1" i="1" smtClean="0">
                              <a:solidFill>
                                <a:schemeClr val="tx1">
                                  <a:lumMod val="85000"/>
                                  <a:lumOff val="15000"/>
                                </a:schemeClr>
                              </a:solidFill>
                              <a:latin typeface="Cambria Math" panose="02040503050406030204" pitchFamily="18" charset="0"/>
                            </a:rPr>
                            <m:t>𝑳</m:t>
                          </m:r>
                        </m:sub>
                      </m:sSub>
                      <m:r>
                        <a:rPr lang="en-US" altLang="zh-CN" sz="1800" b="1" i="1" smtClean="0">
                          <a:solidFill>
                            <a:schemeClr val="tx1">
                              <a:lumMod val="85000"/>
                              <a:lumOff val="15000"/>
                            </a:schemeClr>
                          </a:solidFill>
                          <a:latin typeface="Cambria Math" panose="02040503050406030204" pitchFamily="18" charset="0"/>
                        </a:rPr>
                        <m:t>=</m:t>
                      </m:r>
                      <m:r>
                        <a:rPr lang="en-US" altLang="zh-CN" sz="1800" b="1" i="1" smtClean="0">
                          <a:solidFill>
                            <a:schemeClr val="tx1">
                              <a:lumMod val="85000"/>
                              <a:lumOff val="15000"/>
                            </a:schemeClr>
                          </a:solidFill>
                          <a:latin typeface="Cambria Math" panose="02040503050406030204" pitchFamily="18" charset="0"/>
                        </a:rPr>
                        <m:t>𝟑</m:t>
                      </m:r>
                      <m:r>
                        <a:rPr lang="en-US" altLang="zh-CN" sz="1800" b="1" i="1" smtClean="0">
                          <a:solidFill>
                            <a:schemeClr val="tx1">
                              <a:lumMod val="85000"/>
                              <a:lumOff val="15000"/>
                            </a:schemeClr>
                          </a:solidFill>
                          <a:latin typeface="Cambria Math" panose="02040503050406030204" pitchFamily="18" charset="0"/>
                        </a:rPr>
                        <m:t>.</m:t>
                      </m:r>
                      <m:r>
                        <a:rPr lang="en-US" altLang="zh-CN" sz="1800" b="1" i="1" smtClean="0">
                          <a:solidFill>
                            <a:schemeClr val="tx1">
                              <a:lumMod val="85000"/>
                              <a:lumOff val="15000"/>
                            </a:schemeClr>
                          </a:solidFill>
                          <a:latin typeface="Cambria Math" panose="02040503050406030204" pitchFamily="18" charset="0"/>
                        </a:rPr>
                        <m:t>𝟏𝟕</m:t>
                      </m:r>
                      <m:r>
                        <a:rPr lang="en-US" altLang="zh-CN" sz="1800" b="1" i="1" smtClean="0">
                          <a:solidFill>
                            <a:schemeClr val="tx1">
                              <a:lumMod val="85000"/>
                              <a:lumOff val="15000"/>
                            </a:schemeClr>
                          </a:solidFill>
                          <a:latin typeface="Cambria Math" panose="02040503050406030204" pitchFamily="18" charset="0"/>
                        </a:rPr>
                        <m:t>%</m:t>
                      </m:r>
                    </m:oMath>
                  </m:oMathPara>
                </a14:m>
                <a:endParaRPr lang="en-US" altLang="zh-CN" sz="1800" b="1" dirty="0">
                  <a:solidFill>
                    <a:schemeClr val="tx1">
                      <a:lumMod val="85000"/>
                      <a:lumOff val="15000"/>
                    </a:schemeClr>
                  </a:solidFill>
                </a:endParaRPr>
              </a:p>
              <a:p>
                <a:pPr/>
                <a14:m>
                  <m:oMathPara xmlns:m="http://schemas.openxmlformats.org/officeDocument/2006/math">
                    <m:oMathParaPr>
                      <m:jc m:val="centerGroup"/>
                    </m:oMathParaPr>
                    <m:oMath xmlns:m="http://schemas.openxmlformats.org/officeDocument/2006/math">
                      <m:r>
                        <a:rPr lang="en-US" altLang="zh-CN" sz="1800" b="1" i="1" smtClean="0">
                          <a:solidFill>
                            <a:schemeClr val="tx1">
                              <a:lumMod val="85000"/>
                              <a:lumOff val="15000"/>
                            </a:schemeClr>
                          </a:solidFill>
                          <a:latin typeface="Cambria Math" panose="02040503050406030204" pitchFamily="18" charset="0"/>
                        </a:rPr>
                        <m:t>𝑪</m:t>
                      </m:r>
                      <m:r>
                        <a:rPr lang="en-US" altLang="zh-CN" sz="1800" b="1" i="1">
                          <a:solidFill>
                            <a:schemeClr val="tx1">
                              <a:lumMod val="85000"/>
                              <a:lumOff val="15000"/>
                            </a:schemeClr>
                          </a:solidFill>
                          <a:latin typeface="Cambria Math" panose="02040503050406030204" pitchFamily="18" charset="0"/>
                        </a:rPr>
                        <m:t>=</m:t>
                      </m:r>
                      <m:r>
                        <a:rPr lang="en-US" altLang="zh-CN" sz="1800" b="1" i="1" smtClean="0">
                          <a:solidFill>
                            <a:schemeClr val="tx1">
                              <a:lumMod val="85000"/>
                              <a:lumOff val="15000"/>
                            </a:schemeClr>
                          </a:solidFill>
                          <a:latin typeface="Cambria Math" panose="02040503050406030204" pitchFamily="18" charset="0"/>
                        </a:rPr>
                        <m:t>𝟒</m:t>
                      </m:r>
                    </m:oMath>
                  </m:oMathPara>
                </a14:m>
                <a:endParaRPr lang="en-US" altLang="zh-CN" sz="1800" b="1" dirty="0">
                  <a:solidFill>
                    <a:schemeClr val="tx1">
                      <a:lumMod val="85000"/>
                      <a:lumOff val="15000"/>
                    </a:schemeClr>
                  </a:solidFill>
                </a:endParaRPr>
              </a:p>
              <a:p>
                <a:pPr/>
                <a14:m>
                  <m:oMathPara xmlns:m="http://schemas.openxmlformats.org/officeDocument/2006/math">
                    <m:oMathParaPr>
                      <m:jc m:val="centerGroup"/>
                    </m:oMathParaPr>
                    <m:oMath xmlns:m="http://schemas.openxmlformats.org/officeDocument/2006/math">
                      <m:sSub>
                        <m:sSubPr>
                          <m:ctrlPr>
                            <a:rPr lang="en-US" altLang="zh-CN" sz="1800" b="1" i="1" smtClean="0">
                              <a:solidFill>
                                <a:srgbClr val="00B050"/>
                              </a:solidFill>
                              <a:latin typeface="Cambria Math" panose="02040503050406030204" pitchFamily="18" charset="0"/>
                            </a:rPr>
                          </m:ctrlPr>
                        </m:sSubPr>
                        <m:e>
                          <m:r>
                            <a:rPr lang="en-US" altLang="zh-CN" sz="1800" b="1" i="1" smtClean="0">
                              <a:solidFill>
                                <a:srgbClr val="00B050"/>
                              </a:solidFill>
                              <a:latin typeface="Cambria Math" panose="02040503050406030204" pitchFamily="18" charset="0"/>
                            </a:rPr>
                            <m:t>𝑷</m:t>
                          </m:r>
                        </m:e>
                        <m:sub>
                          <m:r>
                            <a:rPr lang="en-US" altLang="zh-CN" sz="1800" b="1" i="1" smtClean="0">
                              <a:solidFill>
                                <a:srgbClr val="00B050"/>
                              </a:solidFill>
                              <a:latin typeface="Cambria Math" panose="02040503050406030204" pitchFamily="18" charset="0"/>
                            </a:rPr>
                            <m:t>𝑳</m:t>
                          </m:r>
                        </m:sub>
                      </m:sSub>
                      <m:r>
                        <a:rPr lang="en-US" altLang="zh-CN" sz="1800" b="1" i="1">
                          <a:solidFill>
                            <a:srgbClr val="00B050"/>
                          </a:solidFill>
                          <a:latin typeface="Cambria Math" panose="02040503050406030204" pitchFamily="18" charset="0"/>
                        </a:rPr>
                        <m:t>=</m:t>
                      </m:r>
                      <m:r>
                        <a:rPr lang="en-US" altLang="zh-CN" sz="1800" b="1" i="1" smtClean="0">
                          <a:solidFill>
                            <a:srgbClr val="00B050"/>
                          </a:solidFill>
                          <a:latin typeface="Cambria Math" panose="02040503050406030204" pitchFamily="18" charset="0"/>
                        </a:rPr>
                        <m:t>𝟏𝟎𝟏</m:t>
                      </m:r>
                      <m:r>
                        <a:rPr lang="en-US" altLang="zh-CN" sz="1800" b="1" i="1" smtClean="0">
                          <a:solidFill>
                            <a:srgbClr val="00B050"/>
                          </a:solidFill>
                          <a:latin typeface="Cambria Math" panose="02040503050406030204" pitchFamily="18" charset="0"/>
                        </a:rPr>
                        <m:t>.</m:t>
                      </m:r>
                      <m:r>
                        <a:rPr lang="en-US" altLang="zh-CN" sz="1800" b="1" i="1" smtClean="0">
                          <a:solidFill>
                            <a:srgbClr val="00B050"/>
                          </a:solidFill>
                          <a:latin typeface="Cambria Math" panose="02040503050406030204" pitchFamily="18" charset="0"/>
                        </a:rPr>
                        <m:t>𝟓𝟖</m:t>
                      </m:r>
                    </m:oMath>
                  </m:oMathPara>
                </a14:m>
                <a:endParaRPr lang="zh-CN" altLang="en-US" sz="1800" b="1" dirty="0">
                  <a:solidFill>
                    <a:schemeClr val="tx1">
                      <a:lumMod val="85000"/>
                      <a:lumOff val="15000"/>
                    </a:schemeClr>
                  </a:solidFill>
                </a:endParaRPr>
              </a:p>
            </p:txBody>
          </p:sp>
        </mc:Choice>
        <mc:Fallback xmlns="">
          <p:sp>
            <p:nvSpPr>
              <p:cNvPr id="64" name="矩形 63">
                <a:extLst>
                  <a:ext uri="{FF2B5EF4-FFF2-40B4-BE49-F238E27FC236}">
                    <a16:creationId xmlns:a16="http://schemas.microsoft.com/office/drawing/2014/main" id="{95CEE78F-6782-405A-8828-8844CFE562AB}"/>
                  </a:ext>
                </a:extLst>
              </p:cNvPr>
              <p:cNvSpPr>
                <a:spLocks noRot="1" noChangeAspect="1" noMove="1" noResize="1" noEditPoints="1" noAdjustHandles="1" noChangeArrowheads="1" noChangeShapeType="1" noTextEdit="1"/>
              </p:cNvSpPr>
              <p:nvPr/>
            </p:nvSpPr>
            <p:spPr>
              <a:xfrm>
                <a:off x="2175585" y="6494277"/>
                <a:ext cx="1618290" cy="923330"/>
              </a:xfrm>
              <a:prstGeom prst="rect">
                <a:avLst/>
              </a:prstGeom>
              <a:blipFill>
                <a:blip r:embed="rId5"/>
                <a:stretch>
                  <a:fillRect/>
                </a:stretch>
              </a:blipFill>
              <a:ln>
                <a:solidFill>
                  <a:schemeClr val="tx1"/>
                </a:solidFill>
              </a:ln>
            </p:spPr>
            <p:txBody>
              <a:bodyPr/>
              <a:lstStyle/>
              <a:p>
                <a:r>
                  <a:rPr lang="zh-CN" altLang="en-US">
                    <a:noFill/>
                  </a:rPr>
                  <a:t> </a:t>
                </a:r>
              </a:p>
            </p:txBody>
          </p:sp>
        </mc:Fallback>
      </mc:AlternateContent>
      <p:cxnSp>
        <p:nvCxnSpPr>
          <p:cNvPr id="153" name="直接箭头连接符 152">
            <a:extLst>
              <a:ext uri="{FF2B5EF4-FFF2-40B4-BE49-F238E27FC236}">
                <a16:creationId xmlns:a16="http://schemas.microsoft.com/office/drawing/2014/main" id="{704871B4-2098-4FDF-B73C-E374D1CE1B15}"/>
              </a:ext>
            </a:extLst>
          </p:cNvPr>
          <p:cNvCxnSpPr>
            <a:cxnSpLocks/>
            <a:stCxn id="155" idx="3"/>
            <a:endCxn id="156" idx="1"/>
          </p:cNvCxnSpPr>
          <p:nvPr/>
        </p:nvCxnSpPr>
        <p:spPr>
          <a:xfrm flipV="1">
            <a:off x="5791854" y="3460306"/>
            <a:ext cx="440113" cy="431936"/>
          </a:xfrm>
          <a:prstGeom prst="straightConnector1">
            <a:avLst/>
          </a:prstGeom>
          <a:ln w="28575">
            <a:solidFill>
              <a:schemeClr val="tx1">
                <a:lumMod val="50000"/>
                <a:lumOff val="50000"/>
              </a:schemeClr>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154" name="直接箭头连接符 153">
            <a:extLst>
              <a:ext uri="{FF2B5EF4-FFF2-40B4-BE49-F238E27FC236}">
                <a16:creationId xmlns:a16="http://schemas.microsoft.com/office/drawing/2014/main" id="{AD8BC1E1-0467-4AE6-82D4-9542C07121EB}"/>
              </a:ext>
            </a:extLst>
          </p:cNvPr>
          <p:cNvCxnSpPr>
            <a:cxnSpLocks/>
            <a:stCxn id="155" idx="3"/>
            <a:endCxn id="157" idx="1"/>
          </p:cNvCxnSpPr>
          <p:nvPr/>
        </p:nvCxnSpPr>
        <p:spPr>
          <a:xfrm>
            <a:off x="5791854" y="3892242"/>
            <a:ext cx="440113" cy="435909"/>
          </a:xfrm>
          <a:prstGeom prst="straightConnector1">
            <a:avLst/>
          </a:prstGeom>
          <a:ln w="28575">
            <a:solidFill>
              <a:schemeClr val="tx1">
                <a:lumMod val="50000"/>
                <a:lumOff val="50000"/>
              </a:schemeClr>
            </a:solidFill>
            <a:tailEnd type="triangle" w="lg" len="lg"/>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55" name="矩形 154">
                <a:extLst>
                  <a:ext uri="{FF2B5EF4-FFF2-40B4-BE49-F238E27FC236}">
                    <a16:creationId xmlns:a16="http://schemas.microsoft.com/office/drawing/2014/main" id="{1141EEF5-B8C2-4F90-A495-A02D6DABDD1C}"/>
                  </a:ext>
                </a:extLst>
              </p:cNvPr>
              <p:cNvSpPr/>
              <p:nvPr/>
            </p:nvSpPr>
            <p:spPr>
              <a:xfrm>
                <a:off x="4093202" y="3430577"/>
                <a:ext cx="1698652" cy="923330"/>
              </a:xfrm>
              <a:prstGeom prst="rect">
                <a:avLst/>
              </a:prstGeom>
              <a:ln>
                <a:solidFill>
                  <a:schemeClr val="tx1"/>
                </a:solidFill>
              </a:ln>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altLang="zh-CN" sz="1800" b="1" i="1" smtClean="0">
                              <a:solidFill>
                                <a:schemeClr val="tx1">
                                  <a:lumMod val="85000"/>
                                  <a:lumOff val="15000"/>
                                </a:schemeClr>
                              </a:solidFill>
                              <a:latin typeface="Cambria Math" panose="02040503050406030204" pitchFamily="18" charset="0"/>
                            </a:rPr>
                          </m:ctrlPr>
                        </m:sSubPr>
                        <m:e>
                          <m:r>
                            <a:rPr lang="en-US" altLang="zh-CN" sz="1800" b="1" i="1" smtClean="0">
                              <a:solidFill>
                                <a:schemeClr val="tx1">
                                  <a:lumMod val="85000"/>
                                  <a:lumOff val="15000"/>
                                </a:schemeClr>
                              </a:solidFill>
                              <a:latin typeface="Cambria Math" panose="02040503050406030204" pitchFamily="18" charset="0"/>
                            </a:rPr>
                            <m:t>𝒇</m:t>
                          </m:r>
                        </m:e>
                        <m:sub>
                          <m:r>
                            <a:rPr lang="en-US" altLang="zh-CN" sz="1800" b="1" i="1" smtClean="0">
                              <a:solidFill>
                                <a:schemeClr val="tx1">
                                  <a:lumMod val="85000"/>
                                  <a:lumOff val="15000"/>
                                </a:schemeClr>
                              </a:solidFill>
                              <a:latin typeface="Cambria Math" panose="02040503050406030204" pitchFamily="18" charset="0"/>
                            </a:rPr>
                            <m:t>𝑯𝑯</m:t>
                          </m:r>
                        </m:sub>
                      </m:sSub>
                      <m:r>
                        <a:rPr lang="en-US" altLang="zh-CN" sz="1800" b="1" i="1" smtClean="0">
                          <a:solidFill>
                            <a:schemeClr val="tx1">
                              <a:lumMod val="85000"/>
                              <a:lumOff val="15000"/>
                            </a:schemeClr>
                          </a:solidFill>
                          <a:latin typeface="Cambria Math" panose="02040503050406030204" pitchFamily="18" charset="0"/>
                        </a:rPr>
                        <m:t>=</m:t>
                      </m:r>
                      <m:r>
                        <a:rPr lang="en-US" altLang="zh-CN" sz="1800" b="1" i="1" smtClean="0">
                          <a:solidFill>
                            <a:schemeClr val="tx1">
                              <a:lumMod val="85000"/>
                              <a:lumOff val="15000"/>
                            </a:schemeClr>
                          </a:solidFill>
                          <a:latin typeface="Cambria Math" panose="02040503050406030204" pitchFamily="18" charset="0"/>
                        </a:rPr>
                        <m:t>𝟒</m:t>
                      </m:r>
                      <m:r>
                        <a:rPr lang="en-US" altLang="zh-CN" sz="1800" b="1" i="1" smtClean="0">
                          <a:solidFill>
                            <a:schemeClr val="tx1">
                              <a:lumMod val="85000"/>
                              <a:lumOff val="15000"/>
                            </a:schemeClr>
                          </a:solidFill>
                          <a:latin typeface="Cambria Math" panose="02040503050406030204" pitchFamily="18" charset="0"/>
                        </a:rPr>
                        <m:t>.</m:t>
                      </m:r>
                      <m:r>
                        <a:rPr lang="en-US" altLang="zh-CN" sz="1800" b="1" i="1" smtClean="0">
                          <a:solidFill>
                            <a:schemeClr val="tx1">
                              <a:lumMod val="85000"/>
                              <a:lumOff val="15000"/>
                            </a:schemeClr>
                          </a:solidFill>
                          <a:latin typeface="Cambria Math" panose="02040503050406030204" pitchFamily="18" charset="0"/>
                        </a:rPr>
                        <m:t>𝟐𝟕</m:t>
                      </m:r>
                      <m:r>
                        <a:rPr lang="en-US" altLang="zh-CN" sz="1800" b="1" i="1" smtClean="0">
                          <a:solidFill>
                            <a:schemeClr val="tx1">
                              <a:lumMod val="85000"/>
                              <a:lumOff val="15000"/>
                            </a:schemeClr>
                          </a:solidFill>
                          <a:latin typeface="Cambria Math" panose="02040503050406030204" pitchFamily="18" charset="0"/>
                        </a:rPr>
                        <m:t>%</m:t>
                      </m:r>
                    </m:oMath>
                  </m:oMathPara>
                </a14:m>
                <a:endParaRPr lang="en-US" altLang="zh-CN" sz="1800" b="1" dirty="0">
                  <a:solidFill>
                    <a:schemeClr val="tx1">
                      <a:lumMod val="85000"/>
                      <a:lumOff val="15000"/>
                    </a:schemeClr>
                  </a:solidFill>
                </a:endParaRPr>
              </a:p>
              <a:p>
                <a:pPr/>
                <a14:m>
                  <m:oMathPara xmlns:m="http://schemas.openxmlformats.org/officeDocument/2006/math">
                    <m:oMathParaPr>
                      <m:jc m:val="centerGroup"/>
                    </m:oMathParaPr>
                    <m:oMath xmlns:m="http://schemas.openxmlformats.org/officeDocument/2006/math">
                      <m:r>
                        <a:rPr lang="en-US" altLang="zh-CN" sz="1800" b="1" i="1" smtClean="0">
                          <a:solidFill>
                            <a:schemeClr val="tx1">
                              <a:lumMod val="85000"/>
                              <a:lumOff val="15000"/>
                            </a:schemeClr>
                          </a:solidFill>
                          <a:latin typeface="Cambria Math" panose="02040503050406030204" pitchFamily="18" charset="0"/>
                        </a:rPr>
                        <m:t>𝑪</m:t>
                      </m:r>
                      <m:r>
                        <a:rPr lang="en-US" altLang="zh-CN" sz="1800" b="1" i="1">
                          <a:solidFill>
                            <a:schemeClr val="tx1">
                              <a:lumMod val="85000"/>
                              <a:lumOff val="15000"/>
                            </a:schemeClr>
                          </a:solidFill>
                          <a:latin typeface="Cambria Math" panose="02040503050406030204" pitchFamily="18" charset="0"/>
                        </a:rPr>
                        <m:t>=</m:t>
                      </m:r>
                      <m:r>
                        <a:rPr lang="en-US" altLang="zh-CN" sz="1800" b="1" i="1" smtClean="0">
                          <a:solidFill>
                            <a:schemeClr val="tx1">
                              <a:lumMod val="85000"/>
                              <a:lumOff val="15000"/>
                            </a:schemeClr>
                          </a:solidFill>
                          <a:latin typeface="Cambria Math" panose="02040503050406030204" pitchFamily="18" charset="0"/>
                        </a:rPr>
                        <m:t>𝟒</m:t>
                      </m:r>
                    </m:oMath>
                  </m:oMathPara>
                </a14:m>
                <a:endParaRPr lang="en-US" altLang="zh-CN" sz="1800" b="1" dirty="0">
                  <a:solidFill>
                    <a:schemeClr val="tx1">
                      <a:lumMod val="85000"/>
                      <a:lumOff val="15000"/>
                    </a:schemeClr>
                  </a:solidFill>
                </a:endParaRPr>
              </a:p>
              <a:p>
                <a:pPr/>
                <a14:m>
                  <m:oMathPara xmlns:m="http://schemas.openxmlformats.org/officeDocument/2006/math">
                    <m:oMathParaPr>
                      <m:jc m:val="centerGroup"/>
                    </m:oMathParaPr>
                    <m:oMath xmlns:m="http://schemas.openxmlformats.org/officeDocument/2006/math">
                      <m:sSub>
                        <m:sSubPr>
                          <m:ctrlPr>
                            <a:rPr lang="en-US" altLang="zh-CN" sz="1800" b="1" i="1" smtClean="0">
                              <a:solidFill>
                                <a:srgbClr val="C00000"/>
                              </a:solidFill>
                              <a:latin typeface="Cambria Math" panose="02040503050406030204" pitchFamily="18" charset="0"/>
                            </a:rPr>
                          </m:ctrlPr>
                        </m:sSubPr>
                        <m:e>
                          <m:r>
                            <a:rPr lang="en-US" altLang="zh-CN" sz="1800" b="1" i="1">
                              <a:solidFill>
                                <a:srgbClr val="C00000"/>
                              </a:solidFill>
                              <a:latin typeface="Cambria Math" panose="02040503050406030204" pitchFamily="18" charset="0"/>
                            </a:rPr>
                            <m:t>𝑷</m:t>
                          </m:r>
                        </m:e>
                        <m:sub>
                          <m:r>
                            <a:rPr lang="en-US" altLang="zh-CN" sz="1800" b="1" i="1" smtClean="0">
                              <a:solidFill>
                                <a:srgbClr val="C00000"/>
                              </a:solidFill>
                              <a:latin typeface="Cambria Math" panose="02040503050406030204" pitchFamily="18" charset="0"/>
                            </a:rPr>
                            <m:t>𝑯𝑯</m:t>
                          </m:r>
                        </m:sub>
                      </m:sSub>
                      <m:r>
                        <a:rPr lang="en-US" altLang="zh-CN" sz="1800" b="1" i="1">
                          <a:solidFill>
                            <a:srgbClr val="C00000"/>
                          </a:solidFill>
                          <a:latin typeface="Cambria Math" panose="02040503050406030204" pitchFamily="18" charset="0"/>
                        </a:rPr>
                        <m:t>=</m:t>
                      </m:r>
                      <m:r>
                        <a:rPr lang="en-US" altLang="zh-CN" sz="1800" b="1" i="0" smtClean="0">
                          <a:solidFill>
                            <a:srgbClr val="C00000"/>
                          </a:solidFill>
                          <a:latin typeface="Cambria Math" panose="02040503050406030204" pitchFamily="18" charset="0"/>
                        </a:rPr>
                        <m:t>𝟏𝟎𝟎</m:t>
                      </m:r>
                      <m:r>
                        <a:rPr lang="en-US" altLang="zh-CN" sz="1800" b="1" i="0" smtClean="0">
                          <a:solidFill>
                            <a:srgbClr val="C00000"/>
                          </a:solidFill>
                          <a:latin typeface="Cambria Math" panose="02040503050406030204" pitchFamily="18" charset="0"/>
                        </a:rPr>
                        <m:t>.</m:t>
                      </m:r>
                      <m:r>
                        <a:rPr lang="en-US" altLang="zh-CN" sz="1800" b="1" i="0" smtClean="0">
                          <a:solidFill>
                            <a:srgbClr val="C00000"/>
                          </a:solidFill>
                          <a:latin typeface="Cambria Math" panose="02040503050406030204" pitchFamily="18" charset="0"/>
                        </a:rPr>
                        <m:t>𝟓</m:t>
                      </m:r>
                    </m:oMath>
                  </m:oMathPara>
                </a14:m>
                <a:endParaRPr lang="zh-CN" altLang="en-US" sz="1800" b="1" dirty="0">
                  <a:solidFill>
                    <a:srgbClr val="C00000"/>
                  </a:solidFill>
                </a:endParaRPr>
              </a:p>
            </p:txBody>
          </p:sp>
        </mc:Choice>
        <mc:Fallback xmlns="">
          <p:sp>
            <p:nvSpPr>
              <p:cNvPr id="155" name="矩形 154">
                <a:extLst>
                  <a:ext uri="{FF2B5EF4-FFF2-40B4-BE49-F238E27FC236}">
                    <a16:creationId xmlns:a16="http://schemas.microsoft.com/office/drawing/2014/main" id="{1141EEF5-B8C2-4F90-A495-A02D6DABDD1C}"/>
                  </a:ext>
                </a:extLst>
              </p:cNvPr>
              <p:cNvSpPr>
                <a:spLocks noRot="1" noChangeAspect="1" noMove="1" noResize="1" noEditPoints="1" noAdjustHandles="1" noChangeArrowheads="1" noChangeShapeType="1" noTextEdit="1"/>
              </p:cNvSpPr>
              <p:nvPr/>
            </p:nvSpPr>
            <p:spPr>
              <a:xfrm>
                <a:off x="4093202" y="3430577"/>
                <a:ext cx="1698652" cy="923330"/>
              </a:xfrm>
              <a:prstGeom prst="rect">
                <a:avLst/>
              </a:prstGeom>
              <a:blipFill>
                <a:blip r:embed="rId6"/>
                <a:stretch>
                  <a:fillRect/>
                </a:stretch>
              </a:blipFill>
              <a:ln>
                <a:solidFill>
                  <a:schemeClr val="tx1"/>
                </a:solidFill>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56" name="矩形 155">
                <a:extLst>
                  <a:ext uri="{FF2B5EF4-FFF2-40B4-BE49-F238E27FC236}">
                    <a16:creationId xmlns:a16="http://schemas.microsoft.com/office/drawing/2014/main" id="{08586DE9-E4C6-4EC1-BD88-11665AD365DD}"/>
                  </a:ext>
                </a:extLst>
              </p:cNvPr>
              <p:cNvSpPr/>
              <p:nvPr/>
            </p:nvSpPr>
            <p:spPr>
              <a:xfrm>
                <a:off x="6231967" y="2998641"/>
                <a:ext cx="1912319" cy="923330"/>
              </a:xfrm>
              <a:prstGeom prst="rect">
                <a:avLst/>
              </a:prstGeom>
              <a:ln>
                <a:solidFill>
                  <a:schemeClr val="tx1"/>
                </a:solidFill>
              </a:ln>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altLang="zh-CN" sz="1800" b="1" i="1" smtClean="0">
                              <a:solidFill>
                                <a:schemeClr val="bg1">
                                  <a:lumMod val="75000"/>
                                </a:schemeClr>
                              </a:solidFill>
                              <a:latin typeface="Cambria Math" panose="02040503050406030204" pitchFamily="18" charset="0"/>
                            </a:rPr>
                          </m:ctrlPr>
                        </m:sSubPr>
                        <m:e>
                          <m:r>
                            <a:rPr lang="en-US" altLang="zh-CN" sz="1800" b="1" i="1" smtClean="0">
                              <a:solidFill>
                                <a:schemeClr val="bg1">
                                  <a:lumMod val="75000"/>
                                </a:schemeClr>
                              </a:solidFill>
                              <a:latin typeface="Cambria Math" panose="02040503050406030204" pitchFamily="18" charset="0"/>
                            </a:rPr>
                            <m:t>𝒇</m:t>
                          </m:r>
                        </m:e>
                        <m:sub>
                          <m:r>
                            <a:rPr lang="en-US" altLang="zh-CN" sz="1800" b="1" i="1" smtClean="0">
                              <a:solidFill>
                                <a:schemeClr val="bg1">
                                  <a:lumMod val="75000"/>
                                </a:schemeClr>
                              </a:solidFill>
                              <a:latin typeface="Cambria Math" panose="02040503050406030204" pitchFamily="18" charset="0"/>
                            </a:rPr>
                            <m:t>𝑯𝑯𝑯</m:t>
                          </m:r>
                        </m:sub>
                      </m:sSub>
                      <m:r>
                        <a:rPr lang="en-US" altLang="zh-CN" sz="1800" b="1" i="1" smtClean="0">
                          <a:solidFill>
                            <a:schemeClr val="bg1">
                              <a:lumMod val="75000"/>
                            </a:schemeClr>
                          </a:solidFill>
                          <a:latin typeface="Cambria Math" panose="02040503050406030204" pitchFamily="18" charset="0"/>
                        </a:rPr>
                        <m:t>=</m:t>
                      </m:r>
                    </m:oMath>
                  </m:oMathPara>
                </a14:m>
                <a:endParaRPr lang="en-US" altLang="zh-CN" sz="1800" b="1" dirty="0">
                  <a:solidFill>
                    <a:schemeClr val="bg1">
                      <a:lumMod val="75000"/>
                    </a:schemeClr>
                  </a:solidFill>
                </a:endParaRPr>
              </a:p>
              <a:p>
                <a:pPr/>
                <a14:m>
                  <m:oMathPara xmlns:m="http://schemas.openxmlformats.org/officeDocument/2006/math">
                    <m:oMathParaPr>
                      <m:jc m:val="centerGroup"/>
                    </m:oMathParaPr>
                    <m:oMath xmlns:m="http://schemas.openxmlformats.org/officeDocument/2006/math">
                      <m:r>
                        <a:rPr lang="en-US" altLang="zh-CN" sz="1800" b="1" i="1" smtClean="0">
                          <a:solidFill>
                            <a:schemeClr val="tx1">
                              <a:lumMod val="85000"/>
                              <a:lumOff val="15000"/>
                            </a:schemeClr>
                          </a:solidFill>
                          <a:latin typeface="Cambria Math" panose="02040503050406030204" pitchFamily="18" charset="0"/>
                        </a:rPr>
                        <m:t>𝑪</m:t>
                      </m:r>
                      <m:r>
                        <a:rPr lang="en-US" altLang="zh-CN" sz="1800" b="1" i="1">
                          <a:solidFill>
                            <a:schemeClr val="tx1">
                              <a:lumMod val="85000"/>
                              <a:lumOff val="15000"/>
                            </a:schemeClr>
                          </a:solidFill>
                          <a:latin typeface="Cambria Math" panose="02040503050406030204" pitchFamily="18" charset="0"/>
                        </a:rPr>
                        <m:t>=</m:t>
                      </m:r>
                      <m:r>
                        <a:rPr lang="en-US" altLang="zh-CN" sz="1800" b="1" i="1" smtClean="0">
                          <a:solidFill>
                            <a:schemeClr val="tx1">
                              <a:lumMod val="85000"/>
                              <a:lumOff val="15000"/>
                            </a:schemeClr>
                          </a:solidFill>
                          <a:latin typeface="Cambria Math" panose="02040503050406030204" pitchFamily="18" charset="0"/>
                        </a:rPr>
                        <m:t>𝟒</m:t>
                      </m:r>
                    </m:oMath>
                  </m:oMathPara>
                </a14:m>
                <a:endParaRPr lang="en-US" altLang="zh-CN" sz="1800" b="1" dirty="0">
                  <a:solidFill>
                    <a:schemeClr val="tx1">
                      <a:lumMod val="85000"/>
                      <a:lumOff val="15000"/>
                    </a:schemeClr>
                  </a:solidFill>
                </a:endParaRPr>
              </a:p>
              <a:p>
                <a:pPr/>
                <a14:m>
                  <m:oMathPara xmlns:m="http://schemas.openxmlformats.org/officeDocument/2006/math">
                    <m:oMathParaPr>
                      <m:jc m:val="centerGroup"/>
                    </m:oMathParaPr>
                    <m:oMath xmlns:m="http://schemas.openxmlformats.org/officeDocument/2006/math">
                      <m:sSub>
                        <m:sSubPr>
                          <m:ctrlPr>
                            <a:rPr lang="en-US" altLang="zh-CN" sz="1800" b="1" i="1" smtClean="0">
                              <a:solidFill>
                                <a:schemeClr val="tx1">
                                  <a:lumMod val="85000"/>
                                  <a:lumOff val="15000"/>
                                </a:schemeClr>
                              </a:solidFill>
                              <a:latin typeface="Cambria Math" panose="02040503050406030204" pitchFamily="18" charset="0"/>
                            </a:rPr>
                          </m:ctrlPr>
                        </m:sSubPr>
                        <m:e>
                          <m:r>
                            <a:rPr lang="en-US" altLang="zh-CN" sz="1800" b="1" i="1" smtClean="0">
                              <a:solidFill>
                                <a:schemeClr val="tx1">
                                  <a:lumMod val="85000"/>
                                  <a:lumOff val="15000"/>
                                </a:schemeClr>
                              </a:solidFill>
                              <a:latin typeface="Cambria Math" panose="02040503050406030204" pitchFamily="18" charset="0"/>
                            </a:rPr>
                            <m:t>𝑷</m:t>
                          </m:r>
                        </m:e>
                        <m:sub>
                          <m:r>
                            <a:rPr lang="en-US" altLang="zh-CN" sz="1800" b="1" i="1" smtClean="0">
                              <a:solidFill>
                                <a:schemeClr val="tx1">
                                  <a:lumMod val="85000"/>
                                  <a:lumOff val="15000"/>
                                </a:schemeClr>
                              </a:solidFill>
                              <a:latin typeface="Cambria Math" panose="02040503050406030204" pitchFamily="18" charset="0"/>
                            </a:rPr>
                            <m:t>𝑯𝑯𝑯</m:t>
                          </m:r>
                        </m:sub>
                      </m:sSub>
                      <m:r>
                        <a:rPr lang="en-US" altLang="zh-CN" sz="1800" b="1" i="1">
                          <a:solidFill>
                            <a:schemeClr val="tx1">
                              <a:lumMod val="85000"/>
                              <a:lumOff val="15000"/>
                            </a:schemeClr>
                          </a:solidFill>
                          <a:latin typeface="Cambria Math" panose="02040503050406030204" pitchFamily="18" charset="0"/>
                        </a:rPr>
                        <m:t>=</m:t>
                      </m:r>
                      <m:r>
                        <a:rPr lang="en-US" altLang="zh-CN" sz="1800" b="1" i="0" smtClean="0">
                          <a:solidFill>
                            <a:schemeClr val="tx1">
                              <a:lumMod val="85000"/>
                              <a:lumOff val="15000"/>
                            </a:schemeClr>
                          </a:solidFill>
                          <a:latin typeface="Cambria Math" panose="02040503050406030204" pitchFamily="18" charset="0"/>
                        </a:rPr>
                        <m:t>𝟏𝟎𝟎</m:t>
                      </m:r>
                    </m:oMath>
                  </m:oMathPara>
                </a14:m>
                <a:endParaRPr lang="zh-CN" altLang="en-US" sz="1800" b="1" dirty="0">
                  <a:solidFill>
                    <a:schemeClr val="tx1">
                      <a:lumMod val="85000"/>
                      <a:lumOff val="15000"/>
                    </a:schemeClr>
                  </a:solidFill>
                </a:endParaRPr>
              </a:p>
            </p:txBody>
          </p:sp>
        </mc:Choice>
        <mc:Fallback xmlns="">
          <p:sp>
            <p:nvSpPr>
              <p:cNvPr id="156" name="矩形 155">
                <a:extLst>
                  <a:ext uri="{FF2B5EF4-FFF2-40B4-BE49-F238E27FC236}">
                    <a16:creationId xmlns:a16="http://schemas.microsoft.com/office/drawing/2014/main" id="{08586DE9-E4C6-4EC1-BD88-11665AD365DD}"/>
                  </a:ext>
                </a:extLst>
              </p:cNvPr>
              <p:cNvSpPr>
                <a:spLocks noRot="1" noChangeAspect="1" noMove="1" noResize="1" noEditPoints="1" noAdjustHandles="1" noChangeArrowheads="1" noChangeShapeType="1" noTextEdit="1"/>
              </p:cNvSpPr>
              <p:nvPr/>
            </p:nvSpPr>
            <p:spPr>
              <a:xfrm>
                <a:off x="6231967" y="2998641"/>
                <a:ext cx="1912319" cy="923330"/>
              </a:xfrm>
              <a:prstGeom prst="rect">
                <a:avLst/>
              </a:prstGeom>
              <a:blipFill>
                <a:blip r:embed="rId7"/>
                <a:stretch>
                  <a:fillRect/>
                </a:stretch>
              </a:blipFill>
              <a:ln>
                <a:solidFill>
                  <a:schemeClr val="tx1"/>
                </a:solidFill>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57" name="矩形 156">
                <a:extLst>
                  <a:ext uri="{FF2B5EF4-FFF2-40B4-BE49-F238E27FC236}">
                    <a16:creationId xmlns:a16="http://schemas.microsoft.com/office/drawing/2014/main" id="{2F9C4577-4E3A-41A2-B47C-A899DDA1B074}"/>
                  </a:ext>
                </a:extLst>
              </p:cNvPr>
              <p:cNvSpPr/>
              <p:nvPr/>
            </p:nvSpPr>
            <p:spPr>
              <a:xfrm>
                <a:off x="6231967" y="3866486"/>
                <a:ext cx="1912319" cy="923330"/>
              </a:xfrm>
              <a:prstGeom prst="rect">
                <a:avLst/>
              </a:prstGeom>
              <a:ln>
                <a:solidFill>
                  <a:schemeClr val="tx1"/>
                </a:solidFill>
              </a:ln>
            </p:spPr>
            <p:txBody>
              <a:bodyPr wrap="square">
                <a:spAutoFit/>
              </a:bodyPr>
              <a:lstStyle/>
              <a:p>
                <a:pPr algn="ctr"/>
                <a14:m>
                  <m:oMathPara xmlns:m="http://schemas.openxmlformats.org/officeDocument/2006/math">
                    <m:oMathParaPr>
                      <m:jc m:val="centerGroup"/>
                    </m:oMathParaPr>
                    <m:oMath xmlns:m="http://schemas.openxmlformats.org/officeDocument/2006/math">
                      <m:sSub>
                        <m:sSubPr>
                          <m:ctrlPr>
                            <a:rPr lang="en-US" altLang="zh-CN" sz="1800" b="1" i="1" smtClean="0">
                              <a:solidFill>
                                <a:schemeClr val="bg1">
                                  <a:lumMod val="75000"/>
                                </a:schemeClr>
                              </a:solidFill>
                              <a:latin typeface="Cambria Math" panose="02040503050406030204" pitchFamily="18" charset="0"/>
                            </a:rPr>
                          </m:ctrlPr>
                        </m:sSubPr>
                        <m:e>
                          <m:r>
                            <a:rPr lang="en-US" altLang="zh-CN" sz="1800" b="1" i="1" smtClean="0">
                              <a:solidFill>
                                <a:schemeClr val="bg1">
                                  <a:lumMod val="75000"/>
                                </a:schemeClr>
                              </a:solidFill>
                              <a:latin typeface="Cambria Math" panose="02040503050406030204" pitchFamily="18" charset="0"/>
                            </a:rPr>
                            <m:t>𝒇</m:t>
                          </m:r>
                        </m:e>
                        <m:sub>
                          <m:r>
                            <a:rPr lang="en-US" altLang="zh-CN" sz="1800" b="1" i="1" smtClean="0">
                              <a:solidFill>
                                <a:schemeClr val="bg1">
                                  <a:lumMod val="75000"/>
                                </a:schemeClr>
                              </a:solidFill>
                              <a:latin typeface="Cambria Math" panose="02040503050406030204" pitchFamily="18" charset="0"/>
                            </a:rPr>
                            <m:t>𝑯𝑯𝑳</m:t>
                          </m:r>
                        </m:sub>
                      </m:sSub>
                      <m:r>
                        <a:rPr lang="en-US" altLang="zh-CN" sz="1800" b="1" i="1" smtClean="0">
                          <a:solidFill>
                            <a:schemeClr val="bg1">
                              <a:lumMod val="75000"/>
                            </a:schemeClr>
                          </a:solidFill>
                          <a:latin typeface="Cambria Math" panose="02040503050406030204" pitchFamily="18" charset="0"/>
                        </a:rPr>
                        <m:t>=</m:t>
                      </m:r>
                    </m:oMath>
                  </m:oMathPara>
                </a14:m>
                <a:endParaRPr lang="en-US" altLang="zh-CN" sz="1800" b="1" dirty="0">
                  <a:solidFill>
                    <a:schemeClr val="bg1">
                      <a:lumMod val="75000"/>
                    </a:schemeClr>
                  </a:solidFill>
                </a:endParaRPr>
              </a:p>
              <a:p>
                <a:pPr algn="ctr"/>
                <a14:m>
                  <m:oMathPara xmlns:m="http://schemas.openxmlformats.org/officeDocument/2006/math">
                    <m:oMathParaPr>
                      <m:jc m:val="centerGroup"/>
                    </m:oMathParaPr>
                    <m:oMath xmlns:m="http://schemas.openxmlformats.org/officeDocument/2006/math">
                      <m:r>
                        <a:rPr lang="en-US" altLang="zh-CN" sz="1800" b="1" i="1" smtClean="0">
                          <a:solidFill>
                            <a:schemeClr val="tx1">
                              <a:lumMod val="85000"/>
                              <a:lumOff val="15000"/>
                            </a:schemeClr>
                          </a:solidFill>
                          <a:latin typeface="Cambria Math" panose="02040503050406030204" pitchFamily="18" charset="0"/>
                        </a:rPr>
                        <m:t>𝑪</m:t>
                      </m:r>
                      <m:r>
                        <a:rPr lang="en-US" altLang="zh-CN" sz="1800" b="1" i="1">
                          <a:solidFill>
                            <a:schemeClr val="tx1">
                              <a:lumMod val="85000"/>
                              <a:lumOff val="15000"/>
                            </a:schemeClr>
                          </a:solidFill>
                          <a:latin typeface="Cambria Math" panose="02040503050406030204" pitchFamily="18" charset="0"/>
                        </a:rPr>
                        <m:t>=</m:t>
                      </m:r>
                      <m:r>
                        <a:rPr lang="en-US" altLang="zh-CN" sz="1800" b="1" i="1" smtClean="0">
                          <a:solidFill>
                            <a:schemeClr val="tx1">
                              <a:lumMod val="85000"/>
                              <a:lumOff val="15000"/>
                            </a:schemeClr>
                          </a:solidFill>
                          <a:latin typeface="Cambria Math" panose="02040503050406030204" pitchFamily="18" charset="0"/>
                        </a:rPr>
                        <m:t>𝟒</m:t>
                      </m:r>
                    </m:oMath>
                  </m:oMathPara>
                </a14:m>
                <a:endParaRPr lang="en-US" altLang="zh-CN" sz="1800" b="1" dirty="0">
                  <a:solidFill>
                    <a:schemeClr val="tx1">
                      <a:lumMod val="85000"/>
                      <a:lumOff val="15000"/>
                    </a:schemeClr>
                  </a:solidFill>
                </a:endParaRPr>
              </a:p>
              <a:p>
                <a:pPr algn="ctr"/>
                <a14:m>
                  <m:oMathPara xmlns:m="http://schemas.openxmlformats.org/officeDocument/2006/math">
                    <m:oMathParaPr>
                      <m:jc m:val="centerGroup"/>
                    </m:oMathParaPr>
                    <m:oMath xmlns:m="http://schemas.openxmlformats.org/officeDocument/2006/math">
                      <m:sSub>
                        <m:sSubPr>
                          <m:ctrlPr>
                            <a:rPr lang="en-US" altLang="zh-CN" sz="1800" b="1" i="1" smtClean="0">
                              <a:solidFill>
                                <a:schemeClr val="tx1">
                                  <a:lumMod val="85000"/>
                                  <a:lumOff val="15000"/>
                                </a:schemeClr>
                              </a:solidFill>
                              <a:latin typeface="Cambria Math" panose="02040503050406030204" pitchFamily="18" charset="0"/>
                            </a:rPr>
                          </m:ctrlPr>
                        </m:sSubPr>
                        <m:e>
                          <m:r>
                            <a:rPr lang="en-US" altLang="zh-CN" sz="1800" b="1" i="1" smtClean="0">
                              <a:solidFill>
                                <a:schemeClr val="tx1">
                                  <a:lumMod val="85000"/>
                                  <a:lumOff val="15000"/>
                                </a:schemeClr>
                              </a:solidFill>
                              <a:latin typeface="Cambria Math" panose="02040503050406030204" pitchFamily="18" charset="0"/>
                            </a:rPr>
                            <m:t>𝑷</m:t>
                          </m:r>
                        </m:e>
                        <m:sub>
                          <m:r>
                            <a:rPr lang="en-US" altLang="zh-CN" sz="1800" b="1" i="1" smtClean="0">
                              <a:solidFill>
                                <a:schemeClr val="tx1">
                                  <a:lumMod val="85000"/>
                                  <a:lumOff val="15000"/>
                                </a:schemeClr>
                              </a:solidFill>
                              <a:latin typeface="Cambria Math" panose="02040503050406030204" pitchFamily="18" charset="0"/>
                            </a:rPr>
                            <m:t>𝑯𝑯𝑳</m:t>
                          </m:r>
                        </m:sub>
                      </m:sSub>
                      <m:r>
                        <a:rPr lang="en-US" altLang="zh-CN" sz="1800" b="1" i="1">
                          <a:solidFill>
                            <a:schemeClr val="tx1">
                              <a:lumMod val="85000"/>
                              <a:lumOff val="15000"/>
                            </a:schemeClr>
                          </a:solidFill>
                          <a:latin typeface="Cambria Math" panose="02040503050406030204" pitchFamily="18" charset="0"/>
                        </a:rPr>
                        <m:t>=</m:t>
                      </m:r>
                      <m:r>
                        <a:rPr lang="en-US" altLang="zh-CN" sz="1800" b="1" i="1" smtClean="0">
                          <a:solidFill>
                            <a:schemeClr val="tx1">
                              <a:lumMod val="85000"/>
                              <a:lumOff val="15000"/>
                            </a:schemeClr>
                          </a:solidFill>
                          <a:latin typeface="Cambria Math" panose="02040503050406030204" pitchFamily="18" charset="0"/>
                        </a:rPr>
                        <m:t>𝟏𝟎𝟎</m:t>
                      </m:r>
                    </m:oMath>
                  </m:oMathPara>
                </a14:m>
                <a:endParaRPr lang="zh-CN" altLang="en-US" sz="1800" b="1" dirty="0">
                  <a:solidFill>
                    <a:schemeClr val="tx1">
                      <a:lumMod val="85000"/>
                      <a:lumOff val="15000"/>
                    </a:schemeClr>
                  </a:solidFill>
                </a:endParaRPr>
              </a:p>
            </p:txBody>
          </p:sp>
        </mc:Choice>
        <mc:Fallback xmlns="">
          <p:sp>
            <p:nvSpPr>
              <p:cNvPr id="157" name="矩形 156">
                <a:extLst>
                  <a:ext uri="{FF2B5EF4-FFF2-40B4-BE49-F238E27FC236}">
                    <a16:creationId xmlns:a16="http://schemas.microsoft.com/office/drawing/2014/main" id="{2F9C4577-4E3A-41A2-B47C-A899DDA1B074}"/>
                  </a:ext>
                </a:extLst>
              </p:cNvPr>
              <p:cNvSpPr>
                <a:spLocks noRot="1" noChangeAspect="1" noMove="1" noResize="1" noEditPoints="1" noAdjustHandles="1" noChangeArrowheads="1" noChangeShapeType="1" noTextEdit="1"/>
              </p:cNvSpPr>
              <p:nvPr/>
            </p:nvSpPr>
            <p:spPr>
              <a:xfrm>
                <a:off x="6231967" y="3866486"/>
                <a:ext cx="1912319" cy="923330"/>
              </a:xfrm>
              <a:prstGeom prst="rect">
                <a:avLst/>
              </a:prstGeom>
              <a:blipFill>
                <a:blip r:embed="rId8"/>
                <a:stretch>
                  <a:fillRect/>
                </a:stretch>
              </a:blipFill>
              <a:ln>
                <a:solidFill>
                  <a:schemeClr val="tx1"/>
                </a:solidFill>
              </a:ln>
            </p:spPr>
            <p:txBody>
              <a:bodyPr/>
              <a:lstStyle/>
              <a:p>
                <a:r>
                  <a:rPr lang="zh-CN" altLang="en-US">
                    <a:noFill/>
                  </a:rPr>
                  <a:t> </a:t>
                </a:r>
              </a:p>
            </p:txBody>
          </p:sp>
        </mc:Fallback>
      </mc:AlternateContent>
      <p:cxnSp>
        <p:nvCxnSpPr>
          <p:cNvPr id="167" name="直接箭头连接符 166">
            <a:extLst>
              <a:ext uri="{FF2B5EF4-FFF2-40B4-BE49-F238E27FC236}">
                <a16:creationId xmlns:a16="http://schemas.microsoft.com/office/drawing/2014/main" id="{103A37F7-058A-4175-864D-97A9F7A336FA}"/>
              </a:ext>
            </a:extLst>
          </p:cNvPr>
          <p:cNvCxnSpPr>
            <a:cxnSpLocks/>
            <a:stCxn id="169" idx="3"/>
            <a:endCxn id="170" idx="1"/>
          </p:cNvCxnSpPr>
          <p:nvPr/>
        </p:nvCxnSpPr>
        <p:spPr>
          <a:xfrm flipV="1">
            <a:off x="5791140" y="5606057"/>
            <a:ext cx="437241" cy="412188"/>
          </a:xfrm>
          <a:prstGeom prst="straightConnector1">
            <a:avLst/>
          </a:prstGeom>
          <a:ln w="28575">
            <a:solidFill>
              <a:schemeClr val="tx1">
                <a:lumMod val="50000"/>
                <a:lumOff val="50000"/>
              </a:schemeClr>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168" name="直接箭头连接符 167">
            <a:extLst>
              <a:ext uri="{FF2B5EF4-FFF2-40B4-BE49-F238E27FC236}">
                <a16:creationId xmlns:a16="http://schemas.microsoft.com/office/drawing/2014/main" id="{278B3DC9-CBD7-4468-BC6A-8002EBF9A37F}"/>
              </a:ext>
            </a:extLst>
          </p:cNvPr>
          <p:cNvCxnSpPr>
            <a:cxnSpLocks/>
            <a:stCxn id="169" idx="3"/>
            <a:endCxn id="171" idx="1"/>
          </p:cNvCxnSpPr>
          <p:nvPr/>
        </p:nvCxnSpPr>
        <p:spPr>
          <a:xfrm>
            <a:off x="5791140" y="6018245"/>
            <a:ext cx="437241" cy="551074"/>
          </a:xfrm>
          <a:prstGeom prst="straightConnector1">
            <a:avLst/>
          </a:prstGeom>
          <a:ln w="28575">
            <a:solidFill>
              <a:schemeClr val="tx1">
                <a:lumMod val="50000"/>
                <a:lumOff val="50000"/>
              </a:schemeClr>
            </a:solidFill>
            <a:tailEnd type="triangle" w="lg" len="lg"/>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69" name="矩形 168">
                <a:extLst>
                  <a:ext uri="{FF2B5EF4-FFF2-40B4-BE49-F238E27FC236}">
                    <a16:creationId xmlns:a16="http://schemas.microsoft.com/office/drawing/2014/main" id="{5E6C6B36-DA2A-4B16-ACDF-321F0CBF17E4}"/>
                  </a:ext>
                </a:extLst>
              </p:cNvPr>
              <p:cNvSpPr/>
              <p:nvPr/>
            </p:nvSpPr>
            <p:spPr>
              <a:xfrm>
                <a:off x="4092488" y="5556580"/>
                <a:ext cx="1698652" cy="923330"/>
              </a:xfrm>
              <a:prstGeom prst="rect">
                <a:avLst/>
              </a:prstGeom>
              <a:ln>
                <a:solidFill>
                  <a:schemeClr val="tx1"/>
                </a:solidFill>
              </a:ln>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altLang="zh-CN" sz="1800" b="1" i="1" smtClean="0">
                              <a:solidFill>
                                <a:schemeClr val="tx1">
                                  <a:lumMod val="85000"/>
                                  <a:lumOff val="15000"/>
                                </a:schemeClr>
                              </a:solidFill>
                              <a:latin typeface="Cambria Math" panose="02040503050406030204" pitchFamily="18" charset="0"/>
                            </a:rPr>
                          </m:ctrlPr>
                        </m:sSubPr>
                        <m:e>
                          <m:r>
                            <a:rPr lang="en-US" altLang="zh-CN" sz="1800" b="1" i="1" smtClean="0">
                              <a:solidFill>
                                <a:schemeClr val="tx1">
                                  <a:lumMod val="85000"/>
                                  <a:lumOff val="15000"/>
                                </a:schemeClr>
                              </a:solidFill>
                              <a:latin typeface="Cambria Math" panose="02040503050406030204" pitchFamily="18" charset="0"/>
                            </a:rPr>
                            <m:t>𝒇</m:t>
                          </m:r>
                        </m:e>
                        <m:sub>
                          <m:r>
                            <a:rPr lang="en-US" altLang="zh-CN" sz="1800" b="1" i="1" smtClean="0">
                              <a:solidFill>
                                <a:schemeClr val="tx1">
                                  <a:lumMod val="85000"/>
                                  <a:lumOff val="15000"/>
                                </a:schemeClr>
                              </a:solidFill>
                              <a:latin typeface="Cambria Math" panose="02040503050406030204" pitchFamily="18" charset="0"/>
                            </a:rPr>
                            <m:t>𝑯𝑳</m:t>
                          </m:r>
                        </m:sub>
                      </m:sSub>
                      <m:r>
                        <a:rPr lang="en-US" altLang="zh-CN" sz="1800" b="1" i="1" smtClean="0">
                          <a:solidFill>
                            <a:schemeClr val="tx1">
                              <a:lumMod val="85000"/>
                              <a:lumOff val="15000"/>
                            </a:schemeClr>
                          </a:solidFill>
                          <a:latin typeface="Cambria Math" panose="02040503050406030204" pitchFamily="18" charset="0"/>
                        </a:rPr>
                        <m:t>=</m:t>
                      </m:r>
                      <m:r>
                        <a:rPr lang="en-US" altLang="zh-CN" sz="1800" b="1" i="1" smtClean="0">
                          <a:solidFill>
                            <a:schemeClr val="tx1">
                              <a:lumMod val="85000"/>
                              <a:lumOff val="15000"/>
                            </a:schemeClr>
                          </a:solidFill>
                          <a:latin typeface="Cambria Math" panose="02040503050406030204" pitchFamily="18" charset="0"/>
                        </a:rPr>
                        <m:t>𝟑</m:t>
                      </m:r>
                      <m:r>
                        <a:rPr lang="en-US" altLang="zh-CN" sz="1800" b="1" i="1" smtClean="0">
                          <a:solidFill>
                            <a:schemeClr val="tx1">
                              <a:lumMod val="85000"/>
                              <a:lumOff val="15000"/>
                            </a:schemeClr>
                          </a:solidFill>
                          <a:latin typeface="Cambria Math" panose="02040503050406030204" pitchFamily="18" charset="0"/>
                        </a:rPr>
                        <m:t>.</m:t>
                      </m:r>
                      <m:r>
                        <a:rPr lang="en-US" altLang="zh-CN" sz="1800" b="1" i="1" smtClean="0">
                          <a:solidFill>
                            <a:schemeClr val="tx1">
                              <a:lumMod val="85000"/>
                              <a:lumOff val="15000"/>
                            </a:schemeClr>
                          </a:solidFill>
                          <a:latin typeface="Cambria Math" panose="02040503050406030204" pitchFamily="18" charset="0"/>
                        </a:rPr>
                        <m:t>𝟓</m:t>
                      </m:r>
                      <m:r>
                        <a:rPr lang="en-US" altLang="zh-CN" sz="1800" b="1" i="1" smtClean="0">
                          <a:solidFill>
                            <a:schemeClr val="tx1">
                              <a:lumMod val="85000"/>
                              <a:lumOff val="15000"/>
                            </a:schemeClr>
                          </a:solidFill>
                          <a:latin typeface="Cambria Math" panose="02040503050406030204" pitchFamily="18" charset="0"/>
                        </a:rPr>
                        <m:t>%</m:t>
                      </m:r>
                    </m:oMath>
                  </m:oMathPara>
                </a14:m>
                <a:endParaRPr lang="en-US" altLang="zh-CN" sz="1800" b="1" dirty="0">
                  <a:solidFill>
                    <a:schemeClr val="tx1">
                      <a:lumMod val="85000"/>
                      <a:lumOff val="15000"/>
                    </a:schemeClr>
                  </a:solidFill>
                </a:endParaRPr>
              </a:p>
              <a:p>
                <a:pPr/>
                <a14:m>
                  <m:oMathPara xmlns:m="http://schemas.openxmlformats.org/officeDocument/2006/math">
                    <m:oMathParaPr>
                      <m:jc m:val="centerGroup"/>
                    </m:oMathParaPr>
                    <m:oMath xmlns:m="http://schemas.openxmlformats.org/officeDocument/2006/math">
                      <m:r>
                        <a:rPr lang="en-US" altLang="zh-CN" sz="1800" b="1" i="1" smtClean="0">
                          <a:solidFill>
                            <a:schemeClr val="tx1">
                              <a:lumMod val="85000"/>
                              <a:lumOff val="15000"/>
                            </a:schemeClr>
                          </a:solidFill>
                          <a:latin typeface="Cambria Math" panose="02040503050406030204" pitchFamily="18" charset="0"/>
                        </a:rPr>
                        <m:t>𝑪</m:t>
                      </m:r>
                      <m:r>
                        <a:rPr lang="en-US" altLang="zh-CN" sz="1800" b="1" i="1">
                          <a:solidFill>
                            <a:schemeClr val="tx1">
                              <a:lumMod val="85000"/>
                              <a:lumOff val="15000"/>
                            </a:schemeClr>
                          </a:solidFill>
                          <a:latin typeface="Cambria Math" panose="02040503050406030204" pitchFamily="18" charset="0"/>
                        </a:rPr>
                        <m:t>=</m:t>
                      </m:r>
                      <m:r>
                        <a:rPr lang="en-US" altLang="zh-CN" sz="1800" b="1" i="1" smtClean="0">
                          <a:solidFill>
                            <a:schemeClr val="tx1">
                              <a:lumMod val="85000"/>
                              <a:lumOff val="15000"/>
                            </a:schemeClr>
                          </a:solidFill>
                          <a:latin typeface="Cambria Math" panose="02040503050406030204" pitchFamily="18" charset="0"/>
                        </a:rPr>
                        <m:t>𝟒</m:t>
                      </m:r>
                    </m:oMath>
                  </m:oMathPara>
                </a14:m>
                <a:endParaRPr lang="en-US" altLang="zh-CN" sz="1800" b="1" dirty="0">
                  <a:solidFill>
                    <a:schemeClr val="tx1">
                      <a:lumMod val="85000"/>
                      <a:lumOff val="15000"/>
                    </a:schemeClr>
                  </a:solidFill>
                </a:endParaRPr>
              </a:p>
              <a:p>
                <a:pPr/>
                <a14:m>
                  <m:oMathPara xmlns:m="http://schemas.openxmlformats.org/officeDocument/2006/math">
                    <m:oMathParaPr>
                      <m:jc m:val="centerGroup"/>
                    </m:oMathParaPr>
                    <m:oMath xmlns:m="http://schemas.openxmlformats.org/officeDocument/2006/math">
                      <m:sSub>
                        <m:sSubPr>
                          <m:ctrlPr>
                            <a:rPr lang="en-US" altLang="zh-CN" sz="1800" b="1" i="1" smtClean="0">
                              <a:solidFill>
                                <a:srgbClr val="C00000"/>
                              </a:solidFill>
                              <a:latin typeface="Cambria Math" panose="02040503050406030204" pitchFamily="18" charset="0"/>
                            </a:rPr>
                          </m:ctrlPr>
                        </m:sSubPr>
                        <m:e>
                          <m:r>
                            <a:rPr lang="en-US" altLang="zh-CN" sz="1800" b="1" i="1">
                              <a:solidFill>
                                <a:srgbClr val="C00000"/>
                              </a:solidFill>
                              <a:latin typeface="Cambria Math" panose="02040503050406030204" pitchFamily="18" charset="0"/>
                            </a:rPr>
                            <m:t>𝑷</m:t>
                          </m:r>
                        </m:e>
                        <m:sub>
                          <m:r>
                            <a:rPr lang="en-US" altLang="zh-CN" sz="1800" b="1" i="1" smtClean="0">
                              <a:solidFill>
                                <a:srgbClr val="C00000"/>
                              </a:solidFill>
                              <a:latin typeface="Cambria Math" panose="02040503050406030204" pitchFamily="18" charset="0"/>
                            </a:rPr>
                            <m:t>𝑯𝑳</m:t>
                          </m:r>
                        </m:sub>
                      </m:sSub>
                      <m:r>
                        <a:rPr lang="en-US" altLang="zh-CN" sz="1800" b="1" i="1">
                          <a:solidFill>
                            <a:srgbClr val="C00000"/>
                          </a:solidFill>
                          <a:latin typeface="Cambria Math" panose="02040503050406030204" pitchFamily="18" charset="0"/>
                        </a:rPr>
                        <m:t>=</m:t>
                      </m:r>
                      <m:r>
                        <a:rPr lang="en-US" altLang="zh-CN" sz="1800" b="1" i="0" smtClean="0">
                          <a:solidFill>
                            <a:srgbClr val="C00000"/>
                          </a:solidFill>
                          <a:latin typeface="Cambria Math" panose="02040503050406030204" pitchFamily="18" charset="0"/>
                        </a:rPr>
                        <m:t>𝟏𝟎𝟎</m:t>
                      </m:r>
                      <m:r>
                        <a:rPr lang="en-US" altLang="zh-CN" sz="1800" b="1" i="0" smtClean="0">
                          <a:solidFill>
                            <a:srgbClr val="C00000"/>
                          </a:solidFill>
                          <a:latin typeface="Cambria Math" panose="02040503050406030204" pitchFamily="18" charset="0"/>
                        </a:rPr>
                        <m:t>.</m:t>
                      </m:r>
                      <m:r>
                        <a:rPr lang="en-US" altLang="zh-CN" sz="1800" b="1" i="0" smtClean="0">
                          <a:solidFill>
                            <a:srgbClr val="C00000"/>
                          </a:solidFill>
                          <a:latin typeface="Cambria Math" panose="02040503050406030204" pitchFamily="18" charset="0"/>
                        </a:rPr>
                        <m:t>𝟓</m:t>
                      </m:r>
                    </m:oMath>
                  </m:oMathPara>
                </a14:m>
                <a:endParaRPr lang="zh-CN" altLang="en-US" sz="1800" b="1" dirty="0">
                  <a:solidFill>
                    <a:schemeClr val="tx1">
                      <a:lumMod val="85000"/>
                      <a:lumOff val="15000"/>
                    </a:schemeClr>
                  </a:solidFill>
                </a:endParaRPr>
              </a:p>
            </p:txBody>
          </p:sp>
        </mc:Choice>
        <mc:Fallback xmlns="">
          <p:sp>
            <p:nvSpPr>
              <p:cNvPr id="169" name="矩形 168">
                <a:extLst>
                  <a:ext uri="{FF2B5EF4-FFF2-40B4-BE49-F238E27FC236}">
                    <a16:creationId xmlns:a16="http://schemas.microsoft.com/office/drawing/2014/main" id="{5E6C6B36-DA2A-4B16-ACDF-321F0CBF17E4}"/>
                  </a:ext>
                </a:extLst>
              </p:cNvPr>
              <p:cNvSpPr>
                <a:spLocks noRot="1" noChangeAspect="1" noMove="1" noResize="1" noEditPoints="1" noAdjustHandles="1" noChangeArrowheads="1" noChangeShapeType="1" noTextEdit="1"/>
              </p:cNvSpPr>
              <p:nvPr/>
            </p:nvSpPr>
            <p:spPr>
              <a:xfrm>
                <a:off x="4092488" y="5556580"/>
                <a:ext cx="1698652" cy="923330"/>
              </a:xfrm>
              <a:prstGeom prst="rect">
                <a:avLst/>
              </a:prstGeom>
              <a:blipFill>
                <a:blip r:embed="rId9"/>
                <a:stretch>
                  <a:fillRect/>
                </a:stretch>
              </a:blipFill>
              <a:ln>
                <a:solidFill>
                  <a:schemeClr val="tx1"/>
                </a:solidFill>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70" name="矩形 169">
                <a:extLst>
                  <a:ext uri="{FF2B5EF4-FFF2-40B4-BE49-F238E27FC236}">
                    <a16:creationId xmlns:a16="http://schemas.microsoft.com/office/drawing/2014/main" id="{57B2AE6D-0DF8-4648-B561-0B08773D23E3}"/>
                  </a:ext>
                </a:extLst>
              </p:cNvPr>
              <p:cNvSpPr/>
              <p:nvPr/>
            </p:nvSpPr>
            <p:spPr>
              <a:xfrm>
                <a:off x="6228381" y="5144392"/>
                <a:ext cx="1912319" cy="923330"/>
              </a:xfrm>
              <a:prstGeom prst="rect">
                <a:avLst/>
              </a:prstGeom>
              <a:ln>
                <a:solidFill>
                  <a:schemeClr val="tx1"/>
                </a:solidFill>
              </a:ln>
            </p:spPr>
            <p:txBody>
              <a:bodyPr wrap="square">
                <a:spAutoFit/>
              </a:bodyPr>
              <a:lstStyle/>
              <a:p>
                <a:pPr algn="ctr"/>
                <a14:m>
                  <m:oMathPara xmlns:m="http://schemas.openxmlformats.org/officeDocument/2006/math">
                    <m:oMathParaPr>
                      <m:jc m:val="centerGroup"/>
                    </m:oMathParaPr>
                    <m:oMath xmlns:m="http://schemas.openxmlformats.org/officeDocument/2006/math">
                      <m:sSub>
                        <m:sSubPr>
                          <m:ctrlPr>
                            <a:rPr lang="en-US" altLang="zh-CN" sz="1800" b="1" i="1" smtClean="0">
                              <a:solidFill>
                                <a:schemeClr val="bg1">
                                  <a:lumMod val="75000"/>
                                </a:schemeClr>
                              </a:solidFill>
                              <a:latin typeface="Cambria Math" panose="02040503050406030204" pitchFamily="18" charset="0"/>
                            </a:rPr>
                          </m:ctrlPr>
                        </m:sSubPr>
                        <m:e>
                          <m:r>
                            <a:rPr lang="en-US" altLang="zh-CN" sz="1800" b="1" i="1" smtClean="0">
                              <a:solidFill>
                                <a:schemeClr val="bg1">
                                  <a:lumMod val="75000"/>
                                </a:schemeClr>
                              </a:solidFill>
                              <a:latin typeface="Cambria Math" panose="02040503050406030204" pitchFamily="18" charset="0"/>
                            </a:rPr>
                            <m:t>𝒇</m:t>
                          </m:r>
                        </m:e>
                        <m:sub>
                          <m:r>
                            <a:rPr lang="en-US" altLang="zh-CN" sz="1800" b="1" i="1" smtClean="0">
                              <a:solidFill>
                                <a:schemeClr val="bg1">
                                  <a:lumMod val="75000"/>
                                </a:schemeClr>
                              </a:solidFill>
                              <a:latin typeface="Cambria Math" panose="02040503050406030204" pitchFamily="18" charset="0"/>
                            </a:rPr>
                            <m:t>𝑯𝑳𝑯</m:t>
                          </m:r>
                        </m:sub>
                      </m:sSub>
                      <m:r>
                        <a:rPr lang="en-US" altLang="zh-CN" sz="1800" b="1" i="1" smtClean="0">
                          <a:solidFill>
                            <a:schemeClr val="bg1">
                              <a:lumMod val="75000"/>
                            </a:schemeClr>
                          </a:solidFill>
                          <a:latin typeface="Cambria Math" panose="02040503050406030204" pitchFamily="18" charset="0"/>
                        </a:rPr>
                        <m:t>=</m:t>
                      </m:r>
                    </m:oMath>
                  </m:oMathPara>
                </a14:m>
                <a:endParaRPr lang="en-US" altLang="zh-CN" sz="1800" b="1" i="1" dirty="0">
                  <a:solidFill>
                    <a:schemeClr val="bg1">
                      <a:lumMod val="75000"/>
                    </a:schemeClr>
                  </a:solidFill>
                  <a:latin typeface="Cambria Math" panose="02040503050406030204" pitchFamily="18" charset="0"/>
                </a:endParaRPr>
              </a:p>
              <a:p>
                <a:pPr algn="ctr"/>
                <a14:m>
                  <m:oMathPara xmlns:m="http://schemas.openxmlformats.org/officeDocument/2006/math">
                    <m:oMathParaPr>
                      <m:jc m:val="centerGroup"/>
                    </m:oMathParaPr>
                    <m:oMath xmlns:m="http://schemas.openxmlformats.org/officeDocument/2006/math">
                      <m:r>
                        <a:rPr lang="en-US" altLang="zh-CN" sz="1800" b="1" i="1" smtClean="0">
                          <a:solidFill>
                            <a:schemeClr val="tx1">
                              <a:lumMod val="85000"/>
                              <a:lumOff val="15000"/>
                            </a:schemeClr>
                          </a:solidFill>
                          <a:latin typeface="Cambria Math" panose="02040503050406030204" pitchFamily="18" charset="0"/>
                        </a:rPr>
                        <m:t>𝑪</m:t>
                      </m:r>
                      <m:r>
                        <a:rPr lang="en-US" altLang="zh-CN" sz="1800" b="1" i="1">
                          <a:solidFill>
                            <a:schemeClr val="tx1">
                              <a:lumMod val="85000"/>
                              <a:lumOff val="15000"/>
                            </a:schemeClr>
                          </a:solidFill>
                          <a:latin typeface="Cambria Math" panose="02040503050406030204" pitchFamily="18" charset="0"/>
                        </a:rPr>
                        <m:t>=</m:t>
                      </m:r>
                      <m:r>
                        <a:rPr lang="en-US" altLang="zh-CN" sz="1800" b="1" i="1" smtClean="0">
                          <a:solidFill>
                            <a:schemeClr val="tx1">
                              <a:lumMod val="85000"/>
                              <a:lumOff val="15000"/>
                            </a:schemeClr>
                          </a:solidFill>
                          <a:latin typeface="Cambria Math" panose="02040503050406030204" pitchFamily="18" charset="0"/>
                        </a:rPr>
                        <m:t>𝟒</m:t>
                      </m:r>
                    </m:oMath>
                  </m:oMathPara>
                </a14:m>
                <a:endParaRPr lang="en-US" altLang="zh-CN" sz="1800" b="1" dirty="0">
                  <a:solidFill>
                    <a:schemeClr val="tx1">
                      <a:lumMod val="85000"/>
                      <a:lumOff val="15000"/>
                    </a:schemeClr>
                  </a:solidFill>
                </a:endParaRPr>
              </a:p>
              <a:p>
                <a:pPr algn="ctr"/>
                <a14:m>
                  <m:oMathPara xmlns:m="http://schemas.openxmlformats.org/officeDocument/2006/math">
                    <m:oMathParaPr>
                      <m:jc m:val="centerGroup"/>
                    </m:oMathParaPr>
                    <m:oMath xmlns:m="http://schemas.openxmlformats.org/officeDocument/2006/math">
                      <m:sSub>
                        <m:sSubPr>
                          <m:ctrlPr>
                            <a:rPr lang="en-US" altLang="zh-CN" sz="1800" b="1" i="1" smtClean="0">
                              <a:solidFill>
                                <a:schemeClr val="tx1">
                                  <a:lumMod val="85000"/>
                                  <a:lumOff val="15000"/>
                                </a:schemeClr>
                              </a:solidFill>
                              <a:latin typeface="Cambria Math" panose="02040503050406030204" pitchFamily="18" charset="0"/>
                            </a:rPr>
                          </m:ctrlPr>
                        </m:sSubPr>
                        <m:e>
                          <m:r>
                            <a:rPr lang="en-US" altLang="zh-CN" sz="1800" b="1" i="1" smtClean="0">
                              <a:solidFill>
                                <a:schemeClr val="tx1">
                                  <a:lumMod val="85000"/>
                                  <a:lumOff val="15000"/>
                                </a:schemeClr>
                              </a:solidFill>
                              <a:latin typeface="Cambria Math" panose="02040503050406030204" pitchFamily="18" charset="0"/>
                            </a:rPr>
                            <m:t>𝑷</m:t>
                          </m:r>
                        </m:e>
                        <m:sub>
                          <m:r>
                            <a:rPr lang="en-US" altLang="zh-CN" sz="1800" b="1" i="1" smtClean="0">
                              <a:solidFill>
                                <a:schemeClr val="tx1">
                                  <a:lumMod val="85000"/>
                                  <a:lumOff val="15000"/>
                                </a:schemeClr>
                              </a:solidFill>
                              <a:latin typeface="Cambria Math" panose="02040503050406030204" pitchFamily="18" charset="0"/>
                            </a:rPr>
                            <m:t>𝟏</m:t>
                          </m:r>
                          <m:r>
                            <a:rPr lang="en-US" altLang="zh-CN" sz="1800" b="1" i="1" smtClean="0">
                              <a:solidFill>
                                <a:schemeClr val="tx1">
                                  <a:lumMod val="85000"/>
                                  <a:lumOff val="15000"/>
                                </a:schemeClr>
                              </a:solidFill>
                              <a:latin typeface="Cambria Math" panose="02040503050406030204" pitchFamily="18" charset="0"/>
                            </a:rPr>
                            <m:t>𝑯</m:t>
                          </m:r>
                        </m:sub>
                      </m:sSub>
                      <m:r>
                        <a:rPr lang="en-US" altLang="zh-CN" sz="1800" b="1" i="1">
                          <a:solidFill>
                            <a:schemeClr val="tx1">
                              <a:lumMod val="85000"/>
                              <a:lumOff val="15000"/>
                            </a:schemeClr>
                          </a:solidFill>
                          <a:latin typeface="Cambria Math" panose="02040503050406030204" pitchFamily="18" charset="0"/>
                        </a:rPr>
                        <m:t>=</m:t>
                      </m:r>
                      <m:r>
                        <a:rPr lang="en-US" altLang="zh-CN" sz="1800" b="1" i="0" smtClean="0">
                          <a:solidFill>
                            <a:schemeClr val="tx1">
                              <a:lumMod val="85000"/>
                              <a:lumOff val="15000"/>
                            </a:schemeClr>
                          </a:solidFill>
                          <a:latin typeface="Cambria Math" panose="02040503050406030204" pitchFamily="18" charset="0"/>
                        </a:rPr>
                        <m:t>𝟏𝟎𝟎</m:t>
                      </m:r>
                    </m:oMath>
                  </m:oMathPara>
                </a14:m>
                <a:endParaRPr lang="zh-CN" altLang="en-US" sz="1800" b="1" dirty="0">
                  <a:solidFill>
                    <a:schemeClr val="tx1">
                      <a:lumMod val="85000"/>
                      <a:lumOff val="15000"/>
                    </a:schemeClr>
                  </a:solidFill>
                </a:endParaRPr>
              </a:p>
            </p:txBody>
          </p:sp>
        </mc:Choice>
        <mc:Fallback xmlns="">
          <p:sp>
            <p:nvSpPr>
              <p:cNvPr id="170" name="矩形 169">
                <a:extLst>
                  <a:ext uri="{FF2B5EF4-FFF2-40B4-BE49-F238E27FC236}">
                    <a16:creationId xmlns:a16="http://schemas.microsoft.com/office/drawing/2014/main" id="{57B2AE6D-0DF8-4648-B561-0B08773D23E3}"/>
                  </a:ext>
                </a:extLst>
              </p:cNvPr>
              <p:cNvSpPr>
                <a:spLocks noRot="1" noChangeAspect="1" noMove="1" noResize="1" noEditPoints="1" noAdjustHandles="1" noChangeArrowheads="1" noChangeShapeType="1" noTextEdit="1"/>
              </p:cNvSpPr>
              <p:nvPr/>
            </p:nvSpPr>
            <p:spPr>
              <a:xfrm>
                <a:off x="6228381" y="5144392"/>
                <a:ext cx="1912319" cy="923330"/>
              </a:xfrm>
              <a:prstGeom prst="rect">
                <a:avLst/>
              </a:prstGeom>
              <a:blipFill>
                <a:blip r:embed="rId10"/>
                <a:stretch>
                  <a:fillRect/>
                </a:stretch>
              </a:blipFill>
              <a:ln>
                <a:solidFill>
                  <a:schemeClr val="tx1"/>
                </a:solidFill>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71" name="矩形 170">
                <a:extLst>
                  <a:ext uri="{FF2B5EF4-FFF2-40B4-BE49-F238E27FC236}">
                    <a16:creationId xmlns:a16="http://schemas.microsoft.com/office/drawing/2014/main" id="{441732AF-280C-4444-8F5A-E2B4E7154D92}"/>
                  </a:ext>
                </a:extLst>
              </p:cNvPr>
              <p:cNvSpPr/>
              <p:nvPr/>
            </p:nvSpPr>
            <p:spPr>
              <a:xfrm>
                <a:off x="6228381" y="6107654"/>
                <a:ext cx="1912319" cy="923330"/>
              </a:xfrm>
              <a:prstGeom prst="rect">
                <a:avLst/>
              </a:prstGeom>
              <a:ln>
                <a:solidFill>
                  <a:schemeClr val="tx1"/>
                </a:solidFill>
              </a:ln>
            </p:spPr>
            <p:txBody>
              <a:bodyPr wrap="square">
                <a:spAutoFit/>
              </a:bodyPr>
              <a:lstStyle/>
              <a:p>
                <a:pPr algn="ctr"/>
                <a14:m>
                  <m:oMathPara xmlns:m="http://schemas.openxmlformats.org/officeDocument/2006/math">
                    <m:oMathParaPr>
                      <m:jc m:val="centerGroup"/>
                    </m:oMathParaPr>
                    <m:oMath xmlns:m="http://schemas.openxmlformats.org/officeDocument/2006/math">
                      <m:sSub>
                        <m:sSubPr>
                          <m:ctrlPr>
                            <a:rPr lang="en-US" altLang="zh-CN" sz="1800" b="1" i="1" smtClean="0">
                              <a:solidFill>
                                <a:schemeClr val="bg1">
                                  <a:lumMod val="75000"/>
                                </a:schemeClr>
                              </a:solidFill>
                              <a:latin typeface="Cambria Math" panose="02040503050406030204" pitchFamily="18" charset="0"/>
                            </a:rPr>
                          </m:ctrlPr>
                        </m:sSubPr>
                        <m:e>
                          <m:r>
                            <a:rPr lang="en-US" altLang="zh-CN" sz="1800" b="1" i="1" smtClean="0">
                              <a:solidFill>
                                <a:schemeClr val="bg1">
                                  <a:lumMod val="75000"/>
                                </a:schemeClr>
                              </a:solidFill>
                              <a:latin typeface="Cambria Math" panose="02040503050406030204" pitchFamily="18" charset="0"/>
                            </a:rPr>
                            <m:t>𝒇</m:t>
                          </m:r>
                        </m:e>
                        <m:sub>
                          <m:r>
                            <a:rPr lang="en-US" altLang="zh-CN" sz="1800" b="1" i="1">
                              <a:solidFill>
                                <a:schemeClr val="bg1">
                                  <a:lumMod val="75000"/>
                                </a:schemeClr>
                              </a:solidFill>
                              <a:latin typeface="Cambria Math" panose="02040503050406030204" pitchFamily="18" charset="0"/>
                            </a:rPr>
                            <m:t>𝑯𝑳</m:t>
                          </m:r>
                          <m:r>
                            <a:rPr lang="en-US" altLang="zh-CN" sz="1800" b="1" i="1" smtClean="0">
                              <a:solidFill>
                                <a:schemeClr val="bg1">
                                  <a:lumMod val="75000"/>
                                </a:schemeClr>
                              </a:solidFill>
                              <a:latin typeface="Cambria Math" panose="02040503050406030204" pitchFamily="18" charset="0"/>
                            </a:rPr>
                            <m:t>𝑳</m:t>
                          </m:r>
                        </m:sub>
                      </m:sSub>
                      <m:r>
                        <a:rPr lang="en-US" altLang="zh-CN" sz="1800" b="1" i="1" smtClean="0">
                          <a:solidFill>
                            <a:schemeClr val="bg1">
                              <a:lumMod val="75000"/>
                            </a:schemeClr>
                          </a:solidFill>
                          <a:latin typeface="Cambria Math" panose="02040503050406030204" pitchFamily="18" charset="0"/>
                        </a:rPr>
                        <m:t>=</m:t>
                      </m:r>
                    </m:oMath>
                  </m:oMathPara>
                </a14:m>
                <a:endParaRPr lang="en-US" altLang="zh-CN" sz="1800" b="1" dirty="0">
                  <a:solidFill>
                    <a:schemeClr val="bg1">
                      <a:lumMod val="75000"/>
                    </a:schemeClr>
                  </a:solidFill>
                </a:endParaRPr>
              </a:p>
              <a:p>
                <a:pPr algn="ctr"/>
                <a14:m>
                  <m:oMathPara xmlns:m="http://schemas.openxmlformats.org/officeDocument/2006/math">
                    <m:oMathParaPr>
                      <m:jc m:val="centerGroup"/>
                    </m:oMathParaPr>
                    <m:oMath xmlns:m="http://schemas.openxmlformats.org/officeDocument/2006/math">
                      <m:r>
                        <a:rPr lang="en-US" altLang="zh-CN" sz="1800" b="1" i="1" smtClean="0">
                          <a:solidFill>
                            <a:schemeClr val="tx1">
                              <a:lumMod val="85000"/>
                              <a:lumOff val="15000"/>
                            </a:schemeClr>
                          </a:solidFill>
                          <a:latin typeface="Cambria Math" panose="02040503050406030204" pitchFamily="18" charset="0"/>
                        </a:rPr>
                        <m:t>𝑪</m:t>
                      </m:r>
                      <m:r>
                        <a:rPr lang="en-US" altLang="zh-CN" sz="1800" b="1" i="1">
                          <a:solidFill>
                            <a:schemeClr val="tx1">
                              <a:lumMod val="85000"/>
                              <a:lumOff val="15000"/>
                            </a:schemeClr>
                          </a:solidFill>
                          <a:latin typeface="Cambria Math" panose="02040503050406030204" pitchFamily="18" charset="0"/>
                        </a:rPr>
                        <m:t>=</m:t>
                      </m:r>
                      <m:r>
                        <a:rPr lang="en-US" altLang="zh-CN" sz="1800" b="1" i="1" smtClean="0">
                          <a:solidFill>
                            <a:schemeClr val="tx1">
                              <a:lumMod val="85000"/>
                              <a:lumOff val="15000"/>
                            </a:schemeClr>
                          </a:solidFill>
                          <a:latin typeface="Cambria Math" panose="02040503050406030204" pitchFamily="18" charset="0"/>
                        </a:rPr>
                        <m:t>𝟒</m:t>
                      </m:r>
                    </m:oMath>
                  </m:oMathPara>
                </a14:m>
                <a:endParaRPr lang="en-US" altLang="zh-CN" sz="1800" b="1" dirty="0">
                  <a:solidFill>
                    <a:schemeClr val="tx1">
                      <a:lumMod val="85000"/>
                      <a:lumOff val="15000"/>
                    </a:schemeClr>
                  </a:solidFill>
                </a:endParaRPr>
              </a:p>
              <a:p>
                <a:pPr algn="ctr"/>
                <a14:m>
                  <m:oMathPara xmlns:m="http://schemas.openxmlformats.org/officeDocument/2006/math">
                    <m:oMathParaPr>
                      <m:jc m:val="centerGroup"/>
                    </m:oMathParaPr>
                    <m:oMath xmlns:m="http://schemas.openxmlformats.org/officeDocument/2006/math">
                      <m:sSub>
                        <m:sSubPr>
                          <m:ctrlPr>
                            <a:rPr lang="en-US" altLang="zh-CN" sz="1800" b="1" i="1" smtClean="0">
                              <a:solidFill>
                                <a:schemeClr val="tx1">
                                  <a:lumMod val="85000"/>
                                  <a:lumOff val="15000"/>
                                </a:schemeClr>
                              </a:solidFill>
                              <a:latin typeface="Cambria Math" panose="02040503050406030204" pitchFamily="18" charset="0"/>
                            </a:rPr>
                          </m:ctrlPr>
                        </m:sSubPr>
                        <m:e>
                          <m:r>
                            <a:rPr lang="en-US" altLang="zh-CN" sz="1800" b="1" i="1" smtClean="0">
                              <a:solidFill>
                                <a:schemeClr val="tx1">
                                  <a:lumMod val="85000"/>
                                  <a:lumOff val="15000"/>
                                </a:schemeClr>
                              </a:solidFill>
                              <a:latin typeface="Cambria Math" panose="02040503050406030204" pitchFamily="18" charset="0"/>
                            </a:rPr>
                            <m:t>𝑷</m:t>
                          </m:r>
                        </m:e>
                        <m:sub>
                          <m:r>
                            <a:rPr lang="en-US" altLang="zh-CN" sz="1800" b="1" i="1" smtClean="0">
                              <a:solidFill>
                                <a:schemeClr val="tx1">
                                  <a:lumMod val="85000"/>
                                  <a:lumOff val="15000"/>
                                </a:schemeClr>
                              </a:solidFill>
                              <a:latin typeface="Cambria Math" panose="02040503050406030204" pitchFamily="18" charset="0"/>
                            </a:rPr>
                            <m:t>𝟏</m:t>
                          </m:r>
                          <m:r>
                            <a:rPr lang="en-US" altLang="zh-CN" sz="1800" b="1" i="1" smtClean="0">
                              <a:solidFill>
                                <a:schemeClr val="tx1">
                                  <a:lumMod val="85000"/>
                                  <a:lumOff val="15000"/>
                                </a:schemeClr>
                              </a:solidFill>
                              <a:latin typeface="Cambria Math" panose="02040503050406030204" pitchFamily="18" charset="0"/>
                            </a:rPr>
                            <m:t>𝑳</m:t>
                          </m:r>
                        </m:sub>
                      </m:sSub>
                      <m:r>
                        <a:rPr lang="en-US" altLang="zh-CN" sz="1800" b="1" i="1">
                          <a:solidFill>
                            <a:schemeClr val="tx1">
                              <a:lumMod val="85000"/>
                              <a:lumOff val="15000"/>
                            </a:schemeClr>
                          </a:solidFill>
                          <a:latin typeface="Cambria Math" panose="02040503050406030204" pitchFamily="18" charset="0"/>
                        </a:rPr>
                        <m:t>=</m:t>
                      </m:r>
                      <m:r>
                        <a:rPr lang="en-US" altLang="zh-CN" sz="1800" b="1" i="1" smtClean="0">
                          <a:solidFill>
                            <a:schemeClr val="tx1">
                              <a:lumMod val="85000"/>
                              <a:lumOff val="15000"/>
                            </a:schemeClr>
                          </a:solidFill>
                          <a:latin typeface="Cambria Math" panose="02040503050406030204" pitchFamily="18" charset="0"/>
                        </a:rPr>
                        <m:t>𝟏𝟎𝟎</m:t>
                      </m:r>
                    </m:oMath>
                  </m:oMathPara>
                </a14:m>
                <a:endParaRPr lang="zh-CN" altLang="en-US" sz="1800" b="1" dirty="0">
                  <a:solidFill>
                    <a:schemeClr val="tx1">
                      <a:lumMod val="85000"/>
                      <a:lumOff val="15000"/>
                    </a:schemeClr>
                  </a:solidFill>
                </a:endParaRPr>
              </a:p>
            </p:txBody>
          </p:sp>
        </mc:Choice>
        <mc:Fallback xmlns="">
          <p:sp>
            <p:nvSpPr>
              <p:cNvPr id="171" name="矩形 170">
                <a:extLst>
                  <a:ext uri="{FF2B5EF4-FFF2-40B4-BE49-F238E27FC236}">
                    <a16:creationId xmlns:a16="http://schemas.microsoft.com/office/drawing/2014/main" id="{441732AF-280C-4444-8F5A-E2B4E7154D92}"/>
                  </a:ext>
                </a:extLst>
              </p:cNvPr>
              <p:cNvSpPr>
                <a:spLocks noRot="1" noChangeAspect="1" noMove="1" noResize="1" noEditPoints="1" noAdjustHandles="1" noChangeArrowheads="1" noChangeShapeType="1" noTextEdit="1"/>
              </p:cNvSpPr>
              <p:nvPr/>
            </p:nvSpPr>
            <p:spPr>
              <a:xfrm>
                <a:off x="6228381" y="6107654"/>
                <a:ext cx="1912319" cy="923330"/>
              </a:xfrm>
              <a:prstGeom prst="rect">
                <a:avLst/>
              </a:prstGeom>
              <a:blipFill>
                <a:blip r:embed="rId11"/>
                <a:stretch>
                  <a:fillRect/>
                </a:stretch>
              </a:blipFill>
              <a:ln>
                <a:solidFill>
                  <a:schemeClr val="tx1"/>
                </a:solidFill>
              </a:ln>
            </p:spPr>
            <p:txBody>
              <a:bodyPr/>
              <a:lstStyle/>
              <a:p>
                <a:r>
                  <a:rPr lang="zh-CN" altLang="en-US">
                    <a:noFill/>
                  </a:rPr>
                  <a:t> </a:t>
                </a:r>
              </a:p>
            </p:txBody>
          </p:sp>
        </mc:Fallback>
      </mc:AlternateContent>
      <p:cxnSp>
        <p:nvCxnSpPr>
          <p:cNvPr id="241" name="直接箭头连接符 240">
            <a:extLst>
              <a:ext uri="{FF2B5EF4-FFF2-40B4-BE49-F238E27FC236}">
                <a16:creationId xmlns:a16="http://schemas.microsoft.com/office/drawing/2014/main" id="{64E9AA6A-F4B0-4D70-8A77-508E16E9A5A8}"/>
              </a:ext>
            </a:extLst>
          </p:cNvPr>
          <p:cNvCxnSpPr>
            <a:cxnSpLocks/>
            <a:stCxn id="64" idx="3"/>
            <a:endCxn id="169" idx="1"/>
          </p:cNvCxnSpPr>
          <p:nvPr/>
        </p:nvCxnSpPr>
        <p:spPr>
          <a:xfrm flipV="1">
            <a:off x="3793875" y="6018245"/>
            <a:ext cx="298613" cy="937697"/>
          </a:xfrm>
          <a:prstGeom prst="straightConnector1">
            <a:avLst/>
          </a:prstGeom>
          <a:ln w="28575">
            <a:solidFill>
              <a:schemeClr val="tx1">
                <a:lumMod val="50000"/>
                <a:lumOff val="50000"/>
              </a:schemeClr>
            </a:solidFill>
            <a:prstDash val="solid"/>
            <a:tailEnd type="triangle" w="lg" len="lg"/>
          </a:ln>
        </p:spPr>
        <p:style>
          <a:lnRef idx="1">
            <a:schemeClr val="accent1"/>
          </a:lnRef>
          <a:fillRef idx="0">
            <a:schemeClr val="accent1"/>
          </a:fillRef>
          <a:effectRef idx="0">
            <a:schemeClr val="accent1"/>
          </a:effectRef>
          <a:fontRef idx="minor">
            <a:schemeClr val="tx1"/>
          </a:fontRef>
        </p:style>
      </p:cxnSp>
      <p:cxnSp>
        <p:nvCxnSpPr>
          <p:cNvPr id="242" name="直接箭头连接符 241">
            <a:extLst>
              <a:ext uri="{FF2B5EF4-FFF2-40B4-BE49-F238E27FC236}">
                <a16:creationId xmlns:a16="http://schemas.microsoft.com/office/drawing/2014/main" id="{A02E9AB8-03BD-4EA1-8AAA-4A41CA79C422}"/>
              </a:ext>
            </a:extLst>
          </p:cNvPr>
          <p:cNvCxnSpPr>
            <a:cxnSpLocks/>
            <a:stCxn id="64" idx="3"/>
            <a:endCxn id="250" idx="1"/>
          </p:cNvCxnSpPr>
          <p:nvPr/>
        </p:nvCxnSpPr>
        <p:spPr>
          <a:xfrm>
            <a:off x="3793875" y="6955942"/>
            <a:ext cx="298613" cy="1165898"/>
          </a:xfrm>
          <a:prstGeom prst="straightConnector1">
            <a:avLst/>
          </a:prstGeom>
          <a:ln w="28575">
            <a:solidFill>
              <a:schemeClr val="tx1">
                <a:lumMod val="50000"/>
                <a:lumOff val="50000"/>
              </a:schemeClr>
            </a:solidFill>
            <a:prstDash val="solid"/>
            <a:tailEnd type="triangle" w="lg" len="lg"/>
          </a:ln>
        </p:spPr>
        <p:style>
          <a:lnRef idx="1">
            <a:schemeClr val="accent1"/>
          </a:lnRef>
          <a:fillRef idx="0">
            <a:schemeClr val="accent1"/>
          </a:fillRef>
          <a:effectRef idx="0">
            <a:schemeClr val="accent1"/>
          </a:effectRef>
          <a:fontRef idx="minor">
            <a:schemeClr val="tx1"/>
          </a:fontRef>
        </p:style>
      </p:cxnSp>
      <p:cxnSp>
        <p:nvCxnSpPr>
          <p:cNvPr id="248" name="直接箭头连接符 247">
            <a:extLst>
              <a:ext uri="{FF2B5EF4-FFF2-40B4-BE49-F238E27FC236}">
                <a16:creationId xmlns:a16="http://schemas.microsoft.com/office/drawing/2014/main" id="{35FED454-C84B-4EAF-8269-35735A3711BA}"/>
              </a:ext>
            </a:extLst>
          </p:cNvPr>
          <p:cNvCxnSpPr>
            <a:cxnSpLocks/>
            <a:stCxn id="250" idx="3"/>
            <a:endCxn id="251" idx="1"/>
          </p:cNvCxnSpPr>
          <p:nvPr/>
        </p:nvCxnSpPr>
        <p:spPr>
          <a:xfrm flipV="1">
            <a:off x="5791140" y="7704903"/>
            <a:ext cx="437241" cy="416937"/>
          </a:xfrm>
          <a:prstGeom prst="straightConnector1">
            <a:avLst/>
          </a:prstGeom>
          <a:ln w="28575">
            <a:solidFill>
              <a:schemeClr val="tx1">
                <a:lumMod val="50000"/>
                <a:lumOff val="50000"/>
              </a:schemeClr>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249" name="直接箭头连接符 248">
            <a:extLst>
              <a:ext uri="{FF2B5EF4-FFF2-40B4-BE49-F238E27FC236}">
                <a16:creationId xmlns:a16="http://schemas.microsoft.com/office/drawing/2014/main" id="{4D7AFFFF-92C3-4D4B-A677-1DC33C2D1E47}"/>
              </a:ext>
            </a:extLst>
          </p:cNvPr>
          <p:cNvCxnSpPr>
            <a:cxnSpLocks/>
            <a:stCxn id="250" idx="3"/>
            <a:endCxn id="252" idx="1"/>
          </p:cNvCxnSpPr>
          <p:nvPr/>
        </p:nvCxnSpPr>
        <p:spPr>
          <a:xfrm>
            <a:off x="5791140" y="8121840"/>
            <a:ext cx="437242" cy="456281"/>
          </a:xfrm>
          <a:prstGeom prst="straightConnector1">
            <a:avLst/>
          </a:prstGeom>
          <a:ln w="28575">
            <a:solidFill>
              <a:schemeClr val="tx1">
                <a:lumMod val="50000"/>
                <a:lumOff val="50000"/>
              </a:schemeClr>
            </a:solidFill>
            <a:tailEnd type="triangle" w="lg" len="lg"/>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50" name="矩形 249">
                <a:extLst>
                  <a:ext uri="{FF2B5EF4-FFF2-40B4-BE49-F238E27FC236}">
                    <a16:creationId xmlns:a16="http://schemas.microsoft.com/office/drawing/2014/main" id="{343544DD-8CF2-4E36-B491-C2954C02230A}"/>
                  </a:ext>
                </a:extLst>
              </p:cNvPr>
              <p:cNvSpPr/>
              <p:nvPr/>
            </p:nvSpPr>
            <p:spPr>
              <a:xfrm>
                <a:off x="4092488" y="7660175"/>
                <a:ext cx="1698652" cy="923330"/>
              </a:xfrm>
              <a:prstGeom prst="rect">
                <a:avLst/>
              </a:prstGeom>
              <a:ln>
                <a:solidFill>
                  <a:schemeClr val="tx1"/>
                </a:solidFill>
              </a:ln>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altLang="zh-CN" sz="1800" b="1" i="1" smtClean="0">
                              <a:solidFill>
                                <a:schemeClr val="tx1">
                                  <a:lumMod val="85000"/>
                                  <a:lumOff val="15000"/>
                                </a:schemeClr>
                              </a:solidFill>
                              <a:latin typeface="Cambria Math" panose="02040503050406030204" pitchFamily="18" charset="0"/>
                            </a:rPr>
                          </m:ctrlPr>
                        </m:sSubPr>
                        <m:e>
                          <m:r>
                            <a:rPr lang="en-US" altLang="zh-CN" sz="1800" b="1" i="1" smtClean="0">
                              <a:solidFill>
                                <a:schemeClr val="tx1">
                                  <a:lumMod val="85000"/>
                                  <a:lumOff val="15000"/>
                                </a:schemeClr>
                              </a:solidFill>
                              <a:latin typeface="Cambria Math" panose="02040503050406030204" pitchFamily="18" charset="0"/>
                            </a:rPr>
                            <m:t>𝒇</m:t>
                          </m:r>
                        </m:e>
                        <m:sub>
                          <m:r>
                            <a:rPr lang="en-US" altLang="zh-CN" sz="1800" b="1" i="1" smtClean="0">
                              <a:solidFill>
                                <a:schemeClr val="tx1">
                                  <a:lumMod val="85000"/>
                                  <a:lumOff val="15000"/>
                                </a:schemeClr>
                              </a:solidFill>
                              <a:latin typeface="Cambria Math" panose="02040503050406030204" pitchFamily="18" charset="0"/>
                            </a:rPr>
                            <m:t>𝑳𝑳</m:t>
                          </m:r>
                        </m:sub>
                      </m:sSub>
                      <m:r>
                        <a:rPr lang="en-US" altLang="zh-CN" sz="1800" b="1" i="1" smtClean="0">
                          <a:solidFill>
                            <a:schemeClr val="tx1">
                              <a:lumMod val="85000"/>
                              <a:lumOff val="15000"/>
                            </a:schemeClr>
                          </a:solidFill>
                          <a:latin typeface="Cambria Math" panose="02040503050406030204" pitchFamily="18" charset="0"/>
                        </a:rPr>
                        <m:t>=</m:t>
                      </m:r>
                      <m:r>
                        <a:rPr lang="en-US" altLang="zh-CN" sz="1800" b="1" i="1" smtClean="0">
                          <a:solidFill>
                            <a:schemeClr val="tx1">
                              <a:lumMod val="85000"/>
                              <a:lumOff val="15000"/>
                            </a:schemeClr>
                          </a:solidFill>
                          <a:latin typeface="Cambria Math" panose="02040503050406030204" pitchFamily="18" charset="0"/>
                        </a:rPr>
                        <m:t>𝟐</m:t>
                      </m:r>
                      <m:r>
                        <a:rPr lang="en-US" altLang="zh-CN" sz="1800" b="1" i="1" smtClean="0">
                          <a:solidFill>
                            <a:schemeClr val="tx1">
                              <a:lumMod val="85000"/>
                              <a:lumOff val="15000"/>
                            </a:schemeClr>
                          </a:solidFill>
                          <a:latin typeface="Cambria Math" panose="02040503050406030204" pitchFamily="18" charset="0"/>
                        </a:rPr>
                        <m:t>.</m:t>
                      </m:r>
                      <m:r>
                        <a:rPr lang="en-US" altLang="zh-CN" sz="1800" b="1" i="1" smtClean="0">
                          <a:solidFill>
                            <a:schemeClr val="tx1">
                              <a:lumMod val="85000"/>
                              <a:lumOff val="15000"/>
                            </a:schemeClr>
                          </a:solidFill>
                          <a:latin typeface="Cambria Math" panose="02040503050406030204" pitchFamily="18" charset="0"/>
                        </a:rPr>
                        <m:t>𝟖𝟕</m:t>
                      </m:r>
                      <m:r>
                        <a:rPr lang="en-US" altLang="zh-CN" sz="1800" b="1" i="1" smtClean="0">
                          <a:solidFill>
                            <a:schemeClr val="tx1">
                              <a:lumMod val="85000"/>
                              <a:lumOff val="15000"/>
                            </a:schemeClr>
                          </a:solidFill>
                          <a:latin typeface="Cambria Math" panose="02040503050406030204" pitchFamily="18" charset="0"/>
                        </a:rPr>
                        <m:t>%</m:t>
                      </m:r>
                    </m:oMath>
                  </m:oMathPara>
                </a14:m>
                <a:endParaRPr lang="en-US" altLang="zh-CN" sz="1800" b="1" dirty="0">
                  <a:solidFill>
                    <a:schemeClr val="tx1">
                      <a:lumMod val="85000"/>
                      <a:lumOff val="15000"/>
                    </a:schemeClr>
                  </a:solidFill>
                </a:endParaRPr>
              </a:p>
              <a:p>
                <a:pPr/>
                <a14:m>
                  <m:oMathPara xmlns:m="http://schemas.openxmlformats.org/officeDocument/2006/math">
                    <m:oMathParaPr>
                      <m:jc m:val="centerGroup"/>
                    </m:oMathParaPr>
                    <m:oMath xmlns:m="http://schemas.openxmlformats.org/officeDocument/2006/math">
                      <m:r>
                        <a:rPr lang="en-US" altLang="zh-CN" sz="1800" b="1" i="1" smtClean="0">
                          <a:solidFill>
                            <a:schemeClr val="tx1">
                              <a:lumMod val="85000"/>
                              <a:lumOff val="15000"/>
                            </a:schemeClr>
                          </a:solidFill>
                          <a:latin typeface="Cambria Math" panose="02040503050406030204" pitchFamily="18" charset="0"/>
                        </a:rPr>
                        <m:t>𝑪</m:t>
                      </m:r>
                      <m:r>
                        <a:rPr lang="en-US" altLang="zh-CN" sz="1800" b="1" i="1">
                          <a:solidFill>
                            <a:schemeClr val="tx1">
                              <a:lumMod val="85000"/>
                              <a:lumOff val="15000"/>
                            </a:schemeClr>
                          </a:solidFill>
                          <a:latin typeface="Cambria Math" panose="02040503050406030204" pitchFamily="18" charset="0"/>
                        </a:rPr>
                        <m:t>=</m:t>
                      </m:r>
                      <m:r>
                        <a:rPr lang="en-US" altLang="zh-CN" sz="1800" b="1" i="1" smtClean="0">
                          <a:solidFill>
                            <a:schemeClr val="tx1">
                              <a:lumMod val="85000"/>
                              <a:lumOff val="15000"/>
                            </a:schemeClr>
                          </a:solidFill>
                          <a:latin typeface="Cambria Math" panose="02040503050406030204" pitchFamily="18" charset="0"/>
                        </a:rPr>
                        <m:t>𝟒</m:t>
                      </m:r>
                    </m:oMath>
                  </m:oMathPara>
                </a14:m>
                <a:endParaRPr lang="en-US" altLang="zh-CN" sz="1800" b="1" dirty="0">
                  <a:solidFill>
                    <a:schemeClr val="tx1">
                      <a:lumMod val="85000"/>
                      <a:lumOff val="15000"/>
                    </a:schemeClr>
                  </a:solidFill>
                </a:endParaRPr>
              </a:p>
              <a:p>
                <a:pPr/>
                <a14:m>
                  <m:oMathPara xmlns:m="http://schemas.openxmlformats.org/officeDocument/2006/math">
                    <m:oMathParaPr>
                      <m:jc m:val="centerGroup"/>
                    </m:oMathParaPr>
                    <m:oMath xmlns:m="http://schemas.openxmlformats.org/officeDocument/2006/math">
                      <m:sSub>
                        <m:sSubPr>
                          <m:ctrlPr>
                            <a:rPr lang="en-US" altLang="zh-CN" sz="1800" b="1" i="1" smtClean="0">
                              <a:solidFill>
                                <a:schemeClr val="tx1">
                                  <a:lumMod val="85000"/>
                                  <a:lumOff val="15000"/>
                                </a:schemeClr>
                              </a:solidFill>
                              <a:latin typeface="Cambria Math" panose="02040503050406030204" pitchFamily="18" charset="0"/>
                            </a:rPr>
                          </m:ctrlPr>
                        </m:sSubPr>
                        <m:e>
                          <m:r>
                            <a:rPr lang="en-US" altLang="zh-CN" sz="1800" b="1" i="1">
                              <a:solidFill>
                                <a:schemeClr val="tx1">
                                  <a:lumMod val="85000"/>
                                  <a:lumOff val="15000"/>
                                </a:schemeClr>
                              </a:solidFill>
                              <a:latin typeface="Cambria Math" panose="02040503050406030204" pitchFamily="18" charset="0"/>
                            </a:rPr>
                            <m:t>𝑷</m:t>
                          </m:r>
                        </m:e>
                        <m:sub>
                          <m:r>
                            <a:rPr lang="en-US" altLang="zh-CN" sz="1800" b="1" i="1" smtClean="0">
                              <a:solidFill>
                                <a:schemeClr val="tx1">
                                  <a:lumMod val="85000"/>
                                  <a:lumOff val="15000"/>
                                </a:schemeClr>
                              </a:solidFill>
                              <a:latin typeface="Cambria Math" panose="02040503050406030204" pitchFamily="18" charset="0"/>
                            </a:rPr>
                            <m:t>𝑳𝑳</m:t>
                          </m:r>
                        </m:sub>
                      </m:sSub>
                      <m:r>
                        <a:rPr lang="en-US" altLang="zh-CN" sz="1800" b="1" i="1">
                          <a:solidFill>
                            <a:schemeClr val="tx1">
                              <a:lumMod val="85000"/>
                              <a:lumOff val="15000"/>
                            </a:schemeClr>
                          </a:solidFill>
                          <a:latin typeface="Cambria Math" panose="02040503050406030204" pitchFamily="18" charset="0"/>
                        </a:rPr>
                        <m:t>=</m:t>
                      </m:r>
                      <m:r>
                        <a:rPr lang="en-US" altLang="zh-CN" sz="1800" b="1" i="0" smtClean="0">
                          <a:solidFill>
                            <a:schemeClr val="tx1">
                              <a:lumMod val="85000"/>
                              <a:lumOff val="15000"/>
                            </a:schemeClr>
                          </a:solidFill>
                          <a:latin typeface="Cambria Math" panose="02040503050406030204" pitchFamily="18" charset="0"/>
                        </a:rPr>
                        <m:t>𝟏𝟎𝟏</m:t>
                      </m:r>
                      <m:r>
                        <a:rPr lang="en-US" altLang="zh-CN" sz="1800" b="1" i="0" smtClean="0">
                          <a:solidFill>
                            <a:schemeClr val="tx1">
                              <a:lumMod val="85000"/>
                              <a:lumOff val="15000"/>
                            </a:schemeClr>
                          </a:solidFill>
                          <a:latin typeface="Cambria Math" panose="02040503050406030204" pitchFamily="18" charset="0"/>
                        </a:rPr>
                        <m:t>.</m:t>
                      </m:r>
                      <m:r>
                        <a:rPr lang="en-US" altLang="zh-CN" sz="1800" b="1" i="0" smtClean="0">
                          <a:solidFill>
                            <a:schemeClr val="tx1">
                              <a:lumMod val="85000"/>
                              <a:lumOff val="15000"/>
                            </a:schemeClr>
                          </a:solidFill>
                          <a:latin typeface="Cambria Math" panose="02040503050406030204" pitchFamily="18" charset="0"/>
                        </a:rPr>
                        <m:t>𝟏𝟎</m:t>
                      </m:r>
                    </m:oMath>
                  </m:oMathPara>
                </a14:m>
                <a:endParaRPr lang="zh-CN" altLang="en-US" sz="1800" b="1" dirty="0">
                  <a:solidFill>
                    <a:schemeClr val="tx1">
                      <a:lumMod val="85000"/>
                      <a:lumOff val="15000"/>
                    </a:schemeClr>
                  </a:solidFill>
                </a:endParaRPr>
              </a:p>
            </p:txBody>
          </p:sp>
        </mc:Choice>
        <mc:Fallback xmlns="">
          <p:sp>
            <p:nvSpPr>
              <p:cNvPr id="250" name="矩形 249">
                <a:extLst>
                  <a:ext uri="{FF2B5EF4-FFF2-40B4-BE49-F238E27FC236}">
                    <a16:creationId xmlns:a16="http://schemas.microsoft.com/office/drawing/2014/main" id="{343544DD-8CF2-4E36-B491-C2954C02230A}"/>
                  </a:ext>
                </a:extLst>
              </p:cNvPr>
              <p:cNvSpPr>
                <a:spLocks noRot="1" noChangeAspect="1" noMove="1" noResize="1" noEditPoints="1" noAdjustHandles="1" noChangeArrowheads="1" noChangeShapeType="1" noTextEdit="1"/>
              </p:cNvSpPr>
              <p:nvPr/>
            </p:nvSpPr>
            <p:spPr>
              <a:xfrm>
                <a:off x="4092488" y="7660175"/>
                <a:ext cx="1698652" cy="923330"/>
              </a:xfrm>
              <a:prstGeom prst="rect">
                <a:avLst/>
              </a:prstGeom>
              <a:blipFill>
                <a:blip r:embed="rId12"/>
                <a:stretch>
                  <a:fillRect/>
                </a:stretch>
              </a:blipFill>
              <a:ln>
                <a:solidFill>
                  <a:schemeClr val="tx1"/>
                </a:solidFill>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51" name="矩形 250">
                <a:extLst>
                  <a:ext uri="{FF2B5EF4-FFF2-40B4-BE49-F238E27FC236}">
                    <a16:creationId xmlns:a16="http://schemas.microsoft.com/office/drawing/2014/main" id="{D311D78D-75F7-4A17-B46C-85520305E6E4}"/>
                  </a:ext>
                </a:extLst>
              </p:cNvPr>
              <p:cNvSpPr/>
              <p:nvPr/>
            </p:nvSpPr>
            <p:spPr>
              <a:xfrm>
                <a:off x="6228381" y="7243238"/>
                <a:ext cx="1912319" cy="923330"/>
              </a:xfrm>
              <a:prstGeom prst="rect">
                <a:avLst/>
              </a:prstGeom>
              <a:ln>
                <a:solidFill>
                  <a:schemeClr val="tx1"/>
                </a:solidFill>
              </a:ln>
            </p:spPr>
            <p:txBody>
              <a:bodyPr wrap="square">
                <a:spAutoFit/>
              </a:bodyPr>
              <a:lstStyle/>
              <a:p>
                <a:pPr algn="ctr"/>
                <a14:m>
                  <m:oMathPara xmlns:m="http://schemas.openxmlformats.org/officeDocument/2006/math">
                    <m:oMathParaPr>
                      <m:jc m:val="centerGroup"/>
                    </m:oMathParaPr>
                    <m:oMath xmlns:m="http://schemas.openxmlformats.org/officeDocument/2006/math">
                      <m:sSub>
                        <m:sSubPr>
                          <m:ctrlPr>
                            <a:rPr lang="en-US" altLang="zh-CN" sz="1800" b="1" i="1" smtClean="0">
                              <a:solidFill>
                                <a:schemeClr val="bg1">
                                  <a:lumMod val="75000"/>
                                </a:schemeClr>
                              </a:solidFill>
                              <a:latin typeface="Cambria Math" panose="02040503050406030204" pitchFamily="18" charset="0"/>
                            </a:rPr>
                          </m:ctrlPr>
                        </m:sSubPr>
                        <m:e>
                          <m:r>
                            <a:rPr lang="en-US" altLang="zh-CN" sz="1800" b="1" i="1" smtClean="0">
                              <a:solidFill>
                                <a:schemeClr val="bg1">
                                  <a:lumMod val="75000"/>
                                </a:schemeClr>
                              </a:solidFill>
                              <a:latin typeface="Cambria Math" panose="02040503050406030204" pitchFamily="18" charset="0"/>
                            </a:rPr>
                            <m:t>𝒇</m:t>
                          </m:r>
                        </m:e>
                        <m:sub>
                          <m:r>
                            <a:rPr lang="en-US" altLang="zh-CN" sz="1800" b="1" i="1" smtClean="0">
                              <a:solidFill>
                                <a:schemeClr val="bg1">
                                  <a:lumMod val="75000"/>
                                </a:schemeClr>
                              </a:solidFill>
                              <a:latin typeface="Cambria Math" panose="02040503050406030204" pitchFamily="18" charset="0"/>
                            </a:rPr>
                            <m:t>𝑳𝑳𝑯</m:t>
                          </m:r>
                        </m:sub>
                      </m:sSub>
                      <m:r>
                        <a:rPr lang="en-US" altLang="zh-CN" sz="1800" b="1" i="1" smtClean="0">
                          <a:solidFill>
                            <a:schemeClr val="bg1">
                              <a:lumMod val="75000"/>
                            </a:schemeClr>
                          </a:solidFill>
                          <a:latin typeface="Cambria Math" panose="02040503050406030204" pitchFamily="18" charset="0"/>
                        </a:rPr>
                        <m:t>=</m:t>
                      </m:r>
                    </m:oMath>
                  </m:oMathPara>
                </a14:m>
                <a:endParaRPr lang="en-US" altLang="zh-CN" sz="1800" b="1" dirty="0">
                  <a:solidFill>
                    <a:schemeClr val="bg1">
                      <a:lumMod val="75000"/>
                    </a:schemeClr>
                  </a:solidFill>
                </a:endParaRPr>
              </a:p>
              <a:p>
                <a:pPr algn="ctr"/>
                <a14:m>
                  <m:oMathPara xmlns:m="http://schemas.openxmlformats.org/officeDocument/2006/math">
                    <m:oMathParaPr>
                      <m:jc m:val="centerGroup"/>
                    </m:oMathParaPr>
                    <m:oMath xmlns:m="http://schemas.openxmlformats.org/officeDocument/2006/math">
                      <m:r>
                        <a:rPr lang="en-US" altLang="zh-CN" sz="1800" b="1" i="1" smtClean="0">
                          <a:solidFill>
                            <a:schemeClr val="tx1">
                              <a:lumMod val="85000"/>
                              <a:lumOff val="15000"/>
                            </a:schemeClr>
                          </a:solidFill>
                          <a:latin typeface="Cambria Math" panose="02040503050406030204" pitchFamily="18" charset="0"/>
                        </a:rPr>
                        <m:t>𝑪</m:t>
                      </m:r>
                      <m:r>
                        <a:rPr lang="en-US" altLang="zh-CN" sz="1800" b="1" i="1">
                          <a:solidFill>
                            <a:schemeClr val="tx1">
                              <a:lumMod val="85000"/>
                              <a:lumOff val="15000"/>
                            </a:schemeClr>
                          </a:solidFill>
                          <a:latin typeface="Cambria Math" panose="02040503050406030204" pitchFamily="18" charset="0"/>
                        </a:rPr>
                        <m:t>=</m:t>
                      </m:r>
                      <m:r>
                        <a:rPr lang="en-US" altLang="zh-CN" sz="1800" b="1" i="1" smtClean="0">
                          <a:solidFill>
                            <a:schemeClr val="tx1">
                              <a:lumMod val="85000"/>
                              <a:lumOff val="15000"/>
                            </a:schemeClr>
                          </a:solidFill>
                          <a:latin typeface="Cambria Math" panose="02040503050406030204" pitchFamily="18" charset="0"/>
                        </a:rPr>
                        <m:t>𝟒</m:t>
                      </m:r>
                    </m:oMath>
                  </m:oMathPara>
                </a14:m>
                <a:endParaRPr lang="en-US" altLang="zh-CN" sz="1800" b="1" dirty="0">
                  <a:solidFill>
                    <a:schemeClr val="tx1">
                      <a:lumMod val="85000"/>
                      <a:lumOff val="15000"/>
                    </a:schemeClr>
                  </a:solidFill>
                </a:endParaRPr>
              </a:p>
              <a:p>
                <a:pPr algn="ctr"/>
                <a14:m>
                  <m:oMathPara xmlns:m="http://schemas.openxmlformats.org/officeDocument/2006/math">
                    <m:oMathParaPr>
                      <m:jc m:val="centerGroup"/>
                    </m:oMathParaPr>
                    <m:oMath xmlns:m="http://schemas.openxmlformats.org/officeDocument/2006/math">
                      <m:sSub>
                        <m:sSubPr>
                          <m:ctrlPr>
                            <a:rPr lang="en-US" altLang="zh-CN" sz="1800" b="1" i="1" smtClean="0">
                              <a:solidFill>
                                <a:schemeClr val="tx1">
                                  <a:lumMod val="85000"/>
                                  <a:lumOff val="15000"/>
                                </a:schemeClr>
                              </a:solidFill>
                              <a:latin typeface="Cambria Math" panose="02040503050406030204" pitchFamily="18" charset="0"/>
                            </a:rPr>
                          </m:ctrlPr>
                        </m:sSubPr>
                        <m:e>
                          <m:r>
                            <a:rPr lang="en-US" altLang="zh-CN" sz="1800" b="1" i="1" smtClean="0">
                              <a:solidFill>
                                <a:schemeClr val="tx1">
                                  <a:lumMod val="85000"/>
                                  <a:lumOff val="15000"/>
                                </a:schemeClr>
                              </a:solidFill>
                              <a:latin typeface="Cambria Math" panose="02040503050406030204" pitchFamily="18" charset="0"/>
                            </a:rPr>
                            <m:t>𝑷</m:t>
                          </m:r>
                        </m:e>
                        <m:sub>
                          <m:r>
                            <a:rPr lang="en-US" altLang="zh-CN" sz="1800" b="1" i="1" smtClean="0">
                              <a:solidFill>
                                <a:schemeClr val="tx1">
                                  <a:lumMod val="85000"/>
                                  <a:lumOff val="15000"/>
                                </a:schemeClr>
                              </a:solidFill>
                              <a:latin typeface="Cambria Math" panose="02040503050406030204" pitchFamily="18" charset="0"/>
                            </a:rPr>
                            <m:t>𝟏</m:t>
                          </m:r>
                          <m:r>
                            <a:rPr lang="en-US" altLang="zh-CN" sz="1800" b="1" i="1" smtClean="0">
                              <a:solidFill>
                                <a:schemeClr val="tx1">
                                  <a:lumMod val="85000"/>
                                  <a:lumOff val="15000"/>
                                </a:schemeClr>
                              </a:solidFill>
                              <a:latin typeface="Cambria Math" panose="02040503050406030204" pitchFamily="18" charset="0"/>
                            </a:rPr>
                            <m:t>𝑯</m:t>
                          </m:r>
                        </m:sub>
                      </m:sSub>
                      <m:r>
                        <a:rPr lang="en-US" altLang="zh-CN" sz="1800" b="1" i="1">
                          <a:solidFill>
                            <a:schemeClr val="tx1">
                              <a:lumMod val="85000"/>
                              <a:lumOff val="15000"/>
                            </a:schemeClr>
                          </a:solidFill>
                          <a:latin typeface="Cambria Math" panose="02040503050406030204" pitchFamily="18" charset="0"/>
                        </a:rPr>
                        <m:t>=</m:t>
                      </m:r>
                      <m:r>
                        <a:rPr lang="en-US" altLang="zh-CN" sz="1800" b="1" i="1" smtClean="0">
                          <a:solidFill>
                            <a:schemeClr val="tx1">
                              <a:lumMod val="85000"/>
                              <a:lumOff val="15000"/>
                            </a:schemeClr>
                          </a:solidFill>
                          <a:latin typeface="Cambria Math" panose="02040503050406030204" pitchFamily="18" charset="0"/>
                        </a:rPr>
                        <m:t>𝟏𝟎𝟎</m:t>
                      </m:r>
                    </m:oMath>
                  </m:oMathPara>
                </a14:m>
                <a:endParaRPr lang="zh-CN" altLang="en-US" sz="1800" b="1" dirty="0">
                  <a:solidFill>
                    <a:schemeClr val="tx1">
                      <a:lumMod val="85000"/>
                      <a:lumOff val="15000"/>
                    </a:schemeClr>
                  </a:solidFill>
                </a:endParaRPr>
              </a:p>
            </p:txBody>
          </p:sp>
        </mc:Choice>
        <mc:Fallback xmlns="">
          <p:sp>
            <p:nvSpPr>
              <p:cNvPr id="251" name="矩形 250">
                <a:extLst>
                  <a:ext uri="{FF2B5EF4-FFF2-40B4-BE49-F238E27FC236}">
                    <a16:creationId xmlns:a16="http://schemas.microsoft.com/office/drawing/2014/main" id="{D311D78D-75F7-4A17-B46C-85520305E6E4}"/>
                  </a:ext>
                </a:extLst>
              </p:cNvPr>
              <p:cNvSpPr>
                <a:spLocks noRot="1" noChangeAspect="1" noMove="1" noResize="1" noEditPoints="1" noAdjustHandles="1" noChangeArrowheads="1" noChangeShapeType="1" noTextEdit="1"/>
              </p:cNvSpPr>
              <p:nvPr/>
            </p:nvSpPr>
            <p:spPr>
              <a:xfrm>
                <a:off x="6228381" y="7243238"/>
                <a:ext cx="1912319" cy="923330"/>
              </a:xfrm>
              <a:prstGeom prst="rect">
                <a:avLst/>
              </a:prstGeom>
              <a:blipFill>
                <a:blip r:embed="rId13"/>
                <a:stretch>
                  <a:fillRect/>
                </a:stretch>
              </a:blipFill>
              <a:ln>
                <a:solidFill>
                  <a:schemeClr val="tx1"/>
                </a:solidFill>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52" name="矩形 251">
                <a:extLst>
                  <a:ext uri="{FF2B5EF4-FFF2-40B4-BE49-F238E27FC236}">
                    <a16:creationId xmlns:a16="http://schemas.microsoft.com/office/drawing/2014/main" id="{94AA858C-F737-4658-BA20-D6BA11E9E358}"/>
                  </a:ext>
                </a:extLst>
              </p:cNvPr>
              <p:cNvSpPr/>
              <p:nvPr/>
            </p:nvSpPr>
            <p:spPr>
              <a:xfrm>
                <a:off x="6228382" y="8116456"/>
                <a:ext cx="1912319" cy="923330"/>
              </a:xfrm>
              <a:prstGeom prst="rect">
                <a:avLst/>
              </a:prstGeom>
              <a:ln>
                <a:solidFill>
                  <a:schemeClr val="tx1"/>
                </a:solidFill>
              </a:ln>
            </p:spPr>
            <p:txBody>
              <a:bodyPr wrap="square">
                <a:spAutoFit/>
              </a:bodyPr>
              <a:lstStyle/>
              <a:p>
                <a:pPr algn="ctr"/>
                <a14:m>
                  <m:oMathPara xmlns:m="http://schemas.openxmlformats.org/officeDocument/2006/math">
                    <m:oMathParaPr>
                      <m:jc m:val="centerGroup"/>
                    </m:oMathParaPr>
                    <m:oMath xmlns:m="http://schemas.openxmlformats.org/officeDocument/2006/math">
                      <m:sSub>
                        <m:sSubPr>
                          <m:ctrlPr>
                            <a:rPr lang="en-US" altLang="zh-CN" sz="1800" b="1" i="1" smtClean="0">
                              <a:solidFill>
                                <a:schemeClr val="bg1">
                                  <a:lumMod val="75000"/>
                                </a:schemeClr>
                              </a:solidFill>
                              <a:latin typeface="Cambria Math" panose="02040503050406030204" pitchFamily="18" charset="0"/>
                            </a:rPr>
                          </m:ctrlPr>
                        </m:sSubPr>
                        <m:e>
                          <m:r>
                            <a:rPr lang="en-US" altLang="zh-CN" sz="1800" b="1" i="1" smtClean="0">
                              <a:solidFill>
                                <a:schemeClr val="bg1">
                                  <a:lumMod val="75000"/>
                                </a:schemeClr>
                              </a:solidFill>
                              <a:latin typeface="Cambria Math" panose="02040503050406030204" pitchFamily="18" charset="0"/>
                            </a:rPr>
                            <m:t>𝒇</m:t>
                          </m:r>
                        </m:e>
                        <m:sub>
                          <m:r>
                            <a:rPr lang="en-US" altLang="zh-CN" sz="1800" b="1" i="1" smtClean="0">
                              <a:solidFill>
                                <a:schemeClr val="bg1">
                                  <a:lumMod val="75000"/>
                                </a:schemeClr>
                              </a:solidFill>
                              <a:latin typeface="Cambria Math" panose="02040503050406030204" pitchFamily="18" charset="0"/>
                            </a:rPr>
                            <m:t>𝑳𝑳𝑳</m:t>
                          </m:r>
                        </m:sub>
                      </m:sSub>
                      <m:r>
                        <a:rPr lang="en-US" altLang="zh-CN" sz="1800" b="1" i="1" smtClean="0">
                          <a:solidFill>
                            <a:schemeClr val="bg1">
                              <a:lumMod val="75000"/>
                            </a:schemeClr>
                          </a:solidFill>
                          <a:latin typeface="Cambria Math" panose="02040503050406030204" pitchFamily="18" charset="0"/>
                        </a:rPr>
                        <m:t>=</m:t>
                      </m:r>
                    </m:oMath>
                  </m:oMathPara>
                </a14:m>
                <a:endParaRPr lang="en-US" altLang="zh-CN" sz="1800" b="1" dirty="0">
                  <a:solidFill>
                    <a:schemeClr val="bg1">
                      <a:lumMod val="75000"/>
                    </a:schemeClr>
                  </a:solidFill>
                </a:endParaRPr>
              </a:p>
              <a:p>
                <a:pPr algn="ctr"/>
                <a14:m>
                  <m:oMathPara xmlns:m="http://schemas.openxmlformats.org/officeDocument/2006/math">
                    <m:oMathParaPr>
                      <m:jc m:val="centerGroup"/>
                    </m:oMathParaPr>
                    <m:oMath xmlns:m="http://schemas.openxmlformats.org/officeDocument/2006/math">
                      <m:r>
                        <a:rPr lang="en-US" altLang="zh-CN" sz="1800" b="1" i="1" smtClean="0">
                          <a:solidFill>
                            <a:schemeClr val="tx1">
                              <a:lumMod val="85000"/>
                              <a:lumOff val="15000"/>
                            </a:schemeClr>
                          </a:solidFill>
                          <a:latin typeface="Cambria Math" panose="02040503050406030204" pitchFamily="18" charset="0"/>
                        </a:rPr>
                        <m:t>𝑪</m:t>
                      </m:r>
                      <m:r>
                        <a:rPr lang="en-US" altLang="zh-CN" sz="1800" b="1" i="1">
                          <a:solidFill>
                            <a:schemeClr val="tx1">
                              <a:lumMod val="85000"/>
                              <a:lumOff val="15000"/>
                            </a:schemeClr>
                          </a:solidFill>
                          <a:latin typeface="Cambria Math" panose="02040503050406030204" pitchFamily="18" charset="0"/>
                        </a:rPr>
                        <m:t>=</m:t>
                      </m:r>
                      <m:r>
                        <a:rPr lang="en-US" altLang="zh-CN" sz="1800" b="1" i="1" smtClean="0">
                          <a:solidFill>
                            <a:schemeClr val="tx1">
                              <a:lumMod val="85000"/>
                              <a:lumOff val="15000"/>
                            </a:schemeClr>
                          </a:solidFill>
                          <a:latin typeface="Cambria Math" panose="02040503050406030204" pitchFamily="18" charset="0"/>
                        </a:rPr>
                        <m:t>𝟒</m:t>
                      </m:r>
                    </m:oMath>
                  </m:oMathPara>
                </a14:m>
                <a:endParaRPr lang="en-US" altLang="zh-CN" sz="1800" b="1" dirty="0">
                  <a:solidFill>
                    <a:schemeClr val="tx1">
                      <a:lumMod val="85000"/>
                      <a:lumOff val="15000"/>
                    </a:schemeClr>
                  </a:solidFill>
                </a:endParaRPr>
              </a:p>
              <a:p>
                <a:pPr algn="ctr"/>
                <a14:m>
                  <m:oMathPara xmlns:m="http://schemas.openxmlformats.org/officeDocument/2006/math">
                    <m:oMathParaPr>
                      <m:jc m:val="centerGroup"/>
                    </m:oMathParaPr>
                    <m:oMath xmlns:m="http://schemas.openxmlformats.org/officeDocument/2006/math">
                      <m:sSub>
                        <m:sSubPr>
                          <m:ctrlPr>
                            <a:rPr lang="en-US" altLang="zh-CN" sz="1800" b="1" i="1" smtClean="0">
                              <a:solidFill>
                                <a:schemeClr val="tx1">
                                  <a:lumMod val="85000"/>
                                  <a:lumOff val="15000"/>
                                </a:schemeClr>
                              </a:solidFill>
                              <a:latin typeface="Cambria Math" panose="02040503050406030204" pitchFamily="18" charset="0"/>
                            </a:rPr>
                          </m:ctrlPr>
                        </m:sSubPr>
                        <m:e>
                          <m:r>
                            <a:rPr lang="en-US" altLang="zh-CN" sz="1800" b="1" i="1" smtClean="0">
                              <a:solidFill>
                                <a:schemeClr val="tx1">
                                  <a:lumMod val="85000"/>
                                  <a:lumOff val="15000"/>
                                </a:schemeClr>
                              </a:solidFill>
                              <a:latin typeface="Cambria Math" panose="02040503050406030204" pitchFamily="18" charset="0"/>
                            </a:rPr>
                            <m:t>𝑷</m:t>
                          </m:r>
                        </m:e>
                        <m:sub>
                          <m:r>
                            <a:rPr lang="en-US" altLang="zh-CN" sz="1800" b="1" i="1" smtClean="0">
                              <a:solidFill>
                                <a:schemeClr val="tx1">
                                  <a:lumMod val="85000"/>
                                  <a:lumOff val="15000"/>
                                </a:schemeClr>
                              </a:solidFill>
                              <a:latin typeface="Cambria Math" panose="02040503050406030204" pitchFamily="18" charset="0"/>
                            </a:rPr>
                            <m:t>𝟏</m:t>
                          </m:r>
                          <m:r>
                            <a:rPr lang="en-US" altLang="zh-CN" sz="1800" b="1" i="1" smtClean="0">
                              <a:solidFill>
                                <a:schemeClr val="tx1">
                                  <a:lumMod val="85000"/>
                                  <a:lumOff val="15000"/>
                                </a:schemeClr>
                              </a:solidFill>
                              <a:latin typeface="Cambria Math" panose="02040503050406030204" pitchFamily="18" charset="0"/>
                            </a:rPr>
                            <m:t>𝑳</m:t>
                          </m:r>
                        </m:sub>
                      </m:sSub>
                      <m:r>
                        <a:rPr lang="en-US" altLang="zh-CN" sz="1800" b="1" i="1">
                          <a:solidFill>
                            <a:schemeClr val="tx1">
                              <a:lumMod val="85000"/>
                              <a:lumOff val="15000"/>
                            </a:schemeClr>
                          </a:solidFill>
                          <a:latin typeface="Cambria Math" panose="02040503050406030204" pitchFamily="18" charset="0"/>
                        </a:rPr>
                        <m:t>=</m:t>
                      </m:r>
                      <m:r>
                        <a:rPr lang="en-US" altLang="zh-CN" sz="1800" b="1" i="1" smtClean="0">
                          <a:solidFill>
                            <a:schemeClr val="tx1">
                              <a:lumMod val="85000"/>
                              <a:lumOff val="15000"/>
                            </a:schemeClr>
                          </a:solidFill>
                          <a:latin typeface="Cambria Math" panose="02040503050406030204" pitchFamily="18" charset="0"/>
                        </a:rPr>
                        <m:t>𝟏𝟎𝟎</m:t>
                      </m:r>
                    </m:oMath>
                  </m:oMathPara>
                </a14:m>
                <a:endParaRPr lang="zh-CN" altLang="en-US" sz="1800" b="1" dirty="0">
                  <a:solidFill>
                    <a:schemeClr val="tx1">
                      <a:lumMod val="85000"/>
                      <a:lumOff val="15000"/>
                    </a:schemeClr>
                  </a:solidFill>
                </a:endParaRPr>
              </a:p>
            </p:txBody>
          </p:sp>
        </mc:Choice>
        <mc:Fallback xmlns="">
          <p:sp>
            <p:nvSpPr>
              <p:cNvPr id="252" name="矩形 251">
                <a:extLst>
                  <a:ext uri="{FF2B5EF4-FFF2-40B4-BE49-F238E27FC236}">
                    <a16:creationId xmlns:a16="http://schemas.microsoft.com/office/drawing/2014/main" id="{94AA858C-F737-4658-BA20-D6BA11E9E358}"/>
                  </a:ext>
                </a:extLst>
              </p:cNvPr>
              <p:cNvSpPr>
                <a:spLocks noRot="1" noChangeAspect="1" noMove="1" noResize="1" noEditPoints="1" noAdjustHandles="1" noChangeArrowheads="1" noChangeShapeType="1" noTextEdit="1"/>
              </p:cNvSpPr>
              <p:nvPr/>
            </p:nvSpPr>
            <p:spPr>
              <a:xfrm>
                <a:off x="6228382" y="8116456"/>
                <a:ext cx="1912319" cy="923330"/>
              </a:xfrm>
              <a:prstGeom prst="rect">
                <a:avLst/>
              </a:prstGeom>
              <a:blipFill>
                <a:blip r:embed="rId14"/>
                <a:stretch>
                  <a:fillRect/>
                </a:stretch>
              </a:blipFill>
              <a:ln>
                <a:solidFill>
                  <a:schemeClr val="tx1"/>
                </a:solidFill>
              </a:ln>
            </p:spPr>
            <p:txBody>
              <a:bodyPr/>
              <a:lstStyle/>
              <a:p>
                <a:r>
                  <a:rPr lang="zh-CN" altLang="en-US">
                    <a:noFill/>
                  </a:rPr>
                  <a:t> </a:t>
                </a:r>
              </a:p>
            </p:txBody>
          </p:sp>
        </mc:Fallback>
      </mc:AlternateContent>
      <p:sp>
        <p:nvSpPr>
          <p:cNvPr id="2" name="椭圆 1">
            <a:extLst>
              <a:ext uri="{FF2B5EF4-FFF2-40B4-BE49-F238E27FC236}">
                <a16:creationId xmlns:a16="http://schemas.microsoft.com/office/drawing/2014/main" id="{334452D9-C285-46AB-8843-962F1752B7CD}"/>
              </a:ext>
            </a:extLst>
          </p:cNvPr>
          <p:cNvSpPr/>
          <p:nvPr/>
        </p:nvSpPr>
        <p:spPr>
          <a:xfrm>
            <a:off x="4092488" y="3971666"/>
            <a:ext cx="1698652" cy="674504"/>
          </a:xfrm>
          <a:prstGeom prst="ellipse">
            <a:avLst/>
          </a:prstGeom>
          <a:noFill/>
          <a:ln w="19050">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0" name="椭圆 29">
            <a:extLst>
              <a:ext uri="{FF2B5EF4-FFF2-40B4-BE49-F238E27FC236}">
                <a16:creationId xmlns:a16="http://schemas.microsoft.com/office/drawing/2014/main" id="{BF45242D-8EC0-4AF4-87B8-6603B62A8429}"/>
              </a:ext>
            </a:extLst>
          </p:cNvPr>
          <p:cNvSpPr/>
          <p:nvPr/>
        </p:nvSpPr>
        <p:spPr>
          <a:xfrm>
            <a:off x="4110784" y="6083242"/>
            <a:ext cx="1698652" cy="674504"/>
          </a:xfrm>
          <a:prstGeom prst="ellipse">
            <a:avLst/>
          </a:prstGeom>
          <a:noFill/>
          <a:ln w="19050">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172512128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a:extLst>
              <a:ext uri="{FF2B5EF4-FFF2-40B4-BE49-F238E27FC236}">
                <a16:creationId xmlns:a16="http://schemas.microsoft.com/office/drawing/2014/main" id="{BB814841-A811-42CC-B2F4-8A346DCC4CF4}"/>
              </a:ext>
            </a:extLst>
          </p:cNvPr>
          <p:cNvSpPr>
            <a:spLocks noGrp="1"/>
          </p:cNvSpPr>
          <p:nvPr>
            <p:ph type="title"/>
          </p:nvPr>
        </p:nvSpPr>
        <p:spPr/>
        <p:txBody>
          <a:bodyPr/>
          <a:lstStyle/>
          <a:p>
            <a:r>
              <a:rPr lang="zh-CN" altLang="en-US" dirty="0"/>
              <a:t> 二叉树定价：可赎回债（</a:t>
            </a:r>
            <a:r>
              <a:rPr lang="en-US" altLang="zh-CN" dirty="0"/>
              <a:t>1</a:t>
            </a:r>
            <a:r>
              <a:rPr lang="zh-CN" altLang="en-US" dirty="0"/>
              <a:t>）</a:t>
            </a:r>
          </a:p>
        </p:txBody>
      </p:sp>
      <p:sp>
        <p:nvSpPr>
          <p:cNvPr id="7" name="文本占位符 6">
            <a:extLst>
              <a:ext uri="{FF2B5EF4-FFF2-40B4-BE49-F238E27FC236}">
                <a16:creationId xmlns:a16="http://schemas.microsoft.com/office/drawing/2014/main" id="{9F463EB5-D794-4735-ACB6-572F0CAFFA59}"/>
              </a:ext>
            </a:extLst>
          </p:cNvPr>
          <p:cNvSpPr>
            <a:spLocks noGrp="1"/>
          </p:cNvSpPr>
          <p:nvPr>
            <p:ph type="body" idx="1"/>
          </p:nvPr>
        </p:nvSpPr>
        <p:spPr>
          <a:xfrm>
            <a:off x="949497" y="1503885"/>
            <a:ext cx="15466444" cy="1071278"/>
          </a:xfrm>
        </p:spPr>
        <p:txBody>
          <a:bodyPr/>
          <a:lstStyle/>
          <a:p>
            <a:pPr>
              <a:lnSpc>
                <a:spcPct val="100000"/>
              </a:lnSpc>
            </a:pPr>
            <a:r>
              <a:rPr lang="zh-CN" altLang="en-US" sz="2400" dirty="0"/>
              <a:t>一只新发可赎回债，票息</a:t>
            </a:r>
            <a:r>
              <a:rPr lang="en-US" altLang="zh-CN" sz="2400" dirty="0"/>
              <a:t>4.0%</a:t>
            </a:r>
            <a:r>
              <a:rPr lang="zh-CN" altLang="en-US" sz="2400" dirty="0"/>
              <a:t>，</a:t>
            </a:r>
            <a:r>
              <a:rPr lang="zh-CN" altLang="en-US" sz="2400" dirty="0">
                <a:solidFill>
                  <a:srgbClr val="0070C0"/>
                </a:solidFill>
              </a:rPr>
              <a:t>第</a:t>
            </a:r>
            <a:r>
              <a:rPr lang="en-US" altLang="zh-CN" sz="2400" dirty="0">
                <a:solidFill>
                  <a:srgbClr val="0070C0"/>
                </a:solidFill>
              </a:rPr>
              <a:t>2</a:t>
            </a:r>
            <a:r>
              <a:rPr lang="zh-CN" altLang="en-US" sz="2400" dirty="0">
                <a:solidFill>
                  <a:srgbClr val="0070C0"/>
                </a:solidFill>
              </a:rPr>
              <a:t>年末发行人可按</a:t>
            </a:r>
            <a:r>
              <a:rPr lang="en-US" altLang="zh-CN" sz="2400" dirty="0">
                <a:solidFill>
                  <a:srgbClr val="0070C0"/>
                </a:solidFill>
              </a:rPr>
              <a:t>101</a:t>
            </a:r>
            <a:r>
              <a:rPr lang="zh-CN" altLang="en-US" sz="2400" dirty="0">
                <a:solidFill>
                  <a:srgbClr val="0070C0"/>
                </a:solidFill>
              </a:rPr>
              <a:t>元买回所发债券</a:t>
            </a:r>
            <a:r>
              <a:rPr lang="zh-CN" altLang="en-US" sz="2400" dirty="0"/>
              <a:t>。目前，市场</a:t>
            </a:r>
            <a:r>
              <a:rPr lang="en-US" altLang="zh-CN" sz="2400" dirty="0"/>
              <a:t>1</a:t>
            </a:r>
            <a:r>
              <a:rPr lang="zh-CN" altLang="en-US" sz="2400" dirty="0"/>
              <a:t>年收益率为</a:t>
            </a:r>
            <a:r>
              <a:rPr lang="en-US" altLang="zh-CN" sz="2400" dirty="0"/>
              <a:t>3.5%</a:t>
            </a:r>
            <a:r>
              <a:rPr lang="zh-CN" altLang="en-US" sz="2400" dirty="0"/>
              <a:t>，市场波动率</a:t>
            </a:r>
            <a:r>
              <a:rPr lang="en-US" altLang="zh-CN" sz="2400" dirty="0"/>
              <a:t>20%</a:t>
            </a:r>
            <a:r>
              <a:rPr lang="zh-CN" altLang="en-US" sz="2400" dirty="0"/>
              <a:t>。采取二叉树定价方法，该只债券的合理价格为多少？</a:t>
            </a:r>
          </a:p>
        </p:txBody>
      </p:sp>
      <p:sp>
        <p:nvSpPr>
          <p:cNvPr id="279" name="内容占位符 278">
            <a:extLst>
              <a:ext uri="{FF2B5EF4-FFF2-40B4-BE49-F238E27FC236}">
                <a16:creationId xmlns:a16="http://schemas.microsoft.com/office/drawing/2014/main" id="{A634BDDB-DA48-486D-BAC4-A701F38CE265}"/>
              </a:ext>
            </a:extLst>
          </p:cNvPr>
          <p:cNvSpPr>
            <a:spLocks noGrp="1"/>
          </p:cNvSpPr>
          <p:nvPr>
            <p:ph sz="quarter" idx="4"/>
          </p:nvPr>
        </p:nvSpPr>
        <p:spPr/>
        <p:txBody>
          <a:bodyPr>
            <a:normAutofit/>
          </a:bodyPr>
          <a:lstStyle/>
          <a:p>
            <a:pPr marL="457200" indent="-457200">
              <a:buFont typeface="+mj-lt"/>
              <a:buAutoNum type="arabicPeriod"/>
            </a:pPr>
            <a:r>
              <a:rPr lang="zh-CN" altLang="en-US" dirty="0"/>
              <a:t>该券</a:t>
            </a:r>
            <a:r>
              <a:rPr lang="en-US" altLang="zh-CN" dirty="0"/>
              <a:t>2</a:t>
            </a:r>
            <a:r>
              <a:rPr lang="zh-CN" altLang="en-US" dirty="0"/>
              <a:t>年到期，所以</a:t>
            </a:r>
            <a:r>
              <a:rPr lang="en-US" altLang="zh-CN" dirty="0"/>
              <a:t>2</a:t>
            </a:r>
            <a:r>
              <a:rPr lang="zh-CN" altLang="en-US" dirty="0"/>
              <a:t>年末的各状态价格都为</a:t>
            </a:r>
            <a:r>
              <a:rPr lang="en-US" altLang="zh-CN" dirty="0"/>
              <a:t>100</a:t>
            </a:r>
            <a:r>
              <a:rPr lang="zh-CN" altLang="en-US" dirty="0"/>
              <a:t>元</a:t>
            </a:r>
            <a:endParaRPr lang="en-US" altLang="zh-CN" dirty="0"/>
          </a:p>
          <a:p>
            <a:pPr marL="457200" indent="-457200">
              <a:buFont typeface="+mj-lt"/>
              <a:buAutoNum type="arabicPeriod"/>
            </a:pPr>
            <a:endParaRPr lang="en-US" altLang="zh-CN" dirty="0"/>
          </a:p>
          <a:p>
            <a:pPr marL="457200" indent="-457200">
              <a:buFont typeface="+mj-lt"/>
              <a:buAutoNum type="arabicPeriod"/>
            </a:pPr>
            <a:r>
              <a:rPr lang="zh-CN" altLang="en-US" dirty="0"/>
              <a:t>根据波动率与收益率变动的关系，</a:t>
            </a:r>
            <a:endParaRPr lang="en-US" altLang="zh-CN" dirty="0"/>
          </a:p>
          <a:p>
            <a:pPr marL="457198" lvl="1" indent="0">
              <a:buNone/>
            </a:pPr>
            <a:r>
              <a:rPr lang="en-US" altLang="zh-CN" sz="2000" dirty="0" err="1">
                <a:solidFill>
                  <a:srgbClr val="00B050"/>
                </a:solidFill>
              </a:rPr>
              <a:t>fL</a:t>
            </a:r>
            <a:r>
              <a:rPr lang="en-US" altLang="zh-CN" sz="2000" dirty="0">
                <a:solidFill>
                  <a:srgbClr val="00B050"/>
                </a:solidFill>
              </a:rPr>
              <a:t>=3.5%*</a:t>
            </a:r>
            <a:r>
              <a:rPr lang="en-US" altLang="zh-CN" sz="2000" dirty="0" err="1">
                <a:solidFill>
                  <a:srgbClr val="00B050"/>
                </a:solidFill>
              </a:rPr>
              <a:t>exp</a:t>
            </a:r>
            <a:r>
              <a:rPr lang="en-US" altLang="zh-CN" sz="2000" dirty="0">
                <a:solidFill>
                  <a:srgbClr val="00B050"/>
                </a:solidFill>
              </a:rPr>
              <a:t>{-20%}=4.27%</a:t>
            </a:r>
            <a:r>
              <a:rPr lang="zh-CN" altLang="en-US" sz="2000" dirty="0">
                <a:solidFill>
                  <a:srgbClr val="00B050"/>
                </a:solidFill>
              </a:rPr>
              <a:t>；</a:t>
            </a:r>
            <a:r>
              <a:rPr lang="en-US" altLang="zh-CN" sz="2000" dirty="0">
                <a:solidFill>
                  <a:srgbClr val="00B050"/>
                </a:solidFill>
              </a:rPr>
              <a:t> </a:t>
            </a:r>
            <a:r>
              <a:rPr lang="en-US" altLang="zh-CN" sz="2000" dirty="0" err="1">
                <a:solidFill>
                  <a:srgbClr val="00B050"/>
                </a:solidFill>
              </a:rPr>
              <a:t>fH</a:t>
            </a:r>
            <a:r>
              <a:rPr lang="en-US" altLang="zh-CN" sz="2000" dirty="0">
                <a:solidFill>
                  <a:srgbClr val="00B050"/>
                </a:solidFill>
              </a:rPr>
              <a:t>=2.87%</a:t>
            </a:r>
          </a:p>
          <a:p>
            <a:pPr marL="457198" lvl="1" indent="0">
              <a:buNone/>
            </a:pPr>
            <a:r>
              <a:rPr lang="en-US" altLang="zh-CN" sz="2000" dirty="0" err="1">
                <a:solidFill>
                  <a:srgbClr val="00B050"/>
                </a:solidFill>
              </a:rPr>
              <a:t>fLL</a:t>
            </a:r>
            <a:r>
              <a:rPr lang="en-US" altLang="zh-CN" sz="2000" dirty="0">
                <a:solidFill>
                  <a:srgbClr val="00B050"/>
                </a:solidFill>
              </a:rPr>
              <a:t>=3.5%*</a:t>
            </a:r>
            <a:r>
              <a:rPr lang="en-US" altLang="zh-CN" sz="2000" dirty="0" err="1">
                <a:solidFill>
                  <a:srgbClr val="00B050"/>
                </a:solidFill>
              </a:rPr>
              <a:t>exp</a:t>
            </a:r>
            <a:r>
              <a:rPr lang="en-US" altLang="zh-CN" sz="2000" dirty="0">
                <a:solidFill>
                  <a:srgbClr val="00B050"/>
                </a:solidFill>
              </a:rPr>
              <a:t>{2</a:t>
            </a:r>
            <a:r>
              <a:rPr lang="zh-CN" altLang="en-US" sz="2000" dirty="0">
                <a:solidFill>
                  <a:srgbClr val="00B050"/>
                </a:solidFill>
              </a:rPr>
              <a:t>*</a:t>
            </a:r>
            <a:r>
              <a:rPr lang="en-US" altLang="zh-CN" sz="2000" dirty="0">
                <a:solidFill>
                  <a:srgbClr val="00B050"/>
                </a:solidFill>
              </a:rPr>
              <a:t>-20%}=2.35%</a:t>
            </a:r>
            <a:r>
              <a:rPr lang="zh-CN" altLang="en-US" sz="2000" dirty="0">
                <a:solidFill>
                  <a:srgbClr val="00B050"/>
                </a:solidFill>
              </a:rPr>
              <a:t>；</a:t>
            </a:r>
            <a:r>
              <a:rPr lang="en-US" altLang="zh-CN" sz="2000" dirty="0" err="1">
                <a:solidFill>
                  <a:srgbClr val="00B050"/>
                </a:solidFill>
              </a:rPr>
              <a:t>fLH</a:t>
            </a:r>
            <a:r>
              <a:rPr lang="en-US" altLang="zh-CN" sz="2000" dirty="0">
                <a:solidFill>
                  <a:srgbClr val="00B050"/>
                </a:solidFill>
              </a:rPr>
              <a:t>=5.22%</a:t>
            </a:r>
          </a:p>
          <a:p>
            <a:pPr marL="457198" lvl="1" indent="0">
              <a:buNone/>
            </a:pPr>
            <a:endParaRPr lang="en-US" altLang="zh-CN" sz="2000" dirty="0">
              <a:solidFill>
                <a:srgbClr val="00B050"/>
              </a:solidFill>
            </a:endParaRPr>
          </a:p>
          <a:p>
            <a:pPr marL="457200" indent="-457200">
              <a:buFont typeface="+mj-lt"/>
              <a:buAutoNum type="arabicPeriod"/>
            </a:pPr>
            <a:r>
              <a:rPr lang="zh-CN" altLang="en-US" dirty="0"/>
              <a:t>根据贴现公式，可求出第</a:t>
            </a:r>
            <a:r>
              <a:rPr lang="en-US" altLang="zh-CN" dirty="0"/>
              <a:t>2</a:t>
            </a:r>
            <a:r>
              <a:rPr lang="zh-CN" altLang="en-US" dirty="0"/>
              <a:t>、</a:t>
            </a:r>
            <a:r>
              <a:rPr lang="en-US" altLang="zh-CN" dirty="0"/>
              <a:t>1</a:t>
            </a:r>
            <a:r>
              <a:rPr lang="zh-CN" altLang="en-US" dirty="0"/>
              <a:t>年末和当前价值</a:t>
            </a:r>
            <a:endParaRPr lang="en-US" altLang="zh-CN" dirty="0"/>
          </a:p>
          <a:p>
            <a:pPr marL="457198" lvl="1" indent="0">
              <a:buNone/>
            </a:pPr>
            <a:r>
              <a:rPr lang="en-US" altLang="zh-CN" sz="2000" dirty="0">
                <a:solidFill>
                  <a:srgbClr val="C00000"/>
                </a:solidFill>
              </a:rPr>
              <a:t>PHH=98.84</a:t>
            </a:r>
            <a:r>
              <a:rPr lang="zh-CN" altLang="en-US" sz="2000" dirty="0">
                <a:solidFill>
                  <a:srgbClr val="C00000"/>
                </a:solidFill>
              </a:rPr>
              <a:t>；</a:t>
            </a:r>
            <a:r>
              <a:rPr lang="en-US" altLang="zh-CN" sz="2000" dirty="0">
                <a:solidFill>
                  <a:srgbClr val="C00000"/>
                </a:solidFill>
              </a:rPr>
              <a:t>PHL=100.48</a:t>
            </a:r>
            <a:r>
              <a:rPr lang="zh-CN" altLang="en-US" sz="2000" dirty="0">
                <a:solidFill>
                  <a:srgbClr val="C00000"/>
                </a:solidFill>
              </a:rPr>
              <a:t>；</a:t>
            </a:r>
            <a:r>
              <a:rPr lang="en-US" altLang="zh-CN" sz="2000" dirty="0">
                <a:solidFill>
                  <a:srgbClr val="C00000"/>
                </a:solidFill>
              </a:rPr>
              <a:t>PLL=101.61</a:t>
            </a:r>
          </a:p>
          <a:p>
            <a:pPr marL="457198" lvl="1" indent="0">
              <a:buNone/>
            </a:pPr>
            <a:r>
              <a:rPr lang="en-US" altLang="zh-CN" sz="2000" dirty="0">
                <a:solidFill>
                  <a:srgbClr val="0070C0"/>
                </a:solidFill>
              </a:rPr>
              <a:t>PH=0.5*(98.84+4+100.48+4)/(1+4.27%)=99.41</a:t>
            </a:r>
            <a:r>
              <a:rPr lang="zh-CN" altLang="en-US" sz="2000" dirty="0">
                <a:solidFill>
                  <a:srgbClr val="0070C0"/>
                </a:solidFill>
              </a:rPr>
              <a:t>；</a:t>
            </a:r>
            <a:r>
              <a:rPr lang="en-US" altLang="zh-CN" sz="2000" dirty="0">
                <a:solidFill>
                  <a:srgbClr val="0070C0"/>
                </a:solidFill>
              </a:rPr>
              <a:t>PL=101.83</a:t>
            </a:r>
          </a:p>
          <a:p>
            <a:pPr marL="457198" lvl="1" indent="0">
              <a:buNone/>
            </a:pPr>
            <a:r>
              <a:rPr lang="en-US" altLang="zh-CN" sz="2000" dirty="0">
                <a:solidFill>
                  <a:srgbClr val="7030A0"/>
                </a:solidFill>
              </a:rPr>
              <a:t>P0=0.5*(101.83+4+99.41+4)/(1+3.5%)=101.08</a:t>
            </a:r>
            <a:endParaRPr lang="en-US" altLang="zh-CN" dirty="0">
              <a:solidFill>
                <a:srgbClr val="7030A0"/>
              </a:solidFill>
            </a:endParaRPr>
          </a:p>
          <a:p>
            <a:pPr marL="457200" indent="-457200">
              <a:buFont typeface="+mj-lt"/>
              <a:buAutoNum type="arabicPeriod"/>
            </a:pPr>
            <a:endParaRPr lang="en-US" altLang="zh-CN" dirty="0"/>
          </a:p>
        </p:txBody>
      </p:sp>
      <p:cxnSp>
        <p:nvCxnSpPr>
          <p:cNvPr id="56" name="直接箭头连接符 55">
            <a:extLst>
              <a:ext uri="{FF2B5EF4-FFF2-40B4-BE49-F238E27FC236}">
                <a16:creationId xmlns:a16="http://schemas.microsoft.com/office/drawing/2014/main" id="{F426B4B1-76D3-43F5-88D5-4DC180125342}"/>
              </a:ext>
            </a:extLst>
          </p:cNvPr>
          <p:cNvCxnSpPr>
            <a:cxnSpLocks/>
            <a:stCxn id="62" idx="3"/>
            <a:endCxn id="63" idx="1"/>
          </p:cNvCxnSpPr>
          <p:nvPr/>
        </p:nvCxnSpPr>
        <p:spPr>
          <a:xfrm flipV="1">
            <a:off x="2045413" y="4807052"/>
            <a:ext cx="142910" cy="1080446"/>
          </a:xfrm>
          <a:prstGeom prst="straightConnector1">
            <a:avLst/>
          </a:prstGeom>
          <a:ln w="28575">
            <a:solidFill>
              <a:schemeClr val="tx1">
                <a:lumMod val="50000"/>
                <a:lumOff val="50000"/>
              </a:schemeClr>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57" name="直接箭头连接符 56">
            <a:extLst>
              <a:ext uri="{FF2B5EF4-FFF2-40B4-BE49-F238E27FC236}">
                <a16:creationId xmlns:a16="http://schemas.microsoft.com/office/drawing/2014/main" id="{24BC47E2-DA24-434A-A678-A8613745C91B}"/>
              </a:ext>
            </a:extLst>
          </p:cNvPr>
          <p:cNvCxnSpPr>
            <a:cxnSpLocks/>
            <a:stCxn id="63" idx="3"/>
            <a:endCxn id="155" idx="1"/>
          </p:cNvCxnSpPr>
          <p:nvPr/>
        </p:nvCxnSpPr>
        <p:spPr>
          <a:xfrm flipV="1">
            <a:off x="3890919" y="3892242"/>
            <a:ext cx="202283" cy="914810"/>
          </a:xfrm>
          <a:prstGeom prst="straightConnector1">
            <a:avLst/>
          </a:prstGeom>
          <a:ln w="28575">
            <a:solidFill>
              <a:schemeClr val="tx1">
                <a:lumMod val="50000"/>
                <a:lumOff val="50000"/>
              </a:schemeClr>
            </a:solidFill>
            <a:prstDash val="solid"/>
            <a:tailEnd type="triangle" w="lg" len="lg"/>
          </a:ln>
        </p:spPr>
        <p:style>
          <a:lnRef idx="1">
            <a:schemeClr val="accent1"/>
          </a:lnRef>
          <a:fillRef idx="0">
            <a:schemeClr val="accent1"/>
          </a:fillRef>
          <a:effectRef idx="0">
            <a:schemeClr val="accent1"/>
          </a:effectRef>
          <a:fontRef idx="minor">
            <a:schemeClr val="tx1"/>
          </a:fontRef>
        </p:style>
      </p:cxnSp>
      <p:cxnSp>
        <p:nvCxnSpPr>
          <p:cNvPr id="59" name="直接箭头连接符 58">
            <a:extLst>
              <a:ext uri="{FF2B5EF4-FFF2-40B4-BE49-F238E27FC236}">
                <a16:creationId xmlns:a16="http://schemas.microsoft.com/office/drawing/2014/main" id="{8745CDF0-E2F2-4E82-9117-8E4D1FC38713}"/>
              </a:ext>
            </a:extLst>
          </p:cNvPr>
          <p:cNvCxnSpPr>
            <a:cxnSpLocks/>
            <a:stCxn id="62" idx="3"/>
            <a:endCxn id="64" idx="1"/>
          </p:cNvCxnSpPr>
          <p:nvPr/>
        </p:nvCxnSpPr>
        <p:spPr>
          <a:xfrm>
            <a:off x="2045413" y="5887498"/>
            <a:ext cx="130172" cy="1068444"/>
          </a:xfrm>
          <a:prstGeom prst="straightConnector1">
            <a:avLst/>
          </a:prstGeom>
          <a:ln w="28575">
            <a:solidFill>
              <a:schemeClr val="tx1">
                <a:lumMod val="50000"/>
                <a:lumOff val="50000"/>
              </a:schemeClr>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61" name="直接箭头连接符 60">
            <a:extLst>
              <a:ext uri="{FF2B5EF4-FFF2-40B4-BE49-F238E27FC236}">
                <a16:creationId xmlns:a16="http://schemas.microsoft.com/office/drawing/2014/main" id="{1AE67CDD-4951-4030-96E9-5670D12E6860}"/>
              </a:ext>
            </a:extLst>
          </p:cNvPr>
          <p:cNvCxnSpPr>
            <a:cxnSpLocks/>
            <a:stCxn id="63" idx="3"/>
            <a:endCxn id="169" idx="1"/>
          </p:cNvCxnSpPr>
          <p:nvPr/>
        </p:nvCxnSpPr>
        <p:spPr>
          <a:xfrm>
            <a:off x="3890919" y="4807052"/>
            <a:ext cx="201569" cy="1211193"/>
          </a:xfrm>
          <a:prstGeom prst="straightConnector1">
            <a:avLst/>
          </a:prstGeom>
          <a:ln w="28575">
            <a:solidFill>
              <a:schemeClr val="tx1">
                <a:lumMod val="50000"/>
                <a:lumOff val="50000"/>
              </a:schemeClr>
            </a:solidFill>
            <a:prstDash val="solid"/>
            <a:tailEnd type="triangle" w="lg" len="lg"/>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62" name="矩形 61">
                <a:extLst>
                  <a:ext uri="{FF2B5EF4-FFF2-40B4-BE49-F238E27FC236}">
                    <a16:creationId xmlns:a16="http://schemas.microsoft.com/office/drawing/2014/main" id="{AD2AE919-3623-4D35-BADF-564E88D40753}"/>
                  </a:ext>
                </a:extLst>
              </p:cNvPr>
              <p:cNvSpPr/>
              <p:nvPr/>
            </p:nvSpPr>
            <p:spPr>
              <a:xfrm>
                <a:off x="267794" y="5425833"/>
                <a:ext cx="1777619" cy="923330"/>
              </a:xfrm>
              <a:prstGeom prst="rect">
                <a:avLst/>
              </a:prstGeom>
              <a:ln>
                <a:solidFill>
                  <a:schemeClr val="tx1"/>
                </a:solidFill>
              </a:ln>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altLang="zh-CN" sz="1800" b="1" i="1" smtClean="0">
                              <a:solidFill>
                                <a:schemeClr val="tx1">
                                  <a:lumMod val="75000"/>
                                  <a:lumOff val="25000"/>
                                </a:schemeClr>
                              </a:solidFill>
                              <a:latin typeface="Cambria Math" panose="02040503050406030204" pitchFamily="18" charset="0"/>
                            </a:rPr>
                          </m:ctrlPr>
                        </m:sSubPr>
                        <m:e>
                          <m:r>
                            <a:rPr lang="en-US" altLang="zh-CN" sz="1800" b="1" i="1" smtClean="0">
                              <a:solidFill>
                                <a:schemeClr val="tx1">
                                  <a:lumMod val="75000"/>
                                  <a:lumOff val="25000"/>
                                </a:schemeClr>
                              </a:solidFill>
                              <a:latin typeface="Cambria Math" panose="02040503050406030204" pitchFamily="18" charset="0"/>
                            </a:rPr>
                            <m:t>𝒇</m:t>
                          </m:r>
                        </m:e>
                        <m:sub>
                          <m:r>
                            <a:rPr lang="en-US" altLang="zh-CN" sz="1800" b="1" i="1" smtClean="0">
                              <a:solidFill>
                                <a:schemeClr val="tx1">
                                  <a:lumMod val="75000"/>
                                  <a:lumOff val="25000"/>
                                </a:schemeClr>
                              </a:solidFill>
                              <a:latin typeface="Cambria Math" panose="02040503050406030204" pitchFamily="18" charset="0"/>
                            </a:rPr>
                            <m:t>𝟎</m:t>
                          </m:r>
                        </m:sub>
                      </m:sSub>
                      <m:r>
                        <a:rPr lang="en-US" altLang="zh-CN" sz="1800" b="1" i="1" smtClean="0">
                          <a:solidFill>
                            <a:schemeClr val="tx1">
                              <a:lumMod val="75000"/>
                              <a:lumOff val="25000"/>
                            </a:schemeClr>
                          </a:solidFill>
                          <a:latin typeface="Cambria Math" panose="02040503050406030204" pitchFamily="18" charset="0"/>
                        </a:rPr>
                        <m:t>=</m:t>
                      </m:r>
                      <m:r>
                        <a:rPr lang="en-US" altLang="zh-CN" sz="1800" b="1" i="1" smtClean="0">
                          <a:solidFill>
                            <a:schemeClr val="tx1">
                              <a:lumMod val="75000"/>
                              <a:lumOff val="25000"/>
                            </a:schemeClr>
                          </a:solidFill>
                          <a:latin typeface="Cambria Math" panose="02040503050406030204" pitchFamily="18" charset="0"/>
                        </a:rPr>
                        <m:t>𝟑</m:t>
                      </m:r>
                      <m:r>
                        <a:rPr lang="en-US" altLang="zh-CN" sz="1800" b="1" i="1" smtClean="0">
                          <a:solidFill>
                            <a:schemeClr val="tx1">
                              <a:lumMod val="75000"/>
                              <a:lumOff val="25000"/>
                            </a:schemeClr>
                          </a:solidFill>
                          <a:latin typeface="Cambria Math" panose="02040503050406030204" pitchFamily="18" charset="0"/>
                        </a:rPr>
                        <m:t>.</m:t>
                      </m:r>
                      <m:r>
                        <a:rPr lang="en-US" altLang="zh-CN" sz="1800" b="1" i="1" smtClean="0">
                          <a:solidFill>
                            <a:schemeClr val="tx1">
                              <a:lumMod val="75000"/>
                              <a:lumOff val="25000"/>
                            </a:schemeClr>
                          </a:solidFill>
                          <a:latin typeface="Cambria Math" panose="02040503050406030204" pitchFamily="18" charset="0"/>
                        </a:rPr>
                        <m:t>𝟓</m:t>
                      </m:r>
                      <m:r>
                        <a:rPr lang="en-US" altLang="zh-CN" sz="1800" b="1" i="1" smtClean="0">
                          <a:solidFill>
                            <a:schemeClr val="tx1">
                              <a:lumMod val="75000"/>
                              <a:lumOff val="25000"/>
                            </a:schemeClr>
                          </a:solidFill>
                          <a:latin typeface="Cambria Math" panose="02040503050406030204" pitchFamily="18" charset="0"/>
                        </a:rPr>
                        <m:t>%</m:t>
                      </m:r>
                    </m:oMath>
                  </m:oMathPara>
                </a14:m>
                <a:endParaRPr lang="en-US" altLang="zh-CN" sz="1800" b="1" dirty="0">
                  <a:solidFill>
                    <a:schemeClr val="tx1">
                      <a:lumMod val="75000"/>
                      <a:lumOff val="25000"/>
                    </a:schemeClr>
                  </a:solidFill>
                </a:endParaRPr>
              </a:p>
              <a:p>
                <a:pPr/>
                <a14:m>
                  <m:oMathPara xmlns:m="http://schemas.openxmlformats.org/officeDocument/2006/math">
                    <m:oMathParaPr>
                      <m:jc m:val="centerGroup"/>
                    </m:oMathParaPr>
                    <m:oMath xmlns:m="http://schemas.openxmlformats.org/officeDocument/2006/math">
                      <m:r>
                        <a:rPr lang="en-US" altLang="zh-CN" sz="1800" b="1" i="1" smtClean="0">
                          <a:solidFill>
                            <a:schemeClr val="tx1">
                              <a:lumMod val="75000"/>
                              <a:lumOff val="25000"/>
                            </a:schemeClr>
                          </a:solidFill>
                          <a:latin typeface="Cambria Math" panose="02040503050406030204" pitchFamily="18" charset="0"/>
                        </a:rPr>
                        <m:t>𝑪</m:t>
                      </m:r>
                      <m:r>
                        <a:rPr lang="en-US" altLang="zh-CN" sz="1800" b="1" i="1">
                          <a:solidFill>
                            <a:schemeClr val="tx1">
                              <a:lumMod val="75000"/>
                              <a:lumOff val="25000"/>
                            </a:schemeClr>
                          </a:solidFill>
                          <a:latin typeface="Cambria Math" panose="02040503050406030204" pitchFamily="18" charset="0"/>
                        </a:rPr>
                        <m:t>=</m:t>
                      </m:r>
                      <m:r>
                        <a:rPr lang="en-US" altLang="zh-CN" sz="1800" b="1" i="1" smtClean="0">
                          <a:solidFill>
                            <a:schemeClr val="tx1">
                              <a:lumMod val="75000"/>
                              <a:lumOff val="25000"/>
                            </a:schemeClr>
                          </a:solidFill>
                          <a:latin typeface="Cambria Math" panose="02040503050406030204" pitchFamily="18" charset="0"/>
                        </a:rPr>
                        <m:t>𝟎</m:t>
                      </m:r>
                    </m:oMath>
                  </m:oMathPara>
                </a14:m>
                <a:endParaRPr lang="en-US" altLang="zh-CN" sz="1800" b="1" dirty="0">
                  <a:solidFill>
                    <a:schemeClr val="tx1">
                      <a:lumMod val="75000"/>
                      <a:lumOff val="25000"/>
                    </a:schemeClr>
                  </a:solidFill>
                </a:endParaRPr>
              </a:p>
              <a:p>
                <a:pPr/>
                <a14:m>
                  <m:oMathPara xmlns:m="http://schemas.openxmlformats.org/officeDocument/2006/math">
                    <m:oMathParaPr>
                      <m:jc m:val="centerGroup"/>
                    </m:oMathParaPr>
                    <m:oMath xmlns:m="http://schemas.openxmlformats.org/officeDocument/2006/math">
                      <m:sSub>
                        <m:sSubPr>
                          <m:ctrlPr>
                            <a:rPr lang="en-US" altLang="zh-CN" sz="1800" b="1" i="1" smtClean="0">
                              <a:solidFill>
                                <a:srgbClr val="7030A0"/>
                              </a:solidFill>
                              <a:latin typeface="Cambria Math" panose="02040503050406030204" pitchFamily="18" charset="0"/>
                            </a:rPr>
                          </m:ctrlPr>
                        </m:sSubPr>
                        <m:e>
                          <m:r>
                            <a:rPr lang="en-US" altLang="zh-CN" sz="1800" b="1" i="1">
                              <a:solidFill>
                                <a:srgbClr val="7030A0"/>
                              </a:solidFill>
                              <a:latin typeface="Cambria Math" panose="02040503050406030204" pitchFamily="18" charset="0"/>
                            </a:rPr>
                            <m:t>𝑷</m:t>
                          </m:r>
                        </m:e>
                        <m:sub>
                          <m:r>
                            <a:rPr lang="en-US" altLang="zh-CN" sz="1800" b="1" i="1">
                              <a:solidFill>
                                <a:srgbClr val="7030A0"/>
                              </a:solidFill>
                              <a:latin typeface="Cambria Math" panose="02040503050406030204" pitchFamily="18" charset="0"/>
                            </a:rPr>
                            <m:t>𝟎</m:t>
                          </m:r>
                        </m:sub>
                      </m:sSub>
                      <m:r>
                        <a:rPr lang="en-US" altLang="zh-CN" sz="1800" b="1" i="1">
                          <a:solidFill>
                            <a:srgbClr val="7030A0"/>
                          </a:solidFill>
                          <a:latin typeface="Cambria Math" panose="02040503050406030204" pitchFamily="18" charset="0"/>
                        </a:rPr>
                        <m:t>=</m:t>
                      </m:r>
                      <m:r>
                        <a:rPr lang="en-US" altLang="zh-CN" sz="1800" b="1" i="0" smtClean="0">
                          <a:solidFill>
                            <a:srgbClr val="7030A0"/>
                          </a:solidFill>
                          <a:latin typeface="Cambria Math" panose="02040503050406030204" pitchFamily="18" charset="0"/>
                        </a:rPr>
                        <m:t>𝟏𝟎𝟏</m:t>
                      </m:r>
                      <m:r>
                        <a:rPr lang="en-US" altLang="zh-CN" sz="1800" b="1" i="0" smtClean="0">
                          <a:solidFill>
                            <a:srgbClr val="7030A0"/>
                          </a:solidFill>
                          <a:latin typeface="Cambria Math" panose="02040503050406030204" pitchFamily="18" charset="0"/>
                        </a:rPr>
                        <m:t>.</m:t>
                      </m:r>
                      <m:r>
                        <a:rPr lang="en-US" altLang="zh-CN" sz="1800" b="1" i="0" smtClean="0">
                          <a:solidFill>
                            <a:srgbClr val="7030A0"/>
                          </a:solidFill>
                          <a:latin typeface="Cambria Math" panose="02040503050406030204" pitchFamily="18" charset="0"/>
                        </a:rPr>
                        <m:t>𝟎𝟖</m:t>
                      </m:r>
                    </m:oMath>
                  </m:oMathPara>
                </a14:m>
                <a:endParaRPr lang="zh-CN" altLang="en-US" sz="1800" b="1" dirty="0">
                  <a:solidFill>
                    <a:srgbClr val="7030A0"/>
                  </a:solidFill>
                </a:endParaRPr>
              </a:p>
            </p:txBody>
          </p:sp>
        </mc:Choice>
        <mc:Fallback xmlns="">
          <p:sp>
            <p:nvSpPr>
              <p:cNvPr id="62" name="矩形 61">
                <a:extLst>
                  <a:ext uri="{FF2B5EF4-FFF2-40B4-BE49-F238E27FC236}">
                    <a16:creationId xmlns:a16="http://schemas.microsoft.com/office/drawing/2014/main" id="{AD2AE919-3623-4D35-BADF-564E88D40753}"/>
                  </a:ext>
                </a:extLst>
              </p:cNvPr>
              <p:cNvSpPr>
                <a:spLocks noRot="1" noChangeAspect="1" noMove="1" noResize="1" noEditPoints="1" noAdjustHandles="1" noChangeArrowheads="1" noChangeShapeType="1" noTextEdit="1"/>
              </p:cNvSpPr>
              <p:nvPr/>
            </p:nvSpPr>
            <p:spPr>
              <a:xfrm>
                <a:off x="267794" y="5425833"/>
                <a:ext cx="1777619" cy="923330"/>
              </a:xfrm>
              <a:prstGeom prst="rect">
                <a:avLst/>
              </a:prstGeom>
              <a:blipFill>
                <a:blip r:embed="rId3"/>
                <a:stretch>
                  <a:fillRect/>
                </a:stretch>
              </a:blipFill>
              <a:ln>
                <a:solidFill>
                  <a:schemeClr val="tx1"/>
                </a:solidFill>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63" name="矩形 62">
                <a:extLst>
                  <a:ext uri="{FF2B5EF4-FFF2-40B4-BE49-F238E27FC236}">
                    <a16:creationId xmlns:a16="http://schemas.microsoft.com/office/drawing/2014/main" id="{F5E5ED31-812F-43B4-8EDD-A417CC37EB1B}"/>
                  </a:ext>
                </a:extLst>
              </p:cNvPr>
              <p:cNvSpPr/>
              <p:nvPr/>
            </p:nvSpPr>
            <p:spPr>
              <a:xfrm>
                <a:off x="2188323" y="4345387"/>
                <a:ext cx="1702596" cy="923330"/>
              </a:xfrm>
              <a:prstGeom prst="rect">
                <a:avLst/>
              </a:prstGeom>
              <a:ln>
                <a:solidFill>
                  <a:schemeClr val="tx1"/>
                </a:solidFill>
              </a:ln>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altLang="zh-CN" sz="1800" b="1" i="1" smtClean="0">
                              <a:solidFill>
                                <a:srgbClr val="00B050"/>
                              </a:solidFill>
                              <a:latin typeface="Cambria Math" panose="02040503050406030204" pitchFamily="18" charset="0"/>
                            </a:rPr>
                          </m:ctrlPr>
                        </m:sSubPr>
                        <m:e>
                          <m:r>
                            <a:rPr lang="en-US" altLang="zh-CN" sz="1800" b="1" i="1" smtClean="0">
                              <a:solidFill>
                                <a:srgbClr val="00B050"/>
                              </a:solidFill>
                              <a:latin typeface="Cambria Math" panose="02040503050406030204" pitchFamily="18" charset="0"/>
                            </a:rPr>
                            <m:t>𝒇</m:t>
                          </m:r>
                        </m:e>
                        <m:sub>
                          <m:r>
                            <a:rPr lang="en-US" altLang="zh-CN" sz="1800" b="1" i="1" smtClean="0">
                              <a:solidFill>
                                <a:srgbClr val="00B050"/>
                              </a:solidFill>
                              <a:latin typeface="Cambria Math" panose="02040503050406030204" pitchFamily="18" charset="0"/>
                            </a:rPr>
                            <m:t>𝑯</m:t>
                          </m:r>
                        </m:sub>
                      </m:sSub>
                      <m:r>
                        <a:rPr lang="en-US" altLang="zh-CN" sz="1800" b="1" i="1" smtClean="0">
                          <a:solidFill>
                            <a:srgbClr val="00B050"/>
                          </a:solidFill>
                          <a:latin typeface="Cambria Math" panose="02040503050406030204" pitchFamily="18" charset="0"/>
                        </a:rPr>
                        <m:t>=</m:t>
                      </m:r>
                      <m:r>
                        <a:rPr lang="en-US" altLang="zh-CN" sz="1800" b="1" i="1" smtClean="0">
                          <a:solidFill>
                            <a:srgbClr val="00B050"/>
                          </a:solidFill>
                          <a:latin typeface="Cambria Math" panose="02040503050406030204" pitchFamily="18" charset="0"/>
                        </a:rPr>
                        <m:t>𝟒</m:t>
                      </m:r>
                      <m:r>
                        <a:rPr lang="en-US" altLang="zh-CN" sz="1800" b="1" i="1" smtClean="0">
                          <a:solidFill>
                            <a:srgbClr val="00B050"/>
                          </a:solidFill>
                          <a:latin typeface="Cambria Math" panose="02040503050406030204" pitchFamily="18" charset="0"/>
                        </a:rPr>
                        <m:t>.</m:t>
                      </m:r>
                      <m:r>
                        <a:rPr lang="en-US" altLang="zh-CN" sz="1800" b="1" i="1" smtClean="0">
                          <a:solidFill>
                            <a:srgbClr val="00B050"/>
                          </a:solidFill>
                          <a:latin typeface="Cambria Math" panose="02040503050406030204" pitchFamily="18" charset="0"/>
                        </a:rPr>
                        <m:t>𝟐𝟕</m:t>
                      </m:r>
                      <m:r>
                        <a:rPr lang="en-US" altLang="zh-CN" sz="1800" b="1" i="1" smtClean="0">
                          <a:solidFill>
                            <a:srgbClr val="00B050"/>
                          </a:solidFill>
                          <a:latin typeface="Cambria Math" panose="02040503050406030204" pitchFamily="18" charset="0"/>
                        </a:rPr>
                        <m:t>%</m:t>
                      </m:r>
                    </m:oMath>
                  </m:oMathPara>
                </a14:m>
                <a:endParaRPr lang="en-US" altLang="zh-CN" sz="1800" b="1" dirty="0">
                  <a:solidFill>
                    <a:srgbClr val="00B050"/>
                  </a:solidFill>
                </a:endParaRPr>
              </a:p>
              <a:p>
                <a:pPr/>
                <a14:m>
                  <m:oMathPara xmlns:m="http://schemas.openxmlformats.org/officeDocument/2006/math">
                    <m:oMathParaPr>
                      <m:jc m:val="centerGroup"/>
                    </m:oMathParaPr>
                    <m:oMath xmlns:m="http://schemas.openxmlformats.org/officeDocument/2006/math">
                      <m:r>
                        <a:rPr lang="en-US" altLang="zh-CN" sz="1800" b="1" i="1" smtClean="0">
                          <a:solidFill>
                            <a:schemeClr val="tx1">
                              <a:lumMod val="75000"/>
                              <a:lumOff val="25000"/>
                            </a:schemeClr>
                          </a:solidFill>
                          <a:latin typeface="Cambria Math" panose="02040503050406030204" pitchFamily="18" charset="0"/>
                        </a:rPr>
                        <m:t>𝑪</m:t>
                      </m:r>
                      <m:r>
                        <a:rPr lang="en-US" altLang="zh-CN" sz="1800" b="1" i="1">
                          <a:solidFill>
                            <a:schemeClr val="tx1">
                              <a:lumMod val="75000"/>
                              <a:lumOff val="25000"/>
                            </a:schemeClr>
                          </a:solidFill>
                          <a:latin typeface="Cambria Math" panose="02040503050406030204" pitchFamily="18" charset="0"/>
                        </a:rPr>
                        <m:t>=</m:t>
                      </m:r>
                      <m:r>
                        <a:rPr lang="en-US" altLang="zh-CN" sz="1800" b="1" i="1" smtClean="0">
                          <a:solidFill>
                            <a:schemeClr val="tx1">
                              <a:lumMod val="75000"/>
                              <a:lumOff val="25000"/>
                            </a:schemeClr>
                          </a:solidFill>
                          <a:latin typeface="Cambria Math" panose="02040503050406030204" pitchFamily="18" charset="0"/>
                        </a:rPr>
                        <m:t>𝟒</m:t>
                      </m:r>
                    </m:oMath>
                  </m:oMathPara>
                </a14:m>
                <a:endParaRPr lang="en-US" altLang="zh-CN" sz="1800" b="1" dirty="0">
                  <a:solidFill>
                    <a:schemeClr val="tx1">
                      <a:lumMod val="75000"/>
                      <a:lumOff val="25000"/>
                    </a:schemeClr>
                  </a:solidFill>
                </a:endParaRPr>
              </a:p>
              <a:p>
                <a:pPr/>
                <a14:m>
                  <m:oMathPara xmlns:m="http://schemas.openxmlformats.org/officeDocument/2006/math">
                    <m:oMathParaPr>
                      <m:jc m:val="centerGroup"/>
                    </m:oMathParaPr>
                    <m:oMath xmlns:m="http://schemas.openxmlformats.org/officeDocument/2006/math">
                      <m:sSub>
                        <m:sSubPr>
                          <m:ctrlPr>
                            <a:rPr lang="en-US" altLang="zh-CN" sz="1800" b="1" i="1" smtClean="0">
                              <a:solidFill>
                                <a:srgbClr val="0070C0"/>
                              </a:solidFill>
                              <a:latin typeface="Cambria Math" panose="02040503050406030204" pitchFamily="18" charset="0"/>
                            </a:rPr>
                          </m:ctrlPr>
                        </m:sSubPr>
                        <m:e>
                          <m:r>
                            <a:rPr lang="en-US" altLang="zh-CN" sz="1800" b="1" i="1" smtClean="0">
                              <a:solidFill>
                                <a:srgbClr val="0070C0"/>
                              </a:solidFill>
                              <a:latin typeface="Cambria Math" panose="02040503050406030204" pitchFamily="18" charset="0"/>
                            </a:rPr>
                            <m:t>𝑷</m:t>
                          </m:r>
                        </m:e>
                        <m:sub>
                          <m:r>
                            <a:rPr lang="en-US" altLang="zh-CN" sz="1800" b="1" i="1" smtClean="0">
                              <a:solidFill>
                                <a:srgbClr val="0070C0"/>
                              </a:solidFill>
                              <a:latin typeface="Cambria Math" panose="02040503050406030204" pitchFamily="18" charset="0"/>
                            </a:rPr>
                            <m:t>𝑯</m:t>
                          </m:r>
                        </m:sub>
                      </m:sSub>
                      <m:r>
                        <a:rPr lang="en-US" altLang="zh-CN" sz="1800" b="1" i="1">
                          <a:solidFill>
                            <a:srgbClr val="0070C0"/>
                          </a:solidFill>
                          <a:latin typeface="Cambria Math" panose="02040503050406030204" pitchFamily="18" charset="0"/>
                        </a:rPr>
                        <m:t>=</m:t>
                      </m:r>
                      <m:r>
                        <a:rPr lang="en-US" altLang="zh-CN" sz="1800" b="1" i="0" smtClean="0">
                          <a:solidFill>
                            <a:srgbClr val="0070C0"/>
                          </a:solidFill>
                          <a:latin typeface="Cambria Math" panose="02040503050406030204" pitchFamily="18" charset="0"/>
                        </a:rPr>
                        <m:t>𝟗𝟗</m:t>
                      </m:r>
                      <m:r>
                        <a:rPr lang="en-US" altLang="zh-CN" sz="1800" b="1" i="0" smtClean="0">
                          <a:solidFill>
                            <a:srgbClr val="0070C0"/>
                          </a:solidFill>
                          <a:latin typeface="Cambria Math" panose="02040503050406030204" pitchFamily="18" charset="0"/>
                        </a:rPr>
                        <m:t>.</m:t>
                      </m:r>
                      <m:r>
                        <a:rPr lang="en-US" altLang="zh-CN" sz="1800" b="1" i="0" smtClean="0">
                          <a:solidFill>
                            <a:srgbClr val="0070C0"/>
                          </a:solidFill>
                          <a:latin typeface="Cambria Math" panose="02040503050406030204" pitchFamily="18" charset="0"/>
                        </a:rPr>
                        <m:t>𝟒𝟏</m:t>
                      </m:r>
                    </m:oMath>
                  </m:oMathPara>
                </a14:m>
                <a:endParaRPr lang="zh-CN" altLang="en-US" sz="1800" b="1" dirty="0">
                  <a:solidFill>
                    <a:srgbClr val="0070C0"/>
                  </a:solidFill>
                </a:endParaRPr>
              </a:p>
            </p:txBody>
          </p:sp>
        </mc:Choice>
        <mc:Fallback xmlns="">
          <p:sp>
            <p:nvSpPr>
              <p:cNvPr id="63" name="矩形 62">
                <a:extLst>
                  <a:ext uri="{FF2B5EF4-FFF2-40B4-BE49-F238E27FC236}">
                    <a16:creationId xmlns:a16="http://schemas.microsoft.com/office/drawing/2014/main" id="{F5E5ED31-812F-43B4-8EDD-A417CC37EB1B}"/>
                  </a:ext>
                </a:extLst>
              </p:cNvPr>
              <p:cNvSpPr>
                <a:spLocks noRot="1" noChangeAspect="1" noMove="1" noResize="1" noEditPoints="1" noAdjustHandles="1" noChangeArrowheads="1" noChangeShapeType="1" noTextEdit="1"/>
              </p:cNvSpPr>
              <p:nvPr/>
            </p:nvSpPr>
            <p:spPr>
              <a:xfrm>
                <a:off x="2188323" y="4345387"/>
                <a:ext cx="1702596" cy="923330"/>
              </a:xfrm>
              <a:prstGeom prst="rect">
                <a:avLst/>
              </a:prstGeom>
              <a:blipFill>
                <a:blip r:embed="rId4"/>
                <a:stretch>
                  <a:fillRect/>
                </a:stretch>
              </a:blipFill>
              <a:ln>
                <a:solidFill>
                  <a:schemeClr val="tx1"/>
                </a:solidFill>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64" name="矩形 63">
                <a:extLst>
                  <a:ext uri="{FF2B5EF4-FFF2-40B4-BE49-F238E27FC236}">
                    <a16:creationId xmlns:a16="http://schemas.microsoft.com/office/drawing/2014/main" id="{95CEE78F-6782-405A-8828-8844CFE562AB}"/>
                  </a:ext>
                </a:extLst>
              </p:cNvPr>
              <p:cNvSpPr/>
              <p:nvPr/>
            </p:nvSpPr>
            <p:spPr>
              <a:xfrm>
                <a:off x="2175585" y="6494277"/>
                <a:ext cx="1693521" cy="923330"/>
              </a:xfrm>
              <a:prstGeom prst="rect">
                <a:avLst/>
              </a:prstGeom>
              <a:ln>
                <a:solidFill>
                  <a:schemeClr val="tx1"/>
                </a:solidFill>
              </a:ln>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altLang="zh-CN" sz="1800" b="1" i="1" smtClean="0">
                              <a:solidFill>
                                <a:srgbClr val="00B050"/>
                              </a:solidFill>
                              <a:latin typeface="Cambria Math" panose="02040503050406030204" pitchFamily="18" charset="0"/>
                            </a:rPr>
                          </m:ctrlPr>
                        </m:sSubPr>
                        <m:e>
                          <m:r>
                            <a:rPr lang="en-US" altLang="zh-CN" sz="1800" b="1" i="1" smtClean="0">
                              <a:solidFill>
                                <a:srgbClr val="00B050"/>
                              </a:solidFill>
                              <a:latin typeface="Cambria Math" panose="02040503050406030204" pitchFamily="18" charset="0"/>
                            </a:rPr>
                            <m:t>𝒇</m:t>
                          </m:r>
                        </m:e>
                        <m:sub>
                          <m:r>
                            <a:rPr lang="en-US" altLang="zh-CN" sz="1800" b="1" i="1" smtClean="0">
                              <a:solidFill>
                                <a:srgbClr val="00B050"/>
                              </a:solidFill>
                              <a:latin typeface="Cambria Math" panose="02040503050406030204" pitchFamily="18" charset="0"/>
                            </a:rPr>
                            <m:t>𝑳</m:t>
                          </m:r>
                        </m:sub>
                      </m:sSub>
                      <m:r>
                        <a:rPr lang="en-US" altLang="zh-CN" sz="1800" b="1" i="1" smtClean="0">
                          <a:solidFill>
                            <a:srgbClr val="00B050"/>
                          </a:solidFill>
                          <a:latin typeface="Cambria Math" panose="02040503050406030204" pitchFamily="18" charset="0"/>
                        </a:rPr>
                        <m:t>=</m:t>
                      </m:r>
                      <m:r>
                        <a:rPr lang="en-US" altLang="zh-CN" sz="1800" b="1" i="1" smtClean="0">
                          <a:solidFill>
                            <a:srgbClr val="00B050"/>
                          </a:solidFill>
                          <a:latin typeface="Cambria Math" panose="02040503050406030204" pitchFamily="18" charset="0"/>
                        </a:rPr>
                        <m:t>𝟐</m:t>
                      </m:r>
                      <m:r>
                        <a:rPr lang="en-US" altLang="zh-CN" sz="1800" b="1" i="1" smtClean="0">
                          <a:solidFill>
                            <a:srgbClr val="00B050"/>
                          </a:solidFill>
                          <a:latin typeface="Cambria Math" panose="02040503050406030204" pitchFamily="18" charset="0"/>
                        </a:rPr>
                        <m:t>.</m:t>
                      </m:r>
                      <m:r>
                        <a:rPr lang="en-US" altLang="zh-CN" sz="1800" b="1" i="1" smtClean="0">
                          <a:solidFill>
                            <a:srgbClr val="00B050"/>
                          </a:solidFill>
                          <a:latin typeface="Cambria Math" panose="02040503050406030204" pitchFamily="18" charset="0"/>
                        </a:rPr>
                        <m:t>𝟖𝟕</m:t>
                      </m:r>
                      <m:r>
                        <a:rPr lang="en-US" altLang="zh-CN" sz="1800" b="1" i="1" smtClean="0">
                          <a:solidFill>
                            <a:srgbClr val="00B050"/>
                          </a:solidFill>
                          <a:latin typeface="Cambria Math" panose="02040503050406030204" pitchFamily="18" charset="0"/>
                        </a:rPr>
                        <m:t>%</m:t>
                      </m:r>
                    </m:oMath>
                  </m:oMathPara>
                </a14:m>
                <a:endParaRPr lang="en-US" altLang="zh-CN" sz="1800" b="1" dirty="0">
                  <a:solidFill>
                    <a:srgbClr val="00B050"/>
                  </a:solidFill>
                </a:endParaRPr>
              </a:p>
              <a:p>
                <a:pPr/>
                <a14:m>
                  <m:oMathPara xmlns:m="http://schemas.openxmlformats.org/officeDocument/2006/math">
                    <m:oMathParaPr>
                      <m:jc m:val="centerGroup"/>
                    </m:oMathParaPr>
                    <m:oMath xmlns:m="http://schemas.openxmlformats.org/officeDocument/2006/math">
                      <m:r>
                        <a:rPr lang="en-US" altLang="zh-CN" sz="1800" b="1" i="1" smtClean="0">
                          <a:solidFill>
                            <a:schemeClr val="tx1">
                              <a:lumMod val="75000"/>
                              <a:lumOff val="25000"/>
                            </a:schemeClr>
                          </a:solidFill>
                          <a:latin typeface="Cambria Math" panose="02040503050406030204" pitchFamily="18" charset="0"/>
                        </a:rPr>
                        <m:t>𝑪</m:t>
                      </m:r>
                      <m:r>
                        <a:rPr lang="en-US" altLang="zh-CN" sz="1800" b="1" i="1">
                          <a:solidFill>
                            <a:schemeClr val="tx1">
                              <a:lumMod val="75000"/>
                              <a:lumOff val="25000"/>
                            </a:schemeClr>
                          </a:solidFill>
                          <a:latin typeface="Cambria Math" panose="02040503050406030204" pitchFamily="18" charset="0"/>
                        </a:rPr>
                        <m:t>=</m:t>
                      </m:r>
                      <m:r>
                        <a:rPr lang="en-US" altLang="zh-CN" sz="1800" b="1" i="1" smtClean="0">
                          <a:solidFill>
                            <a:schemeClr val="tx1">
                              <a:lumMod val="75000"/>
                              <a:lumOff val="25000"/>
                            </a:schemeClr>
                          </a:solidFill>
                          <a:latin typeface="Cambria Math" panose="02040503050406030204" pitchFamily="18" charset="0"/>
                        </a:rPr>
                        <m:t>𝟒</m:t>
                      </m:r>
                    </m:oMath>
                  </m:oMathPara>
                </a14:m>
                <a:endParaRPr lang="en-US" altLang="zh-CN" sz="1800" b="1" dirty="0">
                  <a:solidFill>
                    <a:schemeClr val="tx1">
                      <a:lumMod val="75000"/>
                      <a:lumOff val="25000"/>
                    </a:schemeClr>
                  </a:solidFill>
                </a:endParaRPr>
              </a:p>
              <a:p>
                <a:pPr/>
                <a14:m>
                  <m:oMathPara xmlns:m="http://schemas.openxmlformats.org/officeDocument/2006/math">
                    <m:oMathParaPr>
                      <m:jc m:val="centerGroup"/>
                    </m:oMathParaPr>
                    <m:oMath xmlns:m="http://schemas.openxmlformats.org/officeDocument/2006/math">
                      <m:sSub>
                        <m:sSubPr>
                          <m:ctrlPr>
                            <a:rPr lang="en-US" altLang="zh-CN" sz="1800" b="1" i="1" smtClean="0">
                              <a:solidFill>
                                <a:srgbClr val="0070C0"/>
                              </a:solidFill>
                              <a:latin typeface="Cambria Math" panose="02040503050406030204" pitchFamily="18" charset="0"/>
                            </a:rPr>
                          </m:ctrlPr>
                        </m:sSubPr>
                        <m:e>
                          <m:r>
                            <a:rPr lang="en-US" altLang="zh-CN" sz="1800" b="1" i="1" smtClean="0">
                              <a:solidFill>
                                <a:srgbClr val="0070C0"/>
                              </a:solidFill>
                              <a:latin typeface="Cambria Math" panose="02040503050406030204" pitchFamily="18" charset="0"/>
                            </a:rPr>
                            <m:t>𝑷</m:t>
                          </m:r>
                        </m:e>
                        <m:sub>
                          <m:r>
                            <a:rPr lang="en-US" altLang="zh-CN" sz="1800" b="1" i="1" smtClean="0">
                              <a:solidFill>
                                <a:srgbClr val="0070C0"/>
                              </a:solidFill>
                              <a:latin typeface="Cambria Math" panose="02040503050406030204" pitchFamily="18" charset="0"/>
                            </a:rPr>
                            <m:t>𝑳</m:t>
                          </m:r>
                        </m:sub>
                      </m:sSub>
                      <m:r>
                        <a:rPr lang="en-US" altLang="zh-CN" sz="1800" b="1" i="1">
                          <a:solidFill>
                            <a:srgbClr val="0070C0"/>
                          </a:solidFill>
                          <a:latin typeface="Cambria Math" panose="02040503050406030204" pitchFamily="18" charset="0"/>
                        </a:rPr>
                        <m:t>=</m:t>
                      </m:r>
                      <m:r>
                        <a:rPr lang="en-US" altLang="zh-CN" sz="1800" b="1" i="1" smtClean="0">
                          <a:solidFill>
                            <a:srgbClr val="0070C0"/>
                          </a:solidFill>
                          <a:latin typeface="Cambria Math" panose="02040503050406030204" pitchFamily="18" charset="0"/>
                        </a:rPr>
                        <m:t>𝟏𝟎𝟏</m:t>
                      </m:r>
                      <m:r>
                        <a:rPr lang="en-US" altLang="zh-CN" sz="1800" b="1" i="1" smtClean="0">
                          <a:solidFill>
                            <a:srgbClr val="0070C0"/>
                          </a:solidFill>
                          <a:latin typeface="Cambria Math" panose="02040503050406030204" pitchFamily="18" charset="0"/>
                        </a:rPr>
                        <m:t>.</m:t>
                      </m:r>
                      <m:r>
                        <a:rPr lang="en-US" altLang="zh-CN" sz="1800" b="1" i="1" smtClean="0">
                          <a:solidFill>
                            <a:srgbClr val="0070C0"/>
                          </a:solidFill>
                          <a:latin typeface="Cambria Math" panose="02040503050406030204" pitchFamily="18" charset="0"/>
                        </a:rPr>
                        <m:t>𝟖𝟑</m:t>
                      </m:r>
                    </m:oMath>
                  </m:oMathPara>
                </a14:m>
                <a:endParaRPr lang="zh-CN" altLang="en-US" sz="1800" b="1" dirty="0">
                  <a:solidFill>
                    <a:srgbClr val="0070C0"/>
                  </a:solidFill>
                </a:endParaRPr>
              </a:p>
            </p:txBody>
          </p:sp>
        </mc:Choice>
        <mc:Fallback xmlns="">
          <p:sp>
            <p:nvSpPr>
              <p:cNvPr id="64" name="矩形 63">
                <a:extLst>
                  <a:ext uri="{FF2B5EF4-FFF2-40B4-BE49-F238E27FC236}">
                    <a16:creationId xmlns:a16="http://schemas.microsoft.com/office/drawing/2014/main" id="{95CEE78F-6782-405A-8828-8844CFE562AB}"/>
                  </a:ext>
                </a:extLst>
              </p:cNvPr>
              <p:cNvSpPr>
                <a:spLocks noRot="1" noChangeAspect="1" noMove="1" noResize="1" noEditPoints="1" noAdjustHandles="1" noChangeArrowheads="1" noChangeShapeType="1" noTextEdit="1"/>
              </p:cNvSpPr>
              <p:nvPr/>
            </p:nvSpPr>
            <p:spPr>
              <a:xfrm>
                <a:off x="2175585" y="6494277"/>
                <a:ext cx="1693521" cy="923330"/>
              </a:xfrm>
              <a:prstGeom prst="rect">
                <a:avLst/>
              </a:prstGeom>
              <a:blipFill>
                <a:blip r:embed="rId5"/>
                <a:stretch>
                  <a:fillRect/>
                </a:stretch>
              </a:blipFill>
              <a:ln>
                <a:solidFill>
                  <a:schemeClr val="tx1"/>
                </a:solidFill>
              </a:ln>
            </p:spPr>
            <p:txBody>
              <a:bodyPr/>
              <a:lstStyle/>
              <a:p>
                <a:r>
                  <a:rPr lang="zh-CN" altLang="en-US">
                    <a:noFill/>
                  </a:rPr>
                  <a:t> </a:t>
                </a:r>
              </a:p>
            </p:txBody>
          </p:sp>
        </mc:Fallback>
      </mc:AlternateContent>
      <p:cxnSp>
        <p:nvCxnSpPr>
          <p:cNvPr id="153" name="直接箭头连接符 152">
            <a:extLst>
              <a:ext uri="{FF2B5EF4-FFF2-40B4-BE49-F238E27FC236}">
                <a16:creationId xmlns:a16="http://schemas.microsoft.com/office/drawing/2014/main" id="{704871B4-2098-4FDF-B73C-E374D1CE1B15}"/>
              </a:ext>
            </a:extLst>
          </p:cNvPr>
          <p:cNvCxnSpPr>
            <a:cxnSpLocks/>
            <a:stCxn id="155" idx="3"/>
            <a:endCxn id="156" idx="1"/>
          </p:cNvCxnSpPr>
          <p:nvPr/>
        </p:nvCxnSpPr>
        <p:spPr>
          <a:xfrm flipV="1">
            <a:off x="5870821" y="3460306"/>
            <a:ext cx="361146" cy="431936"/>
          </a:xfrm>
          <a:prstGeom prst="straightConnector1">
            <a:avLst/>
          </a:prstGeom>
          <a:ln w="28575">
            <a:solidFill>
              <a:schemeClr val="tx1">
                <a:lumMod val="50000"/>
                <a:lumOff val="50000"/>
              </a:schemeClr>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154" name="直接箭头连接符 153">
            <a:extLst>
              <a:ext uri="{FF2B5EF4-FFF2-40B4-BE49-F238E27FC236}">
                <a16:creationId xmlns:a16="http://schemas.microsoft.com/office/drawing/2014/main" id="{AD8BC1E1-0467-4AE6-82D4-9542C07121EB}"/>
              </a:ext>
            </a:extLst>
          </p:cNvPr>
          <p:cNvCxnSpPr>
            <a:cxnSpLocks/>
            <a:stCxn id="155" idx="3"/>
            <a:endCxn id="157" idx="1"/>
          </p:cNvCxnSpPr>
          <p:nvPr/>
        </p:nvCxnSpPr>
        <p:spPr>
          <a:xfrm>
            <a:off x="5870821" y="3892242"/>
            <a:ext cx="361146" cy="435909"/>
          </a:xfrm>
          <a:prstGeom prst="straightConnector1">
            <a:avLst/>
          </a:prstGeom>
          <a:ln w="28575">
            <a:solidFill>
              <a:schemeClr val="tx1">
                <a:lumMod val="50000"/>
                <a:lumOff val="50000"/>
              </a:schemeClr>
            </a:solidFill>
            <a:tailEnd type="triangle" w="lg" len="lg"/>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55" name="矩形 154">
                <a:extLst>
                  <a:ext uri="{FF2B5EF4-FFF2-40B4-BE49-F238E27FC236}">
                    <a16:creationId xmlns:a16="http://schemas.microsoft.com/office/drawing/2014/main" id="{1141EEF5-B8C2-4F90-A495-A02D6DABDD1C}"/>
                  </a:ext>
                </a:extLst>
              </p:cNvPr>
              <p:cNvSpPr/>
              <p:nvPr/>
            </p:nvSpPr>
            <p:spPr>
              <a:xfrm>
                <a:off x="4093202" y="3430577"/>
                <a:ext cx="1777619" cy="923330"/>
              </a:xfrm>
              <a:prstGeom prst="rect">
                <a:avLst/>
              </a:prstGeom>
              <a:ln>
                <a:solidFill>
                  <a:schemeClr val="tx1"/>
                </a:solidFill>
              </a:ln>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altLang="zh-CN" sz="1800" b="1" i="1" smtClean="0">
                              <a:solidFill>
                                <a:srgbClr val="00B050"/>
                              </a:solidFill>
                              <a:latin typeface="Cambria Math" panose="02040503050406030204" pitchFamily="18" charset="0"/>
                            </a:rPr>
                          </m:ctrlPr>
                        </m:sSubPr>
                        <m:e>
                          <m:r>
                            <a:rPr lang="en-US" altLang="zh-CN" sz="1800" b="1" i="1" smtClean="0">
                              <a:solidFill>
                                <a:srgbClr val="00B050"/>
                              </a:solidFill>
                              <a:latin typeface="Cambria Math" panose="02040503050406030204" pitchFamily="18" charset="0"/>
                            </a:rPr>
                            <m:t>𝒇</m:t>
                          </m:r>
                        </m:e>
                        <m:sub>
                          <m:r>
                            <a:rPr lang="en-US" altLang="zh-CN" sz="1800" b="1" i="1" smtClean="0">
                              <a:solidFill>
                                <a:srgbClr val="00B050"/>
                              </a:solidFill>
                              <a:latin typeface="Cambria Math" panose="02040503050406030204" pitchFamily="18" charset="0"/>
                            </a:rPr>
                            <m:t>𝑯𝑯</m:t>
                          </m:r>
                        </m:sub>
                      </m:sSub>
                      <m:r>
                        <a:rPr lang="en-US" altLang="zh-CN" sz="1800" b="1" i="1" smtClean="0">
                          <a:solidFill>
                            <a:srgbClr val="00B050"/>
                          </a:solidFill>
                          <a:latin typeface="Cambria Math" panose="02040503050406030204" pitchFamily="18" charset="0"/>
                        </a:rPr>
                        <m:t>=</m:t>
                      </m:r>
                      <m:r>
                        <a:rPr lang="en-US" altLang="zh-CN" sz="1800" b="1" i="1" smtClean="0">
                          <a:solidFill>
                            <a:srgbClr val="00B050"/>
                          </a:solidFill>
                          <a:latin typeface="Cambria Math" panose="02040503050406030204" pitchFamily="18" charset="0"/>
                        </a:rPr>
                        <m:t>𝟓</m:t>
                      </m:r>
                      <m:r>
                        <a:rPr lang="en-US" altLang="zh-CN" sz="1800" b="1" i="1" smtClean="0">
                          <a:solidFill>
                            <a:srgbClr val="00B050"/>
                          </a:solidFill>
                          <a:latin typeface="Cambria Math" panose="02040503050406030204" pitchFamily="18" charset="0"/>
                        </a:rPr>
                        <m:t>.</m:t>
                      </m:r>
                      <m:r>
                        <a:rPr lang="en-US" altLang="zh-CN" sz="1800" b="1" i="1" smtClean="0">
                          <a:solidFill>
                            <a:srgbClr val="00B050"/>
                          </a:solidFill>
                          <a:latin typeface="Cambria Math" panose="02040503050406030204" pitchFamily="18" charset="0"/>
                        </a:rPr>
                        <m:t>𝟐𝟐</m:t>
                      </m:r>
                      <m:r>
                        <a:rPr lang="en-US" altLang="zh-CN" sz="1800" b="1" i="1" smtClean="0">
                          <a:solidFill>
                            <a:srgbClr val="00B050"/>
                          </a:solidFill>
                          <a:latin typeface="Cambria Math" panose="02040503050406030204" pitchFamily="18" charset="0"/>
                        </a:rPr>
                        <m:t>%</m:t>
                      </m:r>
                    </m:oMath>
                  </m:oMathPara>
                </a14:m>
                <a:endParaRPr lang="en-US" altLang="zh-CN" sz="1800" b="1" dirty="0">
                  <a:solidFill>
                    <a:srgbClr val="00B050"/>
                  </a:solidFill>
                </a:endParaRPr>
              </a:p>
              <a:p>
                <a:pPr/>
                <a14:m>
                  <m:oMathPara xmlns:m="http://schemas.openxmlformats.org/officeDocument/2006/math">
                    <m:oMathParaPr>
                      <m:jc m:val="centerGroup"/>
                    </m:oMathParaPr>
                    <m:oMath xmlns:m="http://schemas.openxmlformats.org/officeDocument/2006/math">
                      <m:r>
                        <a:rPr lang="en-US" altLang="zh-CN" sz="1800" b="1" i="1" smtClean="0">
                          <a:solidFill>
                            <a:schemeClr val="tx1">
                              <a:lumMod val="75000"/>
                              <a:lumOff val="25000"/>
                            </a:schemeClr>
                          </a:solidFill>
                          <a:latin typeface="Cambria Math" panose="02040503050406030204" pitchFamily="18" charset="0"/>
                        </a:rPr>
                        <m:t>𝑪</m:t>
                      </m:r>
                      <m:r>
                        <a:rPr lang="en-US" altLang="zh-CN" sz="1800" b="1" i="1">
                          <a:solidFill>
                            <a:schemeClr val="tx1">
                              <a:lumMod val="75000"/>
                              <a:lumOff val="25000"/>
                            </a:schemeClr>
                          </a:solidFill>
                          <a:latin typeface="Cambria Math" panose="02040503050406030204" pitchFamily="18" charset="0"/>
                        </a:rPr>
                        <m:t>=</m:t>
                      </m:r>
                      <m:r>
                        <a:rPr lang="en-US" altLang="zh-CN" sz="1800" b="1" i="1" smtClean="0">
                          <a:solidFill>
                            <a:schemeClr val="tx1">
                              <a:lumMod val="75000"/>
                              <a:lumOff val="25000"/>
                            </a:schemeClr>
                          </a:solidFill>
                          <a:latin typeface="Cambria Math" panose="02040503050406030204" pitchFamily="18" charset="0"/>
                        </a:rPr>
                        <m:t>𝟒</m:t>
                      </m:r>
                    </m:oMath>
                  </m:oMathPara>
                </a14:m>
                <a:endParaRPr lang="en-US" altLang="zh-CN" sz="1800" b="1" dirty="0">
                  <a:solidFill>
                    <a:schemeClr val="tx1">
                      <a:lumMod val="75000"/>
                      <a:lumOff val="25000"/>
                    </a:schemeClr>
                  </a:solidFill>
                </a:endParaRPr>
              </a:p>
              <a:p>
                <a:pPr/>
                <a14:m>
                  <m:oMathPara xmlns:m="http://schemas.openxmlformats.org/officeDocument/2006/math">
                    <m:oMathParaPr>
                      <m:jc m:val="centerGroup"/>
                    </m:oMathParaPr>
                    <m:oMath xmlns:m="http://schemas.openxmlformats.org/officeDocument/2006/math">
                      <m:sSub>
                        <m:sSubPr>
                          <m:ctrlPr>
                            <a:rPr lang="en-US" altLang="zh-CN" sz="1800" b="1" i="1" smtClean="0">
                              <a:solidFill>
                                <a:srgbClr val="C00000"/>
                              </a:solidFill>
                              <a:latin typeface="Cambria Math" panose="02040503050406030204" pitchFamily="18" charset="0"/>
                            </a:rPr>
                          </m:ctrlPr>
                        </m:sSubPr>
                        <m:e>
                          <m:r>
                            <a:rPr lang="en-US" altLang="zh-CN" sz="1800" b="1" i="1">
                              <a:solidFill>
                                <a:srgbClr val="C00000"/>
                              </a:solidFill>
                              <a:latin typeface="Cambria Math" panose="02040503050406030204" pitchFamily="18" charset="0"/>
                            </a:rPr>
                            <m:t>𝑷</m:t>
                          </m:r>
                        </m:e>
                        <m:sub>
                          <m:r>
                            <a:rPr lang="en-US" altLang="zh-CN" sz="1800" b="1" i="1" smtClean="0">
                              <a:solidFill>
                                <a:srgbClr val="C00000"/>
                              </a:solidFill>
                              <a:latin typeface="Cambria Math" panose="02040503050406030204" pitchFamily="18" charset="0"/>
                            </a:rPr>
                            <m:t>𝑯𝑯</m:t>
                          </m:r>
                        </m:sub>
                      </m:sSub>
                      <m:r>
                        <a:rPr lang="en-US" altLang="zh-CN" sz="1800" b="1" i="1">
                          <a:solidFill>
                            <a:srgbClr val="C00000"/>
                          </a:solidFill>
                          <a:latin typeface="Cambria Math" panose="02040503050406030204" pitchFamily="18" charset="0"/>
                        </a:rPr>
                        <m:t>=</m:t>
                      </m:r>
                      <m:r>
                        <a:rPr lang="en-US" altLang="zh-CN" sz="1800" b="1" i="0" smtClean="0">
                          <a:solidFill>
                            <a:srgbClr val="C00000"/>
                          </a:solidFill>
                          <a:latin typeface="Cambria Math" panose="02040503050406030204" pitchFamily="18" charset="0"/>
                        </a:rPr>
                        <m:t>𝟗𝟖</m:t>
                      </m:r>
                      <m:r>
                        <a:rPr lang="en-US" altLang="zh-CN" sz="1800" b="1" i="0" smtClean="0">
                          <a:solidFill>
                            <a:srgbClr val="C00000"/>
                          </a:solidFill>
                          <a:latin typeface="Cambria Math" panose="02040503050406030204" pitchFamily="18" charset="0"/>
                        </a:rPr>
                        <m:t>.</m:t>
                      </m:r>
                      <m:r>
                        <a:rPr lang="en-US" altLang="zh-CN" sz="1800" b="1" i="0" smtClean="0">
                          <a:solidFill>
                            <a:srgbClr val="C00000"/>
                          </a:solidFill>
                          <a:latin typeface="Cambria Math" panose="02040503050406030204" pitchFamily="18" charset="0"/>
                        </a:rPr>
                        <m:t>𝟖𝟒</m:t>
                      </m:r>
                    </m:oMath>
                  </m:oMathPara>
                </a14:m>
                <a:endParaRPr lang="zh-CN" altLang="en-US" sz="1800" b="1" dirty="0">
                  <a:solidFill>
                    <a:schemeClr val="tx1">
                      <a:lumMod val="75000"/>
                      <a:lumOff val="25000"/>
                    </a:schemeClr>
                  </a:solidFill>
                </a:endParaRPr>
              </a:p>
            </p:txBody>
          </p:sp>
        </mc:Choice>
        <mc:Fallback xmlns="">
          <p:sp>
            <p:nvSpPr>
              <p:cNvPr id="155" name="矩形 154">
                <a:extLst>
                  <a:ext uri="{FF2B5EF4-FFF2-40B4-BE49-F238E27FC236}">
                    <a16:creationId xmlns:a16="http://schemas.microsoft.com/office/drawing/2014/main" id="{1141EEF5-B8C2-4F90-A495-A02D6DABDD1C}"/>
                  </a:ext>
                </a:extLst>
              </p:cNvPr>
              <p:cNvSpPr>
                <a:spLocks noRot="1" noChangeAspect="1" noMove="1" noResize="1" noEditPoints="1" noAdjustHandles="1" noChangeArrowheads="1" noChangeShapeType="1" noTextEdit="1"/>
              </p:cNvSpPr>
              <p:nvPr/>
            </p:nvSpPr>
            <p:spPr>
              <a:xfrm>
                <a:off x="4093202" y="3430577"/>
                <a:ext cx="1777619" cy="923330"/>
              </a:xfrm>
              <a:prstGeom prst="rect">
                <a:avLst/>
              </a:prstGeom>
              <a:blipFill>
                <a:blip r:embed="rId6"/>
                <a:stretch>
                  <a:fillRect/>
                </a:stretch>
              </a:blipFill>
              <a:ln>
                <a:solidFill>
                  <a:schemeClr val="tx1"/>
                </a:solidFill>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56" name="矩形 155">
                <a:extLst>
                  <a:ext uri="{FF2B5EF4-FFF2-40B4-BE49-F238E27FC236}">
                    <a16:creationId xmlns:a16="http://schemas.microsoft.com/office/drawing/2014/main" id="{08586DE9-E4C6-4EC1-BD88-11665AD365DD}"/>
                  </a:ext>
                </a:extLst>
              </p:cNvPr>
              <p:cNvSpPr/>
              <p:nvPr/>
            </p:nvSpPr>
            <p:spPr>
              <a:xfrm>
                <a:off x="6231967" y="2998641"/>
                <a:ext cx="2001219" cy="923330"/>
              </a:xfrm>
              <a:prstGeom prst="rect">
                <a:avLst/>
              </a:prstGeom>
              <a:ln>
                <a:solidFill>
                  <a:schemeClr val="tx1"/>
                </a:solidFill>
              </a:ln>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altLang="zh-CN" sz="1800" b="1" i="1" smtClean="0">
                              <a:solidFill>
                                <a:schemeClr val="tx1">
                                  <a:lumMod val="75000"/>
                                  <a:lumOff val="25000"/>
                                </a:schemeClr>
                              </a:solidFill>
                              <a:latin typeface="Cambria Math" panose="02040503050406030204" pitchFamily="18" charset="0"/>
                            </a:rPr>
                          </m:ctrlPr>
                        </m:sSubPr>
                        <m:e>
                          <m:r>
                            <a:rPr lang="en-US" altLang="zh-CN" sz="1800" b="1" i="1" smtClean="0">
                              <a:solidFill>
                                <a:schemeClr val="tx1">
                                  <a:lumMod val="75000"/>
                                  <a:lumOff val="25000"/>
                                </a:schemeClr>
                              </a:solidFill>
                              <a:latin typeface="Cambria Math" panose="02040503050406030204" pitchFamily="18" charset="0"/>
                            </a:rPr>
                            <m:t>𝒇</m:t>
                          </m:r>
                        </m:e>
                        <m:sub>
                          <m:r>
                            <a:rPr lang="en-US" altLang="zh-CN" sz="1800" b="1" i="1" smtClean="0">
                              <a:solidFill>
                                <a:schemeClr val="tx1">
                                  <a:lumMod val="75000"/>
                                  <a:lumOff val="25000"/>
                                </a:schemeClr>
                              </a:solidFill>
                              <a:latin typeface="Cambria Math" panose="02040503050406030204" pitchFamily="18" charset="0"/>
                            </a:rPr>
                            <m:t>𝑯𝑯𝑯</m:t>
                          </m:r>
                        </m:sub>
                      </m:sSub>
                      <m:r>
                        <a:rPr lang="en-US" altLang="zh-CN" sz="1800" b="1" i="1" smtClean="0">
                          <a:solidFill>
                            <a:schemeClr val="tx1">
                              <a:lumMod val="75000"/>
                              <a:lumOff val="25000"/>
                            </a:schemeClr>
                          </a:solidFill>
                          <a:latin typeface="Cambria Math" panose="02040503050406030204" pitchFamily="18" charset="0"/>
                        </a:rPr>
                        <m:t>=</m:t>
                      </m:r>
                    </m:oMath>
                  </m:oMathPara>
                </a14:m>
                <a:endParaRPr lang="en-US" altLang="zh-CN" sz="1800" b="1" dirty="0">
                  <a:solidFill>
                    <a:schemeClr val="tx1">
                      <a:lumMod val="75000"/>
                      <a:lumOff val="25000"/>
                    </a:schemeClr>
                  </a:solidFill>
                </a:endParaRPr>
              </a:p>
              <a:p>
                <a:pPr/>
                <a14:m>
                  <m:oMathPara xmlns:m="http://schemas.openxmlformats.org/officeDocument/2006/math">
                    <m:oMathParaPr>
                      <m:jc m:val="centerGroup"/>
                    </m:oMathParaPr>
                    <m:oMath xmlns:m="http://schemas.openxmlformats.org/officeDocument/2006/math">
                      <m:r>
                        <a:rPr lang="en-US" altLang="zh-CN" sz="1800" b="1" i="1" smtClean="0">
                          <a:solidFill>
                            <a:schemeClr val="tx1">
                              <a:lumMod val="75000"/>
                              <a:lumOff val="25000"/>
                            </a:schemeClr>
                          </a:solidFill>
                          <a:latin typeface="Cambria Math" panose="02040503050406030204" pitchFamily="18" charset="0"/>
                        </a:rPr>
                        <m:t>𝑪</m:t>
                      </m:r>
                      <m:r>
                        <a:rPr lang="en-US" altLang="zh-CN" sz="1800" b="1" i="1">
                          <a:solidFill>
                            <a:schemeClr val="tx1">
                              <a:lumMod val="75000"/>
                              <a:lumOff val="25000"/>
                            </a:schemeClr>
                          </a:solidFill>
                          <a:latin typeface="Cambria Math" panose="02040503050406030204" pitchFamily="18" charset="0"/>
                        </a:rPr>
                        <m:t>=</m:t>
                      </m:r>
                      <m:r>
                        <a:rPr lang="en-US" altLang="zh-CN" sz="1800" b="1" i="1" smtClean="0">
                          <a:solidFill>
                            <a:schemeClr val="tx1">
                              <a:lumMod val="75000"/>
                              <a:lumOff val="25000"/>
                            </a:schemeClr>
                          </a:solidFill>
                          <a:latin typeface="Cambria Math" panose="02040503050406030204" pitchFamily="18" charset="0"/>
                        </a:rPr>
                        <m:t>𝟒</m:t>
                      </m:r>
                    </m:oMath>
                  </m:oMathPara>
                </a14:m>
                <a:endParaRPr lang="en-US" altLang="zh-CN" sz="1800" b="1" dirty="0">
                  <a:solidFill>
                    <a:schemeClr val="tx1">
                      <a:lumMod val="75000"/>
                      <a:lumOff val="25000"/>
                    </a:schemeClr>
                  </a:solidFill>
                </a:endParaRPr>
              </a:p>
              <a:p>
                <a:pPr/>
                <a14:m>
                  <m:oMathPara xmlns:m="http://schemas.openxmlformats.org/officeDocument/2006/math">
                    <m:oMathParaPr>
                      <m:jc m:val="centerGroup"/>
                    </m:oMathParaPr>
                    <m:oMath xmlns:m="http://schemas.openxmlformats.org/officeDocument/2006/math">
                      <m:sSub>
                        <m:sSubPr>
                          <m:ctrlPr>
                            <a:rPr lang="en-US" altLang="zh-CN" sz="1800" b="1" i="1" smtClean="0">
                              <a:solidFill>
                                <a:schemeClr val="tx1">
                                  <a:lumMod val="75000"/>
                                  <a:lumOff val="25000"/>
                                </a:schemeClr>
                              </a:solidFill>
                              <a:latin typeface="Cambria Math" panose="02040503050406030204" pitchFamily="18" charset="0"/>
                            </a:rPr>
                          </m:ctrlPr>
                        </m:sSubPr>
                        <m:e>
                          <m:r>
                            <a:rPr lang="en-US" altLang="zh-CN" sz="1800" b="1" i="1" smtClean="0">
                              <a:solidFill>
                                <a:schemeClr val="tx1">
                                  <a:lumMod val="75000"/>
                                  <a:lumOff val="25000"/>
                                </a:schemeClr>
                              </a:solidFill>
                              <a:latin typeface="Cambria Math" panose="02040503050406030204" pitchFamily="18" charset="0"/>
                            </a:rPr>
                            <m:t>𝑷</m:t>
                          </m:r>
                        </m:e>
                        <m:sub>
                          <m:r>
                            <a:rPr lang="en-US" altLang="zh-CN" sz="1800" b="1" i="1" smtClean="0">
                              <a:solidFill>
                                <a:schemeClr val="tx1">
                                  <a:lumMod val="75000"/>
                                  <a:lumOff val="25000"/>
                                </a:schemeClr>
                              </a:solidFill>
                              <a:latin typeface="Cambria Math" panose="02040503050406030204" pitchFamily="18" charset="0"/>
                            </a:rPr>
                            <m:t>𝑯𝑯𝑯</m:t>
                          </m:r>
                        </m:sub>
                      </m:sSub>
                      <m:r>
                        <a:rPr lang="en-US" altLang="zh-CN" sz="1800" b="1" i="1">
                          <a:solidFill>
                            <a:schemeClr val="tx1">
                              <a:lumMod val="75000"/>
                              <a:lumOff val="25000"/>
                            </a:schemeClr>
                          </a:solidFill>
                          <a:latin typeface="Cambria Math" panose="02040503050406030204" pitchFamily="18" charset="0"/>
                        </a:rPr>
                        <m:t>=</m:t>
                      </m:r>
                      <m:r>
                        <a:rPr lang="en-US" altLang="zh-CN" sz="1800" b="1" i="0" smtClean="0">
                          <a:solidFill>
                            <a:schemeClr val="tx1">
                              <a:lumMod val="75000"/>
                              <a:lumOff val="25000"/>
                            </a:schemeClr>
                          </a:solidFill>
                          <a:latin typeface="Cambria Math" panose="02040503050406030204" pitchFamily="18" charset="0"/>
                        </a:rPr>
                        <m:t>𝟏𝟎𝟎</m:t>
                      </m:r>
                    </m:oMath>
                  </m:oMathPara>
                </a14:m>
                <a:endParaRPr lang="zh-CN" altLang="en-US" sz="1800" b="1" dirty="0">
                  <a:solidFill>
                    <a:schemeClr val="tx1">
                      <a:lumMod val="75000"/>
                      <a:lumOff val="25000"/>
                    </a:schemeClr>
                  </a:solidFill>
                </a:endParaRPr>
              </a:p>
            </p:txBody>
          </p:sp>
        </mc:Choice>
        <mc:Fallback xmlns="">
          <p:sp>
            <p:nvSpPr>
              <p:cNvPr id="156" name="矩形 155">
                <a:extLst>
                  <a:ext uri="{FF2B5EF4-FFF2-40B4-BE49-F238E27FC236}">
                    <a16:creationId xmlns:a16="http://schemas.microsoft.com/office/drawing/2014/main" id="{08586DE9-E4C6-4EC1-BD88-11665AD365DD}"/>
                  </a:ext>
                </a:extLst>
              </p:cNvPr>
              <p:cNvSpPr>
                <a:spLocks noRot="1" noChangeAspect="1" noMove="1" noResize="1" noEditPoints="1" noAdjustHandles="1" noChangeArrowheads="1" noChangeShapeType="1" noTextEdit="1"/>
              </p:cNvSpPr>
              <p:nvPr/>
            </p:nvSpPr>
            <p:spPr>
              <a:xfrm>
                <a:off x="6231967" y="2998641"/>
                <a:ext cx="2001219" cy="923330"/>
              </a:xfrm>
              <a:prstGeom prst="rect">
                <a:avLst/>
              </a:prstGeom>
              <a:blipFill>
                <a:blip r:embed="rId7"/>
                <a:stretch>
                  <a:fillRect/>
                </a:stretch>
              </a:blipFill>
              <a:ln>
                <a:solidFill>
                  <a:schemeClr val="tx1"/>
                </a:solidFill>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57" name="矩形 156">
                <a:extLst>
                  <a:ext uri="{FF2B5EF4-FFF2-40B4-BE49-F238E27FC236}">
                    <a16:creationId xmlns:a16="http://schemas.microsoft.com/office/drawing/2014/main" id="{2F9C4577-4E3A-41A2-B47C-A899DDA1B074}"/>
                  </a:ext>
                </a:extLst>
              </p:cNvPr>
              <p:cNvSpPr/>
              <p:nvPr/>
            </p:nvSpPr>
            <p:spPr>
              <a:xfrm>
                <a:off x="6231967" y="3866486"/>
                <a:ext cx="2001219" cy="923330"/>
              </a:xfrm>
              <a:prstGeom prst="rect">
                <a:avLst/>
              </a:prstGeom>
              <a:ln>
                <a:solidFill>
                  <a:schemeClr val="tx1"/>
                </a:solidFill>
              </a:ln>
            </p:spPr>
            <p:txBody>
              <a:bodyPr wrap="square">
                <a:spAutoFit/>
              </a:bodyPr>
              <a:lstStyle/>
              <a:p>
                <a:pPr algn="ctr"/>
                <a14:m>
                  <m:oMathPara xmlns:m="http://schemas.openxmlformats.org/officeDocument/2006/math">
                    <m:oMathParaPr>
                      <m:jc m:val="centerGroup"/>
                    </m:oMathParaPr>
                    <m:oMath xmlns:m="http://schemas.openxmlformats.org/officeDocument/2006/math">
                      <m:sSub>
                        <m:sSubPr>
                          <m:ctrlPr>
                            <a:rPr lang="en-US" altLang="zh-CN" sz="1800" b="1" i="1" smtClean="0">
                              <a:solidFill>
                                <a:schemeClr val="tx1">
                                  <a:lumMod val="75000"/>
                                  <a:lumOff val="25000"/>
                                </a:schemeClr>
                              </a:solidFill>
                              <a:latin typeface="Cambria Math" panose="02040503050406030204" pitchFamily="18" charset="0"/>
                            </a:rPr>
                          </m:ctrlPr>
                        </m:sSubPr>
                        <m:e>
                          <m:r>
                            <a:rPr lang="en-US" altLang="zh-CN" sz="1800" b="1" i="1" smtClean="0">
                              <a:solidFill>
                                <a:schemeClr val="tx1">
                                  <a:lumMod val="75000"/>
                                  <a:lumOff val="25000"/>
                                </a:schemeClr>
                              </a:solidFill>
                              <a:latin typeface="Cambria Math" panose="02040503050406030204" pitchFamily="18" charset="0"/>
                            </a:rPr>
                            <m:t>𝒇</m:t>
                          </m:r>
                        </m:e>
                        <m:sub>
                          <m:r>
                            <a:rPr lang="en-US" altLang="zh-CN" sz="1800" b="1" i="1" smtClean="0">
                              <a:solidFill>
                                <a:schemeClr val="tx1">
                                  <a:lumMod val="75000"/>
                                  <a:lumOff val="25000"/>
                                </a:schemeClr>
                              </a:solidFill>
                              <a:latin typeface="Cambria Math" panose="02040503050406030204" pitchFamily="18" charset="0"/>
                            </a:rPr>
                            <m:t>𝑯𝑯𝑳</m:t>
                          </m:r>
                        </m:sub>
                      </m:sSub>
                      <m:r>
                        <a:rPr lang="en-US" altLang="zh-CN" sz="1800" b="1" i="1" smtClean="0">
                          <a:solidFill>
                            <a:schemeClr val="tx1">
                              <a:lumMod val="75000"/>
                              <a:lumOff val="25000"/>
                            </a:schemeClr>
                          </a:solidFill>
                          <a:latin typeface="Cambria Math" panose="02040503050406030204" pitchFamily="18" charset="0"/>
                        </a:rPr>
                        <m:t>=</m:t>
                      </m:r>
                    </m:oMath>
                  </m:oMathPara>
                </a14:m>
                <a:endParaRPr lang="en-US" altLang="zh-CN" sz="1800" b="1" dirty="0">
                  <a:solidFill>
                    <a:schemeClr val="tx1">
                      <a:lumMod val="75000"/>
                      <a:lumOff val="25000"/>
                    </a:schemeClr>
                  </a:solidFill>
                </a:endParaRPr>
              </a:p>
              <a:p>
                <a:pPr algn="ctr"/>
                <a14:m>
                  <m:oMathPara xmlns:m="http://schemas.openxmlformats.org/officeDocument/2006/math">
                    <m:oMathParaPr>
                      <m:jc m:val="centerGroup"/>
                    </m:oMathParaPr>
                    <m:oMath xmlns:m="http://schemas.openxmlformats.org/officeDocument/2006/math">
                      <m:r>
                        <a:rPr lang="en-US" altLang="zh-CN" sz="1800" b="1" i="1" smtClean="0">
                          <a:solidFill>
                            <a:schemeClr val="tx1">
                              <a:lumMod val="75000"/>
                              <a:lumOff val="25000"/>
                            </a:schemeClr>
                          </a:solidFill>
                          <a:latin typeface="Cambria Math" panose="02040503050406030204" pitchFamily="18" charset="0"/>
                        </a:rPr>
                        <m:t>𝑪</m:t>
                      </m:r>
                      <m:r>
                        <a:rPr lang="en-US" altLang="zh-CN" sz="1800" b="1" i="1">
                          <a:solidFill>
                            <a:schemeClr val="tx1">
                              <a:lumMod val="75000"/>
                              <a:lumOff val="25000"/>
                            </a:schemeClr>
                          </a:solidFill>
                          <a:latin typeface="Cambria Math" panose="02040503050406030204" pitchFamily="18" charset="0"/>
                        </a:rPr>
                        <m:t>=</m:t>
                      </m:r>
                      <m:r>
                        <a:rPr lang="en-US" altLang="zh-CN" sz="1800" b="1" i="1" smtClean="0">
                          <a:solidFill>
                            <a:schemeClr val="tx1">
                              <a:lumMod val="75000"/>
                              <a:lumOff val="25000"/>
                            </a:schemeClr>
                          </a:solidFill>
                          <a:latin typeface="Cambria Math" panose="02040503050406030204" pitchFamily="18" charset="0"/>
                        </a:rPr>
                        <m:t>𝟒</m:t>
                      </m:r>
                    </m:oMath>
                  </m:oMathPara>
                </a14:m>
                <a:endParaRPr lang="en-US" altLang="zh-CN" sz="1800" b="1" dirty="0">
                  <a:solidFill>
                    <a:schemeClr val="tx1">
                      <a:lumMod val="75000"/>
                      <a:lumOff val="25000"/>
                    </a:schemeClr>
                  </a:solidFill>
                </a:endParaRPr>
              </a:p>
              <a:p>
                <a:pPr algn="ctr"/>
                <a14:m>
                  <m:oMathPara xmlns:m="http://schemas.openxmlformats.org/officeDocument/2006/math">
                    <m:oMathParaPr>
                      <m:jc m:val="centerGroup"/>
                    </m:oMathParaPr>
                    <m:oMath xmlns:m="http://schemas.openxmlformats.org/officeDocument/2006/math">
                      <m:sSub>
                        <m:sSubPr>
                          <m:ctrlPr>
                            <a:rPr lang="en-US" altLang="zh-CN" sz="1800" b="1" i="1" smtClean="0">
                              <a:solidFill>
                                <a:schemeClr val="tx1">
                                  <a:lumMod val="75000"/>
                                  <a:lumOff val="25000"/>
                                </a:schemeClr>
                              </a:solidFill>
                              <a:latin typeface="Cambria Math" panose="02040503050406030204" pitchFamily="18" charset="0"/>
                            </a:rPr>
                          </m:ctrlPr>
                        </m:sSubPr>
                        <m:e>
                          <m:r>
                            <a:rPr lang="en-US" altLang="zh-CN" sz="1800" b="1" i="1" smtClean="0">
                              <a:solidFill>
                                <a:schemeClr val="tx1">
                                  <a:lumMod val="75000"/>
                                  <a:lumOff val="25000"/>
                                </a:schemeClr>
                              </a:solidFill>
                              <a:latin typeface="Cambria Math" panose="02040503050406030204" pitchFamily="18" charset="0"/>
                            </a:rPr>
                            <m:t>𝑷</m:t>
                          </m:r>
                        </m:e>
                        <m:sub>
                          <m:r>
                            <a:rPr lang="en-US" altLang="zh-CN" sz="1800" b="1" i="1" smtClean="0">
                              <a:solidFill>
                                <a:schemeClr val="tx1">
                                  <a:lumMod val="75000"/>
                                  <a:lumOff val="25000"/>
                                </a:schemeClr>
                              </a:solidFill>
                              <a:latin typeface="Cambria Math" panose="02040503050406030204" pitchFamily="18" charset="0"/>
                            </a:rPr>
                            <m:t>𝑯𝑯𝑳</m:t>
                          </m:r>
                        </m:sub>
                      </m:sSub>
                      <m:r>
                        <a:rPr lang="en-US" altLang="zh-CN" sz="1800" b="1" i="1">
                          <a:solidFill>
                            <a:schemeClr val="tx1">
                              <a:lumMod val="75000"/>
                              <a:lumOff val="25000"/>
                            </a:schemeClr>
                          </a:solidFill>
                          <a:latin typeface="Cambria Math" panose="02040503050406030204" pitchFamily="18" charset="0"/>
                        </a:rPr>
                        <m:t>=</m:t>
                      </m:r>
                      <m:r>
                        <a:rPr lang="en-US" altLang="zh-CN" sz="1800" b="1" i="1" smtClean="0">
                          <a:solidFill>
                            <a:schemeClr val="tx1">
                              <a:lumMod val="75000"/>
                              <a:lumOff val="25000"/>
                            </a:schemeClr>
                          </a:solidFill>
                          <a:latin typeface="Cambria Math" panose="02040503050406030204" pitchFamily="18" charset="0"/>
                        </a:rPr>
                        <m:t>𝟏𝟎𝟎</m:t>
                      </m:r>
                    </m:oMath>
                  </m:oMathPara>
                </a14:m>
                <a:endParaRPr lang="zh-CN" altLang="en-US" sz="1800" b="1" dirty="0">
                  <a:solidFill>
                    <a:schemeClr val="tx1">
                      <a:lumMod val="75000"/>
                      <a:lumOff val="25000"/>
                    </a:schemeClr>
                  </a:solidFill>
                </a:endParaRPr>
              </a:p>
            </p:txBody>
          </p:sp>
        </mc:Choice>
        <mc:Fallback xmlns="">
          <p:sp>
            <p:nvSpPr>
              <p:cNvPr id="157" name="矩形 156">
                <a:extLst>
                  <a:ext uri="{FF2B5EF4-FFF2-40B4-BE49-F238E27FC236}">
                    <a16:creationId xmlns:a16="http://schemas.microsoft.com/office/drawing/2014/main" id="{2F9C4577-4E3A-41A2-B47C-A899DDA1B074}"/>
                  </a:ext>
                </a:extLst>
              </p:cNvPr>
              <p:cNvSpPr>
                <a:spLocks noRot="1" noChangeAspect="1" noMove="1" noResize="1" noEditPoints="1" noAdjustHandles="1" noChangeArrowheads="1" noChangeShapeType="1" noTextEdit="1"/>
              </p:cNvSpPr>
              <p:nvPr/>
            </p:nvSpPr>
            <p:spPr>
              <a:xfrm>
                <a:off x="6231967" y="3866486"/>
                <a:ext cx="2001219" cy="923330"/>
              </a:xfrm>
              <a:prstGeom prst="rect">
                <a:avLst/>
              </a:prstGeom>
              <a:blipFill>
                <a:blip r:embed="rId8"/>
                <a:stretch>
                  <a:fillRect/>
                </a:stretch>
              </a:blipFill>
              <a:ln>
                <a:solidFill>
                  <a:schemeClr val="tx1"/>
                </a:solidFill>
              </a:ln>
            </p:spPr>
            <p:txBody>
              <a:bodyPr/>
              <a:lstStyle/>
              <a:p>
                <a:r>
                  <a:rPr lang="zh-CN" altLang="en-US">
                    <a:noFill/>
                  </a:rPr>
                  <a:t> </a:t>
                </a:r>
              </a:p>
            </p:txBody>
          </p:sp>
        </mc:Fallback>
      </mc:AlternateContent>
      <p:cxnSp>
        <p:nvCxnSpPr>
          <p:cNvPr id="167" name="直接箭头连接符 166">
            <a:extLst>
              <a:ext uri="{FF2B5EF4-FFF2-40B4-BE49-F238E27FC236}">
                <a16:creationId xmlns:a16="http://schemas.microsoft.com/office/drawing/2014/main" id="{103A37F7-058A-4175-864D-97A9F7A336FA}"/>
              </a:ext>
            </a:extLst>
          </p:cNvPr>
          <p:cNvCxnSpPr>
            <a:cxnSpLocks/>
            <a:stCxn id="169" idx="3"/>
            <a:endCxn id="170" idx="1"/>
          </p:cNvCxnSpPr>
          <p:nvPr/>
        </p:nvCxnSpPr>
        <p:spPr>
          <a:xfrm flipV="1">
            <a:off x="5870107" y="5606057"/>
            <a:ext cx="358274" cy="412188"/>
          </a:xfrm>
          <a:prstGeom prst="straightConnector1">
            <a:avLst/>
          </a:prstGeom>
          <a:ln w="28575">
            <a:solidFill>
              <a:schemeClr val="tx1">
                <a:lumMod val="50000"/>
                <a:lumOff val="50000"/>
              </a:schemeClr>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168" name="直接箭头连接符 167">
            <a:extLst>
              <a:ext uri="{FF2B5EF4-FFF2-40B4-BE49-F238E27FC236}">
                <a16:creationId xmlns:a16="http://schemas.microsoft.com/office/drawing/2014/main" id="{278B3DC9-CBD7-4468-BC6A-8002EBF9A37F}"/>
              </a:ext>
            </a:extLst>
          </p:cNvPr>
          <p:cNvCxnSpPr>
            <a:cxnSpLocks/>
            <a:stCxn id="169" idx="3"/>
            <a:endCxn id="171" idx="1"/>
          </p:cNvCxnSpPr>
          <p:nvPr/>
        </p:nvCxnSpPr>
        <p:spPr>
          <a:xfrm>
            <a:off x="5870107" y="6018245"/>
            <a:ext cx="358274" cy="551074"/>
          </a:xfrm>
          <a:prstGeom prst="straightConnector1">
            <a:avLst/>
          </a:prstGeom>
          <a:ln w="28575">
            <a:solidFill>
              <a:schemeClr val="tx1">
                <a:lumMod val="50000"/>
                <a:lumOff val="50000"/>
              </a:schemeClr>
            </a:solidFill>
            <a:tailEnd type="triangle" w="lg" len="lg"/>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69" name="矩形 168">
                <a:extLst>
                  <a:ext uri="{FF2B5EF4-FFF2-40B4-BE49-F238E27FC236}">
                    <a16:creationId xmlns:a16="http://schemas.microsoft.com/office/drawing/2014/main" id="{5E6C6B36-DA2A-4B16-ACDF-321F0CBF17E4}"/>
                  </a:ext>
                </a:extLst>
              </p:cNvPr>
              <p:cNvSpPr/>
              <p:nvPr/>
            </p:nvSpPr>
            <p:spPr>
              <a:xfrm>
                <a:off x="4092488" y="5556580"/>
                <a:ext cx="1777619" cy="923330"/>
              </a:xfrm>
              <a:prstGeom prst="rect">
                <a:avLst/>
              </a:prstGeom>
              <a:ln>
                <a:solidFill>
                  <a:schemeClr val="tx1"/>
                </a:solidFill>
              </a:ln>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altLang="zh-CN" sz="1800" b="1" i="1" smtClean="0">
                              <a:solidFill>
                                <a:srgbClr val="00B050"/>
                              </a:solidFill>
                              <a:latin typeface="Cambria Math" panose="02040503050406030204" pitchFamily="18" charset="0"/>
                            </a:rPr>
                          </m:ctrlPr>
                        </m:sSubPr>
                        <m:e>
                          <m:r>
                            <a:rPr lang="en-US" altLang="zh-CN" sz="1800" b="1" i="1" smtClean="0">
                              <a:solidFill>
                                <a:srgbClr val="00B050"/>
                              </a:solidFill>
                              <a:latin typeface="Cambria Math" panose="02040503050406030204" pitchFamily="18" charset="0"/>
                            </a:rPr>
                            <m:t>𝒇</m:t>
                          </m:r>
                        </m:e>
                        <m:sub>
                          <m:r>
                            <a:rPr lang="en-US" altLang="zh-CN" sz="1800" b="1" i="1" smtClean="0">
                              <a:solidFill>
                                <a:srgbClr val="00B050"/>
                              </a:solidFill>
                              <a:latin typeface="Cambria Math" panose="02040503050406030204" pitchFamily="18" charset="0"/>
                            </a:rPr>
                            <m:t>𝑯𝑳</m:t>
                          </m:r>
                        </m:sub>
                      </m:sSub>
                      <m:r>
                        <a:rPr lang="en-US" altLang="zh-CN" sz="1800" b="1" i="1" smtClean="0">
                          <a:solidFill>
                            <a:srgbClr val="00B050"/>
                          </a:solidFill>
                          <a:latin typeface="Cambria Math" panose="02040503050406030204" pitchFamily="18" charset="0"/>
                        </a:rPr>
                        <m:t>=</m:t>
                      </m:r>
                      <m:r>
                        <a:rPr lang="en-US" altLang="zh-CN" sz="1800" b="1" i="1" smtClean="0">
                          <a:solidFill>
                            <a:srgbClr val="00B050"/>
                          </a:solidFill>
                          <a:latin typeface="Cambria Math" panose="02040503050406030204" pitchFamily="18" charset="0"/>
                        </a:rPr>
                        <m:t>𝟑</m:t>
                      </m:r>
                      <m:r>
                        <a:rPr lang="en-US" altLang="zh-CN" sz="1800" b="1" i="1" smtClean="0">
                          <a:solidFill>
                            <a:srgbClr val="00B050"/>
                          </a:solidFill>
                          <a:latin typeface="Cambria Math" panose="02040503050406030204" pitchFamily="18" charset="0"/>
                        </a:rPr>
                        <m:t>.</m:t>
                      </m:r>
                      <m:r>
                        <a:rPr lang="en-US" altLang="zh-CN" sz="1800" b="1" i="1" smtClean="0">
                          <a:solidFill>
                            <a:srgbClr val="00B050"/>
                          </a:solidFill>
                          <a:latin typeface="Cambria Math" panose="02040503050406030204" pitchFamily="18" charset="0"/>
                        </a:rPr>
                        <m:t>𝟓</m:t>
                      </m:r>
                      <m:r>
                        <a:rPr lang="en-US" altLang="zh-CN" sz="1800" b="1" i="1" smtClean="0">
                          <a:solidFill>
                            <a:srgbClr val="00B050"/>
                          </a:solidFill>
                          <a:latin typeface="Cambria Math" panose="02040503050406030204" pitchFamily="18" charset="0"/>
                        </a:rPr>
                        <m:t>%</m:t>
                      </m:r>
                    </m:oMath>
                  </m:oMathPara>
                </a14:m>
                <a:endParaRPr lang="en-US" altLang="zh-CN" sz="1800" b="1" dirty="0">
                  <a:solidFill>
                    <a:srgbClr val="00B050"/>
                  </a:solidFill>
                </a:endParaRPr>
              </a:p>
              <a:p>
                <a:pPr/>
                <a14:m>
                  <m:oMathPara xmlns:m="http://schemas.openxmlformats.org/officeDocument/2006/math">
                    <m:oMathParaPr>
                      <m:jc m:val="centerGroup"/>
                    </m:oMathParaPr>
                    <m:oMath xmlns:m="http://schemas.openxmlformats.org/officeDocument/2006/math">
                      <m:r>
                        <a:rPr lang="en-US" altLang="zh-CN" sz="1800" b="1" i="1" smtClean="0">
                          <a:solidFill>
                            <a:schemeClr val="tx1">
                              <a:lumMod val="75000"/>
                              <a:lumOff val="25000"/>
                            </a:schemeClr>
                          </a:solidFill>
                          <a:latin typeface="Cambria Math" panose="02040503050406030204" pitchFamily="18" charset="0"/>
                        </a:rPr>
                        <m:t>𝑪</m:t>
                      </m:r>
                      <m:r>
                        <a:rPr lang="en-US" altLang="zh-CN" sz="1800" b="1" i="1">
                          <a:solidFill>
                            <a:schemeClr val="tx1">
                              <a:lumMod val="75000"/>
                              <a:lumOff val="25000"/>
                            </a:schemeClr>
                          </a:solidFill>
                          <a:latin typeface="Cambria Math" panose="02040503050406030204" pitchFamily="18" charset="0"/>
                        </a:rPr>
                        <m:t>=</m:t>
                      </m:r>
                      <m:r>
                        <a:rPr lang="en-US" altLang="zh-CN" sz="1800" b="1" i="1" smtClean="0">
                          <a:solidFill>
                            <a:schemeClr val="tx1">
                              <a:lumMod val="75000"/>
                              <a:lumOff val="25000"/>
                            </a:schemeClr>
                          </a:solidFill>
                          <a:latin typeface="Cambria Math" panose="02040503050406030204" pitchFamily="18" charset="0"/>
                        </a:rPr>
                        <m:t>𝟒</m:t>
                      </m:r>
                    </m:oMath>
                  </m:oMathPara>
                </a14:m>
                <a:endParaRPr lang="en-US" altLang="zh-CN" sz="1800" b="1" dirty="0">
                  <a:solidFill>
                    <a:schemeClr val="tx1">
                      <a:lumMod val="75000"/>
                      <a:lumOff val="25000"/>
                    </a:schemeClr>
                  </a:solidFill>
                </a:endParaRPr>
              </a:p>
              <a:p>
                <a:pPr/>
                <a14:m>
                  <m:oMathPara xmlns:m="http://schemas.openxmlformats.org/officeDocument/2006/math">
                    <m:oMathParaPr>
                      <m:jc m:val="centerGroup"/>
                    </m:oMathParaPr>
                    <m:oMath xmlns:m="http://schemas.openxmlformats.org/officeDocument/2006/math">
                      <m:sSub>
                        <m:sSubPr>
                          <m:ctrlPr>
                            <a:rPr lang="en-US" altLang="zh-CN" sz="1800" b="1" i="1" smtClean="0">
                              <a:solidFill>
                                <a:srgbClr val="C00000"/>
                              </a:solidFill>
                              <a:latin typeface="Cambria Math" panose="02040503050406030204" pitchFamily="18" charset="0"/>
                            </a:rPr>
                          </m:ctrlPr>
                        </m:sSubPr>
                        <m:e>
                          <m:r>
                            <a:rPr lang="en-US" altLang="zh-CN" sz="1800" b="1" i="1">
                              <a:solidFill>
                                <a:srgbClr val="C00000"/>
                              </a:solidFill>
                              <a:latin typeface="Cambria Math" panose="02040503050406030204" pitchFamily="18" charset="0"/>
                            </a:rPr>
                            <m:t>𝑷</m:t>
                          </m:r>
                        </m:e>
                        <m:sub>
                          <m:r>
                            <a:rPr lang="en-US" altLang="zh-CN" sz="1800" b="1" i="1" smtClean="0">
                              <a:solidFill>
                                <a:srgbClr val="C00000"/>
                              </a:solidFill>
                              <a:latin typeface="Cambria Math" panose="02040503050406030204" pitchFamily="18" charset="0"/>
                            </a:rPr>
                            <m:t>𝑯𝑳</m:t>
                          </m:r>
                        </m:sub>
                      </m:sSub>
                      <m:r>
                        <a:rPr lang="en-US" altLang="zh-CN" sz="1800" b="1" i="1">
                          <a:solidFill>
                            <a:srgbClr val="C00000"/>
                          </a:solidFill>
                          <a:latin typeface="Cambria Math" panose="02040503050406030204" pitchFamily="18" charset="0"/>
                        </a:rPr>
                        <m:t>=</m:t>
                      </m:r>
                      <m:r>
                        <a:rPr lang="en-US" altLang="zh-CN" sz="1800" b="1" i="0" smtClean="0">
                          <a:solidFill>
                            <a:srgbClr val="C00000"/>
                          </a:solidFill>
                          <a:latin typeface="Cambria Math" panose="02040503050406030204" pitchFamily="18" charset="0"/>
                        </a:rPr>
                        <m:t>𝟏𝟎𝟎</m:t>
                      </m:r>
                      <m:r>
                        <a:rPr lang="en-US" altLang="zh-CN" sz="1800" b="1" i="0" smtClean="0">
                          <a:solidFill>
                            <a:srgbClr val="C00000"/>
                          </a:solidFill>
                          <a:latin typeface="Cambria Math" panose="02040503050406030204" pitchFamily="18" charset="0"/>
                        </a:rPr>
                        <m:t>.</m:t>
                      </m:r>
                      <m:r>
                        <a:rPr lang="en-US" altLang="zh-CN" sz="1800" b="1" i="0" smtClean="0">
                          <a:solidFill>
                            <a:srgbClr val="C00000"/>
                          </a:solidFill>
                          <a:latin typeface="Cambria Math" panose="02040503050406030204" pitchFamily="18" charset="0"/>
                        </a:rPr>
                        <m:t>𝟒𝟖</m:t>
                      </m:r>
                    </m:oMath>
                  </m:oMathPara>
                </a14:m>
                <a:endParaRPr lang="zh-CN" altLang="en-US" sz="1800" b="1" dirty="0">
                  <a:solidFill>
                    <a:schemeClr val="tx1">
                      <a:lumMod val="75000"/>
                      <a:lumOff val="25000"/>
                    </a:schemeClr>
                  </a:solidFill>
                </a:endParaRPr>
              </a:p>
            </p:txBody>
          </p:sp>
        </mc:Choice>
        <mc:Fallback xmlns="">
          <p:sp>
            <p:nvSpPr>
              <p:cNvPr id="169" name="矩形 168">
                <a:extLst>
                  <a:ext uri="{FF2B5EF4-FFF2-40B4-BE49-F238E27FC236}">
                    <a16:creationId xmlns:a16="http://schemas.microsoft.com/office/drawing/2014/main" id="{5E6C6B36-DA2A-4B16-ACDF-321F0CBF17E4}"/>
                  </a:ext>
                </a:extLst>
              </p:cNvPr>
              <p:cNvSpPr>
                <a:spLocks noRot="1" noChangeAspect="1" noMove="1" noResize="1" noEditPoints="1" noAdjustHandles="1" noChangeArrowheads="1" noChangeShapeType="1" noTextEdit="1"/>
              </p:cNvSpPr>
              <p:nvPr/>
            </p:nvSpPr>
            <p:spPr>
              <a:xfrm>
                <a:off x="4092488" y="5556580"/>
                <a:ext cx="1777619" cy="923330"/>
              </a:xfrm>
              <a:prstGeom prst="rect">
                <a:avLst/>
              </a:prstGeom>
              <a:blipFill>
                <a:blip r:embed="rId9"/>
                <a:stretch>
                  <a:fillRect/>
                </a:stretch>
              </a:blipFill>
              <a:ln>
                <a:solidFill>
                  <a:schemeClr val="tx1"/>
                </a:solidFill>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70" name="矩形 169">
                <a:extLst>
                  <a:ext uri="{FF2B5EF4-FFF2-40B4-BE49-F238E27FC236}">
                    <a16:creationId xmlns:a16="http://schemas.microsoft.com/office/drawing/2014/main" id="{57B2AE6D-0DF8-4648-B561-0B08773D23E3}"/>
                  </a:ext>
                </a:extLst>
              </p:cNvPr>
              <p:cNvSpPr/>
              <p:nvPr/>
            </p:nvSpPr>
            <p:spPr>
              <a:xfrm>
                <a:off x="6228381" y="5144392"/>
                <a:ext cx="2001219" cy="923330"/>
              </a:xfrm>
              <a:prstGeom prst="rect">
                <a:avLst/>
              </a:prstGeom>
              <a:ln>
                <a:solidFill>
                  <a:schemeClr val="tx1"/>
                </a:solidFill>
              </a:ln>
            </p:spPr>
            <p:txBody>
              <a:bodyPr wrap="square">
                <a:spAutoFit/>
              </a:bodyPr>
              <a:lstStyle/>
              <a:p>
                <a:pPr algn="ctr"/>
                <a14:m>
                  <m:oMathPara xmlns:m="http://schemas.openxmlformats.org/officeDocument/2006/math">
                    <m:oMathParaPr>
                      <m:jc m:val="centerGroup"/>
                    </m:oMathParaPr>
                    <m:oMath xmlns:m="http://schemas.openxmlformats.org/officeDocument/2006/math">
                      <m:sSub>
                        <m:sSubPr>
                          <m:ctrlPr>
                            <a:rPr lang="en-US" altLang="zh-CN" sz="1800" b="1" i="1" smtClean="0">
                              <a:solidFill>
                                <a:schemeClr val="tx1">
                                  <a:lumMod val="75000"/>
                                  <a:lumOff val="25000"/>
                                </a:schemeClr>
                              </a:solidFill>
                              <a:latin typeface="Cambria Math" panose="02040503050406030204" pitchFamily="18" charset="0"/>
                            </a:rPr>
                          </m:ctrlPr>
                        </m:sSubPr>
                        <m:e>
                          <m:r>
                            <a:rPr lang="en-US" altLang="zh-CN" sz="1800" b="1" i="1" smtClean="0">
                              <a:solidFill>
                                <a:schemeClr val="tx1">
                                  <a:lumMod val="75000"/>
                                  <a:lumOff val="25000"/>
                                </a:schemeClr>
                              </a:solidFill>
                              <a:latin typeface="Cambria Math" panose="02040503050406030204" pitchFamily="18" charset="0"/>
                            </a:rPr>
                            <m:t>𝒇</m:t>
                          </m:r>
                        </m:e>
                        <m:sub>
                          <m:r>
                            <a:rPr lang="en-US" altLang="zh-CN" sz="1800" b="1" i="1" smtClean="0">
                              <a:solidFill>
                                <a:schemeClr val="tx1">
                                  <a:lumMod val="75000"/>
                                  <a:lumOff val="25000"/>
                                </a:schemeClr>
                              </a:solidFill>
                              <a:latin typeface="Cambria Math" panose="02040503050406030204" pitchFamily="18" charset="0"/>
                            </a:rPr>
                            <m:t>𝑯𝑳𝑯</m:t>
                          </m:r>
                        </m:sub>
                      </m:sSub>
                      <m:r>
                        <a:rPr lang="en-US" altLang="zh-CN" sz="1800" b="1" i="1" smtClean="0">
                          <a:solidFill>
                            <a:schemeClr val="tx1">
                              <a:lumMod val="75000"/>
                              <a:lumOff val="25000"/>
                            </a:schemeClr>
                          </a:solidFill>
                          <a:latin typeface="Cambria Math" panose="02040503050406030204" pitchFamily="18" charset="0"/>
                        </a:rPr>
                        <m:t>=</m:t>
                      </m:r>
                    </m:oMath>
                  </m:oMathPara>
                </a14:m>
                <a:endParaRPr lang="en-US" altLang="zh-CN" sz="1800" b="1" i="1" dirty="0">
                  <a:solidFill>
                    <a:schemeClr val="tx1">
                      <a:lumMod val="75000"/>
                      <a:lumOff val="25000"/>
                    </a:schemeClr>
                  </a:solidFill>
                  <a:latin typeface="Cambria Math" panose="02040503050406030204" pitchFamily="18" charset="0"/>
                </a:endParaRPr>
              </a:p>
              <a:p>
                <a:pPr algn="ctr"/>
                <a14:m>
                  <m:oMathPara xmlns:m="http://schemas.openxmlformats.org/officeDocument/2006/math">
                    <m:oMathParaPr>
                      <m:jc m:val="centerGroup"/>
                    </m:oMathParaPr>
                    <m:oMath xmlns:m="http://schemas.openxmlformats.org/officeDocument/2006/math">
                      <m:r>
                        <a:rPr lang="en-US" altLang="zh-CN" sz="1800" b="1" i="1" smtClean="0">
                          <a:solidFill>
                            <a:schemeClr val="tx1">
                              <a:lumMod val="75000"/>
                              <a:lumOff val="25000"/>
                            </a:schemeClr>
                          </a:solidFill>
                          <a:latin typeface="Cambria Math" panose="02040503050406030204" pitchFamily="18" charset="0"/>
                        </a:rPr>
                        <m:t>𝑪</m:t>
                      </m:r>
                      <m:r>
                        <a:rPr lang="en-US" altLang="zh-CN" sz="1800" b="1" i="1">
                          <a:solidFill>
                            <a:schemeClr val="tx1">
                              <a:lumMod val="75000"/>
                              <a:lumOff val="25000"/>
                            </a:schemeClr>
                          </a:solidFill>
                          <a:latin typeface="Cambria Math" panose="02040503050406030204" pitchFamily="18" charset="0"/>
                        </a:rPr>
                        <m:t>=</m:t>
                      </m:r>
                      <m:r>
                        <a:rPr lang="en-US" altLang="zh-CN" sz="1800" b="1" i="1" smtClean="0">
                          <a:solidFill>
                            <a:schemeClr val="tx1">
                              <a:lumMod val="75000"/>
                              <a:lumOff val="25000"/>
                            </a:schemeClr>
                          </a:solidFill>
                          <a:latin typeface="Cambria Math" panose="02040503050406030204" pitchFamily="18" charset="0"/>
                        </a:rPr>
                        <m:t>𝟒</m:t>
                      </m:r>
                    </m:oMath>
                  </m:oMathPara>
                </a14:m>
                <a:endParaRPr lang="en-US" altLang="zh-CN" sz="1800" b="1" dirty="0">
                  <a:solidFill>
                    <a:schemeClr val="tx1">
                      <a:lumMod val="75000"/>
                      <a:lumOff val="25000"/>
                    </a:schemeClr>
                  </a:solidFill>
                </a:endParaRPr>
              </a:p>
              <a:p>
                <a:pPr algn="ctr"/>
                <a14:m>
                  <m:oMathPara xmlns:m="http://schemas.openxmlformats.org/officeDocument/2006/math">
                    <m:oMathParaPr>
                      <m:jc m:val="centerGroup"/>
                    </m:oMathParaPr>
                    <m:oMath xmlns:m="http://schemas.openxmlformats.org/officeDocument/2006/math">
                      <m:sSub>
                        <m:sSubPr>
                          <m:ctrlPr>
                            <a:rPr lang="en-US" altLang="zh-CN" sz="1800" b="1" i="1" smtClean="0">
                              <a:solidFill>
                                <a:schemeClr val="tx1">
                                  <a:lumMod val="75000"/>
                                  <a:lumOff val="25000"/>
                                </a:schemeClr>
                              </a:solidFill>
                              <a:latin typeface="Cambria Math" panose="02040503050406030204" pitchFamily="18" charset="0"/>
                            </a:rPr>
                          </m:ctrlPr>
                        </m:sSubPr>
                        <m:e>
                          <m:r>
                            <a:rPr lang="en-US" altLang="zh-CN" sz="1800" b="1" i="1" smtClean="0">
                              <a:solidFill>
                                <a:schemeClr val="tx1">
                                  <a:lumMod val="75000"/>
                                  <a:lumOff val="25000"/>
                                </a:schemeClr>
                              </a:solidFill>
                              <a:latin typeface="Cambria Math" panose="02040503050406030204" pitchFamily="18" charset="0"/>
                            </a:rPr>
                            <m:t>𝑷</m:t>
                          </m:r>
                        </m:e>
                        <m:sub>
                          <m:r>
                            <a:rPr lang="en-US" altLang="zh-CN" sz="1800" b="1" i="1" smtClean="0">
                              <a:solidFill>
                                <a:schemeClr val="tx1">
                                  <a:lumMod val="75000"/>
                                  <a:lumOff val="25000"/>
                                </a:schemeClr>
                              </a:solidFill>
                              <a:latin typeface="Cambria Math" panose="02040503050406030204" pitchFamily="18" charset="0"/>
                            </a:rPr>
                            <m:t>𝟏</m:t>
                          </m:r>
                          <m:r>
                            <a:rPr lang="en-US" altLang="zh-CN" sz="1800" b="1" i="1" smtClean="0">
                              <a:solidFill>
                                <a:schemeClr val="tx1">
                                  <a:lumMod val="75000"/>
                                  <a:lumOff val="25000"/>
                                </a:schemeClr>
                              </a:solidFill>
                              <a:latin typeface="Cambria Math" panose="02040503050406030204" pitchFamily="18" charset="0"/>
                            </a:rPr>
                            <m:t>𝑯</m:t>
                          </m:r>
                        </m:sub>
                      </m:sSub>
                      <m:r>
                        <a:rPr lang="en-US" altLang="zh-CN" sz="1800" b="1" i="1">
                          <a:solidFill>
                            <a:schemeClr val="tx1">
                              <a:lumMod val="75000"/>
                              <a:lumOff val="25000"/>
                            </a:schemeClr>
                          </a:solidFill>
                          <a:latin typeface="Cambria Math" panose="02040503050406030204" pitchFamily="18" charset="0"/>
                        </a:rPr>
                        <m:t>=</m:t>
                      </m:r>
                      <m:r>
                        <a:rPr lang="en-US" altLang="zh-CN" sz="1800" b="1" i="0" smtClean="0">
                          <a:solidFill>
                            <a:schemeClr val="tx1">
                              <a:lumMod val="75000"/>
                              <a:lumOff val="25000"/>
                            </a:schemeClr>
                          </a:solidFill>
                          <a:latin typeface="Cambria Math" panose="02040503050406030204" pitchFamily="18" charset="0"/>
                        </a:rPr>
                        <m:t>𝟏𝟎𝟎</m:t>
                      </m:r>
                    </m:oMath>
                  </m:oMathPara>
                </a14:m>
                <a:endParaRPr lang="zh-CN" altLang="en-US" sz="1800" b="1" dirty="0">
                  <a:solidFill>
                    <a:schemeClr val="tx1">
                      <a:lumMod val="75000"/>
                      <a:lumOff val="25000"/>
                    </a:schemeClr>
                  </a:solidFill>
                </a:endParaRPr>
              </a:p>
            </p:txBody>
          </p:sp>
        </mc:Choice>
        <mc:Fallback xmlns="">
          <p:sp>
            <p:nvSpPr>
              <p:cNvPr id="170" name="矩形 169">
                <a:extLst>
                  <a:ext uri="{FF2B5EF4-FFF2-40B4-BE49-F238E27FC236}">
                    <a16:creationId xmlns:a16="http://schemas.microsoft.com/office/drawing/2014/main" id="{57B2AE6D-0DF8-4648-B561-0B08773D23E3}"/>
                  </a:ext>
                </a:extLst>
              </p:cNvPr>
              <p:cNvSpPr>
                <a:spLocks noRot="1" noChangeAspect="1" noMove="1" noResize="1" noEditPoints="1" noAdjustHandles="1" noChangeArrowheads="1" noChangeShapeType="1" noTextEdit="1"/>
              </p:cNvSpPr>
              <p:nvPr/>
            </p:nvSpPr>
            <p:spPr>
              <a:xfrm>
                <a:off x="6228381" y="5144392"/>
                <a:ext cx="2001219" cy="923330"/>
              </a:xfrm>
              <a:prstGeom prst="rect">
                <a:avLst/>
              </a:prstGeom>
              <a:blipFill>
                <a:blip r:embed="rId10"/>
                <a:stretch>
                  <a:fillRect/>
                </a:stretch>
              </a:blipFill>
              <a:ln>
                <a:solidFill>
                  <a:schemeClr val="tx1"/>
                </a:solidFill>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71" name="矩形 170">
                <a:extLst>
                  <a:ext uri="{FF2B5EF4-FFF2-40B4-BE49-F238E27FC236}">
                    <a16:creationId xmlns:a16="http://schemas.microsoft.com/office/drawing/2014/main" id="{441732AF-280C-4444-8F5A-E2B4E7154D92}"/>
                  </a:ext>
                </a:extLst>
              </p:cNvPr>
              <p:cNvSpPr/>
              <p:nvPr/>
            </p:nvSpPr>
            <p:spPr>
              <a:xfrm>
                <a:off x="6228381" y="6107654"/>
                <a:ext cx="2001219" cy="923330"/>
              </a:xfrm>
              <a:prstGeom prst="rect">
                <a:avLst/>
              </a:prstGeom>
              <a:ln>
                <a:solidFill>
                  <a:schemeClr val="tx1"/>
                </a:solidFill>
              </a:ln>
            </p:spPr>
            <p:txBody>
              <a:bodyPr wrap="square">
                <a:spAutoFit/>
              </a:bodyPr>
              <a:lstStyle/>
              <a:p>
                <a:pPr algn="ctr"/>
                <a14:m>
                  <m:oMathPara xmlns:m="http://schemas.openxmlformats.org/officeDocument/2006/math">
                    <m:oMathParaPr>
                      <m:jc m:val="centerGroup"/>
                    </m:oMathParaPr>
                    <m:oMath xmlns:m="http://schemas.openxmlformats.org/officeDocument/2006/math">
                      <m:sSub>
                        <m:sSubPr>
                          <m:ctrlPr>
                            <a:rPr lang="en-US" altLang="zh-CN" sz="1800" b="1" i="1" smtClean="0">
                              <a:solidFill>
                                <a:schemeClr val="tx1">
                                  <a:lumMod val="75000"/>
                                  <a:lumOff val="25000"/>
                                </a:schemeClr>
                              </a:solidFill>
                              <a:latin typeface="Cambria Math" panose="02040503050406030204" pitchFamily="18" charset="0"/>
                            </a:rPr>
                          </m:ctrlPr>
                        </m:sSubPr>
                        <m:e>
                          <m:r>
                            <a:rPr lang="en-US" altLang="zh-CN" sz="1800" b="1" i="1" smtClean="0">
                              <a:solidFill>
                                <a:schemeClr val="tx1">
                                  <a:lumMod val="75000"/>
                                  <a:lumOff val="25000"/>
                                </a:schemeClr>
                              </a:solidFill>
                              <a:latin typeface="Cambria Math" panose="02040503050406030204" pitchFamily="18" charset="0"/>
                            </a:rPr>
                            <m:t>𝒇</m:t>
                          </m:r>
                        </m:e>
                        <m:sub>
                          <m:r>
                            <a:rPr lang="en-US" altLang="zh-CN" sz="1800" b="1" i="1">
                              <a:solidFill>
                                <a:schemeClr val="tx1">
                                  <a:lumMod val="75000"/>
                                  <a:lumOff val="25000"/>
                                </a:schemeClr>
                              </a:solidFill>
                              <a:latin typeface="Cambria Math" panose="02040503050406030204" pitchFamily="18" charset="0"/>
                            </a:rPr>
                            <m:t>𝑯𝑳</m:t>
                          </m:r>
                          <m:r>
                            <a:rPr lang="en-US" altLang="zh-CN" sz="1800" b="1" i="1" smtClean="0">
                              <a:solidFill>
                                <a:schemeClr val="tx1">
                                  <a:lumMod val="75000"/>
                                  <a:lumOff val="25000"/>
                                </a:schemeClr>
                              </a:solidFill>
                              <a:latin typeface="Cambria Math" panose="02040503050406030204" pitchFamily="18" charset="0"/>
                            </a:rPr>
                            <m:t>𝑳</m:t>
                          </m:r>
                        </m:sub>
                      </m:sSub>
                      <m:r>
                        <a:rPr lang="en-US" altLang="zh-CN" sz="1800" b="1" i="1" smtClean="0">
                          <a:solidFill>
                            <a:schemeClr val="tx1">
                              <a:lumMod val="75000"/>
                              <a:lumOff val="25000"/>
                            </a:schemeClr>
                          </a:solidFill>
                          <a:latin typeface="Cambria Math" panose="02040503050406030204" pitchFamily="18" charset="0"/>
                        </a:rPr>
                        <m:t>=</m:t>
                      </m:r>
                    </m:oMath>
                  </m:oMathPara>
                </a14:m>
                <a:endParaRPr lang="en-US" altLang="zh-CN" sz="1800" b="1" dirty="0">
                  <a:solidFill>
                    <a:schemeClr val="tx1">
                      <a:lumMod val="75000"/>
                      <a:lumOff val="25000"/>
                    </a:schemeClr>
                  </a:solidFill>
                </a:endParaRPr>
              </a:p>
              <a:p>
                <a:pPr algn="ctr"/>
                <a14:m>
                  <m:oMathPara xmlns:m="http://schemas.openxmlformats.org/officeDocument/2006/math">
                    <m:oMathParaPr>
                      <m:jc m:val="centerGroup"/>
                    </m:oMathParaPr>
                    <m:oMath xmlns:m="http://schemas.openxmlformats.org/officeDocument/2006/math">
                      <m:r>
                        <a:rPr lang="en-US" altLang="zh-CN" sz="1800" b="1" i="1" smtClean="0">
                          <a:solidFill>
                            <a:schemeClr val="tx1">
                              <a:lumMod val="75000"/>
                              <a:lumOff val="25000"/>
                            </a:schemeClr>
                          </a:solidFill>
                          <a:latin typeface="Cambria Math" panose="02040503050406030204" pitchFamily="18" charset="0"/>
                        </a:rPr>
                        <m:t>𝑪</m:t>
                      </m:r>
                      <m:r>
                        <a:rPr lang="en-US" altLang="zh-CN" sz="1800" b="1" i="1">
                          <a:solidFill>
                            <a:schemeClr val="tx1">
                              <a:lumMod val="75000"/>
                              <a:lumOff val="25000"/>
                            </a:schemeClr>
                          </a:solidFill>
                          <a:latin typeface="Cambria Math" panose="02040503050406030204" pitchFamily="18" charset="0"/>
                        </a:rPr>
                        <m:t>=</m:t>
                      </m:r>
                      <m:r>
                        <a:rPr lang="en-US" altLang="zh-CN" sz="1800" b="1" i="1" smtClean="0">
                          <a:solidFill>
                            <a:schemeClr val="tx1">
                              <a:lumMod val="75000"/>
                              <a:lumOff val="25000"/>
                            </a:schemeClr>
                          </a:solidFill>
                          <a:latin typeface="Cambria Math" panose="02040503050406030204" pitchFamily="18" charset="0"/>
                        </a:rPr>
                        <m:t>𝟒</m:t>
                      </m:r>
                    </m:oMath>
                  </m:oMathPara>
                </a14:m>
                <a:endParaRPr lang="en-US" altLang="zh-CN" sz="1800" b="1" dirty="0">
                  <a:solidFill>
                    <a:schemeClr val="tx1">
                      <a:lumMod val="75000"/>
                      <a:lumOff val="25000"/>
                    </a:schemeClr>
                  </a:solidFill>
                </a:endParaRPr>
              </a:p>
              <a:p>
                <a:pPr algn="ctr"/>
                <a14:m>
                  <m:oMathPara xmlns:m="http://schemas.openxmlformats.org/officeDocument/2006/math">
                    <m:oMathParaPr>
                      <m:jc m:val="centerGroup"/>
                    </m:oMathParaPr>
                    <m:oMath xmlns:m="http://schemas.openxmlformats.org/officeDocument/2006/math">
                      <m:sSub>
                        <m:sSubPr>
                          <m:ctrlPr>
                            <a:rPr lang="en-US" altLang="zh-CN" sz="1800" b="1" i="1" smtClean="0">
                              <a:solidFill>
                                <a:schemeClr val="tx1">
                                  <a:lumMod val="75000"/>
                                  <a:lumOff val="25000"/>
                                </a:schemeClr>
                              </a:solidFill>
                              <a:latin typeface="Cambria Math" panose="02040503050406030204" pitchFamily="18" charset="0"/>
                            </a:rPr>
                          </m:ctrlPr>
                        </m:sSubPr>
                        <m:e>
                          <m:r>
                            <a:rPr lang="en-US" altLang="zh-CN" sz="1800" b="1" i="1" smtClean="0">
                              <a:solidFill>
                                <a:schemeClr val="tx1">
                                  <a:lumMod val="75000"/>
                                  <a:lumOff val="25000"/>
                                </a:schemeClr>
                              </a:solidFill>
                              <a:latin typeface="Cambria Math" panose="02040503050406030204" pitchFamily="18" charset="0"/>
                            </a:rPr>
                            <m:t>𝑷</m:t>
                          </m:r>
                        </m:e>
                        <m:sub>
                          <m:r>
                            <a:rPr lang="en-US" altLang="zh-CN" sz="1800" b="1" i="1" smtClean="0">
                              <a:solidFill>
                                <a:schemeClr val="tx1">
                                  <a:lumMod val="75000"/>
                                  <a:lumOff val="25000"/>
                                </a:schemeClr>
                              </a:solidFill>
                              <a:latin typeface="Cambria Math" panose="02040503050406030204" pitchFamily="18" charset="0"/>
                            </a:rPr>
                            <m:t>𝟏</m:t>
                          </m:r>
                          <m:r>
                            <a:rPr lang="en-US" altLang="zh-CN" sz="1800" b="1" i="1" smtClean="0">
                              <a:solidFill>
                                <a:schemeClr val="tx1">
                                  <a:lumMod val="75000"/>
                                  <a:lumOff val="25000"/>
                                </a:schemeClr>
                              </a:solidFill>
                              <a:latin typeface="Cambria Math" panose="02040503050406030204" pitchFamily="18" charset="0"/>
                            </a:rPr>
                            <m:t>𝑳</m:t>
                          </m:r>
                        </m:sub>
                      </m:sSub>
                      <m:r>
                        <a:rPr lang="en-US" altLang="zh-CN" sz="1800" b="1" i="1">
                          <a:solidFill>
                            <a:schemeClr val="tx1">
                              <a:lumMod val="75000"/>
                              <a:lumOff val="25000"/>
                            </a:schemeClr>
                          </a:solidFill>
                          <a:latin typeface="Cambria Math" panose="02040503050406030204" pitchFamily="18" charset="0"/>
                        </a:rPr>
                        <m:t>=</m:t>
                      </m:r>
                      <m:r>
                        <a:rPr lang="en-US" altLang="zh-CN" sz="1800" b="1" i="1" smtClean="0">
                          <a:solidFill>
                            <a:schemeClr val="tx1">
                              <a:lumMod val="75000"/>
                              <a:lumOff val="25000"/>
                            </a:schemeClr>
                          </a:solidFill>
                          <a:latin typeface="Cambria Math" panose="02040503050406030204" pitchFamily="18" charset="0"/>
                        </a:rPr>
                        <m:t>𝟏𝟎𝟎</m:t>
                      </m:r>
                    </m:oMath>
                  </m:oMathPara>
                </a14:m>
                <a:endParaRPr lang="zh-CN" altLang="en-US" sz="1800" b="1" dirty="0">
                  <a:solidFill>
                    <a:schemeClr val="tx1">
                      <a:lumMod val="75000"/>
                      <a:lumOff val="25000"/>
                    </a:schemeClr>
                  </a:solidFill>
                </a:endParaRPr>
              </a:p>
            </p:txBody>
          </p:sp>
        </mc:Choice>
        <mc:Fallback xmlns="">
          <p:sp>
            <p:nvSpPr>
              <p:cNvPr id="171" name="矩形 170">
                <a:extLst>
                  <a:ext uri="{FF2B5EF4-FFF2-40B4-BE49-F238E27FC236}">
                    <a16:creationId xmlns:a16="http://schemas.microsoft.com/office/drawing/2014/main" id="{441732AF-280C-4444-8F5A-E2B4E7154D92}"/>
                  </a:ext>
                </a:extLst>
              </p:cNvPr>
              <p:cNvSpPr>
                <a:spLocks noRot="1" noChangeAspect="1" noMove="1" noResize="1" noEditPoints="1" noAdjustHandles="1" noChangeArrowheads="1" noChangeShapeType="1" noTextEdit="1"/>
              </p:cNvSpPr>
              <p:nvPr/>
            </p:nvSpPr>
            <p:spPr>
              <a:xfrm>
                <a:off x="6228381" y="6107654"/>
                <a:ext cx="2001219" cy="923330"/>
              </a:xfrm>
              <a:prstGeom prst="rect">
                <a:avLst/>
              </a:prstGeom>
              <a:blipFill>
                <a:blip r:embed="rId11"/>
                <a:stretch>
                  <a:fillRect/>
                </a:stretch>
              </a:blipFill>
              <a:ln>
                <a:solidFill>
                  <a:schemeClr val="tx1"/>
                </a:solidFill>
              </a:ln>
            </p:spPr>
            <p:txBody>
              <a:bodyPr/>
              <a:lstStyle/>
              <a:p>
                <a:r>
                  <a:rPr lang="zh-CN" altLang="en-US">
                    <a:noFill/>
                  </a:rPr>
                  <a:t> </a:t>
                </a:r>
              </a:p>
            </p:txBody>
          </p:sp>
        </mc:Fallback>
      </mc:AlternateContent>
      <p:cxnSp>
        <p:nvCxnSpPr>
          <p:cNvPr id="241" name="直接箭头连接符 240">
            <a:extLst>
              <a:ext uri="{FF2B5EF4-FFF2-40B4-BE49-F238E27FC236}">
                <a16:creationId xmlns:a16="http://schemas.microsoft.com/office/drawing/2014/main" id="{64E9AA6A-F4B0-4D70-8A77-508E16E9A5A8}"/>
              </a:ext>
            </a:extLst>
          </p:cNvPr>
          <p:cNvCxnSpPr>
            <a:cxnSpLocks/>
            <a:stCxn id="64" idx="3"/>
            <a:endCxn id="169" idx="1"/>
          </p:cNvCxnSpPr>
          <p:nvPr/>
        </p:nvCxnSpPr>
        <p:spPr>
          <a:xfrm flipV="1">
            <a:off x="3869106" y="6018245"/>
            <a:ext cx="223382" cy="937697"/>
          </a:xfrm>
          <a:prstGeom prst="straightConnector1">
            <a:avLst/>
          </a:prstGeom>
          <a:ln w="28575">
            <a:solidFill>
              <a:schemeClr val="tx1">
                <a:lumMod val="50000"/>
                <a:lumOff val="50000"/>
              </a:schemeClr>
            </a:solidFill>
            <a:prstDash val="solid"/>
            <a:tailEnd type="triangle" w="lg" len="lg"/>
          </a:ln>
        </p:spPr>
        <p:style>
          <a:lnRef idx="1">
            <a:schemeClr val="accent1"/>
          </a:lnRef>
          <a:fillRef idx="0">
            <a:schemeClr val="accent1"/>
          </a:fillRef>
          <a:effectRef idx="0">
            <a:schemeClr val="accent1"/>
          </a:effectRef>
          <a:fontRef idx="minor">
            <a:schemeClr val="tx1"/>
          </a:fontRef>
        </p:style>
      </p:cxnSp>
      <p:cxnSp>
        <p:nvCxnSpPr>
          <p:cNvPr id="242" name="直接箭头连接符 241">
            <a:extLst>
              <a:ext uri="{FF2B5EF4-FFF2-40B4-BE49-F238E27FC236}">
                <a16:creationId xmlns:a16="http://schemas.microsoft.com/office/drawing/2014/main" id="{A02E9AB8-03BD-4EA1-8AAA-4A41CA79C422}"/>
              </a:ext>
            </a:extLst>
          </p:cNvPr>
          <p:cNvCxnSpPr>
            <a:cxnSpLocks/>
            <a:stCxn id="64" idx="3"/>
            <a:endCxn id="250" idx="1"/>
          </p:cNvCxnSpPr>
          <p:nvPr/>
        </p:nvCxnSpPr>
        <p:spPr>
          <a:xfrm>
            <a:off x="3869106" y="6955942"/>
            <a:ext cx="223382" cy="1165898"/>
          </a:xfrm>
          <a:prstGeom prst="straightConnector1">
            <a:avLst/>
          </a:prstGeom>
          <a:ln w="28575">
            <a:solidFill>
              <a:schemeClr val="tx1">
                <a:lumMod val="50000"/>
                <a:lumOff val="50000"/>
              </a:schemeClr>
            </a:solidFill>
            <a:prstDash val="solid"/>
            <a:tailEnd type="triangle" w="lg" len="lg"/>
          </a:ln>
        </p:spPr>
        <p:style>
          <a:lnRef idx="1">
            <a:schemeClr val="accent1"/>
          </a:lnRef>
          <a:fillRef idx="0">
            <a:schemeClr val="accent1"/>
          </a:fillRef>
          <a:effectRef idx="0">
            <a:schemeClr val="accent1"/>
          </a:effectRef>
          <a:fontRef idx="minor">
            <a:schemeClr val="tx1"/>
          </a:fontRef>
        </p:style>
      </p:cxnSp>
      <p:cxnSp>
        <p:nvCxnSpPr>
          <p:cNvPr id="248" name="直接箭头连接符 247">
            <a:extLst>
              <a:ext uri="{FF2B5EF4-FFF2-40B4-BE49-F238E27FC236}">
                <a16:creationId xmlns:a16="http://schemas.microsoft.com/office/drawing/2014/main" id="{35FED454-C84B-4EAF-8269-35735A3711BA}"/>
              </a:ext>
            </a:extLst>
          </p:cNvPr>
          <p:cNvCxnSpPr>
            <a:cxnSpLocks/>
            <a:stCxn id="250" idx="3"/>
            <a:endCxn id="251" idx="1"/>
          </p:cNvCxnSpPr>
          <p:nvPr/>
        </p:nvCxnSpPr>
        <p:spPr>
          <a:xfrm flipV="1">
            <a:off x="5870107" y="7704903"/>
            <a:ext cx="358274" cy="416937"/>
          </a:xfrm>
          <a:prstGeom prst="straightConnector1">
            <a:avLst/>
          </a:prstGeom>
          <a:ln w="28575">
            <a:solidFill>
              <a:schemeClr val="tx1">
                <a:lumMod val="50000"/>
                <a:lumOff val="50000"/>
              </a:schemeClr>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249" name="直接箭头连接符 248">
            <a:extLst>
              <a:ext uri="{FF2B5EF4-FFF2-40B4-BE49-F238E27FC236}">
                <a16:creationId xmlns:a16="http://schemas.microsoft.com/office/drawing/2014/main" id="{4D7AFFFF-92C3-4D4B-A677-1DC33C2D1E47}"/>
              </a:ext>
            </a:extLst>
          </p:cNvPr>
          <p:cNvCxnSpPr>
            <a:cxnSpLocks/>
            <a:stCxn id="250" idx="3"/>
            <a:endCxn id="252" idx="1"/>
          </p:cNvCxnSpPr>
          <p:nvPr/>
        </p:nvCxnSpPr>
        <p:spPr>
          <a:xfrm>
            <a:off x="5870107" y="8121840"/>
            <a:ext cx="358275" cy="456281"/>
          </a:xfrm>
          <a:prstGeom prst="straightConnector1">
            <a:avLst/>
          </a:prstGeom>
          <a:ln w="28575">
            <a:solidFill>
              <a:schemeClr val="tx1">
                <a:lumMod val="50000"/>
                <a:lumOff val="50000"/>
              </a:schemeClr>
            </a:solidFill>
            <a:tailEnd type="triangle" w="lg" len="lg"/>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50" name="矩形 249">
                <a:extLst>
                  <a:ext uri="{FF2B5EF4-FFF2-40B4-BE49-F238E27FC236}">
                    <a16:creationId xmlns:a16="http://schemas.microsoft.com/office/drawing/2014/main" id="{343544DD-8CF2-4E36-B491-C2954C02230A}"/>
                  </a:ext>
                </a:extLst>
              </p:cNvPr>
              <p:cNvSpPr/>
              <p:nvPr/>
            </p:nvSpPr>
            <p:spPr>
              <a:xfrm>
                <a:off x="4092488" y="7660175"/>
                <a:ext cx="1777619" cy="923330"/>
              </a:xfrm>
              <a:prstGeom prst="rect">
                <a:avLst/>
              </a:prstGeom>
              <a:ln>
                <a:solidFill>
                  <a:schemeClr val="tx1"/>
                </a:solidFill>
              </a:ln>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altLang="zh-CN" sz="1800" b="1" i="1" smtClean="0">
                              <a:solidFill>
                                <a:srgbClr val="00B050"/>
                              </a:solidFill>
                              <a:latin typeface="Cambria Math" panose="02040503050406030204" pitchFamily="18" charset="0"/>
                            </a:rPr>
                          </m:ctrlPr>
                        </m:sSubPr>
                        <m:e>
                          <m:r>
                            <a:rPr lang="en-US" altLang="zh-CN" sz="1800" b="1" i="1" smtClean="0">
                              <a:solidFill>
                                <a:srgbClr val="00B050"/>
                              </a:solidFill>
                              <a:latin typeface="Cambria Math" panose="02040503050406030204" pitchFamily="18" charset="0"/>
                            </a:rPr>
                            <m:t>𝒇</m:t>
                          </m:r>
                        </m:e>
                        <m:sub>
                          <m:r>
                            <a:rPr lang="en-US" altLang="zh-CN" sz="1800" b="1" i="1" smtClean="0">
                              <a:solidFill>
                                <a:srgbClr val="00B050"/>
                              </a:solidFill>
                              <a:latin typeface="Cambria Math" panose="02040503050406030204" pitchFamily="18" charset="0"/>
                            </a:rPr>
                            <m:t>𝑳𝑳</m:t>
                          </m:r>
                        </m:sub>
                      </m:sSub>
                      <m:r>
                        <a:rPr lang="en-US" altLang="zh-CN" sz="1800" b="1" i="1" smtClean="0">
                          <a:solidFill>
                            <a:srgbClr val="00B050"/>
                          </a:solidFill>
                          <a:latin typeface="Cambria Math" panose="02040503050406030204" pitchFamily="18" charset="0"/>
                        </a:rPr>
                        <m:t>=</m:t>
                      </m:r>
                      <m:r>
                        <a:rPr lang="en-US" altLang="zh-CN" sz="1800" b="1" i="1" smtClean="0">
                          <a:solidFill>
                            <a:srgbClr val="00B050"/>
                          </a:solidFill>
                          <a:latin typeface="Cambria Math" panose="02040503050406030204" pitchFamily="18" charset="0"/>
                        </a:rPr>
                        <m:t>𝟐</m:t>
                      </m:r>
                      <m:r>
                        <a:rPr lang="en-US" altLang="zh-CN" sz="1800" b="1" i="1" smtClean="0">
                          <a:solidFill>
                            <a:srgbClr val="00B050"/>
                          </a:solidFill>
                          <a:latin typeface="Cambria Math" panose="02040503050406030204" pitchFamily="18" charset="0"/>
                        </a:rPr>
                        <m:t>.</m:t>
                      </m:r>
                      <m:r>
                        <a:rPr lang="en-US" altLang="zh-CN" sz="1800" b="1" i="1" smtClean="0">
                          <a:solidFill>
                            <a:srgbClr val="00B050"/>
                          </a:solidFill>
                          <a:latin typeface="Cambria Math" panose="02040503050406030204" pitchFamily="18" charset="0"/>
                        </a:rPr>
                        <m:t>𝟑𝟓</m:t>
                      </m:r>
                      <m:r>
                        <a:rPr lang="en-US" altLang="zh-CN" sz="1800" b="1" i="1" smtClean="0">
                          <a:solidFill>
                            <a:srgbClr val="00B050"/>
                          </a:solidFill>
                          <a:latin typeface="Cambria Math" panose="02040503050406030204" pitchFamily="18" charset="0"/>
                        </a:rPr>
                        <m:t>%</m:t>
                      </m:r>
                    </m:oMath>
                  </m:oMathPara>
                </a14:m>
                <a:endParaRPr lang="en-US" altLang="zh-CN" sz="1800" b="1" dirty="0">
                  <a:solidFill>
                    <a:srgbClr val="00B050"/>
                  </a:solidFill>
                </a:endParaRPr>
              </a:p>
              <a:p>
                <a:pPr/>
                <a14:m>
                  <m:oMathPara xmlns:m="http://schemas.openxmlformats.org/officeDocument/2006/math">
                    <m:oMathParaPr>
                      <m:jc m:val="centerGroup"/>
                    </m:oMathParaPr>
                    <m:oMath xmlns:m="http://schemas.openxmlformats.org/officeDocument/2006/math">
                      <m:r>
                        <a:rPr lang="en-US" altLang="zh-CN" sz="1800" b="1" i="1" smtClean="0">
                          <a:solidFill>
                            <a:schemeClr val="tx1">
                              <a:lumMod val="75000"/>
                              <a:lumOff val="25000"/>
                            </a:schemeClr>
                          </a:solidFill>
                          <a:latin typeface="Cambria Math" panose="02040503050406030204" pitchFamily="18" charset="0"/>
                        </a:rPr>
                        <m:t>𝑪</m:t>
                      </m:r>
                      <m:r>
                        <a:rPr lang="en-US" altLang="zh-CN" sz="1800" b="1" i="1">
                          <a:solidFill>
                            <a:schemeClr val="tx1">
                              <a:lumMod val="75000"/>
                              <a:lumOff val="25000"/>
                            </a:schemeClr>
                          </a:solidFill>
                          <a:latin typeface="Cambria Math" panose="02040503050406030204" pitchFamily="18" charset="0"/>
                        </a:rPr>
                        <m:t>=</m:t>
                      </m:r>
                      <m:r>
                        <a:rPr lang="en-US" altLang="zh-CN" sz="1800" b="1" i="1" smtClean="0">
                          <a:solidFill>
                            <a:schemeClr val="tx1">
                              <a:lumMod val="75000"/>
                              <a:lumOff val="25000"/>
                            </a:schemeClr>
                          </a:solidFill>
                          <a:latin typeface="Cambria Math" panose="02040503050406030204" pitchFamily="18" charset="0"/>
                        </a:rPr>
                        <m:t>𝟒</m:t>
                      </m:r>
                    </m:oMath>
                  </m:oMathPara>
                </a14:m>
                <a:endParaRPr lang="en-US" altLang="zh-CN" sz="1800" b="1" dirty="0">
                  <a:solidFill>
                    <a:schemeClr val="tx1">
                      <a:lumMod val="75000"/>
                      <a:lumOff val="25000"/>
                    </a:schemeClr>
                  </a:solidFill>
                </a:endParaRPr>
              </a:p>
              <a:p>
                <a:pPr/>
                <a14:m>
                  <m:oMathPara xmlns:m="http://schemas.openxmlformats.org/officeDocument/2006/math">
                    <m:oMathParaPr>
                      <m:jc m:val="centerGroup"/>
                    </m:oMathParaPr>
                    <m:oMath xmlns:m="http://schemas.openxmlformats.org/officeDocument/2006/math">
                      <m:sSub>
                        <m:sSubPr>
                          <m:ctrlPr>
                            <a:rPr lang="en-US" altLang="zh-CN" sz="1800" b="1" i="1" smtClean="0">
                              <a:solidFill>
                                <a:srgbClr val="C00000"/>
                              </a:solidFill>
                              <a:latin typeface="Cambria Math" panose="02040503050406030204" pitchFamily="18" charset="0"/>
                            </a:rPr>
                          </m:ctrlPr>
                        </m:sSubPr>
                        <m:e>
                          <m:r>
                            <a:rPr lang="en-US" altLang="zh-CN" sz="1800" b="1" i="1">
                              <a:solidFill>
                                <a:srgbClr val="C00000"/>
                              </a:solidFill>
                              <a:latin typeface="Cambria Math" panose="02040503050406030204" pitchFamily="18" charset="0"/>
                            </a:rPr>
                            <m:t>𝑷</m:t>
                          </m:r>
                        </m:e>
                        <m:sub>
                          <m:r>
                            <a:rPr lang="en-US" altLang="zh-CN" sz="1800" b="1" i="1" smtClean="0">
                              <a:solidFill>
                                <a:srgbClr val="C00000"/>
                              </a:solidFill>
                              <a:latin typeface="Cambria Math" panose="02040503050406030204" pitchFamily="18" charset="0"/>
                            </a:rPr>
                            <m:t>𝑳𝑳</m:t>
                          </m:r>
                        </m:sub>
                      </m:sSub>
                      <m:r>
                        <a:rPr lang="en-US" altLang="zh-CN" sz="1800" b="1" i="1">
                          <a:solidFill>
                            <a:srgbClr val="C00000"/>
                          </a:solidFill>
                          <a:latin typeface="Cambria Math" panose="02040503050406030204" pitchFamily="18" charset="0"/>
                        </a:rPr>
                        <m:t>=</m:t>
                      </m:r>
                      <m:r>
                        <a:rPr lang="en-US" altLang="zh-CN" sz="1800" b="1" i="0" smtClean="0">
                          <a:solidFill>
                            <a:srgbClr val="C00000"/>
                          </a:solidFill>
                          <a:latin typeface="Cambria Math" panose="02040503050406030204" pitchFamily="18" charset="0"/>
                        </a:rPr>
                        <m:t>𝟏𝟎𝟏</m:t>
                      </m:r>
                      <m:r>
                        <a:rPr lang="en-US" altLang="zh-CN" sz="1800" b="1" i="0" smtClean="0">
                          <a:solidFill>
                            <a:srgbClr val="C00000"/>
                          </a:solidFill>
                          <a:latin typeface="Cambria Math" panose="02040503050406030204" pitchFamily="18" charset="0"/>
                        </a:rPr>
                        <m:t>.</m:t>
                      </m:r>
                      <m:r>
                        <a:rPr lang="en-US" altLang="zh-CN" sz="1800" b="1" i="0" smtClean="0">
                          <a:solidFill>
                            <a:srgbClr val="C00000"/>
                          </a:solidFill>
                          <a:latin typeface="Cambria Math" panose="02040503050406030204" pitchFamily="18" charset="0"/>
                        </a:rPr>
                        <m:t>𝟔𝟏</m:t>
                      </m:r>
                    </m:oMath>
                  </m:oMathPara>
                </a14:m>
                <a:endParaRPr lang="zh-CN" altLang="en-US" sz="1800" b="1" dirty="0">
                  <a:solidFill>
                    <a:schemeClr val="tx1">
                      <a:lumMod val="75000"/>
                      <a:lumOff val="25000"/>
                    </a:schemeClr>
                  </a:solidFill>
                </a:endParaRPr>
              </a:p>
            </p:txBody>
          </p:sp>
        </mc:Choice>
        <mc:Fallback xmlns="">
          <p:sp>
            <p:nvSpPr>
              <p:cNvPr id="250" name="矩形 249">
                <a:extLst>
                  <a:ext uri="{FF2B5EF4-FFF2-40B4-BE49-F238E27FC236}">
                    <a16:creationId xmlns:a16="http://schemas.microsoft.com/office/drawing/2014/main" id="{343544DD-8CF2-4E36-B491-C2954C02230A}"/>
                  </a:ext>
                </a:extLst>
              </p:cNvPr>
              <p:cNvSpPr>
                <a:spLocks noRot="1" noChangeAspect="1" noMove="1" noResize="1" noEditPoints="1" noAdjustHandles="1" noChangeArrowheads="1" noChangeShapeType="1" noTextEdit="1"/>
              </p:cNvSpPr>
              <p:nvPr/>
            </p:nvSpPr>
            <p:spPr>
              <a:xfrm>
                <a:off x="4092488" y="7660175"/>
                <a:ext cx="1777619" cy="923330"/>
              </a:xfrm>
              <a:prstGeom prst="rect">
                <a:avLst/>
              </a:prstGeom>
              <a:blipFill>
                <a:blip r:embed="rId12"/>
                <a:stretch>
                  <a:fillRect/>
                </a:stretch>
              </a:blipFill>
              <a:ln>
                <a:solidFill>
                  <a:schemeClr val="tx1"/>
                </a:solidFill>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51" name="矩形 250">
                <a:extLst>
                  <a:ext uri="{FF2B5EF4-FFF2-40B4-BE49-F238E27FC236}">
                    <a16:creationId xmlns:a16="http://schemas.microsoft.com/office/drawing/2014/main" id="{D311D78D-75F7-4A17-B46C-85520305E6E4}"/>
                  </a:ext>
                </a:extLst>
              </p:cNvPr>
              <p:cNvSpPr/>
              <p:nvPr/>
            </p:nvSpPr>
            <p:spPr>
              <a:xfrm>
                <a:off x="6228381" y="7243238"/>
                <a:ext cx="2001219" cy="923330"/>
              </a:xfrm>
              <a:prstGeom prst="rect">
                <a:avLst/>
              </a:prstGeom>
              <a:ln>
                <a:solidFill>
                  <a:schemeClr val="tx1"/>
                </a:solidFill>
              </a:ln>
            </p:spPr>
            <p:txBody>
              <a:bodyPr wrap="square">
                <a:spAutoFit/>
              </a:bodyPr>
              <a:lstStyle/>
              <a:p>
                <a:pPr algn="ctr"/>
                <a14:m>
                  <m:oMathPara xmlns:m="http://schemas.openxmlformats.org/officeDocument/2006/math">
                    <m:oMathParaPr>
                      <m:jc m:val="centerGroup"/>
                    </m:oMathParaPr>
                    <m:oMath xmlns:m="http://schemas.openxmlformats.org/officeDocument/2006/math">
                      <m:sSub>
                        <m:sSubPr>
                          <m:ctrlPr>
                            <a:rPr lang="en-US" altLang="zh-CN" sz="1800" b="1" i="1" smtClean="0">
                              <a:solidFill>
                                <a:schemeClr val="tx1">
                                  <a:lumMod val="75000"/>
                                  <a:lumOff val="25000"/>
                                </a:schemeClr>
                              </a:solidFill>
                              <a:latin typeface="Cambria Math" panose="02040503050406030204" pitchFamily="18" charset="0"/>
                            </a:rPr>
                          </m:ctrlPr>
                        </m:sSubPr>
                        <m:e>
                          <m:r>
                            <a:rPr lang="en-US" altLang="zh-CN" sz="1800" b="1" i="1" smtClean="0">
                              <a:solidFill>
                                <a:schemeClr val="tx1">
                                  <a:lumMod val="75000"/>
                                  <a:lumOff val="25000"/>
                                </a:schemeClr>
                              </a:solidFill>
                              <a:latin typeface="Cambria Math" panose="02040503050406030204" pitchFamily="18" charset="0"/>
                            </a:rPr>
                            <m:t>𝒇</m:t>
                          </m:r>
                        </m:e>
                        <m:sub>
                          <m:r>
                            <a:rPr lang="en-US" altLang="zh-CN" sz="1800" b="1" i="1" smtClean="0">
                              <a:solidFill>
                                <a:schemeClr val="tx1">
                                  <a:lumMod val="75000"/>
                                  <a:lumOff val="25000"/>
                                </a:schemeClr>
                              </a:solidFill>
                              <a:latin typeface="Cambria Math" panose="02040503050406030204" pitchFamily="18" charset="0"/>
                            </a:rPr>
                            <m:t>𝑳𝑳𝑯</m:t>
                          </m:r>
                        </m:sub>
                      </m:sSub>
                      <m:r>
                        <a:rPr lang="en-US" altLang="zh-CN" sz="1800" b="1" i="1" smtClean="0">
                          <a:solidFill>
                            <a:schemeClr val="tx1">
                              <a:lumMod val="75000"/>
                              <a:lumOff val="25000"/>
                            </a:schemeClr>
                          </a:solidFill>
                          <a:latin typeface="Cambria Math" panose="02040503050406030204" pitchFamily="18" charset="0"/>
                        </a:rPr>
                        <m:t>=</m:t>
                      </m:r>
                    </m:oMath>
                  </m:oMathPara>
                </a14:m>
                <a:endParaRPr lang="en-US" altLang="zh-CN" sz="1800" b="1" dirty="0">
                  <a:solidFill>
                    <a:schemeClr val="tx1">
                      <a:lumMod val="75000"/>
                      <a:lumOff val="25000"/>
                    </a:schemeClr>
                  </a:solidFill>
                </a:endParaRPr>
              </a:p>
              <a:p>
                <a:pPr algn="ctr"/>
                <a14:m>
                  <m:oMathPara xmlns:m="http://schemas.openxmlformats.org/officeDocument/2006/math">
                    <m:oMathParaPr>
                      <m:jc m:val="centerGroup"/>
                    </m:oMathParaPr>
                    <m:oMath xmlns:m="http://schemas.openxmlformats.org/officeDocument/2006/math">
                      <m:r>
                        <a:rPr lang="en-US" altLang="zh-CN" sz="1800" b="1" i="1" smtClean="0">
                          <a:solidFill>
                            <a:schemeClr val="tx1">
                              <a:lumMod val="75000"/>
                              <a:lumOff val="25000"/>
                            </a:schemeClr>
                          </a:solidFill>
                          <a:latin typeface="Cambria Math" panose="02040503050406030204" pitchFamily="18" charset="0"/>
                        </a:rPr>
                        <m:t>𝑪</m:t>
                      </m:r>
                      <m:r>
                        <a:rPr lang="en-US" altLang="zh-CN" sz="1800" b="1" i="1">
                          <a:solidFill>
                            <a:schemeClr val="tx1">
                              <a:lumMod val="75000"/>
                              <a:lumOff val="25000"/>
                            </a:schemeClr>
                          </a:solidFill>
                          <a:latin typeface="Cambria Math" panose="02040503050406030204" pitchFamily="18" charset="0"/>
                        </a:rPr>
                        <m:t>=</m:t>
                      </m:r>
                      <m:r>
                        <a:rPr lang="en-US" altLang="zh-CN" sz="1800" b="1" i="1" smtClean="0">
                          <a:solidFill>
                            <a:schemeClr val="tx1">
                              <a:lumMod val="75000"/>
                              <a:lumOff val="25000"/>
                            </a:schemeClr>
                          </a:solidFill>
                          <a:latin typeface="Cambria Math" panose="02040503050406030204" pitchFamily="18" charset="0"/>
                        </a:rPr>
                        <m:t>𝟒</m:t>
                      </m:r>
                    </m:oMath>
                  </m:oMathPara>
                </a14:m>
                <a:endParaRPr lang="en-US" altLang="zh-CN" sz="1800" b="1" dirty="0">
                  <a:solidFill>
                    <a:schemeClr val="tx1">
                      <a:lumMod val="75000"/>
                      <a:lumOff val="25000"/>
                    </a:schemeClr>
                  </a:solidFill>
                </a:endParaRPr>
              </a:p>
              <a:p>
                <a:pPr algn="ctr"/>
                <a14:m>
                  <m:oMathPara xmlns:m="http://schemas.openxmlformats.org/officeDocument/2006/math">
                    <m:oMathParaPr>
                      <m:jc m:val="centerGroup"/>
                    </m:oMathParaPr>
                    <m:oMath xmlns:m="http://schemas.openxmlformats.org/officeDocument/2006/math">
                      <m:sSub>
                        <m:sSubPr>
                          <m:ctrlPr>
                            <a:rPr lang="en-US" altLang="zh-CN" sz="1800" b="1" i="1" smtClean="0">
                              <a:solidFill>
                                <a:schemeClr val="tx1">
                                  <a:lumMod val="75000"/>
                                  <a:lumOff val="25000"/>
                                </a:schemeClr>
                              </a:solidFill>
                              <a:latin typeface="Cambria Math" panose="02040503050406030204" pitchFamily="18" charset="0"/>
                            </a:rPr>
                          </m:ctrlPr>
                        </m:sSubPr>
                        <m:e>
                          <m:r>
                            <a:rPr lang="en-US" altLang="zh-CN" sz="1800" b="1" i="1" smtClean="0">
                              <a:solidFill>
                                <a:schemeClr val="tx1">
                                  <a:lumMod val="75000"/>
                                  <a:lumOff val="25000"/>
                                </a:schemeClr>
                              </a:solidFill>
                              <a:latin typeface="Cambria Math" panose="02040503050406030204" pitchFamily="18" charset="0"/>
                            </a:rPr>
                            <m:t>𝑷</m:t>
                          </m:r>
                        </m:e>
                        <m:sub>
                          <m:r>
                            <a:rPr lang="en-US" altLang="zh-CN" sz="1800" b="1" i="1" smtClean="0">
                              <a:solidFill>
                                <a:schemeClr val="tx1">
                                  <a:lumMod val="75000"/>
                                  <a:lumOff val="25000"/>
                                </a:schemeClr>
                              </a:solidFill>
                              <a:latin typeface="Cambria Math" panose="02040503050406030204" pitchFamily="18" charset="0"/>
                            </a:rPr>
                            <m:t>𝟏</m:t>
                          </m:r>
                          <m:r>
                            <a:rPr lang="en-US" altLang="zh-CN" sz="1800" b="1" i="1" smtClean="0">
                              <a:solidFill>
                                <a:schemeClr val="tx1">
                                  <a:lumMod val="75000"/>
                                  <a:lumOff val="25000"/>
                                </a:schemeClr>
                              </a:solidFill>
                              <a:latin typeface="Cambria Math" panose="02040503050406030204" pitchFamily="18" charset="0"/>
                            </a:rPr>
                            <m:t>𝑯</m:t>
                          </m:r>
                        </m:sub>
                      </m:sSub>
                      <m:r>
                        <a:rPr lang="en-US" altLang="zh-CN" sz="1800" b="1" i="1">
                          <a:solidFill>
                            <a:schemeClr val="tx1">
                              <a:lumMod val="75000"/>
                              <a:lumOff val="25000"/>
                            </a:schemeClr>
                          </a:solidFill>
                          <a:latin typeface="Cambria Math" panose="02040503050406030204" pitchFamily="18" charset="0"/>
                        </a:rPr>
                        <m:t>=</m:t>
                      </m:r>
                      <m:r>
                        <a:rPr lang="en-US" altLang="zh-CN" sz="1800" b="1" i="1" smtClean="0">
                          <a:solidFill>
                            <a:schemeClr val="tx1">
                              <a:lumMod val="75000"/>
                              <a:lumOff val="25000"/>
                            </a:schemeClr>
                          </a:solidFill>
                          <a:latin typeface="Cambria Math" panose="02040503050406030204" pitchFamily="18" charset="0"/>
                        </a:rPr>
                        <m:t>𝟏𝟎𝟎</m:t>
                      </m:r>
                    </m:oMath>
                  </m:oMathPara>
                </a14:m>
                <a:endParaRPr lang="zh-CN" altLang="en-US" sz="1800" b="1" dirty="0">
                  <a:solidFill>
                    <a:schemeClr val="tx1">
                      <a:lumMod val="75000"/>
                      <a:lumOff val="25000"/>
                    </a:schemeClr>
                  </a:solidFill>
                </a:endParaRPr>
              </a:p>
            </p:txBody>
          </p:sp>
        </mc:Choice>
        <mc:Fallback xmlns="">
          <p:sp>
            <p:nvSpPr>
              <p:cNvPr id="251" name="矩形 250">
                <a:extLst>
                  <a:ext uri="{FF2B5EF4-FFF2-40B4-BE49-F238E27FC236}">
                    <a16:creationId xmlns:a16="http://schemas.microsoft.com/office/drawing/2014/main" id="{D311D78D-75F7-4A17-B46C-85520305E6E4}"/>
                  </a:ext>
                </a:extLst>
              </p:cNvPr>
              <p:cNvSpPr>
                <a:spLocks noRot="1" noChangeAspect="1" noMove="1" noResize="1" noEditPoints="1" noAdjustHandles="1" noChangeArrowheads="1" noChangeShapeType="1" noTextEdit="1"/>
              </p:cNvSpPr>
              <p:nvPr/>
            </p:nvSpPr>
            <p:spPr>
              <a:xfrm>
                <a:off x="6228381" y="7243238"/>
                <a:ext cx="2001219" cy="923330"/>
              </a:xfrm>
              <a:prstGeom prst="rect">
                <a:avLst/>
              </a:prstGeom>
              <a:blipFill>
                <a:blip r:embed="rId13"/>
                <a:stretch>
                  <a:fillRect/>
                </a:stretch>
              </a:blipFill>
              <a:ln>
                <a:solidFill>
                  <a:schemeClr val="tx1"/>
                </a:solidFill>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52" name="矩形 251">
                <a:extLst>
                  <a:ext uri="{FF2B5EF4-FFF2-40B4-BE49-F238E27FC236}">
                    <a16:creationId xmlns:a16="http://schemas.microsoft.com/office/drawing/2014/main" id="{94AA858C-F737-4658-BA20-D6BA11E9E358}"/>
                  </a:ext>
                </a:extLst>
              </p:cNvPr>
              <p:cNvSpPr/>
              <p:nvPr/>
            </p:nvSpPr>
            <p:spPr>
              <a:xfrm>
                <a:off x="6228382" y="8116456"/>
                <a:ext cx="2001219" cy="923330"/>
              </a:xfrm>
              <a:prstGeom prst="rect">
                <a:avLst/>
              </a:prstGeom>
              <a:ln>
                <a:solidFill>
                  <a:schemeClr val="tx1"/>
                </a:solidFill>
              </a:ln>
            </p:spPr>
            <p:txBody>
              <a:bodyPr wrap="square">
                <a:spAutoFit/>
              </a:bodyPr>
              <a:lstStyle/>
              <a:p>
                <a:pPr algn="ctr"/>
                <a14:m>
                  <m:oMathPara xmlns:m="http://schemas.openxmlformats.org/officeDocument/2006/math">
                    <m:oMathParaPr>
                      <m:jc m:val="centerGroup"/>
                    </m:oMathParaPr>
                    <m:oMath xmlns:m="http://schemas.openxmlformats.org/officeDocument/2006/math">
                      <m:sSub>
                        <m:sSubPr>
                          <m:ctrlPr>
                            <a:rPr lang="en-US" altLang="zh-CN" sz="1800" b="1" i="1" smtClean="0">
                              <a:solidFill>
                                <a:schemeClr val="tx1">
                                  <a:lumMod val="75000"/>
                                  <a:lumOff val="25000"/>
                                </a:schemeClr>
                              </a:solidFill>
                              <a:latin typeface="Cambria Math" panose="02040503050406030204" pitchFamily="18" charset="0"/>
                            </a:rPr>
                          </m:ctrlPr>
                        </m:sSubPr>
                        <m:e>
                          <m:r>
                            <a:rPr lang="en-US" altLang="zh-CN" sz="1800" b="1" i="1" smtClean="0">
                              <a:solidFill>
                                <a:schemeClr val="tx1">
                                  <a:lumMod val="75000"/>
                                  <a:lumOff val="25000"/>
                                </a:schemeClr>
                              </a:solidFill>
                              <a:latin typeface="Cambria Math" panose="02040503050406030204" pitchFamily="18" charset="0"/>
                            </a:rPr>
                            <m:t>𝒇</m:t>
                          </m:r>
                        </m:e>
                        <m:sub>
                          <m:r>
                            <a:rPr lang="en-US" altLang="zh-CN" sz="1800" b="1" i="1" smtClean="0">
                              <a:solidFill>
                                <a:schemeClr val="tx1">
                                  <a:lumMod val="75000"/>
                                  <a:lumOff val="25000"/>
                                </a:schemeClr>
                              </a:solidFill>
                              <a:latin typeface="Cambria Math" panose="02040503050406030204" pitchFamily="18" charset="0"/>
                            </a:rPr>
                            <m:t>𝑳𝑳𝑳</m:t>
                          </m:r>
                        </m:sub>
                      </m:sSub>
                      <m:r>
                        <a:rPr lang="en-US" altLang="zh-CN" sz="1800" b="1" i="1" smtClean="0">
                          <a:solidFill>
                            <a:schemeClr val="tx1">
                              <a:lumMod val="75000"/>
                              <a:lumOff val="25000"/>
                            </a:schemeClr>
                          </a:solidFill>
                          <a:latin typeface="Cambria Math" panose="02040503050406030204" pitchFamily="18" charset="0"/>
                        </a:rPr>
                        <m:t>=</m:t>
                      </m:r>
                    </m:oMath>
                  </m:oMathPara>
                </a14:m>
                <a:endParaRPr lang="en-US" altLang="zh-CN" sz="1800" b="1" dirty="0">
                  <a:solidFill>
                    <a:schemeClr val="tx1">
                      <a:lumMod val="75000"/>
                      <a:lumOff val="25000"/>
                    </a:schemeClr>
                  </a:solidFill>
                </a:endParaRPr>
              </a:p>
              <a:p>
                <a:pPr algn="ctr"/>
                <a14:m>
                  <m:oMathPara xmlns:m="http://schemas.openxmlformats.org/officeDocument/2006/math">
                    <m:oMathParaPr>
                      <m:jc m:val="centerGroup"/>
                    </m:oMathParaPr>
                    <m:oMath xmlns:m="http://schemas.openxmlformats.org/officeDocument/2006/math">
                      <m:r>
                        <a:rPr lang="en-US" altLang="zh-CN" sz="1800" b="1" i="1" smtClean="0">
                          <a:solidFill>
                            <a:schemeClr val="tx1">
                              <a:lumMod val="75000"/>
                              <a:lumOff val="25000"/>
                            </a:schemeClr>
                          </a:solidFill>
                          <a:latin typeface="Cambria Math" panose="02040503050406030204" pitchFamily="18" charset="0"/>
                        </a:rPr>
                        <m:t>𝑪</m:t>
                      </m:r>
                      <m:r>
                        <a:rPr lang="en-US" altLang="zh-CN" sz="1800" b="1" i="1">
                          <a:solidFill>
                            <a:schemeClr val="tx1">
                              <a:lumMod val="75000"/>
                              <a:lumOff val="25000"/>
                            </a:schemeClr>
                          </a:solidFill>
                          <a:latin typeface="Cambria Math" panose="02040503050406030204" pitchFamily="18" charset="0"/>
                        </a:rPr>
                        <m:t>=</m:t>
                      </m:r>
                      <m:r>
                        <a:rPr lang="en-US" altLang="zh-CN" sz="1800" b="1" i="1" smtClean="0">
                          <a:solidFill>
                            <a:schemeClr val="tx1">
                              <a:lumMod val="75000"/>
                              <a:lumOff val="25000"/>
                            </a:schemeClr>
                          </a:solidFill>
                          <a:latin typeface="Cambria Math" panose="02040503050406030204" pitchFamily="18" charset="0"/>
                        </a:rPr>
                        <m:t>𝟒</m:t>
                      </m:r>
                    </m:oMath>
                  </m:oMathPara>
                </a14:m>
                <a:endParaRPr lang="en-US" altLang="zh-CN" sz="1800" b="1" dirty="0">
                  <a:solidFill>
                    <a:schemeClr val="tx1">
                      <a:lumMod val="75000"/>
                      <a:lumOff val="25000"/>
                    </a:schemeClr>
                  </a:solidFill>
                </a:endParaRPr>
              </a:p>
              <a:p>
                <a:pPr algn="ctr"/>
                <a14:m>
                  <m:oMathPara xmlns:m="http://schemas.openxmlformats.org/officeDocument/2006/math">
                    <m:oMathParaPr>
                      <m:jc m:val="centerGroup"/>
                    </m:oMathParaPr>
                    <m:oMath xmlns:m="http://schemas.openxmlformats.org/officeDocument/2006/math">
                      <m:sSub>
                        <m:sSubPr>
                          <m:ctrlPr>
                            <a:rPr lang="en-US" altLang="zh-CN" sz="1800" b="1" i="1" smtClean="0">
                              <a:solidFill>
                                <a:schemeClr val="tx1">
                                  <a:lumMod val="75000"/>
                                  <a:lumOff val="25000"/>
                                </a:schemeClr>
                              </a:solidFill>
                              <a:latin typeface="Cambria Math" panose="02040503050406030204" pitchFamily="18" charset="0"/>
                            </a:rPr>
                          </m:ctrlPr>
                        </m:sSubPr>
                        <m:e>
                          <m:r>
                            <a:rPr lang="en-US" altLang="zh-CN" sz="1800" b="1" i="1" smtClean="0">
                              <a:solidFill>
                                <a:schemeClr val="tx1">
                                  <a:lumMod val="75000"/>
                                  <a:lumOff val="25000"/>
                                </a:schemeClr>
                              </a:solidFill>
                              <a:latin typeface="Cambria Math" panose="02040503050406030204" pitchFamily="18" charset="0"/>
                            </a:rPr>
                            <m:t>𝑷</m:t>
                          </m:r>
                        </m:e>
                        <m:sub>
                          <m:r>
                            <a:rPr lang="en-US" altLang="zh-CN" sz="1800" b="1" i="1" smtClean="0">
                              <a:solidFill>
                                <a:schemeClr val="tx1">
                                  <a:lumMod val="75000"/>
                                  <a:lumOff val="25000"/>
                                </a:schemeClr>
                              </a:solidFill>
                              <a:latin typeface="Cambria Math" panose="02040503050406030204" pitchFamily="18" charset="0"/>
                            </a:rPr>
                            <m:t>𝟏</m:t>
                          </m:r>
                          <m:r>
                            <a:rPr lang="en-US" altLang="zh-CN" sz="1800" b="1" i="1" smtClean="0">
                              <a:solidFill>
                                <a:schemeClr val="tx1">
                                  <a:lumMod val="75000"/>
                                  <a:lumOff val="25000"/>
                                </a:schemeClr>
                              </a:solidFill>
                              <a:latin typeface="Cambria Math" panose="02040503050406030204" pitchFamily="18" charset="0"/>
                            </a:rPr>
                            <m:t>𝑳</m:t>
                          </m:r>
                        </m:sub>
                      </m:sSub>
                      <m:r>
                        <a:rPr lang="en-US" altLang="zh-CN" sz="1800" b="1" i="1">
                          <a:solidFill>
                            <a:schemeClr val="tx1">
                              <a:lumMod val="75000"/>
                              <a:lumOff val="25000"/>
                            </a:schemeClr>
                          </a:solidFill>
                          <a:latin typeface="Cambria Math" panose="02040503050406030204" pitchFamily="18" charset="0"/>
                        </a:rPr>
                        <m:t>=</m:t>
                      </m:r>
                      <m:r>
                        <a:rPr lang="en-US" altLang="zh-CN" sz="1800" b="1" i="1" smtClean="0">
                          <a:solidFill>
                            <a:schemeClr val="tx1">
                              <a:lumMod val="75000"/>
                              <a:lumOff val="25000"/>
                            </a:schemeClr>
                          </a:solidFill>
                          <a:latin typeface="Cambria Math" panose="02040503050406030204" pitchFamily="18" charset="0"/>
                        </a:rPr>
                        <m:t>𝟏𝟎𝟎</m:t>
                      </m:r>
                    </m:oMath>
                  </m:oMathPara>
                </a14:m>
                <a:endParaRPr lang="zh-CN" altLang="en-US" sz="1800" b="1" dirty="0">
                  <a:solidFill>
                    <a:schemeClr val="tx1">
                      <a:lumMod val="75000"/>
                      <a:lumOff val="25000"/>
                    </a:schemeClr>
                  </a:solidFill>
                </a:endParaRPr>
              </a:p>
            </p:txBody>
          </p:sp>
        </mc:Choice>
        <mc:Fallback xmlns="">
          <p:sp>
            <p:nvSpPr>
              <p:cNvPr id="252" name="矩形 251">
                <a:extLst>
                  <a:ext uri="{FF2B5EF4-FFF2-40B4-BE49-F238E27FC236}">
                    <a16:creationId xmlns:a16="http://schemas.microsoft.com/office/drawing/2014/main" id="{94AA858C-F737-4658-BA20-D6BA11E9E358}"/>
                  </a:ext>
                </a:extLst>
              </p:cNvPr>
              <p:cNvSpPr>
                <a:spLocks noRot="1" noChangeAspect="1" noMove="1" noResize="1" noEditPoints="1" noAdjustHandles="1" noChangeArrowheads="1" noChangeShapeType="1" noTextEdit="1"/>
              </p:cNvSpPr>
              <p:nvPr/>
            </p:nvSpPr>
            <p:spPr>
              <a:xfrm>
                <a:off x="6228382" y="8116456"/>
                <a:ext cx="2001219" cy="923330"/>
              </a:xfrm>
              <a:prstGeom prst="rect">
                <a:avLst/>
              </a:prstGeom>
              <a:blipFill>
                <a:blip r:embed="rId14"/>
                <a:stretch>
                  <a:fillRect/>
                </a:stretch>
              </a:blipFill>
              <a:ln>
                <a:solidFill>
                  <a:schemeClr val="tx1"/>
                </a:solidFill>
              </a:ln>
            </p:spPr>
            <p:txBody>
              <a:bodyPr/>
              <a:lstStyle/>
              <a:p>
                <a:r>
                  <a:rPr lang="zh-CN" altLang="en-US">
                    <a:noFill/>
                  </a:rPr>
                  <a:t> </a:t>
                </a:r>
              </a:p>
            </p:txBody>
          </p:sp>
        </mc:Fallback>
      </mc:AlternateContent>
    </p:spTree>
    <p:extLst>
      <p:ext uri="{BB962C8B-B14F-4D97-AF65-F5344CB8AC3E}">
        <p14:creationId xmlns:p14="http://schemas.microsoft.com/office/powerpoint/2010/main" val="410791293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a:extLst>
              <a:ext uri="{FF2B5EF4-FFF2-40B4-BE49-F238E27FC236}">
                <a16:creationId xmlns:a16="http://schemas.microsoft.com/office/drawing/2014/main" id="{BB814841-A811-42CC-B2F4-8A346DCC4CF4}"/>
              </a:ext>
            </a:extLst>
          </p:cNvPr>
          <p:cNvSpPr>
            <a:spLocks noGrp="1"/>
          </p:cNvSpPr>
          <p:nvPr>
            <p:ph type="title"/>
          </p:nvPr>
        </p:nvSpPr>
        <p:spPr/>
        <p:txBody>
          <a:bodyPr/>
          <a:lstStyle/>
          <a:p>
            <a:r>
              <a:rPr lang="zh-CN" altLang="en-US" dirty="0"/>
              <a:t> 二叉树定价：可赎回债（</a:t>
            </a:r>
            <a:r>
              <a:rPr lang="en-US" altLang="zh-CN" dirty="0"/>
              <a:t>2</a:t>
            </a:r>
            <a:r>
              <a:rPr lang="zh-CN" altLang="en-US" dirty="0"/>
              <a:t>）</a:t>
            </a:r>
          </a:p>
        </p:txBody>
      </p:sp>
      <p:sp>
        <p:nvSpPr>
          <p:cNvPr id="7" name="文本占位符 6">
            <a:extLst>
              <a:ext uri="{FF2B5EF4-FFF2-40B4-BE49-F238E27FC236}">
                <a16:creationId xmlns:a16="http://schemas.microsoft.com/office/drawing/2014/main" id="{9F463EB5-D794-4735-ACB6-572F0CAFFA59}"/>
              </a:ext>
            </a:extLst>
          </p:cNvPr>
          <p:cNvSpPr>
            <a:spLocks noGrp="1"/>
          </p:cNvSpPr>
          <p:nvPr>
            <p:ph type="body" idx="1"/>
          </p:nvPr>
        </p:nvSpPr>
        <p:spPr>
          <a:xfrm>
            <a:off x="949497" y="1503885"/>
            <a:ext cx="15466444" cy="1071278"/>
          </a:xfrm>
        </p:spPr>
        <p:txBody>
          <a:bodyPr/>
          <a:lstStyle/>
          <a:p>
            <a:pPr>
              <a:lnSpc>
                <a:spcPct val="100000"/>
              </a:lnSpc>
            </a:pPr>
            <a:r>
              <a:rPr lang="zh-CN" altLang="en-US" sz="2400" dirty="0"/>
              <a:t>一只新发可赎回债，票息</a:t>
            </a:r>
            <a:r>
              <a:rPr lang="en-US" altLang="zh-CN" sz="2400" dirty="0"/>
              <a:t>4.0%</a:t>
            </a:r>
            <a:r>
              <a:rPr lang="zh-CN" altLang="en-US" sz="2400" dirty="0"/>
              <a:t>，</a:t>
            </a:r>
            <a:r>
              <a:rPr lang="zh-CN" altLang="en-US" sz="2400" dirty="0">
                <a:solidFill>
                  <a:srgbClr val="0070C0"/>
                </a:solidFill>
              </a:rPr>
              <a:t>第</a:t>
            </a:r>
            <a:r>
              <a:rPr lang="en-US" altLang="zh-CN" sz="2400" dirty="0">
                <a:solidFill>
                  <a:srgbClr val="0070C0"/>
                </a:solidFill>
              </a:rPr>
              <a:t>1</a:t>
            </a:r>
            <a:r>
              <a:rPr lang="zh-CN" altLang="en-US" sz="2400" dirty="0">
                <a:solidFill>
                  <a:srgbClr val="0070C0"/>
                </a:solidFill>
              </a:rPr>
              <a:t>年末至到期发行人可按</a:t>
            </a:r>
            <a:r>
              <a:rPr lang="en-US" altLang="zh-CN" sz="2400" dirty="0">
                <a:solidFill>
                  <a:srgbClr val="0070C0"/>
                </a:solidFill>
              </a:rPr>
              <a:t>101</a:t>
            </a:r>
            <a:r>
              <a:rPr lang="zh-CN" altLang="en-US" sz="2400" dirty="0">
                <a:solidFill>
                  <a:srgbClr val="0070C0"/>
                </a:solidFill>
              </a:rPr>
              <a:t>元买回所发债券</a:t>
            </a:r>
            <a:r>
              <a:rPr lang="zh-CN" altLang="en-US" sz="2400" dirty="0"/>
              <a:t>。目前，市场</a:t>
            </a:r>
            <a:r>
              <a:rPr lang="en-US" altLang="zh-CN" sz="2400" dirty="0"/>
              <a:t>1</a:t>
            </a:r>
            <a:r>
              <a:rPr lang="zh-CN" altLang="en-US" sz="2400" dirty="0"/>
              <a:t>年收益率为</a:t>
            </a:r>
            <a:r>
              <a:rPr lang="en-US" altLang="zh-CN" sz="2400" dirty="0"/>
              <a:t>3.5%</a:t>
            </a:r>
            <a:r>
              <a:rPr lang="zh-CN" altLang="en-US" sz="2400" dirty="0"/>
              <a:t>，市场波动率</a:t>
            </a:r>
            <a:r>
              <a:rPr lang="en-US" altLang="zh-CN" sz="2400" dirty="0"/>
              <a:t>20%</a:t>
            </a:r>
            <a:r>
              <a:rPr lang="zh-CN" altLang="en-US" sz="2400" dirty="0"/>
              <a:t>。采取二叉树定价方法，该只债券的合理价格为多少？</a:t>
            </a:r>
          </a:p>
        </p:txBody>
      </p:sp>
      <p:sp>
        <p:nvSpPr>
          <p:cNvPr id="279" name="内容占位符 278">
            <a:extLst>
              <a:ext uri="{FF2B5EF4-FFF2-40B4-BE49-F238E27FC236}">
                <a16:creationId xmlns:a16="http://schemas.microsoft.com/office/drawing/2014/main" id="{A634BDDB-DA48-486D-BAC4-A701F38CE265}"/>
              </a:ext>
            </a:extLst>
          </p:cNvPr>
          <p:cNvSpPr>
            <a:spLocks noGrp="1"/>
          </p:cNvSpPr>
          <p:nvPr>
            <p:ph sz="quarter" idx="4"/>
          </p:nvPr>
        </p:nvSpPr>
        <p:spPr/>
        <p:txBody>
          <a:bodyPr>
            <a:normAutofit/>
          </a:bodyPr>
          <a:lstStyle/>
          <a:p>
            <a:pPr marL="457200" indent="-457200">
              <a:buFont typeface="+mj-lt"/>
              <a:buAutoNum type="arabicPeriod" startAt="4"/>
            </a:pPr>
            <a:r>
              <a:rPr lang="zh-CN" altLang="en-US" dirty="0"/>
              <a:t>根据权利条件，删减不符合经济利益的状态</a:t>
            </a:r>
            <a:endParaRPr lang="en-US" altLang="zh-CN" dirty="0"/>
          </a:p>
          <a:p>
            <a:pPr marL="457198" lvl="1" indent="0">
              <a:buNone/>
            </a:pPr>
            <a:r>
              <a:rPr lang="zh-CN" altLang="en-US" sz="2000" dirty="0">
                <a:solidFill>
                  <a:srgbClr val="C00000"/>
                </a:solidFill>
              </a:rPr>
              <a:t>发行人发现第</a:t>
            </a:r>
            <a:r>
              <a:rPr lang="en-US" altLang="zh-CN" sz="2000" dirty="0">
                <a:solidFill>
                  <a:srgbClr val="C00000"/>
                </a:solidFill>
              </a:rPr>
              <a:t>2</a:t>
            </a:r>
            <a:r>
              <a:rPr lang="zh-CN" altLang="en-US" sz="2000" dirty="0">
                <a:solidFill>
                  <a:srgbClr val="C00000"/>
                </a:solidFill>
              </a:rPr>
              <a:t>年末的价格高于</a:t>
            </a:r>
            <a:r>
              <a:rPr lang="en-US" altLang="zh-CN" sz="2000" dirty="0">
                <a:solidFill>
                  <a:srgbClr val="C00000"/>
                </a:solidFill>
              </a:rPr>
              <a:t>101</a:t>
            </a:r>
            <a:r>
              <a:rPr lang="zh-CN" altLang="en-US" sz="2000" dirty="0">
                <a:solidFill>
                  <a:srgbClr val="C00000"/>
                </a:solidFill>
              </a:rPr>
              <a:t>元，则会行权</a:t>
            </a:r>
            <a:endParaRPr lang="en-US" altLang="zh-CN" sz="2000" dirty="0">
              <a:solidFill>
                <a:srgbClr val="C00000"/>
              </a:solidFill>
            </a:endParaRPr>
          </a:p>
          <a:p>
            <a:pPr marL="457198" lvl="1" indent="0">
              <a:buNone/>
            </a:pPr>
            <a:r>
              <a:rPr lang="zh-CN" altLang="en-US" sz="2000" dirty="0">
                <a:solidFill>
                  <a:srgbClr val="C00000"/>
                </a:solidFill>
              </a:rPr>
              <a:t>将第</a:t>
            </a:r>
            <a:r>
              <a:rPr lang="en-US" altLang="zh-CN" sz="2000" dirty="0">
                <a:solidFill>
                  <a:srgbClr val="C00000"/>
                </a:solidFill>
              </a:rPr>
              <a:t>2</a:t>
            </a:r>
            <a:r>
              <a:rPr lang="zh-CN" altLang="en-US" sz="2000" dirty="0">
                <a:solidFill>
                  <a:srgbClr val="C00000"/>
                </a:solidFill>
              </a:rPr>
              <a:t>年末的状态价格，修改为</a:t>
            </a:r>
            <a:r>
              <a:rPr lang="en-US" altLang="zh-CN" sz="2000" dirty="0">
                <a:solidFill>
                  <a:srgbClr val="C00000"/>
                </a:solidFill>
              </a:rPr>
              <a:t>101</a:t>
            </a:r>
            <a:r>
              <a:rPr lang="zh-CN" altLang="en-US" sz="2000" dirty="0">
                <a:solidFill>
                  <a:srgbClr val="C00000"/>
                </a:solidFill>
              </a:rPr>
              <a:t>元</a:t>
            </a:r>
            <a:endParaRPr lang="en-US" altLang="zh-CN" sz="2000" dirty="0">
              <a:solidFill>
                <a:srgbClr val="C00000"/>
              </a:solidFill>
            </a:endParaRPr>
          </a:p>
          <a:p>
            <a:pPr marL="457200" indent="-457200">
              <a:buFont typeface="+mj-lt"/>
              <a:buAutoNum type="arabicPeriod" startAt="4"/>
            </a:pPr>
            <a:r>
              <a:rPr lang="zh-CN" altLang="en-US" dirty="0"/>
              <a:t>再根据贴现公式，计算第</a:t>
            </a:r>
            <a:r>
              <a:rPr lang="en-US" altLang="zh-CN" dirty="0"/>
              <a:t>1</a:t>
            </a:r>
            <a:r>
              <a:rPr lang="zh-CN" altLang="en-US" dirty="0"/>
              <a:t>年末和当前价值</a:t>
            </a:r>
            <a:endParaRPr lang="en-US" altLang="zh-CN" dirty="0"/>
          </a:p>
          <a:p>
            <a:pPr marL="457198" lvl="1" indent="0">
              <a:buNone/>
            </a:pPr>
            <a:r>
              <a:rPr lang="en-US" altLang="zh-CN" sz="2000" dirty="0">
                <a:solidFill>
                  <a:srgbClr val="00B050"/>
                </a:solidFill>
              </a:rPr>
              <a:t>PH=0.5*(98.84+4+100.48+4)/(1+4.27%)=99.41</a:t>
            </a:r>
          </a:p>
          <a:p>
            <a:pPr marL="457198" lvl="1" indent="0">
              <a:buNone/>
            </a:pPr>
            <a:r>
              <a:rPr lang="en-US" altLang="zh-CN" sz="2000" dirty="0">
                <a:solidFill>
                  <a:srgbClr val="00B050"/>
                </a:solidFill>
              </a:rPr>
              <a:t>PL=0.5*(100.48+4+101+4)/(1+2.87%)=101.82</a:t>
            </a:r>
          </a:p>
          <a:p>
            <a:pPr marL="457200" indent="-457200">
              <a:buFont typeface="+mj-lt"/>
              <a:buAutoNum type="arabicPeriod" startAt="4"/>
            </a:pPr>
            <a:r>
              <a:rPr lang="zh-CN" altLang="en-US" dirty="0"/>
              <a:t>根据权利条件，删减不符合经济利益的状态</a:t>
            </a:r>
            <a:endParaRPr lang="en-US" altLang="zh-CN" dirty="0"/>
          </a:p>
          <a:p>
            <a:pPr marL="457198" lvl="1" indent="0">
              <a:buNone/>
            </a:pPr>
            <a:r>
              <a:rPr lang="zh-CN" altLang="en-US" sz="2000" dirty="0">
                <a:solidFill>
                  <a:srgbClr val="7030A0"/>
                </a:solidFill>
              </a:rPr>
              <a:t>发行人发现第</a:t>
            </a:r>
            <a:r>
              <a:rPr lang="en-US" altLang="zh-CN" sz="2000" dirty="0">
                <a:solidFill>
                  <a:srgbClr val="7030A0"/>
                </a:solidFill>
              </a:rPr>
              <a:t>1</a:t>
            </a:r>
            <a:r>
              <a:rPr lang="zh-CN" altLang="en-US" sz="2000" dirty="0">
                <a:solidFill>
                  <a:srgbClr val="7030A0"/>
                </a:solidFill>
              </a:rPr>
              <a:t>年末的价格高于</a:t>
            </a:r>
            <a:r>
              <a:rPr lang="en-US" altLang="zh-CN" sz="2000" dirty="0">
                <a:solidFill>
                  <a:srgbClr val="7030A0"/>
                </a:solidFill>
              </a:rPr>
              <a:t>101</a:t>
            </a:r>
            <a:r>
              <a:rPr lang="zh-CN" altLang="en-US" sz="2000" dirty="0">
                <a:solidFill>
                  <a:srgbClr val="7030A0"/>
                </a:solidFill>
              </a:rPr>
              <a:t>元，则会行权</a:t>
            </a:r>
            <a:endParaRPr lang="en-US" altLang="zh-CN" sz="2000" dirty="0">
              <a:solidFill>
                <a:srgbClr val="7030A0"/>
              </a:solidFill>
            </a:endParaRPr>
          </a:p>
          <a:p>
            <a:pPr marL="457198" lvl="1" indent="0">
              <a:buNone/>
            </a:pPr>
            <a:r>
              <a:rPr lang="zh-CN" altLang="en-US" sz="2000" dirty="0">
                <a:solidFill>
                  <a:srgbClr val="7030A0"/>
                </a:solidFill>
              </a:rPr>
              <a:t>将第</a:t>
            </a:r>
            <a:r>
              <a:rPr lang="en-US" altLang="zh-CN" sz="2000" dirty="0">
                <a:solidFill>
                  <a:srgbClr val="7030A0"/>
                </a:solidFill>
              </a:rPr>
              <a:t>1</a:t>
            </a:r>
            <a:r>
              <a:rPr lang="zh-CN" altLang="en-US" sz="2000" dirty="0">
                <a:solidFill>
                  <a:srgbClr val="7030A0"/>
                </a:solidFill>
              </a:rPr>
              <a:t>年末的状态价格，修改为</a:t>
            </a:r>
            <a:r>
              <a:rPr lang="en-US" altLang="zh-CN" sz="2000" dirty="0">
                <a:solidFill>
                  <a:srgbClr val="7030A0"/>
                </a:solidFill>
              </a:rPr>
              <a:t>101</a:t>
            </a:r>
            <a:r>
              <a:rPr lang="zh-CN" altLang="en-US" sz="2000" dirty="0">
                <a:solidFill>
                  <a:srgbClr val="7030A0"/>
                </a:solidFill>
              </a:rPr>
              <a:t>元</a:t>
            </a:r>
            <a:endParaRPr lang="en-US" altLang="zh-CN" sz="2000" dirty="0">
              <a:solidFill>
                <a:srgbClr val="7030A0"/>
              </a:solidFill>
            </a:endParaRPr>
          </a:p>
          <a:p>
            <a:pPr marL="457200" indent="-457200">
              <a:buFont typeface="+mj-lt"/>
              <a:buAutoNum type="arabicPeriod" startAt="4"/>
            </a:pPr>
            <a:r>
              <a:rPr lang="zh-CN" altLang="en-US" dirty="0">
                <a:solidFill>
                  <a:srgbClr val="000000">
                    <a:lumMod val="65000"/>
                    <a:lumOff val="35000"/>
                  </a:srgbClr>
                </a:solidFill>
              </a:rPr>
              <a:t>再根据贴现公式，计算当前价值</a:t>
            </a:r>
            <a:endParaRPr lang="en-US" altLang="zh-CN" dirty="0">
              <a:solidFill>
                <a:srgbClr val="000000">
                  <a:lumMod val="65000"/>
                  <a:lumOff val="35000"/>
                </a:srgbClr>
              </a:solidFill>
            </a:endParaRPr>
          </a:p>
          <a:p>
            <a:pPr marL="457198" lvl="1" indent="0">
              <a:buNone/>
            </a:pPr>
            <a:r>
              <a:rPr lang="en-US" altLang="zh-CN" sz="2000" dirty="0">
                <a:solidFill>
                  <a:srgbClr val="0070C0"/>
                </a:solidFill>
              </a:rPr>
              <a:t>P0=0.5*(99.41+4+101+4)/(1+3.5%)=100.68</a:t>
            </a:r>
          </a:p>
        </p:txBody>
      </p:sp>
      <p:cxnSp>
        <p:nvCxnSpPr>
          <p:cNvPr id="56" name="直接箭头连接符 55">
            <a:extLst>
              <a:ext uri="{FF2B5EF4-FFF2-40B4-BE49-F238E27FC236}">
                <a16:creationId xmlns:a16="http://schemas.microsoft.com/office/drawing/2014/main" id="{F426B4B1-76D3-43F5-88D5-4DC180125342}"/>
              </a:ext>
            </a:extLst>
          </p:cNvPr>
          <p:cNvCxnSpPr>
            <a:cxnSpLocks/>
            <a:stCxn id="62" idx="3"/>
            <a:endCxn id="63" idx="1"/>
          </p:cNvCxnSpPr>
          <p:nvPr/>
        </p:nvCxnSpPr>
        <p:spPr>
          <a:xfrm flipV="1">
            <a:off x="1955165" y="4807052"/>
            <a:ext cx="233158" cy="1080446"/>
          </a:xfrm>
          <a:prstGeom prst="straightConnector1">
            <a:avLst/>
          </a:prstGeom>
          <a:ln w="28575">
            <a:solidFill>
              <a:schemeClr val="tx1">
                <a:lumMod val="50000"/>
                <a:lumOff val="50000"/>
              </a:schemeClr>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57" name="直接箭头连接符 56">
            <a:extLst>
              <a:ext uri="{FF2B5EF4-FFF2-40B4-BE49-F238E27FC236}">
                <a16:creationId xmlns:a16="http://schemas.microsoft.com/office/drawing/2014/main" id="{24BC47E2-DA24-434A-A678-A8613745C91B}"/>
              </a:ext>
            </a:extLst>
          </p:cNvPr>
          <p:cNvCxnSpPr>
            <a:cxnSpLocks/>
            <a:stCxn id="63" idx="3"/>
            <a:endCxn id="155" idx="1"/>
          </p:cNvCxnSpPr>
          <p:nvPr/>
        </p:nvCxnSpPr>
        <p:spPr>
          <a:xfrm flipV="1">
            <a:off x="3804480" y="3892242"/>
            <a:ext cx="288722" cy="914810"/>
          </a:xfrm>
          <a:prstGeom prst="straightConnector1">
            <a:avLst/>
          </a:prstGeom>
          <a:ln w="28575">
            <a:solidFill>
              <a:schemeClr val="tx1">
                <a:lumMod val="50000"/>
                <a:lumOff val="50000"/>
              </a:schemeClr>
            </a:solidFill>
            <a:prstDash val="solid"/>
            <a:tailEnd type="triangle" w="lg" len="lg"/>
          </a:ln>
        </p:spPr>
        <p:style>
          <a:lnRef idx="1">
            <a:schemeClr val="accent1"/>
          </a:lnRef>
          <a:fillRef idx="0">
            <a:schemeClr val="accent1"/>
          </a:fillRef>
          <a:effectRef idx="0">
            <a:schemeClr val="accent1"/>
          </a:effectRef>
          <a:fontRef idx="minor">
            <a:schemeClr val="tx1"/>
          </a:fontRef>
        </p:style>
      </p:cxnSp>
      <p:cxnSp>
        <p:nvCxnSpPr>
          <p:cNvPr id="59" name="直接箭头连接符 58">
            <a:extLst>
              <a:ext uri="{FF2B5EF4-FFF2-40B4-BE49-F238E27FC236}">
                <a16:creationId xmlns:a16="http://schemas.microsoft.com/office/drawing/2014/main" id="{8745CDF0-E2F2-4E82-9117-8E4D1FC38713}"/>
              </a:ext>
            </a:extLst>
          </p:cNvPr>
          <p:cNvCxnSpPr>
            <a:cxnSpLocks/>
            <a:stCxn id="62" idx="3"/>
            <a:endCxn id="64" idx="1"/>
          </p:cNvCxnSpPr>
          <p:nvPr/>
        </p:nvCxnSpPr>
        <p:spPr>
          <a:xfrm>
            <a:off x="1955165" y="5887498"/>
            <a:ext cx="277301" cy="1056529"/>
          </a:xfrm>
          <a:prstGeom prst="straightConnector1">
            <a:avLst/>
          </a:prstGeom>
          <a:ln w="28575">
            <a:solidFill>
              <a:schemeClr val="tx1">
                <a:lumMod val="50000"/>
                <a:lumOff val="50000"/>
              </a:schemeClr>
            </a:solidFill>
            <a:prstDash val="dash"/>
            <a:tailEnd type="triangle" w="lg" len="lg"/>
          </a:ln>
        </p:spPr>
        <p:style>
          <a:lnRef idx="1">
            <a:schemeClr val="accent1"/>
          </a:lnRef>
          <a:fillRef idx="0">
            <a:schemeClr val="accent1"/>
          </a:fillRef>
          <a:effectRef idx="0">
            <a:schemeClr val="accent1"/>
          </a:effectRef>
          <a:fontRef idx="minor">
            <a:schemeClr val="tx1"/>
          </a:fontRef>
        </p:style>
      </p:cxnSp>
      <p:cxnSp>
        <p:nvCxnSpPr>
          <p:cNvPr id="61" name="直接箭头连接符 60">
            <a:extLst>
              <a:ext uri="{FF2B5EF4-FFF2-40B4-BE49-F238E27FC236}">
                <a16:creationId xmlns:a16="http://schemas.microsoft.com/office/drawing/2014/main" id="{1AE67CDD-4951-4030-96E9-5670D12E6860}"/>
              </a:ext>
            </a:extLst>
          </p:cNvPr>
          <p:cNvCxnSpPr>
            <a:cxnSpLocks/>
            <a:stCxn id="63" idx="3"/>
            <a:endCxn id="169" idx="1"/>
          </p:cNvCxnSpPr>
          <p:nvPr/>
        </p:nvCxnSpPr>
        <p:spPr>
          <a:xfrm>
            <a:off x="3804480" y="4807052"/>
            <a:ext cx="288008" cy="1211193"/>
          </a:xfrm>
          <a:prstGeom prst="straightConnector1">
            <a:avLst/>
          </a:prstGeom>
          <a:ln w="28575">
            <a:solidFill>
              <a:schemeClr val="tx1">
                <a:lumMod val="50000"/>
                <a:lumOff val="50000"/>
              </a:schemeClr>
            </a:solidFill>
            <a:prstDash val="solid"/>
            <a:tailEnd type="triangle" w="lg" len="lg"/>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62" name="矩形 61">
                <a:extLst>
                  <a:ext uri="{FF2B5EF4-FFF2-40B4-BE49-F238E27FC236}">
                    <a16:creationId xmlns:a16="http://schemas.microsoft.com/office/drawing/2014/main" id="{AD2AE919-3623-4D35-BADF-564E88D40753}"/>
                  </a:ext>
                </a:extLst>
              </p:cNvPr>
              <p:cNvSpPr/>
              <p:nvPr/>
            </p:nvSpPr>
            <p:spPr>
              <a:xfrm>
                <a:off x="267794" y="5425833"/>
                <a:ext cx="1687371" cy="923330"/>
              </a:xfrm>
              <a:prstGeom prst="rect">
                <a:avLst/>
              </a:prstGeom>
              <a:ln>
                <a:solidFill>
                  <a:schemeClr val="tx1"/>
                </a:solidFill>
              </a:ln>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altLang="zh-CN" sz="1800" b="1" i="1" smtClean="0">
                              <a:solidFill>
                                <a:schemeClr val="tx1">
                                  <a:lumMod val="75000"/>
                                  <a:lumOff val="25000"/>
                                </a:schemeClr>
                              </a:solidFill>
                              <a:latin typeface="Cambria Math" panose="02040503050406030204" pitchFamily="18" charset="0"/>
                            </a:rPr>
                          </m:ctrlPr>
                        </m:sSubPr>
                        <m:e>
                          <m:r>
                            <a:rPr lang="en-US" altLang="zh-CN" sz="1800" b="1" i="1" smtClean="0">
                              <a:solidFill>
                                <a:schemeClr val="tx1">
                                  <a:lumMod val="75000"/>
                                  <a:lumOff val="25000"/>
                                </a:schemeClr>
                              </a:solidFill>
                              <a:latin typeface="Cambria Math" panose="02040503050406030204" pitchFamily="18" charset="0"/>
                            </a:rPr>
                            <m:t>𝒇</m:t>
                          </m:r>
                        </m:e>
                        <m:sub>
                          <m:r>
                            <a:rPr lang="en-US" altLang="zh-CN" sz="1800" b="1" i="1" smtClean="0">
                              <a:solidFill>
                                <a:schemeClr val="tx1">
                                  <a:lumMod val="75000"/>
                                  <a:lumOff val="25000"/>
                                </a:schemeClr>
                              </a:solidFill>
                              <a:latin typeface="Cambria Math" panose="02040503050406030204" pitchFamily="18" charset="0"/>
                            </a:rPr>
                            <m:t>𝟎</m:t>
                          </m:r>
                        </m:sub>
                      </m:sSub>
                      <m:r>
                        <a:rPr lang="en-US" altLang="zh-CN" sz="1800" b="1" i="1" smtClean="0">
                          <a:solidFill>
                            <a:schemeClr val="tx1">
                              <a:lumMod val="75000"/>
                              <a:lumOff val="25000"/>
                            </a:schemeClr>
                          </a:solidFill>
                          <a:latin typeface="Cambria Math" panose="02040503050406030204" pitchFamily="18" charset="0"/>
                        </a:rPr>
                        <m:t>=</m:t>
                      </m:r>
                      <m:r>
                        <a:rPr lang="en-US" altLang="zh-CN" sz="1800" b="1" i="1" smtClean="0">
                          <a:solidFill>
                            <a:schemeClr val="tx1">
                              <a:lumMod val="75000"/>
                              <a:lumOff val="25000"/>
                            </a:schemeClr>
                          </a:solidFill>
                          <a:latin typeface="Cambria Math" panose="02040503050406030204" pitchFamily="18" charset="0"/>
                        </a:rPr>
                        <m:t>𝟑</m:t>
                      </m:r>
                      <m:r>
                        <a:rPr lang="en-US" altLang="zh-CN" sz="1800" b="1" i="1" smtClean="0">
                          <a:solidFill>
                            <a:schemeClr val="tx1">
                              <a:lumMod val="75000"/>
                              <a:lumOff val="25000"/>
                            </a:schemeClr>
                          </a:solidFill>
                          <a:latin typeface="Cambria Math" panose="02040503050406030204" pitchFamily="18" charset="0"/>
                        </a:rPr>
                        <m:t>.</m:t>
                      </m:r>
                      <m:r>
                        <a:rPr lang="en-US" altLang="zh-CN" sz="1800" b="1" i="1" smtClean="0">
                          <a:solidFill>
                            <a:schemeClr val="tx1">
                              <a:lumMod val="75000"/>
                              <a:lumOff val="25000"/>
                            </a:schemeClr>
                          </a:solidFill>
                          <a:latin typeface="Cambria Math" panose="02040503050406030204" pitchFamily="18" charset="0"/>
                        </a:rPr>
                        <m:t>𝟓</m:t>
                      </m:r>
                      <m:r>
                        <a:rPr lang="en-US" altLang="zh-CN" sz="1800" b="1" i="1" smtClean="0">
                          <a:solidFill>
                            <a:schemeClr val="tx1">
                              <a:lumMod val="75000"/>
                              <a:lumOff val="25000"/>
                            </a:schemeClr>
                          </a:solidFill>
                          <a:latin typeface="Cambria Math" panose="02040503050406030204" pitchFamily="18" charset="0"/>
                        </a:rPr>
                        <m:t>%</m:t>
                      </m:r>
                    </m:oMath>
                  </m:oMathPara>
                </a14:m>
                <a:endParaRPr lang="en-US" altLang="zh-CN" sz="1800" b="1" dirty="0">
                  <a:solidFill>
                    <a:schemeClr val="tx1">
                      <a:lumMod val="75000"/>
                      <a:lumOff val="25000"/>
                    </a:schemeClr>
                  </a:solidFill>
                </a:endParaRPr>
              </a:p>
              <a:p>
                <a:pPr/>
                <a14:m>
                  <m:oMathPara xmlns:m="http://schemas.openxmlformats.org/officeDocument/2006/math">
                    <m:oMathParaPr>
                      <m:jc m:val="centerGroup"/>
                    </m:oMathParaPr>
                    <m:oMath xmlns:m="http://schemas.openxmlformats.org/officeDocument/2006/math">
                      <m:r>
                        <a:rPr lang="en-US" altLang="zh-CN" sz="1800" b="1" i="1" smtClean="0">
                          <a:solidFill>
                            <a:schemeClr val="tx1">
                              <a:lumMod val="75000"/>
                              <a:lumOff val="25000"/>
                            </a:schemeClr>
                          </a:solidFill>
                          <a:latin typeface="Cambria Math" panose="02040503050406030204" pitchFamily="18" charset="0"/>
                        </a:rPr>
                        <m:t>𝑪</m:t>
                      </m:r>
                      <m:r>
                        <a:rPr lang="en-US" altLang="zh-CN" sz="1800" b="1" i="1">
                          <a:solidFill>
                            <a:schemeClr val="tx1">
                              <a:lumMod val="75000"/>
                              <a:lumOff val="25000"/>
                            </a:schemeClr>
                          </a:solidFill>
                          <a:latin typeface="Cambria Math" panose="02040503050406030204" pitchFamily="18" charset="0"/>
                        </a:rPr>
                        <m:t>=</m:t>
                      </m:r>
                      <m:r>
                        <a:rPr lang="en-US" altLang="zh-CN" sz="1800" b="1" i="1" smtClean="0">
                          <a:solidFill>
                            <a:schemeClr val="tx1">
                              <a:lumMod val="75000"/>
                              <a:lumOff val="25000"/>
                            </a:schemeClr>
                          </a:solidFill>
                          <a:latin typeface="Cambria Math" panose="02040503050406030204" pitchFamily="18" charset="0"/>
                        </a:rPr>
                        <m:t>𝟎</m:t>
                      </m:r>
                    </m:oMath>
                  </m:oMathPara>
                </a14:m>
                <a:endParaRPr lang="en-US" altLang="zh-CN" sz="1800" b="1" dirty="0">
                  <a:solidFill>
                    <a:schemeClr val="tx1">
                      <a:lumMod val="75000"/>
                      <a:lumOff val="25000"/>
                    </a:schemeClr>
                  </a:solidFill>
                </a:endParaRPr>
              </a:p>
              <a:p>
                <a:pPr/>
                <a14:m>
                  <m:oMathPara xmlns:m="http://schemas.openxmlformats.org/officeDocument/2006/math">
                    <m:oMathParaPr>
                      <m:jc m:val="centerGroup"/>
                    </m:oMathParaPr>
                    <m:oMath xmlns:m="http://schemas.openxmlformats.org/officeDocument/2006/math">
                      <m:sSub>
                        <m:sSubPr>
                          <m:ctrlPr>
                            <a:rPr lang="en-US" altLang="zh-CN" sz="1800" b="1" i="1" smtClean="0">
                              <a:solidFill>
                                <a:srgbClr val="0070C0"/>
                              </a:solidFill>
                              <a:latin typeface="Cambria Math" panose="02040503050406030204" pitchFamily="18" charset="0"/>
                            </a:rPr>
                          </m:ctrlPr>
                        </m:sSubPr>
                        <m:e>
                          <m:r>
                            <a:rPr lang="en-US" altLang="zh-CN" sz="1800" b="1" i="1">
                              <a:solidFill>
                                <a:srgbClr val="0070C0"/>
                              </a:solidFill>
                              <a:latin typeface="Cambria Math" panose="02040503050406030204" pitchFamily="18" charset="0"/>
                            </a:rPr>
                            <m:t>𝑷</m:t>
                          </m:r>
                        </m:e>
                        <m:sub>
                          <m:r>
                            <a:rPr lang="en-US" altLang="zh-CN" sz="1800" b="1" i="1">
                              <a:solidFill>
                                <a:srgbClr val="0070C0"/>
                              </a:solidFill>
                              <a:latin typeface="Cambria Math" panose="02040503050406030204" pitchFamily="18" charset="0"/>
                            </a:rPr>
                            <m:t>𝟎</m:t>
                          </m:r>
                        </m:sub>
                      </m:sSub>
                      <m:r>
                        <a:rPr lang="en-US" altLang="zh-CN" sz="1800" b="1" i="1">
                          <a:solidFill>
                            <a:srgbClr val="0070C0"/>
                          </a:solidFill>
                          <a:latin typeface="Cambria Math" panose="02040503050406030204" pitchFamily="18" charset="0"/>
                        </a:rPr>
                        <m:t>=</m:t>
                      </m:r>
                      <m:r>
                        <a:rPr lang="en-US" altLang="zh-CN" sz="1800" b="1" i="0" smtClean="0">
                          <a:solidFill>
                            <a:srgbClr val="0070C0"/>
                          </a:solidFill>
                          <a:latin typeface="Cambria Math" panose="02040503050406030204" pitchFamily="18" charset="0"/>
                        </a:rPr>
                        <m:t>𝟏𝟎𝟎</m:t>
                      </m:r>
                      <m:r>
                        <a:rPr lang="en-US" altLang="zh-CN" sz="1800" b="1" i="0" smtClean="0">
                          <a:solidFill>
                            <a:srgbClr val="0070C0"/>
                          </a:solidFill>
                          <a:latin typeface="Cambria Math" panose="02040503050406030204" pitchFamily="18" charset="0"/>
                        </a:rPr>
                        <m:t>.</m:t>
                      </m:r>
                      <m:r>
                        <a:rPr lang="en-US" altLang="zh-CN" sz="1800" b="1" i="0" smtClean="0">
                          <a:solidFill>
                            <a:srgbClr val="0070C0"/>
                          </a:solidFill>
                          <a:latin typeface="Cambria Math" panose="02040503050406030204" pitchFamily="18" charset="0"/>
                        </a:rPr>
                        <m:t>𝟔𝟖</m:t>
                      </m:r>
                    </m:oMath>
                  </m:oMathPara>
                </a14:m>
                <a:endParaRPr lang="zh-CN" altLang="en-US" sz="1800" b="1" dirty="0">
                  <a:solidFill>
                    <a:schemeClr val="tx1">
                      <a:lumMod val="75000"/>
                      <a:lumOff val="25000"/>
                    </a:schemeClr>
                  </a:solidFill>
                </a:endParaRPr>
              </a:p>
            </p:txBody>
          </p:sp>
        </mc:Choice>
        <mc:Fallback xmlns="">
          <p:sp>
            <p:nvSpPr>
              <p:cNvPr id="62" name="矩形 61">
                <a:extLst>
                  <a:ext uri="{FF2B5EF4-FFF2-40B4-BE49-F238E27FC236}">
                    <a16:creationId xmlns:a16="http://schemas.microsoft.com/office/drawing/2014/main" id="{AD2AE919-3623-4D35-BADF-564E88D40753}"/>
                  </a:ext>
                </a:extLst>
              </p:cNvPr>
              <p:cNvSpPr>
                <a:spLocks noRot="1" noChangeAspect="1" noMove="1" noResize="1" noEditPoints="1" noAdjustHandles="1" noChangeArrowheads="1" noChangeShapeType="1" noTextEdit="1"/>
              </p:cNvSpPr>
              <p:nvPr/>
            </p:nvSpPr>
            <p:spPr>
              <a:xfrm>
                <a:off x="267794" y="5425833"/>
                <a:ext cx="1687371" cy="923330"/>
              </a:xfrm>
              <a:prstGeom prst="rect">
                <a:avLst/>
              </a:prstGeom>
              <a:blipFill>
                <a:blip r:embed="rId3"/>
                <a:stretch>
                  <a:fillRect/>
                </a:stretch>
              </a:blipFill>
              <a:ln>
                <a:solidFill>
                  <a:schemeClr val="tx1"/>
                </a:solidFill>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63" name="矩形 62">
                <a:extLst>
                  <a:ext uri="{FF2B5EF4-FFF2-40B4-BE49-F238E27FC236}">
                    <a16:creationId xmlns:a16="http://schemas.microsoft.com/office/drawing/2014/main" id="{F5E5ED31-812F-43B4-8EDD-A417CC37EB1B}"/>
                  </a:ext>
                </a:extLst>
              </p:cNvPr>
              <p:cNvSpPr/>
              <p:nvPr/>
            </p:nvSpPr>
            <p:spPr>
              <a:xfrm>
                <a:off x="2188323" y="4345387"/>
                <a:ext cx="1616157" cy="923330"/>
              </a:xfrm>
              <a:prstGeom prst="rect">
                <a:avLst/>
              </a:prstGeom>
              <a:ln>
                <a:solidFill>
                  <a:schemeClr val="tx1"/>
                </a:solidFill>
              </a:ln>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altLang="zh-CN" sz="1800" b="1" i="1" smtClean="0">
                              <a:solidFill>
                                <a:schemeClr val="tx1">
                                  <a:lumMod val="75000"/>
                                  <a:lumOff val="25000"/>
                                </a:schemeClr>
                              </a:solidFill>
                              <a:latin typeface="Cambria Math" panose="02040503050406030204" pitchFamily="18" charset="0"/>
                            </a:rPr>
                          </m:ctrlPr>
                        </m:sSubPr>
                        <m:e>
                          <m:r>
                            <a:rPr lang="en-US" altLang="zh-CN" sz="1800" b="1" i="1" smtClean="0">
                              <a:solidFill>
                                <a:schemeClr val="tx1">
                                  <a:lumMod val="75000"/>
                                  <a:lumOff val="25000"/>
                                </a:schemeClr>
                              </a:solidFill>
                              <a:latin typeface="Cambria Math" panose="02040503050406030204" pitchFamily="18" charset="0"/>
                            </a:rPr>
                            <m:t>𝒇</m:t>
                          </m:r>
                        </m:e>
                        <m:sub>
                          <m:r>
                            <a:rPr lang="en-US" altLang="zh-CN" sz="1800" b="1" i="1" smtClean="0">
                              <a:solidFill>
                                <a:schemeClr val="tx1">
                                  <a:lumMod val="75000"/>
                                  <a:lumOff val="25000"/>
                                </a:schemeClr>
                              </a:solidFill>
                              <a:latin typeface="Cambria Math" panose="02040503050406030204" pitchFamily="18" charset="0"/>
                            </a:rPr>
                            <m:t>𝑯</m:t>
                          </m:r>
                        </m:sub>
                      </m:sSub>
                      <m:r>
                        <a:rPr lang="en-US" altLang="zh-CN" sz="1800" b="1" i="1" smtClean="0">
                          <a:solidFill>
                            <a:schemeClr val="tx1">
                              <a:lumMod val="75000"/>
                              <a:lumOff val="25000"/>
                            </a:schemeClr>
                          </a:solidFill>
                          <a:latin typeface="Cambria Math" panose="02040503050406030204" pitchFamily="18" charset="0"/>
                        </a:rPr>
                        <m:t>=</m:t>
                      </m:r>
                      <m:r>
                        <a:rPr lang="en-US" altLang="zh-CN" sz="1800" b="1" i="1" smtClean="0">
                          <a:solidFill>
                            <a:schemeClr val="tx1">
                              <a:lumMod val="75000"/>
                              <a:lumOff val="25000"/>
                            </a:schemeClr>
                          </a:solidFill>
                          <a:latin typeface="Cambria Math" panose="02040503050406030204" pitchFamily="18" charset="0"/>
                        </a:rPr>
                        <m:t>𝟒</m:t>
                      </m:r>
                      <m:r>
                        <a:rPr lang="en-US" altLang="zh-CN" sz="1800" b="1" i="1" smtClean="0">
                          <a:solidFill>
                            <a:schemeClr val="tx1">
                              <a:lumMod val="75000"/>
                              <a:lumOff val="25000"/>
                            </a:schemeClr>
                          </a:solidFill>
                          <a:latin typeface="Cambria Math" panose="02040503050406030204" pitchFamily="18" charset="0"/>
                        </a:rPr>
                        <m:t>.</m:t>
                      </m:r>
                      <m:r>
                        <a:rPr lang="en-US" altLang="zh-CN" sz="1800" b="1" i="1" smtClean="0">
                          <a:solidFill>
                            <a:schemeClr val="tx1">
                              <a:lumMod val="75000"/>
                              <a:lumOff val="25000"/>
                            </a:schemeClr>
                          </a:solidFill>
                          <a:latin typeface="Cambria Math" panose="02040503050406030204" pitchFamily="18" charset="0"/>
                        </a:rPr>
                        <m:t>𝟐𝟕</m:t>
                      </m:r>
                      <m:r>
                        <a:rPr lang="en-US" altLang="zh-CN" sz="1800" b="1" i="1" smtClean="0">
                          <a:solidFill>
                            <a:schemeClr val="tx1">
                              <a:lumMod val="75000"/>
                              <a:lumOff val="25000"/>
                            </a:schemeClr>
                          </a:solidFill>
                          <a:latin typeface="Cambria Math" panose="02040503050406030204" pitchFamily="18" charset="0"/>
                        </a:rPr>
                        <m:t>%</m:t>
                      </m:r>
                    </m:oMath>
                  </m:oMathPara>
                </a14:m>
                <a:endParaRPr lang="en-US" altLang="zh-CN" sz="1800" b="1" dirty="0">
                  <a:solidFill>
                    <a:schemeClr val="tx1">
                      <a:lumMod val="75000"/>
                      <a:lumOff val="25000"/>
                    </a:schemeClr>
                  </a:solidFill>
                </a:endParaRPr>
              </a:p>
              <a:p>
                <a:pPr/>
                <a14:m>
                  <m:oMathPara xmlns:m="http://schemas.openxmlformats.org/officeDocument/2006/math">
                    <m:oMathParaPr>
                      <m:jc m:val="centerGroup"/>
                    </m:oMathParaPr>
                    <m:oMath xmlns:m="http://schemas.openxmlformats.org/officeDocument/2006/math">
                      <m:r>
                        <a:rPr lang="en-US" altLang="zh-CN" sz="1800" b="1" i="1" smtClean="0">
                          <a:solidFill>
                            <a:schemeClr val="tx1">
                              <a:lumMod val="75000"/>
                              <a:lumOff val="25000"/>
                            </a:schemeClr>
                          </a:solidFill>
                          <a:latin typeface="Cambria Math" panose="02040503050406030204" pitchFamily="18" charset="0"/>
                        </a:rPr>
                        <m:t>𝑪</m:t>
                      </m:r>
                      <m:r>
                        <a:rPr lang="en-US" altLang="zh-CN" sz="1800" b="1" i="1">
                          <a:solidFill>
                            <a:schemeClr val="tx1">
                              <a:lumMod val="75000"/>
                              <a:lumOff val="25000"/>
                            </a:schemeClr>
                          </a:solidFill>
                          <a:latin typeface="Cambria Math" panose="02040503050406030204" pitchFamily="18" charset="0"/>
                        </a:rPr>
                        <m:t>=</m:t>
                      </m:r>
                      <m:r>
                        <a:rPr lang="en-US" altLang="zh-CN" sz="1800" b="1" i="1" smtClean="0">
                          <a:solidFill>
                            <a:schemeClr val="tx1">
                              <a:lumMod val="75000"/>
                              <a:lumOff val="25000"/>
                            </a:schemeClr>
                          </a:solidFill>
                          <a:latin typeface="Cambria Math" panose="02040503050406030204" pitchFamily="18" charset="0"/>
                        </a:rPr>
                        <m:t>𝟒</m:t>
                      </m:r>
                    </m:oMath>
                  </m:oMathPara>
                </a14:m>
                <a:endParaRPr lang="en-US" altLang="zh-CN" sz="1800" b="1" dirty="0">
                  <a:solidFill>
                    <a:schemeClr val="tx1">
                      <a:lumMod val="75000"/>
                      <a:lumOff val="25000"/>
                    </a:schemeClr>
                  </a:solidFill>
                </a:endParaRPr>
              </a:p>
              <a:p>
                <a:pPr/>
                <a14:m>
                  <m:oMathPara xmlns:m="http://schemas.openxmlformats.org/officeDocument/2006/math">
                    <m:oMathParaPr>
                      <m:jc m:val="centerGroup"/>
                    </m:oMathParaPr>
                    <m:oMath xmlns:m="http://schemas.openxmlformats.org/officeDocument/2006/math">
                      <m:sSub>
                        <m:sSubPr>
                          <m:ctrlPr>
                            <a:rPr lang="en-US" altLang="zh-CN" sz="1800" b="1" i="1" smtClean="0">
                              <a:solidFill>
                                <a:srgbClr val="00B050"/>
                              </a:solidFill>
                              <a:latin typeface="Cambria Math" panose="02040503050406030204" pitchFamily="18" charset="0"/>
                            </a:rPr>
                          </m:ctrlPr>
                        </m:sSubPr>
                        <m:e>
                          <m:r>
                            <a:rPr lang="en-US" altLang="zh-CN" sz="1800" b="1" i="1" smtClean="0">
                              <a:solidFill>
                                <a:srgbClr val="00B050"/>
                              </a:solidFill>
                              <a:latin typeface="Cambria Math" panose="02040503050406030204" pitchFamily="18" charset="0"/>
                            </a:rPr>
                            <m:t>𝑷</m:t>
                          </m:r>
                        </m:e>
                        <m:sub>
                          <m:r>
                            <a:rPr lang="en-US" altLang="zh-CN" sz="1800" b="1" i="1" smtClean="0">
                              <a:solidFill>
                                <a:srgbClr val="00B050"/>
                              </a:solidFill>
                              <a:latin typeface="Cambria Math" panose="02040503050406030204" pitchFamily="18" charset="0"/>
                            </a:rPr>
                            <m:t>𝑯</m:t>
                          </m:r>
                        </m:sub>
                      </m:sSub>
                      <m:r>
                        <a:rPr lang="en-US" altLang="zh-CN" sz="1800" b="1" i="1">
                          <a:solidFill>
                            <a:srgbClr val="00B050"/>
                          </a:solidFill>
                          <a:latin typeface="Cambria Math" panose="02040503050406030204" pitchFamily="18" charset="0"/>
                        </a:rPr>
                        <m:t>=</m:t>
                      </m:r>
                      <m:r>
                        <a:rPr lang="en-US" altLang="zh-CN" sz="1800" b="1" i="0" smtClean="0">
                          <a:solidFill>
                            <a:srgbClr val="00B050"/>
                          </a:solidFill>
                          <a:latin typeface="Cambria Math" panose="02040503050406030204" pitchFamily="18" charset="0"/>
                        </a:rPr>
                        <m:t>𝟗𝟗</m:t>
                      </m:r>
                      <m:r>
                        <a:rPr lang="en-US" altLang="zh-CN" sz="1800" b="1" i="0" smtClean="0">
                          <a:solidFill>
                            <a:srgbClr val="00B050"/>
                          </a:solidFill>
                          <a:latin typeface="Cambria Math" panose="02040503050406030204" pitchFamily="18" charset="0"/>
                        </a:rPr>
                        <m:t>.</m:t>
                      </m:r>
                      <m:r>
                        <a:rPr lang="en-US" altLang="zh-CN" sz="1800" b="1" i="0" smtClean="0">
                          <a:solidFill>
                            <a:srgbClr val="00B050"/>
                          </a:solidFill>
                          <a:latin typeface="Cambria Math" panose="02040503050406030204" pitchFamily="18" charset="0"/>
                        </a:rPr>
                        <m:t>𝟒𝟏</m:t>
                      </m:r>
                    </m:oMath>
                  </m:oMathPara>
                </a14:m>
                <a:endParaRPr lang="zh-CN" altLang="en-US" sz="1800" b="1" dirty="0">
                  <a:solidFill>
                    <a:schemeClr val="tx1">
                      <a:lumMod val="75000"/>
                      <a:lumOff val="25000"/>
                    </a:schemeClr>
                  </a:solidFill>
                </a:endParaRPr>
              </a:p>
            </p:txBody>
          </p:sp>
        </mc:Choice>
        <mc:Fallback xmlns="">
          <p:sp>
            <p:nvSpPr>
              <p:cNvPr id="63" name="矩形 62">
                <a:extLst>
                  <a:ext uri="{FF2B5EF4-FFF2-40B4-BE49-F238E27FC236}">
                    <a16:creationId xmlns:a16="http://schemas.microsoft.com/office/drawing/2014/main" id="{F5E5ED31-812F-43B4-8EDD-A417CC37EB1B}"/>
                  </a:ext>
                </a:extLst>
              </p:cNvPr>
              <p:cNvSpPr>
                <a:spLocks noRot="1" noChangeAspect="1" noMove="1" noResize="1" noEditPoints="1" noAdjustHandles="1" noChangeArrowheads="1" noChangeShapeType="1" noTextEdit="1"/>
              </p:cNvSpPr>
              <p:nvPr/>
            </p:nvSpPr>
            <p:spPr>
              <a:xfrm>
                <a:off x="2188323" y="4345387"/>
                <a:ext cx="1616157" cy="923330"/>
              </a:xfrm>
              <a:prstGeom prst="rect">
                <a:avLst/>
              </a:prstGeom>
              <a:blipFill>
                <a:blip r:embed="rId4"/>
                <a:stretch>
                  <a:fillRect/>
                </a:stretch>
              </a:blipFill>
              <a:ln>
                <a:solidFill>
                  <a:schemeClr val="tx1"/>
                </a:solidFill>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64" name="矩形 63">
                <a:extLst>
                  <a:ext uri="{FF2B5EF4-FFF2-40B4-BE49-F238E27FC236}">
                    <a16:creationId xmlns:a16="http://schemas.microsoft.com/office/drawing/2014/main" id="{95CEE78F-6782-405A-8828-8844CFE562AB}"/>
                  </a:ext>
                </a:extLst>
              </p:cNvPr>
              <p:cNvSpPr/>
              <p:nvPr/>
            </p:nvSpPr>
            <p:spPr>
              <a:xfrm>
                <a:off x="2232466" y="6482362"/>
                <a:ext cx="1607542" cy="923330"/>
              </a:xfrm>
              <a:prstGeom prst="rect">
                <a:avLst/>
              </a:prstGeom>
              <a:solidFill>
                <a:schemeClr val="bg1"/>
              </a:solidFill>
              <a:ln w="28575">
                <a:solidFill>
                  <a:schemeClr val="tx1">
                    <a:lumMod val="50000"/>
                    <a:lumOff val="50000"/>
                  </a:schemeClr>
                </a:solidFill>
                <a:prstDash val="dash"/>
              </a:ln>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altLang="zh-CN" sz="1800" b="1" i="1" smtClean="0">
                              <a:solidFill>
                                <a:schemeClr val="tx1">
                                  <a:lumMod val="75000"/>
                                  <a:lumOff val="25000"/>
                                </a:schemeClr>
                              </a:solidFill>
                              <a:latin typeface="Cambria Math" panose="02040503050406030204" pitchFamily="18" charset="0"/>
                            </a:rPr>
                          </m:ctrlPr>
                        </m:sSubPr>
                        <m:e>
                          <m:r>
                            <a:rPr lang="en-US" altLang="zh-CN" sz="1800" b="1" i="1" smtClean="0">
                              <a:solidFill>
                                <a:schemeClr val="tx1">
                                  <a:lumMod val="75000"/>
                                  <a:lumOff val="25000"/>
                                </a:schemeClr>
                              </a:solidFill>
                              <a:latin typeface="Cambria Math" panose="02040503050406030204" pitchFamily="18" charset="0"/>
                            </a:rPr>
                            <m:t>𝒇</m:t>
                          </m:r>
                        </m:e>
                        <m:sub>
                          <m:r>
                            <a:rPr lang="en-US" altLang="zh-CN" sz="1800" b="1" i="1" smtClean="0">
                              <a:solidFill>
                                <a:schemeClr val="tx1">
                                  <a:lumMod val="75000"/>
                                  <a:lumOff val="25000"/>
                                </a:schemeClr>
                              </a:solidFill>
                              <a:latin typeface="Cambria Math" panose="02040503050406030204" pitchFamily="18" charset="0"/>
                            </a:rPr>
                            <m:t>𝑳</m:t>
                          </m:r>
                        </m:sub>
                      </m:sSub>
                      <m:r>
                        <a:rPr lang="en-US" altLang="zh-CN" sz="1800" b="1" i="1" smtClean="0">
                          <a:solidFill>
                            <a:schemeClr val="tx1">
                              <a:lumMod val="75000"/>
                              <a:lumOff val="25000"/>
                            </a:schemeClr>
                          </a:solidFill>
                          <a:latin typeface="Cambria Math" panose="02040503050406030204" pitchFamily="18" charset="0"/>
                        </a:rPr>
                        <m:t>=</m:t>
                      </m:r>
                      <m:r>
                        <a:rPr lang="en-US" altLang="zh-CN" sz="1800" b="1" i="1" smtClean="0">
                          <a:solidFill>
                            <a:schemeClr val="tx1">
                              <a:lumMod val="75000"/>
                              <a:lumOff val="25000"/>
                            </a:schemeClr>
                          </a:solidFill>
                          <a:latin typeface="Cambria Math" panose="02040503050406030204" pitchFamily="18" charset="0"/>
                        </a:rPr>
                        <m:t>𝟐</m:t>
                      </m:r>
                      <m:r>
                        <a:rPr lang="en-US" altLang="zh-CN" sz="1800" b="1" i="1" smtClean="0">
                          <a:solidFill>
                            <a:schemeClr val="tx1">
                              <a:lumMod val="75000"/>
                              <a:lumOff val="25000"/>
                            </a:schemeClr>
                          </a:solidFill>
                          <a:latin typeface="Cambria Math" panose="02040503050406030204" pitchFamily="18" charset="0"/>
                        </a:rPr>
                        <m:t>.</m:t>
                      </m:r>
                      <m:r>
                        <a:rPr lang="en-US" altLang="zh-CN" sz="1800" b="1" i="1" smtClean="0">
                          <a:solidFill>
                            <a:schemeClr val="tx1">
                              <a:lumMod val="75000"/>
                              <a:lumOff val="25000"/>
                            </a:schemeClr>
                          </a:solidFill>
                          <a:latin typeface="Cambria Math" panose="02040503050406030204" pitchFamily="18" charset="0"/>
                        </a:rPr>
                        <m:t>𝟖𝟕</m:t>
                      </m:r>
                      <m:r>
                        <a:rPr lang="en-US" altLang="zh-CN" sz="1800" b="1" i="1" smtClean="0">
                          <a:solidFill>
                            <a:schemeClr val="tx1">
                              <a:lumMod val="75000"/>
                              <a:lumOff val="25000"/>
                            </a:schemeClr>
                          </a:solidFill>
                          <a:latin typeface="Cambria Math" panose="02040503050406030204" pitchFamily="18" charset="0"/>
                        </a:rPr>
                        <m:t>%</m:t>
                      </m:r>
                    </m:oMath>
                  </m:oMathPara>
                </a14:m>
                <a:endParaRPr lang="en-US" altLang="zh-CN" sz="1800" b="1" dirty="0">
                  <a:solidFill>
                    <a:schemeClr val="tx1">
                      <a:lumMod val="75000"/>
                      <a:lumOff val="25000"/>
                    </a:schemeClr>
                  </a:solidFill>
                </a:endParaRPr>
              </a:p>
              <a:p>
                <a:pPr/>
                <a14:m>
                  <m:oMathPara xmlns:m="http://schemas.openxmlformats.org/officeDocument/2006/math">
                    <m:oMathParaPr>
                      <m:jc m:val="centerGroup"/>
                    </m:oMathParaPr>
                    <m:oMath xmlns:m="http://schemas.openxmlformats.org/officeDocument/2006/math">
                      <m:r>
                        <a:rPr lang="en-US" altLang="zh-CN" sz="1800" b="1" i="1" smtClean="0">
                          <a:solidFill>
                            <a:schemeClr val="tx1">
                              <a:lumMod val="75000"/>
                              <a:lumOff val="25000"/>
                            </a:schemeClr>
                          </a:solidFill>
                          <a:latin typeface="Cambria Math" panose="02040503050406030204" pitchFamily="18" charset="0"/>
                        </a:rPr>
                        <m:t>𝑪</m:t>
                      </m:r>
                      <m:r>
                        <a:rPr lang="en-US" altLang="zh-CN" sz="1800" b="1" i="1">
                          <a:solidFill>
                            <a:schemeClr val="tx1">
                              <a:lumMod val="75000"/>
                              <a:lumOff val="25000"/>
                            </a:schemeClr>
                          </a:solidFill>
                          <a:latin typeface="Cambria Math" panose="02040503050406030204" pitchFamily="18" charset="0"/>
                        </a:rPr>
                        <m:t>=</m:t>
                      </m:r>
                      <m:r>
                        <a:rPr lang="en-US" altLang="zh-CN" sz="1800" b="1" i="1" smtClean="0">
                          <a:solidFill>
                            <a:schemeClr val="tx1">
                              <a:lumMod val="75000"/>
                              <a:lumOff val="25000"/>
                            </a:schemeClr>
                          </a:solidFill>
                          <a:latin typeface="Cambria Math" panose="02040503050406030204" pitchFamily="18" charset="0"/>
                        </a:rPr>
                        <m:t>𝟒</m:t>
                      </m:r>
                    </m:oMath>
                  </m:oMathPara>
                </a14:m>
                <a:endParaRPr lang="en-US" altLang="zh-CN" sz="1800" b="1" dirty="0">
                  <a:solidFill>
                    <a:schemeClr val="tx1">
                      <a:lumMod val="75000"/>
                      <a:lumOff val="25000"/>
                    </a:schemeClr>
                  </a:solidFill>
                </a:endParaRPr>
              </a:p>
              <a:p>
                <a:pPr/>
                <a14:m>
                  <m:oMathPara xmlns:m="http://schemas.openxmlformats.org/officeDocument/2006/math">
                    <m:oMathParaPr>
                      <m:jc m:val="centerGroup"/>
                    </m:oMathParaPr>
                    <m:oMath xmlns:m="http://schemas.openxmlformats.org/officeDocument/2006/math">
                      <m:sSub>
                        <m:sSubPr>
                          <m:ctrlPr>
                            <a:rPr lang="en-US" altLang="zh-CN" sz="1800" b="1" i="1" smtClean="0">
                              <a:solidFill>
                                <a:srgbClr val="00B050"/>
                              </a:solidFill>
                              <a:latin typeface="Cambria Math" panose="02040503050406030204" pitchFamily="18" charset="0"/>
                            </a:rPr>
                          </m:ctrlPr>
                        </m:sSubPr>
                        <m:e>
                          <m:r>
                            <a:rPr lang="en-US" altLang="zh-CN" sz="1800" b="1" i="1" smtClean="0">
                              <a:solidFill>
                                <a:srgbClr val="00B050"/>
                              </a:solidFill>
                              <a:latin typeface="Cambria Math" panose="02040503050406030204" pitchFamily="18" charset="0"/>
                            </a:rPr>
                            <m:t>𝑷</m:t>
                          </m:r>
                        </m:e>
                        <m:sub>
                          <m:r>
                            <a:rPr lang="en-US" altLang="zh-CN" sz="1800" b="1" i="1" smtClean="0">
                              <a:solidFill>
                                <a:srgbClr val="00B050"/>
                              </a:solidFill>
                              <a:latin typeface="Cambria Math" panose="02040503050406030204" pitchFamily="18" charset="0"/>
                            </a:rPr>
                            <m:t>𝑳</m:t>
                          </m:r>
                        </m:sub>
                      </m:sSub>
                      <m:r>
                        <a:rPr lang="en-US" altLang="zh-CN" sz="1800" b="1" i="1">
                          <a:solidFill>
                            <a:srgbClr val="00B050"/>
                          </a:solidFill>
                          <a:latin typeface="Cambria Math" panose="02040503050406030204" pitchFamily="18" charset="0"/>
                        </a:rPr>
                        <m:t>=</m:t>
                      </m:r>
                      <m:r>
                        <a:rPr lang="en-US" altLang="zh-CN" sz="1800" b="1" i="1" smtClean="0">
                          <a:solidFill>
                            <a:srgbClr val="00B050"/>
                          </a:solidFill>
                          <a:latin typeface="Cambria Math" panose="02040503050406030204" pitchFamily="18" charset="0"/>
                        </a:rPr>
                        <m:t>𝟏𝟎𝟏</m:t>
                      </m:r>
                      <m:r>
                        <a:rPr lang="en-US" altLang="zh-CN" sz="1800" b="1" i="1" smtClean="0">
                          <a:solidFill>
                            <a:srgbClr val="00B050"/>
                          </a:solidFill>
                          <a:latin typeface="Cambria Math" panose="02040503050406030204" pitchFamily="18" charset="0"/>
                        </a:rPr>
                        <m:t>.</m:t>
                      </m:r>
                      <m:r>
                        <a:rPr lang="en-US" altLang="zh-CN" sz="1800" b="1" i="1" smtClean="0">
                          <a:solidFill>
                            <a:srgbClr val="00B050"/>
                          </a:solidFill>
                          <a:latin typeface="Cambria Math" panose="02040503050406030204" pitchFamily="18" charset="0"/>
                        </a:rPr>
                        <m:t>𝟖𝟐</m:t>
                      </m:r>
                    </m:oMath>
                  </m:oMathPara>
                </a14:m>
                <a:endParaRPr lang="zh-CN" altLang="en-US" sz="1800" b="1" dirty="0">
                  <a:solidFill>
                    <a:schemeClr val="tx1">
                      <a:lumMod val="75000"/>
                      <a:lumOff val="25000"/>
                    </a:schemeClr>
                  </a:solidFill>
                </a:endParaRPr>
              </a:p>
            </p:txBody>
          </p:sp>
        </mc:Choice>
        <mc:Fallback xmlns="">
          <p:sp>
            <p:nvSpPr>
              <p:cNvPr id="64" name="矩形 63">
                <a:extLst>
                  <a:ext uri="{FF2B5EF4-FFF2-40B4-BE49-F238E27FC236}">
                    <a16:creationId xmlns:a16="http://schemas.microsoft.com/office/drawing/2014/main" id="{95CEE78F-6782-405A-8828-8844CFE562AB}"/>
                  </a:ext>
                </a:extLst>
              </p:cNvPr>
              <p:cNvSpPr>
                <a:spLocks noRot="1" noChangeAspect="1" noMove="1" noResize="1" noEditPoints="1" noAdjustHandles="1" noChangeArrowheads="1" noChangeShapeType="1" noTextEdit="1"/>
              </p:cNvSpPr>
              <p:nvPr/>
            </p:nvSpPr>
            <p:spPr>
              <a:xfrm>
                <a:off x="2232466" y="6482362"/>
                <a:ext cx="1607542" cy="923330"/>
              </a:xfrm>
              <a:prstGeom prst="rect">
                <a:avLst/>
              </a:prstGeom>
              <a:blipFill>
                <a:blip r:embed="rId5"/>
                <a:stretch>
                  <a:fillRect/>
                </a:stretch>
              </a:blipFill>
              <a:ln w="28575">
                <a:solidFill>
                  <a:schemeClr val="tx1">
                    <a:lumMod val="50000"/>
                    <a:lumOff val="50000"/>
                  </a:schemeClr>
                </a:solidFill>
                <a:prstDash val="dash"/>
              </a:ln>
            </p:spPr>
            <p:txBody>
              <a:bodyPr/>
              <a:lstStyle/>
              <a:p>
                <a:r>
                  <a:rPr lang="zh-CN" altLang="en-US">
                    <a:noFill/>
                  </a:rPr>
                  <a:t> </a:t>
                </a:r>
              </a:p>
            </p:txBody>
          </p:sp>
        </mc:Fallback>
      </mc:AlternateContent>
      <p:cxnSp>
        <p:nvCxnSpPr>
          <p:cNvPr id="153" name="直接箭头连接符 152">
            <a:extLst>
              <a:ext uri="{FF2B5EF4-FFF2-40B4-BE49-F238E27FC236}">
                <a16:creationId xmlns:a16="http://schemas.microsoft.com/office/drawing/2014/main" id="{704871B4-2098-4FDF-B73C-E374D1CE1B15}"/>
              </a:ext>
            </a:extLst>
          </p:cNvPr>
          <p:cNvCxnSpPr>
            <a:cxnSpLocks/>
            <a:stCxn id="155" idx="3"/>
            <a:endCxn id="156" idx="1"/>
          </p:cNvCxnSpPr>
          <p:nvPr/>
        </p:nvCxnSpPr>
        <p:spPr>
          <a:xfrm flipV="1">
            <a:off x="5780573" y="3460306"/>
            <a:ext cx="451394" cy="431936"/>
          </a:xfrm>
          <a:prstGeom prst="straightConnector1">
            <a:avLst/>
          </a:prstGeom>
          <a:ln w="28575">
            <a:solidFill>
              <a:schemeClr val="tx1">
                <a:lumMod val="50000"/>
                <a:lumOff val="50000"/>
              </a:schemeClr>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154" name="直接箭头连接符 153">
            <a:extLst>
              <a:ext uri="{FF2B5EF4-FFF2-40B4-BE49-F238E27FC236}">
                <a16:creationId xmlns:a16="http://schemas.microsoft.com/office/drawing/2014/main" id="{AD8BC1E1-0467-4AE6-82D4-9542C07121EB}"/>
              </a:ext>
            </a:extLst>
          </p:cNvPr>
          <p:cNvCxnSpPr>
            <a:cxnSpLocks/>
            <a:stCxn id="155" idx="3"/>
            <a:endCxn id="157" idx="1"/>
          </p:cNvCxnSpPr>
          <p:nvPr/>
        </p:nvCxnSpPr>
        <p:spPr>
          <a:xfrm>
            <a:off x="5780573" y="3892242"/>
            <a:ext cx="451394" cy="435909"/>
          </a:xfrm>
          <a:prstGeom prst="straightConnector1">
            <a:avLst/>
          </a:prstGeom>
          <a:ln w="28575">
            <a:solidFill>
              <a:schemeClr val="tx1">
                <a:lumMod val="50000"/>
                <a:lumOff val="50000"/>
              </a:schemeClr>
            </a:solidFill>
            <a:tailEnd type="triangle" w="lg" len="lg"/>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55" name="矩形 154">
                <a:extLst>
                  <a:ext uri="{FF2B5EF4-FFF2-40B4-BE49-F238E27FC236}">
                    <a16:creationId xmlns:a16="http://schemas.microsoft.com/office/drawing/2014/main" id="{1141EEF5-B8C2-4F90-A495-A02D6DABDD1C}"/>
                  </a:ext>
                </a:extLst>
              </p:cNvPr>
              <p:cNvSpPr/>
              <p:nvPr/>
            </p:nvSpPr>
            <p:spPr>
              <a:xfrm>
                <a:off x="4093202" y="3430577"/>
                <a:ext cx="1687371" cy="923330"/>
              </a:xfrm>
              <a:prstGeom prst="rect">
                <a:avLst/>
              </a:prstGeom>
              <a:ln>
                <a:solidFill>
                  <a:schemeClr val="tx1"/>
                </a:solidFill>
              </a:ln>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altLang="zh-CN" sz="1800" b="1" i="1" smtClean="0">
                              <a:solidFill>
                                <a:schemeClr val="tx1">
                                  <a:lumMod val="75000"/>
                                  <a:lumOff val="25000"/>
                                </a:schemeClr>
                              </a:solidFill>
                              <a:latin typeface="Cambria Math" panose="02040503050406030204" pitchFamily="18" charset="0"/>
                            </a:rPr>
                          </m:ctrlPr>
                        </m:sSubPr>
                        <m:e>
                          <m:r>
                            <a:rPr lang="en-US" altLang="zh-CN" sz="1800" b="1" i="1" smtClean="0">
                              <a:solidFill>
                                <a:schemeClr val="tx1">
                                  <a:lumMod val="75000"/>
                                  <a:lumOff val="25000"/>
                                </a:schemeClr>
                              </a:solidFill>
                              <a:latin typeface="Cambria Math" panose="02040503050406030204" pitchFamily="18" charset="0"/>
                            </a:rPr>
                            <m:t>𝒇</m:t>
                          </m:r>
                        </m:e>
                        <m:sub>
                          <m:r>
                            <a:rPr lang="en-US" altLang="zh-CN" sz="1800" b="1" i="1" smtClean="0">
                              <a:solidFill>
                                <a:schemeClr val="tx1">
                                  <a:lumMod val="75000"/>
                                  <a:lumOff val="25000"/>
                                </a:schemeClr>
                              </a:solidFill>
                              <a:latin typeface="Cambria Math" panose="02040503050406030204" pitchFamily="18" charset="0"/>
                            </a:rPr>
                            <m:t>𝑯𝑯</m:t>
                          </m:r>
                        </m:sub>
                      </m:sSub>
                      <m:r>
                        <a:rPr lang="en-US" altLang="zh-CN" sz="1800" b="1" i="1" smtClean="0">
                          <a:solidFill>
                            <a:schemeClr val="tx1">
                              <a:lumMod val="75000"/>
                              <a:lumOff val="25000"/>
                            </a:schemeClr>
                          </a:solidFill>
                          <a:latin typeface="Cambria Math" panose="02040503050406030204" pitchFamily="18" charset="0"/>
                        </a:rPr>
                        <m:t>=</m:t>
                      </m:r>
                      <m:r>
                        <a:rPr lang="en-US" altLang="zh-CN" sz="1800" b="1" i="1" smtClean="0">
                          <a:solidFill>
                            <a:schemeClr val="tx1">
                              <a:lumMod val="75000"/>
                              <a:lumOff val="25000"/>
                            </a:schemeClr>
                          </a:solidFill>
                          <a:latin typeface="Cambria Math" panose="02040503050406030204" pitchFamily="18" charset="0"/>
                        </a:rPr>
                        <m:t>𝟓</m:t>
                      </m:r>
                      <m:r>
                        <a:rPr lang="en-US" altLang="zh-CN" sz="1800" b="1" i="1" smtClean="0">
                          <a:solidFill>
                            <a:schemeClr val="tx1">
                              <a:lumMod val="75000"/>
                              <a:lumOff val="25000"/>
                            </a:schemeClr>
                          </a:solidFill>
                          <a:latin typeface="Cambria Math" panose="02040503050406030204" pitchFamily="18" charset="0"/>
                        </a:rPr>
                        <m:t>.</m:t>
                      </m:r>
                      <m:r>
                        <a:rPr lang="en-US" altLang="zh-CN" sz="1800" b="1" i="1" smtClean="0">
                          <a:solidFill>
                            <a:schemeClr val="tx1">
                              <a:lumMod val="75000"/>
                              <a:lumOff val="25000"/>
                            </a:schemeClr>
                          </a:solidFill>
                          <a:latin typeface="Cambria Math" panose="02040503050406030204" pitchFamily="18" charset="0"/>
                        </a:rPr>
                        <m:t>𝟐𝟐</m:t>
                      </m:r>
                      <m:r>
                        <a:rPr lang="en-US" altLang="zh-CN" sz="1800" b="1" i="1" smtClean="0">
                          <a:solidFill>
                            <a:schemeClr val="tx1">
                              <a:lumMod val="75000"/>
                              <a:lumOff val="25000"/>
                            </a:schemeClr>
                          </a:solidFill>
                          <a:latin typeface="Cambria Math" panose="02040503050406030204" pitchFamily="18" charset="0"/>
                        </a:rPr>
                        <m:t>%</m:t>
                      </m:r>
                    </m:oMath>
                  </m:oMathPara>
                </a14:m>
                <a:endParaRPr lang="en-US" altLang="zh-CN" sz="1800" b="1" dirty="0">
                  <a:solidFill>
                    <a:schemeClr val="tx1">
                      <a:lumMod val="75000"/>
                      <a:lumOff val="25000"/>
                    </a:schemeClr>
                  </a:solidFill>
                </a:endParaRPr>
              </a:p>
              <a:p>
                <a:pPr/>
                <a14:m>
                  <m:oMathPara xmlns:m="http://schemas.openxmlformats.org/officeDocument/2006/math">
                    <m:oMathParaPr>
                      <m:jc m:val="centerGroup"/>
                    </m:oMathParaPr>
                    <m:oMath xmlns:m="http://schemas.openxmlformats.org/officeDocument/2006/math">
                      <m:r>
                        <a:rPr lang="en-US" altLang="zh-CN" sz="1800" b="1" i="1" smtClean="0">
                          <a:solidFill>
                            <a:schemeClr val="tx1">
                              <a:lumMod val="75000"/>
                              <a:lumOff val="25000"/>
                            </a:schemeClr>
                          </a:solidFill>
                          <a:latin typeface="Cambria Math" panose="02040503050406030204" pitchFamily="18" charset="0"/>
                        </a:rPr>
                        <m:t>𝑪</m:t>
                      </m:r>
                      <m:r>
                        <a:rPr lang="en-US" altLang="zh-CN" sz="1800" b="1" i="1">
                          <a:solidFill>
                            <a:schemeClr val="tx1">
                              <a:lumMod val="75000"/>
                              <a:lumOff val="25000"/>
                            </a:schemeClr>
                          </a:solidFill>
                          <a:latin typeface="Cambria Math" panose="02040503050406030204" pitchFamily="18" charset="0"/>
                        </a:rPr>
                        <m:t>=</m:t>
                      </m:r>
                      <m:r>
                        <a:rPr lang="en-US" altLang="zh-CN" sz="1800" b="1" i="1" smtClean="0">
                          <a:solidFill>
                            <a:schemeClr val="tx1">
                              <a:lumMod val="75000"/>
                              <a:lumOff val="25000"/>
                            </a:schemeClr>
                          </a:solidFill>
                          <a:latin typeface="Cambria Math" panose="02040503050406030204" pitchFamily="18" charset="0"/>
                        </a:rPr>
                        <m:t>𝟒</m:t>
                      </m:r>
                    </m:oMath>
                  </m:oMathPara>
                </a14:m>
                <a:endParaRPr lang="en-US" altLang="zh-CN" sz="1800" b="1" dirty="0">
                  <a:solidFill>
                    <a:schemeClr val="tx1">
                      <a:lumMod val="75000"/>
                      <a:lumOff val="25000"/>
                    </a:schemeClr>
                  </a:solidFill>
                </a:endParaRPr>
              </a:p>
              <a:p>
                <a:pPr/>
                <a14:m>
                  <m:oMathPara xmlns:m="http://schemas.openxmlformats.org/officeDocument/2006/math">
                    <m:oMathParaPr>
                      <m:jc m:val="centerGroup"/>
                    </m:oMathParaPr>
                    <m:oMath xmlns:m="http://schemas.openxmlformats.org/officeDocument/2006/math">
                      <m:sSub>
                        <m:sSubPr>
                          <m:ctrlPr>
                            <a:rPr lang="en-US" altLang="zh-CN" sz="1800" b="1" i="1" smtClean="0">
                              <a:solidFill>
                                <a:schemeClr val="tx1">
                                  <a:lumMod val="75000"/>
                                  <a:lumOff val="25000"/>
                                </a:schemeClr>
                              </a:solidFill>
                              <a:latin typeface="Cambria Math" panose="02040503050406030204" pitchFamily="18" charset="0"/>
                            </a:rPr>
                          </m:ctrlPr>
                        </m:sSubPr>
                        <m:e>
                          <m:r>
                            <a:rPr lang="en-US" altLang="zh-CN" sz="1800" b="1" i="1">
                              <a:solidFill>
                                <a:schemeClr val="tx1">
                                  <a:lumMod val="75000"/>
                                  <a:lumOff val="25000"/>
                                </a:schemeClr>
                              </a:solidFill>
                              <a:latin typeface="Cambria Math" panose="02040503050406030204" pitchFamily="18" charset="0"/>
                            </a:rPr>
                            <m:t>𝑷</m:t>
                          </m:r>
                        </m:e>
                        <m:sub>
                          <m:r>
                            <a:rPr lang="en-US" altLang="zh-CN" sz="1800" b="1" i="1" smtClean="0">
                              <a:solidFill>
                                <a:schemeClr val="tx1">
                                  <a:lumMod val="75000"/>
                                  <a:lumOff val="25000"/>
                                </a:schemeClr>
                              </a:solidFill>
                              <a:latin typeface="Cambria Math" panose="02040503050406030204" pitchFamily="18" charset="0"/>
                            </a:rPr>
                            <m:t>𝑯𝑯</m:t>
                          </m:r>
                        </m:sub>
                      </m:sSub>
                      <m:r>
                        <a:rPr lang="en-US" altLang="zh-CN" sz="1800" b="1" i="1">
                          <a:solidFill>
                            <a:schemeClr val="tx1">
                              <a:lumMod val="75000"/>
                              <a:lumOff val="25000"/>
                            </a:schemeClr>
                          </a:solidFill>
                          <a:latin typeface="Cambria Math" panose="02040503050406030204" pitchFamily="18" charset="0"/>
                        </a:rPr>
                        <m:t>=</m:t>
                      </m:r>
                      <m:r>
                        <a:rPr lang="en-US" altLang="zh-CN" sz="1800" b="1" i="0" smtClean="0">
                          <a:solidFill>
                            <a:schemeClr val="tx1">
                              <a:lumMod val="75000"/>
                              <a:lumOff val="25000"/>
                            </a:schemeClr>
                          </a:solidFill>
                          <a:latin typeface="Cambria Math" panose="02040503050406030204" pitchFamily="18" charset="0"/>
                        </a:rPr>
                        <m:t>𝟗𝟖</m:t>
                      </m:r>
                      <m:r>
                        <a:rPr lang="en-US" altLang="zh-CN" sz="1800" b="1" i="0" smtClean="0">
                          <a:solidFill>
                            <a:schemeClr val="tx1">
                              <a:lumMod val="75000"/>
                              <a:lumOff val="25000"/>
                            </a:schemeClr>
                          </a:solidFill>
                          <a:latin typeface="Cambria Math" panose="02040503050406030204" pitchFamily="18" charset="0"/>
                        </a:rPr>
                        <m:t>.</m:t>
                      </m:r>
                      <m:r>
                        <a:rPr lang="en-US" altLang="zh-CN" sz="1800" b="1" i="0" smtClean="0">
                          <a:solidFill>
                            <a:schemeClr val="tx1">
                              <a:lumMod val="75000"/>
                              <a:lumOff val="25000"/>
                            </a:schemeClr>
                          </a:solidFill>
                          <a:latin typeface="Cambria Math" panose="02040503050406030204" pitchFamily="18" charset="0"/>
                        </a:rPr>
                        <m:t>𝟖𝟒</m:t>
                      </m:r>
                    </m:oMath>
                  </m:oMathPara>
                </a14:m>
                <a:endParaRPr lang="zh-CN" altLang="en-US" sz="1800" b="1" dirty="0">
                  <a:solidFill>
                    <a:schemeClr val="tx1">
                      <a:lumMod val="75000"/>
                      <a:lumOff val="25000"/>
                    </a:schemeClr>
                  </a:solidFill>
                </a:endParaRPr>
              </a:p>
            </p:txBody>
          </p:sp>
        </mc:Choice>
        <mc:Fallback xmlns="">
          <p:sp>
            <p:nvSpPr>
              <p:cNvPr id="155" name="矩形 154">
                <a:extLst>
                  <a:ext uri="{FF2B5EF4-FFF2-40B4-BE49-F238E27FC236}">
                    <a16:creationId xmlns:a16="http://schemas.microsoft.com/office/drawing/2014/main" id="{1141EEF5-B8C2-4F90-A495-A02D6DABDD1C}"/>
                  </a:ext>
                </a:extLst>
              </p:cNvPr>
              <p:cNvSpPr>
                <a:spLocks noRot="1" noChangeAspect="1" noMove="1" noResize="1" noEditPoints="1" noAdjustHandles="1" noChangeArrowheads="1" noChangeShapeType="1" noTextEdit="1"/>
              </p:cNvSpPr>
              <p:nvPr/>
            </p:nvSpPr>
            <p:spPr>
              <a:xfrm>
                <a:off x="4093202" y="3430577"/>
                <a:ext cx="1687371" cy="923330"/>
              </a:xfrm>
              <a:prstGeom prst="rect">
                <a:avLst/>
              </a:prstGeom>
              <a:blipFill>
                <a:blip r:embed="rId6"/>
                <a:stretch>
                  <a:fillRect/>
                </a:stretch>
              </a:blipFill>
              <a:ln>
                <a:solidFill>
                  <a:schemeClr val="tx1"/>
                </a:solidFill>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56" name="矩形 155">
                <a:extLst>
                  <a:ext uri="{FF2B5EF4-FFF2-40B4-BE49-F238E27FC236}">
                    <a16:creationId xmlns:a16="http://schemas.microsoft.com/office/drawing/2014/main" id="{08586DE9-E4C6-4EC1-BD88-11665AD365DD}"/>
                  </a:ext>
                </a:extLst>
              </p:cNvPr>
              <p:cNvSpPr/>
              <p:nvPr/>
            </p:nvSpPr>
            <p:spPr>
              <a:xfrm>
                <a:off x="6231967" y="2998641"/>
                <a:ext cx="1899619" cy="923330"/>
              </a:xfrm>
              <a:prstGeom prst="rect">
                <a:avLst/>
              </a:prstGeom>
              <a:ln>
                <a:solidFill>
                  <a:schemeClr val="tx1"/>
                </a:solidFill>
              </a:ln>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altLang="zh-CN" sz="1800" b="1" i="1" smtClean="0">
                              <a:solidFill>
                                <a:schemeClr val="tx1">
                                  <a:lumMod val="75000"/>
                                  <a:lumOff val="25000"/>
                                </a:schemeClr>
                              </a:solidFill>
                              <a:latin typeface="Cambria Math" panose="02040503050406030204" pitchFamily="18" charset="0"/>
                            </a:rPr>
                          </m:ctrlPr>
                        </m:sSubPr>
                        <m:e>
                          <m:r>
                            <a:rPr lang="en-US" altLang="zh-CN" sz="1800" b="1" i="1" smtClean="0">
                              <a:solidFill>
                                <a:schemeClr val="tx1">
                                  <a:lumMod val="75000"/>
                                  <a:lumOff val="25000"/>
                                </a:schemeClr>
                              </a:solidFill>
                              <a:latin typeface="Cambria Math" panose="02040503050406030204" pitchFamily="18" charset="0"/>
                            </a:rPr>
                            <m:t>𝒇</m:t>
                          </m:r>
                        </m:e>
                        <m:sub>
                          <m:r>
                            <a:rPr lang="en-US" altLang="zh-CN" sz="1800" b="1" i="1" smtClean="0">
                              <a:solidFill>
                                <a:schemeClr val="tx1">
                                  <a:lumMod val="75000"/>
                                  <a:lumOff val="25000"/>
                                </a:schemeClr>
                              </a:solidFill>
                              <a:latin typeface="Cambria Math" panose="02040503050406030204" pitchFamily="18" charset="0"/>
                            </a:rPr>
                            <m:t>𝑯𝑯𝑯</m:t>
                          </m:r>
                        </m:sub>
                      </m:sSub>
                      <m:r>
                        <a:rPr lang="en-US" altLang="zh-CN" sz="1800" b="1" i="1" smtClean="0">
                          <a:solidFill>
                            <a:schemeClr val="tx1">
                              <a:lumMod val="75000"/>
                              <a:lumOff val="25000"/>
                            </a:schemeClr>
                          </a:solidFill>
                          <a:latin typeface="Cambria Math" panose="02040503050406030204" pitchFamily="18" charset="0"/>
                        </a:rPr>
                        <m:t>=</m:t>
                      </m:r>
                    </m:oMath>
                  </m:oMathPara>
                </a14:m>
                <a:endParaRPr lang="en-US" altLang="zh-CN" sz="1800" b="1" dirty="0">
                  <a:solidFill>
                    <a:schemeClr val="tx1">
                      <a:lumMod val="75000"/>
                      <a:lumOff val="25000"/>
                    </a:schemeClr>
                  </a:solidFill>
                </a:endParaRPr>
              </a:p>
              <a:p>
                <a:pPr/>
                <a14:m>
                  <m:oMathPara xmlns:m="http://schemas.openxmlformats.org/officeDocument/2006/math">
                    <m:oMathParaPr>
                      <m:jc m:val="centerGroup"/>
                    </m:oMathParaPr>
                    <m:oMath xmlns:m="http://schemas.openxmlformats.org/officeDocument/2006/math">
                      <m:r>
                        <a:rPr lang="en-US" altLang="zh-CN" sz="1800" b="1" i="1" smtClean="0">
                          <a:solidFill>
                            <a:schemeClr val="tx1">
                              <a:lumMod val="75000"/>
                              <a:lumOff val="25000"/>
                            </a:schemeClr>
                          </a:solidFill>
                          <a:latin typeface="Cambria Math" panose="02040503050406030204" pitchFamily="18" charset="0"/>
                        </a:rPr>
                        <m:t>𝑪</m:t>
                      </m:r>
                      <m:r>
                        <a:rPr lang="en-US" altLang="zh-CN" sz="1800" b="1" i="1">
                          <a:solidFill>
                            <a:schemeClr val="tx1">
                              <a:lumMod val="75000"/>
                              <a:lumOff val="25000"/>
                            </a:schemeClr>
                          </a:solidFill>
                          <a:latin typeface="Cambria Math" panose="02040503050406030204" pitchFamily="18" charset="0"/>
                        </a:rPr>
                        <m:t>=</m:t>
                      </m:r>
                      <m:r>
                        <a:rPr lang="en-US" altLang="zh-CN" sz="1800" b="1" i="1" smtClean="0">
                          <a:solidFill>
                            <a:schemeClr val="tx1">
                              <a:lumMod val="75000"/>
                              <a:lumOff val="25000"/>
                            </a:schemeClr>
                          </a:solidFill>
                          <a:latin typeface="Cambria Math" panose="02040503050406030204" pitchFamily="18" charset="0"/>
                        </a:rPr>
                        <m:t>𝟒</m:t>
                      </m:r>
                    </m:oMath>
                  </m:oMathPara>
                </a14:m>
                <a:endParaRPr lang="en-US" altLang="zh-CN" sz="1800" b="1" dirty="0">
                  <a:solidFill>
                    <a:schemeClr val="tx1">
                      <a:lumMod val="75000"/>
                      <a:lumOff val="25000"/>
                    </a:schemeClr>
                  </a:solidFill>
                </a:endParaRPr>
              </a:p>
              <a:p>
                <a:pPr/>
                <a14:m>
                  <m:oMathPara xmlns:m="http://schemas.openxmlformats.org/officeDocument/2006/math">
                    <m:oMathParaPr>
                      <m:jc m:val="centerGroup"/>
                    </m:oMathParaPr>
                    <m:oMath xmlns:m="http://schemas.openxmlformats.org/officeDocument/2006/math">
                      <m:sSub>
                        <m:sSubPr>
                          <m:ctrlPr>
                            <a:rPr lang="en-US" altLang="zh-CN" sz="1800" b="1" i="1" smtClean="0">
                              <a:solidFill>
                                <a:schemeClr val="tx1">
                                  <a:lumMod val="75000"/>
                                  <a:lumOff val="25000"/>
                                </a:schemeClr>
                              </a:solidFill>
                              <a:latin typeface="Cambria Math" panose="02040503050406030204" pitchFamily="18" charset="0"/>
                            </a:rPr>
                          </m:ctrlPr>
                        </m:sSubPr>
                        <m:e>
                          <m:r>
                            <a:rPr lang="en-US" altLang="zh-CN" sz="1800" b="1" i="1" smtClean="0">
                              <a:solidFill>
                                <a:schemeClr val="tx1">
                                  <a:lumMod val="75000"/>
                                  <a:lumOff val="25000"/>
                                </a:schemeClr>
                              </a:solidFill>
                              <a:latin typeface="Cambria Math" panose="02040503050406030204" pitchFamily="18" charset="0"/>
                            </a:rPr>
                            <m:t>𝑷</m:t>
                          </m:r>
                        </m:e>
                        <m:sub>
                          <m:r>
                            <a:rPr lang="en-US" altLang="zh-CN" sz="1800" b="1" i="1" smtClean="0">
                              <a:solidFill>
                                <a:schemeClr val="tx1">
                                  <a:lumMod val="75000"/>
                                  <a:lumOff val="25000"/>
                                </a:schemeClr>
                              </a:solidFill>
                              <a:latin typeface="Cambria Math" panose="02040503050406030204" pitchFamily="18" charset="0"/>
                            </a:rPr>
                            <m:t>𝑯𝑯𝑯</m:t>
                          </m:r>
                        </m:sub>
                      </m:sSub>
                      <m:r>
                        <a:rPr lang="en-US" altLang="zh-CN" sz="1800" b="1" i="1">
                          <a:solidFill>
                            <a:schemeClr val="tx1">
                              <a:lumMod val="75000"/>
                              <a:lumOff val="25000"/>
                            </a:schemeClr>
                          </a:solidFill>
                          <a:latin typeface="Cambria Math" panose="02040503050406030204" pitchFamily="18" charset="0"/>
                        </a:rPr>
                        <m:t>=</m:t>
                      </m:r>
                      <m:r>
                        <a:rPr lang="en-US" altLang="zh-CN" sz="1800" b="1" i="0" smtClean="0">
                          <a:solidFill>
                            <a:schemeClr val="tx1">
                              <a:lumMod val="75000"/>
                              <a:lumOff val="25000"/>
                            </a:schemeClr>
                          </a:solidFill>
                          <a:latin typeface="Cambria Math" panose="02040503050406030204" pitchFamily="18" charset="0"/>
                        </a:rPr>
                        <m:t>𝟏𝟎𝟎</m:t>
                      </m:r>
                    </m:oMath>
                  </m:oMathPara>
                </a14:m>
                <a:endParaRPr lang="zh-CN" altLang="en-US" sz="1800" b="1" dirty="0">
                  <a:solidFill>
                    <a:schemeClr val="tx1">
                      <a:lumMod val="75000"/>
                      <a:lumOff val="25000"/>
                    </a:schemeClr>
                  </a:solidFill>
                </a:endParaRPr>
              </a:p>
            </p:txBody>
          </p:sp>
        </mc:Choice>
        <mc:Fallback xmlns="">
          <p:sp>
            <p:nvSpPr>
              <p:cNvPr id="156" name="矩形 155">
                <a:extLst>
                  <a:ext uri="{FF2B5EF4-FFF2-40B4-BE49-F238E27FC236}">
                    <a16:creationId xmlns:a16="http://schemas.microsoft.com/office/drawing/2014/main" id="{08586DE9-E4C6-4EC1-BD88-11665AD365DD}"/>
                  </a:ext>
                </a:extLst>
              </p:cNvPr>
              <p:cNvSpPr>
                <a:spLocks noRot="1" noChangeAspect="1" noMove="1" noResize="1" noEditPoints="1" noAdjustHandles="1" noChangeArrowheads="1" noChangeShapeType="1" noTextEdit="1"/>
              </p:cNvSpPr>
              <p:nvPr/>
            </p:nvSpPr>
            <p:spPr>
              <a:xfrm>
                <a:off x="6231967" y="2998641"/>
                <a:ext cx="1899619" cy="923330"/>
              </a:xfrm>
              <a:prstGeom prst="rect">
                <a:avLst/>
              </a:prstGeom>
              <a:blipFill>
                <a:blip r:embed="rId7"/>
                <a:stretch>
                  <a:fillRect/>
                </a:stretch>
              </a:blipFill>
              <a:ln>
                <a:solidFill>
                  <a:schemeClr val="tx1"/>
                </a:solidFill>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57" name="矩形 156">
                <a:extLst>
                  <a:ext uri="{FF2B5EF4-FFF2-40B4-BE49-F238E27FC236}">
                    <a16:creationId xmlns:a16="http://schemas.microsoft.com/office/drawing/2014/main" id="{2F9C4577-4E3A-41A2-B47C-A899DDA1B074}"/>
                  </a:ext>
                </a:extLst>
              </p:cNvPr>
              <p:cNvSpPr/>
              <p:nvPr/>
            </p:nvSpPr>
            <p:spPr>
              <a:xfrm>
                <a:off x="6231967" y="3866486"/>
                <a:ext cx="1899619" cy="923330"/>
              </a:xfrm>
              <a:prstGeom prst="rect">
                <a:avLst/>
              </a:prstGeom>
              <a:ln>
                <a:solidFill>
                  <a:schemeClr val="tx1"/>
                </a:solidFill>
              </a:ln>
            </p:spPr>
            <p:txBody>
              <a:bodyPr wrap="square">
                <a:spAutoFit/>
              </a:bodyPr>
              <a:lstStyle/>
              <a:p>
                <a:pPr algn="ctr"/>
                <a14:m>
                  <m:oMathPara xmlns:m="http://schemas.openxmlformats.org/officeDocument/2006/math">
                    <m:oMathParaPr>
                      <m:jc m:val="centerGroup"/>
                    </m:oMathParaPr>
                    <m:oMath xmlns:m="http://schemas.openxmlformats.org/officeDocument/2006/math">
                      <m:sSub>
                        <m:sSubPr>
                          <m:ctrlPr>
                            <a:rPr lang="en-US" altLang="zh-CN" sz="1800" b="1" i="1" smtClean="0">
                              <a:solidFill>
                                <a:schemeClr val="tx1">
                                  <a:lumMod val="75000"/>
                                  <a:lumOff val="25000"/>
                                </a:schemeClr>
                              </a:solidFill>
                              <a:latin typeface="Cambria Math" panose="02040503050406030204" pitchFamily="18" charset="0"/>
                            </a:rPr>
                          </m:ctrlPr>
                        </m:sSubPr>
                        <m:e>
                          <m:r>
                            <a:rPr lang="en-US" altLang="zh-CN" sz="1800" b="1" i="1" smtClean="0">
                              <a:solidFill>
                                <a:schemeClr val="tx1">
                                  <a:lumMod val="75000"/>
                                  <a:lumOff val="25000"/>
                                </a:schemeClr>
                              </a:solidFill>
                              <a:latin typeface="Cambria Math" panose="02040503050406030204" pitchFamily="18" charset="0"/>
                            </a:rPr>
                            <m:t>𝒇</m:t>
                          </m:r>
                        </m:e>
                        <m:sub>
                          <m:r>
                            <a:rPr lang="en-US" altLang="zh-CN" sz="1800" b="1" i="1" smtClean="0">
                              <a:solidFill>
                                <a:schemeClr val="tx1">
                                  <a:lumMod val="75000"/>
                                  <a:lumOff val="25000"/>
                                </a:schemeClr>
                              </a:solidFill>
                              <a:latin typeface="Cambria Math" panose="02040503050406030204" pitchFamily="18" charset="0"/>
                            </a:rPr>
                            <m:t>𝑯𝑯𝑳</m:t>
                          </m:r>
                        </m:sub>
                      </m:sSub>
                      <m:r>
                        <a:rPr lang="en-US" altLang="zh-CN" sz="1800" b="1" i="1" smtClean="0">
                          <a:solidFill>
                            <a:schemeClr val="tx1">
                              <a:lumMod val="75000"/>
                              <a:lumOff val="25000"/>
                            </a:schemeClr>
                          </a:solidFill>
                          <a:latin typeface="Cambria Math" panose="02040503050406030204" pitchFamily="18" charset="0"/>
                        </a:rPr>
                        <m:t>=</m:t>
                      </m:r>
                    </m:oMath>
                  </m:oMathPara>
                </a14:m>
                <a:endParaRPr lang="en-US" altLang="zh-CN" sz="1800" b="1" dirty="0">
                  <a:solidFill>
                    <a:schemeClr val="tx1">
                      <a:lumMod val="75000"/>
                      <a:lumOff val="25000"/>
                    </a:schemeClr>
                  </a:solidFill>
                </a:endParaRPr>
              </a:p>
              <a:p>
                <a:pPr algn="ctr"/>
                <a14:m>
                  <m:oMathPara xmlns:m="http://schemas.openxmlformats.org/officeDocument/2006/math">
                    <m:oMathParaPr>
                      <m:jc m:val="centerGroup"/>
                    </m:oMathParaPr>
                    <m:oMath xmlns:m="http://schemas.openxmlformats.org/officeDocument/2006/math">
                      <m:r>
                        <a:rPr lang="en-US" altLang="zh-CN" sz="1800" b="1" i="1" smtClean="0">
                          <a:solidFill>
                            <a:schemeClr val="tx1">
                              <a:lumMod val="75000"/>
                              <a:lumOff val="25000"/>
                            </a:schemeClr>
                          </a:solidFill>
                          <a:latin typeface="Cambria Math" panose="02040503050406030204" pitchFamily="18" charset="0"/>
                        </a:rPr>
                        <m:t>𝑪</m:t>
                      </m:r>
                      <m:r>
                        <a:rPr lang="en-US" altLang="zh-CN" sz="1800" b="1" i="1">
                          <a:solidFill>
                            <a:schemeClr val="tx1">
                              <a:lumMod val="75000"/>
                              <a:lumOff val="25000"/>
                            </a:schemeClr>
                          </a:solidFill>
                          <a:latin typeface="Cambria Math" panose="02040503050406030204" pitchFamily="18" charset="0"/>
                        </a:rPr>
                        <m:t>=</m:t>
                      </m:r>
                      <m:r>
                        <a:rPr lang="en-US" altLang="zh-CN" sz="1800" b="1" i="1" smtClean="0">
                          <a:solidFill>
                            <a:schemeClr val="tx1">
                              <a:lumMod val="75000"/>
                              <a:lumOff val="25000"/>
                            </a:schemeClr>
                          </a:solidFill>
                          <a:latin typeface="Cambria Math" panose="02040503050406030204" pitchFamily="18" charset="0"/>
                        </a:rPr>
                        <m:t>𝟒</m:t>
                      </m:r>
                    </m:oMath>
                  </m:oMathPara>
                </a14:m>
                <a:endParaRPr lang="en-US" altLang="zh-CN" sz="1800" b="1" dirty="0">
                  <a:solidFill>
                    <a:schemeClr val="tx1">
                      <a:lumMod val="75000"/>
                      <a:lumOff val="25000"/>
                    </a:schemeClr>
                  </a:solidFill>
                </a:endParaRPr>
              </a:p>
              <a:p>
                <a:pPr algn="ctr"/>
                <a14:m>
                  <m:oMathPara xmlns:m="http://schemas.openxmlformats.org/officeDocument/2006/math">
                    <m:oMathParaPr>
                      <m:jc m:val="centerGroup"/>
                    </m:oMathParaPr>
                    <m:oMath xmlns:m="http://schemas.openxmlformats.org/officeDocument/2006/math">
                      <m:sSub>
                        <m:sSubPr>
                          <m:ctrlPr>
                            <a:rPr lang="en-US" altLang="zh-CN" sz="1800" b="1" i="1" smtClean="0">
                              <a:solidFill>
                                <a:schemeClr val="tx1">
                                  <a:lumMod val="75000"/>
                                  <a:lumOff val="25000"/>
                                </a:schemeClr>
                              </a:solidFill>
                              <a:latin typeface="Cambria Math" panose="02040503050406030204" pitchFamily="18" charset="0"/>
                            </a:rPr>
                          </m:ctrlPr>
                        </m:sSubPr>
                        <m:e>
                          <m:r>
                            <a:rPr lang="en-US" altLang="zh-CN" sz="1800" b="1" i="1" smtClean="0">
                              <a:solidFill>
                                <a:schemeClr val="tx1">
                                  <a:lumMod val="75000"/>
                                  <a:lumOff val="25000"/>
                                </a:schemeClr>
                              </a:solidFill>
                              <a:latin typeface="Cambria Math" panose="02040503050406030204" pitchFamily="18" charset="0"/>
                            </a:rPr>
                            <m:t>𝑷</m:t>
                          </m:r>
                        </m:e>
                        <m:sub>
                          <m:r>
                            <a:rPr lang="en-US" altLang="zh-CN" sz="1800" b="1" i="1" smtClean="0">
                              <a:solidFill>
                                <a:schemeClr val="tx1">
                                  <a:lumMod val="75000"/>
                                  <a:lumOff val="25000"/>
                                </a:schemeClr>
                              </a:solidFill>
                              <a:latin typeface="Cambria Math" panose="02040503050406030204" pitchFamily="18" charset="0"/>
                            </a:rPr>
                            <m:t>𝑯𝑯𝑳</m:t>
                          </m:r>
                        </m:sub>
                      </m:sSub>
                      <m:r>
                        <a:rPr lang="en-US" altLang="zh-CN" sz="1800" b="1" i="1">
                          <a:solidFill>
                            <a:schemeClr val="tx1">
                              <a:lumMod val="75000"/>
                              <a:lumOff val="25000"/>
                            </a:schemeClr>
                          </a:solidFill>
                          <a:latin typeface="Cambria Math" panose="02040503050406030204" pitchFamily="18" charset="0"/>
                        </a:rPr>
                        <m:t>=</m:t>
                      </m:r>
                      <m:r>
                        <a:rPr lang="en-US" altLang="zh-CN" sz="1800" b="1" i="1" smtClean="0">
                          <a:solidFill>
                            <a:schemeClr val="tx1">
                              <a:lumMod val="75000"/>
                              <a:lumOff val="25000"/>
                            </a:schemeClr>
                          </a:solidFill>
                          <a:latin typeface="Cambria Math" panose="02040503050406030204" pitchFamily="18" charset="0"/>
                        </a:rPr>
                        <m:t>𝟏𝟎𝟎</m:t>
                      </m:r>
                    </m:oMath>
                  </m:oMathPara>
                </a14:m>
                <a:endParaRPr lang="zh-CN" altLang="en-US" sz="1800" b="1" dirty="0">
                  <a:solidFill>
                    <a:schemeClr val="tx1">
                      <a:lumMod val="75000"/>
                      <a:lumOff val="25000"/>
                    </a:schemeClr>
                  </a:solidFill>
                </a:endParaRPr>
              </a:p>
            </p:txBody>
          </p:sp>
        </mc:Choice>
        <mc:Fallback xmlns="">
          <p:sp>
            <p:nvSpPr>
              <p:cNvPr id="157" name="矩形 156">
                <a:extLst>
                  <a:ext uri="{FF2B5EF4-FFF2-40B4-BE49-F238E27FC236}">
                    <a16:creationId xmlns:a16="http://schemas.microsoft.com/office/drawing/2014/main" id="{2F9C4577-4E3A-41A2-B47C-A899DDA1B074}"/>
                  </a:ext>
                </a:extLst>
              </p:cNvPr>
              <p:cNvSpPr>
                <a:spLocks noRot="1" noChangeAspect="1" noMove="1" noResize="1" noEditPoints="1" noAdjustHandles="1" noChangeArrowheads="1" noChangeShapeType="1" noTextEdit="1"/>
              </p:cNvSpPr>
              <p:nvPr/>
            </p:nvSpPr>
            <p:spPr>
              <a:xfrm>
                <a:off x="6231967" y="3866486"/>
                <a:ext cx="1899619" cy="923330"/>
              </a:xfrm>
              <a:prstGeom prst="rect">
                <a:avLst/>
              </a:prstGeom>
              <a:blipFill>
                <a:blip r:embed="rId8"/>
                <a:stretch>
                  <a:fillRect/>
                </a:stretch>
              </a:blipFill>
              <a:ln>
                <a:solidFill>
                  <a:schemeClr val="tx1"/>
                </a:solidFill>
              </a:ln>
            </p:spPr>
            <p:txBody>
              <a:bodyPr/>
              <a:lstStyle/>
              <a:p>
                <a:r>
                  <a:rPr lang="zh-CN" altLang="en-US">
                    <a:noFill/>
                  </a:rPr>
                  <a:t> </a:t>
                </a:r>
              </a:p>
            </p:txBody>
          </p:sp>
        </mc:Fallback>
      </mc:AlternateContent>
      <p:cxnSp>
        <p:nvCxnSpPr>
          <p:cNvPr id="167" name="直接箭头连接符 166">
            <a:extLst>
              <a:ext uri="{FF2B5EF4-FFF2-40B4-BE49-F238E27FC236}">
                <a16:creationId xmlns:a16="http://schemas.microsoft.com/office/drawing/2014/main" id="{103A37F7-058A-4175-864D-97A9F7A336FA}"/>
              </a:ext>
            </a:extLst>
          </p:cNvPr>
          <p:cNvCxnSpPr>
            <a:cxnSpLocks/>
            <a:stCxn id="169" idx="3"/>
            <a:endCxn id="170" idx="1"/>
          </p:cNvCxnSpPr>
          <p:nvPr/>
        </p:nvCxnSpPr>
        <p:spPr>
          <a:xfrm flipV="1">
            <a:off x="5779859" y="5606057"/>
            <a:ext cx="448522" cy="412188"/>
          </a:xfrm>
          <a:prstGeom prst="straightConnector1">
            <a:avLst/>
          </a:prstGeom>
          <a:ln w="28575">
            <a:solidFill>
              <a:schemeClr val="tx1">
                <a:lumMod val="50000"/>
                <a:lumOff val="50000"/>
              </a:schemeClr>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168" name="直接箭头连接符 167">
            <a:extLst>
              <a:ext uri="{FF2B5EF4-FFF2-40B4-BE49-F238E27FC236}">
                <a16:creationId xmlns:a16="http://schemas.microsoft.com/office/drawing/2014/main" id="{278B3DC9-CBD7-4468-BC6A-8002EBF9A37F}"/>
              </a:ext>
            </a:extLst>
          </p:cNvPr>
          <p:cNvCxnSpPr>
            <a:cxnSpLocks/>
            <a:stCxn id="169" idx="3"/>
            <a:endCxn id="171" idx="1"/>
          </p:cNvCxnSpPr>
          <p:nvPr/>
        </p:nvCxnSpPr>
        <p:spPr>
          <a:xfrm>
            <a:off x="5779859" y="6018245"/>
            <a:ext cx="448522" cy="551074"/>
          </a:xfrm>
          <a:prstGeom prst="straightConnector1">
            <a:avLst/>
          </a:prstGeom>
          <a:ln w="28575">
            <a:solidFill>
              <a:schemeClr val="tx1">
                <a:lumMod val="50000"/>
                <a:lumOff val="50000"/>
              </a:schemeClr>
            </a:solidFill>
            <a:tailEnd type="triangle" w="lg" len="lg"/>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69" name="矩形 168">
                <a:extLst>
                  <a:ext uri="{FF2B5EF4-FFF2-40B4-BE49-F238E27FC236}">
                    <a16:creationId xmlns:a16="http://schemas.microsoft.com/office/drawing/2014/main" id="{5E6C6B36-DA2A-4B16-ACDF-321F0CBF17E4}"/>
                  </a:ext>
                </a:extLst>
              </p:cNvPr>
              <p:cNvSpPr/>
              <p:nvPr/>
            </p:nvSpPr>
            <p:spPr>
              <a:xfrm>
                <a:off x="4092488" y="5556580"/>
                <a:ext cx="1687371" cy="923330"/>
              </a:xfrm>
              <a:prstGeom prst="rect">
                <a:avLst/>
              </a:prstGeom>
              <a:ln>
                <a:solidFill>
                  <a:schemeClr val="tx1"/>
                </a:solidFill>
              </a:ln>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altLang="zh-CN" sz="1800" b="1" i="1" smtClean="0">
                              <a:solidFill>
                                <a:schemeClr val="tx1">
                                  <a:lumMod val="75000"/>
                                  <a:lumOff val="25000"/>
                                </a:schemeClr>
                              </a:solidFill>
                              <a:latin typeface="Cambria Math" panose="02040503050406030204" pitchFamily="18" charset="0"/>
                            </a:rPr>
                          </m:ctrlPr>
                        </m:sSubPr>
                        <m:e>
                          <m:r>
                            <a:rPr lang="en-US" altLang="zh-CN" sz="1800" b="1" i="1" smtClean="0">
                              <a:solidFill>
                                <a:schemeClr val="tx1">
                                  <a:lumMod val="75000"/>
                                  <a:lumOff val="25000"/>
                                </a:schemeClr>
                              </a:solidFill>
                              <a:latin typeface="Cambria Math" panose="02040503050406030204" pitchFamily="18" charset="0"/>
                            </a:rPr>
                            <m:t>𝒇</m:t>
                          </m:r>
                        </m:e>
                        <m:sub>
                          <m:r>
                            <a:rPr lang="en-US" altLang="zh-CN" sz="1800" b="1" i="1" smtClean="0">
                              <a:solidFill>
                                <a:schemeClr val="tx1">
                                  <a:lumMod val="75000"/>
                                  <a:lumOff val="25000"/>
                                </a:schemeClr>
                              </a:solidFill>
                              <a:latin typeface="Cambria Math" panose="02040503050406030204" pitchFamily="18" charset="0"/>
                            </a:rPr>
                            <m:t>𝑯𝑳</m:t>
                          </m:r>
                        </m:sub>
                      </m:sSub>
                      <m:r>
                        <a:rPr lang="en-US" altLang="zh-CN" sz="1800" b="1" i="1" smtClean="0">
                          <a:solidFill>
                            <a:schemeClr val="tx1">
                              <a:lumMod val="75000"/>
                              <a:lumOff val="25000"/>
                            </a:schemeClr>
                          </a:solidFill>
                          <a:latin typeface="Cambria Math" panose="02040503050406030204" pitchFamily="18" charset="0"/>
                        </a:rPr>
                        <m:t>=</m:t>
                      </m:r>
                      <m:r>
                        <a:rPr lang="en-US" altLang="zh-CN" sz="1800" b="1" i="1" smtClean="0">
                          <a:solidFill>
                            <a:schemeClr val="tx1">
                              <a:lumMod val="75000"/>
                              <a:lumOff val="25000"/>
                            </a:schemeClr>
                          </a:solidFill>
                          <a:latin typeface="Cambria Math" panose="02040503050406030204" pitchFamily="18" charset="0"/>
                        </a:rPr>
                        <m:t>𝟑</m:t>
                      </m:r>
                      <m:r>
                        <a:rPr lang="en-US" altLang="zh-CN" sz="1800" b="1" i="1" smtClean="0">
                          <a:solidFill>
                            <a:schemeClr val="tx1">
                              <a:lumMod val="75000"/>
                              <a:lumOff val="25000"/>
                            </a:schemeClr>
                          </a:solidFill>
                          <a:latin typeface="Cambria Math" panose="02040503050406030204" pitchFamily="18" charset="0"/>
                        </a:rPr>
                        <m:t>.</m:t>
                      </m:r>
                      <m:r>
                        <a:rPr lang="en-US" altLang="zh-CN" sz="1800" b="1" i="1" smtClean="0">
                          <a:solidFill>
                            <a:schemeClr val="tx1">
                              <a:lumMod val="75000"/>
                              <a:lumOff val="25000"/>
                            </a:schemeClr>
                          </a:solidFill>
                          <a:latin typeface="Cambria Math" panose="02040503050406030204" pitchFamily="18" charset="0"/>
                        </a:rPr>
                        <m:t>𝟓</m:t>
                      </m:r>
                      <m:r>
                        <a:rPr lang="en-US" altLang="zh-CN" sz="1800" b="1" i="1" smtClean="0">
                          <a:solidFill>
                            <a:schemeClr val="tx1">
                              <a:lumMod val="75000"/>
                              <a:lumOff val="25000"/>
                            </a:schemeClr>
                          </a:solidFill>
                          <a:latin typeface="Cambria Math" panose="02040503050406030204" pitchFamily="18" charset="0"/>
                        </a:rPr>
                        <m:t>%</m:t>
                      </m:r>
                    </m:oMath>
                  </m:oMathPara>
                </a14:m>
                <a:endParaRPr lang="en-US" altLang="zh-CN" sz="1800" b="1" dirty="0">
                  <a:solidFill>
                    <a:schemeClr val="tx1">
                      <a:lumMod val="75000"/>
                      <a:lumOff val="25000"/>
                    </a:schemeClr>
                  </a:solidFill>
                </a:endParaRPr>
              </a:p>
              <a:p>
                <a:pPr/>
                <a14:m>
                  <m:oMathPara xmlns:m="http://schemas.openxmlformats.org/officeDocument/2006/math">
                    <m:oMathParaPr>
                      <m:jc m:val="centerGroup"/>
                    </m:oMathParaPr>
                    <m:oMath xmlns:m="http://schemas.openxmlformats.org/officeDocument/2006/math">
                      <m:r>
                        <a:rPr lang="en-US" altLang="zh-CN" sz="1800" b="1" i="1" smtClean="0">
                          <a:solidFill>
                            <a:schemeClr val="tx1">
                              <a:lumMod val="75000"/>
                              <a:lumOff val="25000"/>
                            </a:schemeClr>
                          </a:solidFill>
                          <a:latin typeface="Cambria Math" panose="02040503050406030204" pitchFamily="18" charset="0"/>
                        </a:rPr>
                        <m:t>𝑪</m:t>
                      </m:r>
                      <m:r>
                        <a:rPr lang="en-US" altLang="zh-CN" sz="1800" b="1" i="1">
                          <a:solidFill>
                            <a:schemeClr val="tx1">
                              <a:lumMod val="75000"/>
                              <a:lumOff val="25000"/>
                            </a:schemeClr>
                          </a:solidFill>
                          <a:latin typeface="Cambria Math" panose="02040503050406030204" pitchFamily="18" charset="0"/>
                        </a:rPr>
                        <m:t>=</m:t>
                      </m:r>
                      <m:r>
                        <a:rPr lang="en-US" altLang="zh-CN" sz="1800" b="1" i="1" smtClean="0">
                          <a:solidFill>
                            <a:schemeClr val="tx1">
                              <a:lumMod val="75000"/>
                              <a:lumOff val="25000"/>
                            </a:schemeClr>
                          </a:solidFill>
                          <a:latin typeface="Cambria Math" panose="02040503050406030204" pitchFamily="18" charset="0"/>
                        </a:rPr>
                        <m:t>𝟒</m:t>
                      </m:r>
                    </m:oMath>
                  </m:oMathPara>
                </a14:m>
                <a:endParaRPr lang="en-US" altLang="zh-CN" sz="1800" b="1" dirty="0">
                  <a:solidFill>
                    <a:schemeClr val="tx1">
                      <a:lumMod val="75000"/>
                      <a:lumOff val="25000"/>
                    </a:schemeClr>
                  </a:solidFill>
                </a:endParaRPr>
              </a:p>
              <a:p>
                <a:pPr/>
                <a14:m>
                  <m:oMathPara xmlns:m="http://schemas.openxmlformats.org/officeDocument/2006/math">
                    <m:oMathParaPr>
                      <m:jc m:val="centerGroup"/>
                    </m:oMathParaPr>
                    <m:oMath xmlns:m="http://schemas.openxmlformats.org/officeDocument/2006/math">
                      <m:sSub>
                        <m:sSubPr>
                          <m:ctrlPr>
                            <a:rPr lang="en-US" altLang="zh-CN" sz="1800" b="1" i="1" smtClean="0">
                              <a:solidFill>
                                <a:schemeClr val="tx1">
                                  <a:lumMod val="75000"/>
                                  <a:lumOff val="25000"/>
                                </a:schemeClr>
                              </a:solidFill>
                              <a:latin typeface="Cambria Math" panose="02040503050406030204" pitchFamily="18" charset="0"/>
                            </a:rPr>
                          </m:ctrlPr>
                        </m:sSubPr>
                        <m:e>
                          <m:r>
                            <a:rPr lang="en-US" altLang="zh-CN" sz="1800" b="1" i="1">
                              <a:solidFill>
                                <a:schemeClr val="tx1">
                                  <a:lumMod val="75000"/>
                                  <a:lumOff val="25000"/>
                                </a:schemeClr>
                              </a:solidFill>
                              <a:latin typeface="Cambria Math" panose="02040503050406030204" pitchFamily="18" charset="0"/>
                            </a:rPr>
                            <m:t>𝑷</m:t>
                          </m:r>
                        </m:e>
                        <m:sub>
                          <m:r>
                            <a:rPr lang="en-US" altLang="zh-CN" sz="1800" b="1" i="1" smtClean="0">
                              <a:solidFill>
                                <a:schemeClr val="tx1">
                                  <a:lumMod val="75000"/>
                                  <a:lumOff val="25000"/>
                                </a:schemeClr>
                              </a:solidFill>
                              <a:latin typeface="Cambria Math" panose="02040503050406030204" pitchFamily="18" charset="0"/>
                            </a:rPr>
                            <m:t>𝑯𝑳</m:t>
                          </m:r>
                        </m:sub>
                      </m:sSub>
                      <m:r>
                        <a:rPr lang="en-US" altLang="zh-CN" sz="1800" b="1" i="1">
                          <a:solidFill>
                            <a:schemeClr val="tx1">
                              <a:lumMod val="75000"/>
                              <a:lumOff val="25000"/>
                            </a:schemeClr>
                          </a:solidFill>
                          <a:latin typeface="Cambria Math" panose="02040503050406030204" pitchFamily="18" charset="0"/>
                        </a:rPr>
                        <m:t>=</m:t>
                      </m:r>
                      <m:r>
                        <a:rPr lang="en-US" altLang="zh-CN" sz="1800" b="1" i="0" smtClean="0">
                          <a:solidFill>
                            <a:schemeClr val="tx1">
                              <a:lumMod val="75000"/>
                              <a:lumOff val="25000"/>
                            </a:schemeClr>
                          </a:solidFill>
                          <a:latin typeface="Cambria Math" panose="02040503050406030204" pitchFamily="18" charset="0"/>
                        </a:rPr>
                        <m:t>𝟏𝟎𝟎</m:t>
                      </m:r>
                      <m:r>
                        <a:rPr lang="en-US" altLang="zh-CN" sz="1800" b="1" i="0" smtClean="0">
                          <a:solidFill>
                            <a:schemeClr val="tx1">
                              <a:lumMod val="75000"/>
                              <a:lumOff val="25000"/>
                            </a:schemeClr>
                          </a:solidFill>
                          <a:latin typeface="Cambria Math" panose="02040503050406030204" pitchFamily="18" charset="0"/>
                        </a:rPr>
                        <m:t>.</m:t>
                      </m:r>
                      <m:r>
                        <a:rPr lang="en-US" altLang="zh-CN" sz="1800" b="1" i="0" smtClean="0">
                          <a:solidFill>
                            <a:schemeClr val="tx1">
                              <a:lumMod val="75000"/>
                              <a:lumOff val="25000"/>
                            </a:schemeClr>
                          </a:solidFill>
                          <a:latin typeface="Cambria Math" panose="02040503050406030204" pitchFamily="18" charset="0"/>
                        </a:rPr>
                        <m:t>𝟒𝟖</m:t>
                      </m:r>
                    </m:oMath>
                  </m:oMathPara>
                </a14:m>
                <a:endParaRPr lang="zh-CN" altLang="en-US" sz="1800" b="1" dirty="0">
                  <a:solidFill>
                    <a:schemeClr val="tx1">
                      <a:lumMod val="75000"/>
                      <a:lumOff val="25000"/>
                    </a:schemeClr>
                  </a:solidFill>
                </a:endParaRPr>
              </a:p>
            </p:txBody>
          </p:sp>
        </mc:Choice>
        <mc:Fallback xmlns="">
          <p:sp>
            <p:nvSpPr>
              <p:cNvPr id="169" name="矩形 168">
                <a:extLst>
                  <a:ext uri="{FF2B5EF4-FFF2-40B4-BE49-F238E27FC236}">
                    <a16:creationId xmlns:a16="http://schemas.microsoft.com/office/drawing/2014/main" id="{5E6C6B36-DA2A-4B16-ACDF-321F0CBF17E4}"/>
                  </a:ext>
                </a:extLst>
              </p:cNvPr>
              <p:cNvSpPr>
                <a:spLocks noRot="1" noChangeAspect="1" noMove="1" noResize="1" noEditPoints="1" noAdjustHandles="1" noChangeArrowheads="1" noChangeShapeType="1" noTextEdit="1"/>
              </p:cNvSpPr>
              <p:nvPr/>
            </p:nvSpPr>
            <p:spPr>
              <a:xfrm>
                <a:off x="4092488" y="5556580"/>
                <a:ext cx="1687371" cy="923330"/>
              </a:xfrm>
              <a:prstGeom prst="rect">
                <a:avLst/>
              </a:prstGeom>
              <a:blipFill>
                <a:blip r:embed="rId9"/>
                <a:stretch>
                  <a:fillRect/>
                </a:stretch>
              </a:blipFill>
              <a:ln>
                <a:solidFill>
                  <a:schemeClr val="tx1"/>
                </a:solidFill>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70" name="矩形 169">
                <a:extLst>
                  <a:ext uri="{FF2B5EF4-FFF2-40B4-BE49-F238E27FC236}">
                    <a16:creationId xmlns:a16="http://schemas.microsoft.com/office/drawing/2014/main" id="{57B2AE6D-0DF8-4648-B561-0B08773D23E3}"/>
                  </a:ext>
                </a:extLst>
              </p:cNvPr>
              <p:cNvSpPr/>
              <p:nvPr/>
            </p:nvSpPr>
            <p:spPr>
              <a:xfrm>
                <a:off x="6228381" y="5144392"/>
                <a:ext cx="1899619" cy="923330"/>
              </a:xfrm>
              <a:prstGeom prst="rect">
                <a:avLst/>
              </a:prstGeom>
              <a:ln>
                <a:solidFill>
                  <a:schemeClr val="tx1"/>
                </a:solidFill>
              </a:ln>
            </p:spPr>
            <p:txBody>
              <a:bodyPr wrap="square">
                <a:spAutoFit/>
              </a:bodyPr>
              <a:lstStyle/>
              <a:p>
                <a:pPr algn="ctr"/>
                <a14:m>
                  <m:oMathPara xmlns:m="http://schemas.openxmlformats.org/officeDocument/2006/math">
                    <m:oMathParaPr>
                      <m:jc m:val="centerGroup"/>
                    </m:oMathParaPr>
                    <m:oMath xmlns:m="http://schemas.openxmlformats.org/officeDocument/2006/math">
                      <m:sSub>
                        <m:sSubPr>
                          <m:ctrlPr>
                            <a:rPr lang="en-US" altLang="zh-CN" sz="1800" b="1" i="1" smtClean="0">
                              <a:solidFill>
                                <a:schemeClr val="tx1">
                                  <a:lumMod val="75000"/>
                                  <a:lumOff val="25000"/>
                                </a:schemeClr>
                              </a:solidFill>
                              <a:latin typeface="Cambria Math" panose="02040503050406030204" pitchFamily="18" charset="0"/>
                            </a:rPr>
                          </m:ctrlPr>
                        </m:sSubPr>
                        <m:e>
                          <m:r>
                            <a:rPr lang="en-US" altLang="zh-CN" sz="1800" b="1" i="1" smtClean="0">
                              <a:solidFill>
                                <a:schemeClr val="tx1">
                                  <a:lumMod val="75000"/>
                                  <a:lumOff val="25000"/>
                                </a:schemeClr>
                              </a:solidFill>
                              <a:latin typeface="Cambria Math" panose="02040503050406030204" pitchFamily="18" charset="0"/>
                            </a:rPr>
                            <m:t>𝒇</m:t>
                          </m:r>
                        </m:e>
                        <m:sub>
                          <m:r>
                            <a:rPr lang="en-US" altLang="zh-CN" sz="1800" b="1" i="1" smtClean="0">
                              <a:solidFill>
                                <a:schemeClr val="tx1">
                                  <a:lumMod val="75000"/>
                                  <a:lumOff val="25000"/>
                                </a:schemeClr>
                              </a:solidFill>
                              <a:latin typeface="Cambria Math" panose="02040503050406030204" pitchFamily="18" charset="0"/>
                            </a:rPr>
                            <m:t>𝑯𝑳𝑯</m:t>
                          </m:r>
                        </m:sub>
                      </m:sSub>
                      <m:r>
                        <a:rPr lang="en-US" altLang="zh-CN" sz="1800" b="1" i="1" smtClean="0">
                          <a:solidFill>
                            <a:schemeClr val="tx1">
                              <a:lumMod val="75000"/>
                              <a:lumOff val="25000"/>
                            </a:schemeClr>
                          </a:solidFill>
                          <a:latin typeface="Cambria Math" panose="02040503050406030204" pitchFamily="18" charset="0"/>
                        </a:rPr>
                        <m:t>=</m:t>
                      </m:r>
                    </m:oMath>
                  </m:oMathPara>
                </a14:m>
                <a:endParaRPr lang="en-US" altLang="zh-CN" sz="1800" b="1" i="1" dirty="0">
                  <a:solidFill>
                    <a:schemeClr val="tx1">
                      <a:lumMod val="75000"/>
                      <a:lumOff val="25000"/>
                    </a:schemeClr>
                  </a:solidFill>
                  <a:latin typeface="Cambria Math" panose="02040503050406030204" pitchFamily="18" charset="0"/>
                </a:endParaRPr>
              </a:p>
              <a:p>
                <a:pPr algn="ctr"/>
                <a14:m>
                  <m:oMathPara xmlns:m="http://schemas.openxmlformats.org/officeDocument/2006/math">
                    <m:oMathParaPr>
                      <m:jc m:val="centerGroup"/>
                    </m:oMathParaPr>
                    <m:oMath xmlns:m="http://schemas.openxmlformats.org/officeDocument/2006/math">
                      <m:r>
                        <a:rPr lang="en-US" altLang="zh-CN" sz="1800" b="1" i="1" smtClean="0">
                          <a:solidFill>
                            <a:schemeClr val="tx1">
                              <a:lumMod val="75000"/>
                              <a:lumOff val="25000"/>
                            </a:schemeClr>
                          </a:solidFill>
                          <a:latin typeface="Cambria Math" panose="02040503050406030204" pitchFamily="18" charset="0"/>
                        </a:rPr>
                        <m:t>𝑪</m:t>
                      </m:r>
                      <m:r>
                        <a:rPr lang="en-US" altLang="zh-CN" sz="1800" b="1" i="1">
                          <a:solidFill>
                            <a:schemeClr val="tx1">
                              <a:lumMod val="75000"/>
                              <a:lumOff val="25000"/>
                            </a:schemeClr>
                          </a:solidFill>
                          <a:latin typeface="Cambria Math" panose="02040503050406030204" pitchFamily="18" charset="0"/>
                        </a:rPr>
                        <m:t>=</m:t>
                      </m:r>
                      <m:r>
                        <a:rPr lang="en-US" altLang="zh-CN" sz="1800" b="1" i="1" smtClean="0">
                          <a:solidFill>
                            <a:schemeClr val="tx1">
                              <a:lumMod val="75000"/>
                              <a:lumOff val="25000"/>
                            </a:schemeClr>
                          </a:solidFill>
                          <a:latin typeface="Cambria Math" panose="02040503050406030204" pitchFamily="18" charset="0"/>
                        </a:rPr>
                        <m:t>𝟒</m:t>
                      </m:r>
                    </m:oMath>
                  </m:oMathPara>
                </a14:m>
                <a:endParaRPr lang="en-US" altLang="zh-CN" sz="1800" b="1" dirty="0">
                  <a:solidFill>
                    <a:schemeClr val="tx1">
                      <a:lumMod val="75000"/>
                      <a:lumOff val="25000"/>
                    </a:schemeClr>
                  </a:solidFill>
                </a:endParaRPr>
              </a:p>
              <a:p>
                <a:pPr algn="ctr"/>
                <a14:m>
                  <m:oMathPara xmlns:m="http://schemas.openxmlformats.org/officeDocument/2006/math">
                    <m:oMathParaPr>
                      <m:jc m:val="centerGroup"/>
                    </m:oMathParaPr>
                    <m:oMath xmlns:m="http://schemas.openxmlformats.org/officeDocument/2006/math">
                      <m:sSub>
                        <m:sSubPr>
                          <m:ctrlPr>
                            <a:rPr lang="en-US" altLang="zh-CN" sz="1800" b="1" i="1" smtClean="0">
                              <a:solidFill>
                                <a:schemeClr val="tx1">
                                  <a:lumMod val="75000"/>
                                  <a:lumOff val="25000"/>
                                </a:schemeClr>
                              </a:solidFill>
                              <a:latin typeface="Cambria Math" panose="02040503050406030204" pitchFamily="18" charset="0"/>
                            </a:rPr>
                          </m:ctrlPr>
                        </m:sSubPr>
                        <m:e>
                          <m:r>
                            <a:rPr lang="en-US" altLang="zh-CN" sz="1800" b="1" i="1" smtClean="0">
                              <a:solidFill>
                                <a:schemeClr val="tx1">
                                  <a:lumMod val="75000"/>
                                  <a:lumOff val="25000"/>
                                </a:schemeClr>
                              </a:solidFill>
                              <a:latin typeface="Cambria Math" panose="02040503050406030204" pitchFamily="18" charset="0"/>
                            </a:rPr>
                            <m:t>𝑷</m:t>
                          </m:r>
                        </m:e>
                        <m:sub>
                          <m:r>
                            <a:rPr lang="en-US" altLang="zh-CN" sz="1800" b="1" i="1" smtClean="0">
                              <a:solidFill>
                                <a:schemeClr val="tx1">
                                  <a:lumMod val="75000"/>
                                  <a:lumOff val="25000"/>
                                </a:schemeClr>
                              </a:solidFill>
                              <a:latin typeface="Cambria Math" panose="02040503050406030204" pitchFamily="18" charset="0"/>
                            </a:rPr>
                            <m:t>𝟏</m:t>
                          </m:r>
                          <m:r>
                            <a:rPr lang="en-US" altLang="zh-CN" sz="1800" b="1" i="1" smtClean="0">
                              <a:solidFill>
                                <a:schemeClr val="tx1">
                                  <a:lumMod val="75000"/>
                                  <a:lumOff val="25000"/>
                                </a:schemeClr>
                              </a:solidFill>
                              <a:latin typeface="Cambria Math" panose="02040503050406030204" pitchFamily="18" charset="0"/>
                            </a:rPr>
                            <m:t>𝑯</m:t>
                          </m:r>
                        </m:sub>
                      </m:sSub>
                      <m:r>
                        <a:rPr lang="en-US" altLang="zh-CN" sz="1800" b="1" i="1">
                          <a:solidFill>
                            <a:schemeClr val="tx1">
                              <a:lumMod val="75000"/>
                              <a:lumOff val="25000"/>
                            </a:schemeClr>
                          </a:solidFill>
                          <a:latin typeface="Cambria Math" panose="02040503050406030204" pitchFamily="18" charset="0"/>
                        </a:rPr>
                        <m:t>=</m:t>
                      </m:r>
                      <m:r>
                        <a:rPr lang="en-US" altLang="zh-CN" sz="1800" b="1" i="0" smtClean="0">
                          <a:solidFill>
                            <a:schemeClr val="tx1">
                              <a:lumMod val="75000"/>
                              <a:lumOff val="25000"/>
                            </a:schemeClr>
                          </a:solidFill>
                          <a:latin typeface="Cambria Math" panose="02040503050406030204" pitchFamily="18" charset="0"/>
                        </a:rPr>
                        <m:t>𝟏𝟎𝟎</m:t>
                      </m:r>
                    </m:oMath>
                  </m:oMathPara>
                </a14:m>
                <a:endParaRPr lang="zh-CN" altLang="en-US" sz="1800" b="1" dirty="0">
                  <a:solidFill>
                    <a:schemeClr val="tx1">
                      <a:lumMod val="75000"/>
                      <a:lumOff val="25000"/>
                    </a:schemeClr>
                  </a:solidFill>
                </a:endParaRPr>
              </a:p>
            </p:txBody>
          </p:sp>
        </mc:Choice>
        <mc:Fallback xmlns="">
          <p:sp>
            <p:nvSpPr>
              <p:cNvPr id="170" name="矩形 169">
                <a:extLst>
                  <a:ext uri="{FF2B5EF4-FFF2-40B4-BE49-F238E27FC236}">
                    <a16:creationId xmlns:a16="http://schemas.microsoft.com/office/drawing/2014/main" id="{57B2AE6D-0DF8-4648-B561-0B08773D23E3}"/>
                  </a:ext>
                </a:extLst>
              </p:cNvPr>
              <p:cNvSpPr>
                <a:spLocks noRot="1" noChangeAspect="1" noMove="1" noResize="1" noEditPoints="1" noAdjustHandles="1" noChangeArrowheads="1" noChangeShapeType="1" noTextEdit="1"/>
              </p:cNvSpPr>
              <p:nvPr/>
            </p:nvSpPr>
            <p:spPr>
              <a:xfrm>
                <a:off x="6228381" y="5144392"/>
                <a:ext cx="1899619" cy="923330"/>
              </a:xfrm>
              <a:prstGeom prst="rect">
                <a:avLst/>
              </a:prstGeom>
              <a:blipFill>
                <a:blip r:embed="rId10"/>
                <a:stretch>
                  <a:fillRect/>
                </a:stretch>
              </a:blipFill>
              <a:ln>
                <a:solidFill>
                  <a:schemeClr val="tx1"/>
                </a:solidFill>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71" name="矩形 170">
                <a:extLst>
                  <a:ext uri="{FF2B5EF4-FFF2-40B4-BE49-F238E27FC236}">
                    <a16:creationId xmlns:a16="http://schemas.microsoft.com/office/drawing/2014/main" id="{441732AF-280C-4444-8F5A-E2B4E7154D92}"/>
                  </a:ext>
                </a:extLst>
              </p:cNvPr>
              <p:cNvSpPr/>
              <p:nvPr/>
            </p:nvSpPr>
            <p:spPr>
              <a:xfrm>
                <a:off x="6228381" y="6107654"/>
                <a:ext cx="1899619" cy="923330"/>
              </a:xfrm>
              <a:prstGeom prst="rect">
                <a:avLst/>
              </a:prstGeom>
              <a:ln>
                <a:solidFill>
                  <a:schemeClr val="tx1"/>
                </a:solidFill>
              </a:ln>
            </p:spPr>
            <p:txBody>
              <a:bodyPr wrap="square">
                <a:spAutoFit/>
              </a:bodyPr>
              <a:lstStyle/>
              <a:p>
                <a:pPr algn="ctr"/>
                <a14:m>
                  <m:oMathPara xmlns:m="http://schemas.openxmlformats.org/officeDocument/2006/math">
                    <m:oMathParaPr>
                      <m:jc m:val="centerGroup"/>
                    </m:oMathParaPr>
                    <m:oMath xmlns:m="http://schemas.openxmlformats.org/officeDocument/2006/math">
                      <m:sSub>
                        <m:sSubPr>
                          <m:ctrlPr>
                            <a:rPr lang="en-US" altLang="zh-CN" sz="1800" b="1" i="1" smtClean="0">
                              <a:solidFill>
                                <a:schemeClr val="tx1">
                                  <a:lumMod val="75000"/>
                                  <a:lumOff val="25000"/>
                                </a:schemeClr>
                              </a:solidFill>
                              <a:latin typeface="Cambria Math" panose="02040503050406030204" pitchFamily="18" charset="0"/>
                            </a:rPr>
                          </m:ctrlPr>
                        </m:sSubPr>
                        <m:e>
                          <m:r>
                            <a:rPr lang="en-US" altLang="zh-CN" sz="1800" b="1" i="1" smtClean="0">
                              <a:solidFill>
                                <a:schemeClr val="tx1">
                                  <a:lumMod val="75000"/>
                                  <a:lumOff val="25000"/>
                                </a:schemeClr>
                              </a:solidFill>
                              <a:latin typeface="Cambria Math" panose="02040503050406030204" pitchFamily="18" charset="0"/>
                            </a:rPr>
                            <m:t>𝒇</m:t>
                          </m:r>
                        </m:e>
                        <m:sub>
                          <m:r>
                            <a:rPr lang="en-US" altLang="zh-CN" sz="1800" b="1" i="1">
                              <a:solidFill>
                                <a:schemeClr val="tx1">
                                  <a:lumMod val="75000"/>
                                  <a:lumOff val="25000"/>
                                </a:schemeClr>
                              </a:solidFill>
                              <a:latin typeface="Cambria Math" panose="02040503050406030204" pitchFamily="18" charset="0"/>
                            </a:rPr>
                            <m:t>𝑯𝑳</m:t>
                          </m:r>
                          <m:r>
                            <a:rPr lang="en-US" altLang="zh-CN" sz="1800" b="1" i="1" smtClean="0">
                              <a:solidFill>
                                <a:schemeClr val="tx1">
                                  <a:lumMod val="75000"/>
                                  <a:lumOff val="25000"/>
                                </a:schemeClr>
                              </a:solidFill>
                              <a:latin typeface="Cambria Math" panose="02040503050406030204" pitchFamily="18" charset="0"/>
                            </a:rPr>
                            <m:t>𝑳</m:t>
                          </m:r>
                        </m:sub>
                      </m:sSub>
                      <m:r>
                        <a:rPr lang="en-US" altLang="zh-CN" sz="1800" b="1" i="1" smtClean="0">
                          <a:solidFill>
                            <a:schemeClr val="tx1">
                              <a:lumMod val="75000"/>
                              <a:lumOff val="25000"/>
                            </a:schemeClr>
                          </a:solidFill>
                          <a:latin typeface="Cambria Math" panose="02040503050406030204" pitchFamily="18" charset="0"/>
                        </a:rPr>
                        <m:t>=</m:t>
                      </m:r>
                    </m:oMath>
                  </m:oMathPara>
                </a14:m>
                <a:endParaRPr lang="en-US" altLang="zh-CN" sz="1800" b="1" dirty="0">
                  <a:solidFill>
                    <a:schemeClr val="tx1">
                      <a:lumMod val="75000"/>
                      <a:lumOff val="25000"/>
                    </a:schemeClr>
                  </a:solidFill>
                </a:endParaRPr>
              </a:p>
              <a:p>
                <a:pPr algn="ctr"/>
                <a14:m>
                  <m:oMathPara xmlns:m="http://schemas.openxmlformats.org/officeDocument/2006/math">
                    <m:oMathParaPr>
                      <m:jc m:val="centerGroup"/>
                    </m:oMathParaPr>
                    <m:oMath xmlns:m="http://schemas.openxmlformats.org/officeDocument/2006/math">
                      <m:r>
                        <a:rPr lang="en-US" altLang="zh-CN" sz="1800" b="1" i="1" smtClean="0">
                          <a:solidFill>
                            <a:schemeClr val="tx1">
                              <a:lumMod val="75000"/>
                              <a:lumOff val="25000"/>
                            </a:schemeClr>
                          </a:solidFill>
                          <a:latin typeface="Cambria Math" panose="02040503050406030204" pitchFamily="18" charset="0"/>
                        </a:rPr>
                        <m:t>𝑪</m:t>
                      </m:r>
                      <m:r>
                        <a:rPr lang="en-US" altLang="zh-CN" sz="1800" b="1" i="1">
                          <a:solidFill>
                            <a:schemeClr val="tx1">
                              <a:lumMod val="75000"/>
                              <a:lumOff val="25000"/>
                            </a:schemeClr>
                          </a:solidFill>
                          <a:latin typeface="Cambria Math" panose="02040503050406030204" pitchFamily="18" charset="0"/>
                        </a:rPr>
                        <m:t>=</m:t>
                      </m:r>
                      <m:r>
                        <a:rPr lang="en-US" altLang="zh-CN" sz="1800" b="1" i="1" smtClean="0">
                          <a:solidFill>
                            <a:schemeClr val="tx1">
                              <a:lumMod val="75000"/>
                              <a:lumOff val="25000"/>
                            </a:schemeClr>
                          </a:solidFill>
                          <a:latin typeface="Cambria Math" panose="02040503050406030204" pitchFamily="18" charset="0"/>
                        </a:rPr>
                        <m:t>𝟒</m:t>
                      </m:r>
                    </m:oMath>
                  </m:oMathPara>
                </a14:m>
                <a:endParaRPr lang="en-US" altLang="zh-CN" sz="1800" b="1" dirty="0">
                  <a:solidFill>
                    <a:schemeClr val="tx1">
                      <a:lumMod val="75000"/>
                      <a:lumOff val="25000"/>
                    </a:schemeClr>
                  </a:solidFill>
                </a:endParaRPr>
              </a:p>
              <a:p>
                <a:pPr algn="ctr"/>
                <a14:m>
                  <m:oMathPara xmlns:m="http://schemas.openxmlformats.org/officeDocument/2006/math">
                    <m:oMathParaPr>
                      <m:jc m:val="centerGroup"/>
                    </m:oMathParaPr>
                    <m:oMath xmlns:m="http://schemas.openxmlformats.org/officeDocument/2006/math">
                      <m:sSub>
                        <m:sSubPr>
                          <m:ctrlPr>
                            <a:rPr lang="en-US" altLang="zh-CN" sz="1800" b="1" i="1" smtClean="0">
                              <a:solidFill>
                                <a:schemeClr val="tx1">
                                  <a:lumMod val="75000"/>
                                  <a:lumOff val="25000"/>
                                </a:schemeClr>
                              </a:solidFill>
                              <a:latin typeface="Cambria Math" panose="02040503050406030204" pitchFamily="18" charset="0"/>
                            </a:rPr>
                          </m:ctrlPr>
                        </m:sSubPr>
                        <m:e>
                          <m:r>
                            <a:rPr lang="en-US" altLang="zh-CN" sz="1800" b="1" i="1" smtClean="0">
                              <a:solidFill>
                                <a:schemeClr val="tx1">
                                  <a:lumMod val="75000"/>
                                  <a:lumOff val="25000"/>
                                </a:schemeClr>
                              </a:solidFill>
                              <a:latin typeface="Cambria Math" panose="02040503050406030204" pitchFamily="18" charset="0"/>
                            </a:rPr>
                            <m:t>𝑷</m:t>
                          </m:r>
                        </m:e>
                        <m:sub>
                          <m:r>
                            <a:rPr lang="en-US" altLang="zh-CN" sz="1800" b="1" i="1" smtClean="0">
                              <a:solidFill>
                                <a:schemeClr val="tx1">
                                  <a:lumMod val="75000"/>
                                  <a:lumOff val="25000"/>
                                </a:schemeClr>
                              </a:solidFill>
                              <a:latin typeface="Cambria Math" panose="02040503050406030204" pitchFamily="18" charset="0"/>
                            </a:rPr>
                            <m:t>𝟏</m:t>
                          </m:r>
                          <m:r>
                            <a:rPr lang="en-US" altLang="zh-CN" sz="1800" b="1" i="1" smtClean="0">
                              <a:solidFill>
                                <a:schemeClr val="tx1">
                                  <a:lumMod val="75000"/>
                                  <a:lumOff val="25000"/>
                                </a:schemeClr>
                              </a:solidFill>
                              <a:latin typeface="Cambria Math" panose="02040503050406030204" pitchFamily="18" charset="0"/>
                            </a:rPr>
                            <m:t>𝑳</m:t>
                          </m:r>
                        </m:sub>
                      </m:sSub>
                      <m:r>
                        <a:rPr lang="en-US" altLang="zh-CN" sz="1800" b="1" i="1">
                          <a:solidFill>
                            <a:schemeClr val="tx1">
                              <a:lumMod val="75000"/>
                              <a:lumOff val="25000"/>
                            </a:schemeClr>
                          </a:solidFill>
                          <a:latin typeface="Cambria Math" panose="02040503050406030204" pitchFamily="18" charset="0"/>
                        </a:rPr>
                        <m:t>=</m:t>
                      </m:r>
                      <m:r>
                        <a:rPr lang="en-US" altLang="zh-CN" sz="1800" b="1" i="1" smtClean="0">
                          <a:solidFill>
                            <a:schemeClr val="tx1">
                              <a:lumMod val="75000"/>
                              <a:lumOff val="25000"/>
                            </a:schemeClr>
                          </a:solidFill>
                          <a:latin typeface="Cambria Math" panose="02040503050406030204" pitchFamily="18" charset="0"/>
                        </a:rPr>
                        <m:t>𝟏𝟎𝟎</m:t>
                      </m:r>
                    </m:oMath>
                  </m:oMathPara>
                </a14:m>
                <a:endParaRPr lang="zh-CN" altLang="en-US" sz="1800" b="1" dirty="0">
                  <a:solidFill>
                    <a:schemeClr val="tx1">
                      <a:lumMod val="75000"/>
                      <a:lumOff val="25000"/>
                    </a:schemeClr>
                  </a:solidFill>
                </a:endParaRPr>
              </a:p>
            </p:txBody>
          </p:sp>
        </mc:Choice>
        <mc:Fallback xmlns="">
          <p:sp>
            <p:nvSpPr>
              <p:cNvPr id="171" name="矩形 170">
                <a:extLst>
                  <a:ext uri="{FF2B5EF4-FFF2-40B4-BE49-F238E27FC236}">
                    <a16:creationId xmlns:a16="http://schemas.microsoft.com/office/drawing/2014/main" id="{441732AF-280C-4444-8F5A-E2B4E7154D92}"/>
                  </a:ext>
                </a:extLst>
              </p:cNvPr>
              <p:cNvSpPr>
                <a:spLocks noRot="1" noChangeAspect="1" noMove="1" noResize="1" noEditPoints="1" noAdjustHandles="1" noChangeArrowheads="1" noChangeShapeType="1" noTextEdit="1"/>
              </p:cNvSpPr>
              <p:nvPr/>
            </p:nvSpPr>
            <p:spPr>
              <a:xfrm>
                <a:off x="6228381" y="6107654"/>
                <a:ext cx="1899619" cy="923330"/>
              </a:xfrm>
              <a:prstGeom prst="rect">
                <a:avLst/>
              </a:prstGeom>
              <a:blipFill>
                <a:blip r:embed="rId11"/>
                <a:stretch>
                  <a:fillRect/>
                </a:stretch>
              </a:blipFill>
              <a:ln>
                <a:solidFill>
                  <a:schemeClr val="tx1"/>
                </a:solidFill>
              </a:ln>
            </p:spPr>
            <p:txBody>
              <a:bodyPr/>
              <a:lstStyle/>
              <a:p>
                <a:r>
                  <a:rPr lang="zh-CN" altLang="en-US">
                    <a:noFill/>
                  </a:rPr>
                  <a:t> </a:t>
                </a:r>
              </a:p>
            </p:txBody>
          </p:sp>
        </mc:Fallback>
      </mc:AlternateContent>
      <p:cxnSp>
        <p:nvCxnSpPr>
          <p:cNvPr id="241" name="直接箭头连接符 240">
            <a:extLst>
              <a:ext uri="{FF2B5EF4-FFF2-40B4-BE49-F238E27FC236}">
                <a16:creationId xmlns:a16="http://schemas.microsoft.com/office/drawing/2014/main" id="{64E9AA6A-F4B0-4D70-8A77-508E16E9A5A8}"/>
              </a:ext>
            </a:extLst>
          </p:cNvPr>
          <p:cNvCxnSpPr>
            <a:cxnSpLocks/>
            <a:stCxn id="64" idx="3"/>
            <a:endCxn id="169" idx="1"/>
          </p:cNvCxnSpPr>
          <p:nvPr/>
        </p:nvCxnSpPr>
        <p:spPr>
          <a:xfrm flipV="1">
            <a:off x="3840008" y="6018245"/>
            <a:ext cx="252480" cy="925782"/>
          </a:xfrm>
          <a:prstGeom prst="straightConnector1">
            <a:avLst/>
          </a:prstGeom>
          <a:ln w="28575">
            <a:solidFill>
              <a:schemeClr val="tx1">
                <a:lumMod val="50000"/>
                <a:lumOff val="50000"/>
              </a:schemeClr>
            </a:solidFill>
            <a:prstDash val="solid"/>
            <a:tailEnd type="triangle" w="lg" len="lg"/>
          </a:ln>
        </p:spPr>
        <p:style>
          <a:lnRef idx="1">
            <a:schemeClr val="accent1"/>
          </a:lnRef>
          <a:fillRef idx="0">
            <a:schemeClr val="accent1"/>
          </a:fillRef>
          <a:effectRef idx="0">
            <a:schemeClr val="accent1"/>
          </a:effectRef>
          <a:fontRef idx="minor">
            <a:schemeClr val="tx1"/>
          </a:fontRef>
        </p:style>
      </p:cxnSp>
      <p:cxnSp>
        <p:nvCxnSpPr>
          <p:cNvPr id="242" name="直接箭头连接符 241">
            <a:extLst>
              <a:ext uri="{FF2B5EF4-FFF2-40B4-BE49-F238E27FC236}">
                <a16:creationId xmlns:a16="http://schemas.microsoft.com/office/drawing/2014/main" id="{A02E9AB8-03BD-4EA1-8AAA-4A41CA79C422}"/>
              </a:ext>
            </a:extLst>
          </p:cNvPr>
          <p:cNvCxnSpPr>
            <a:cxnSpLocks/>
            <a:stCxn id="64" idx="3"/>
            <a:endCxn id="250" idx="1"/>
          </p:cNvCxnSpPr>
          <p:nvPr/>
        </p:nvCxnSpPr>
        <p:spPr>
          <a:xfrm>
            <a:off x="3840008" y="6944027"/>
            <a:ext cx="252480" cy="1177813"/>
          </a:xfrm>
          <a:prstGeom prst="straightConnector1">
            <a:avLst/>
          </a:prstGeom>
          <a:ln w="28575">
            <a:solidFill>
              <a:schemeClr val="tx1">
                <a:lumMod val="50000"/>
                <a:lumOff val="50000"/>
              </a:schemeClr>
            </a:solidFill>
            <a:prstDash val="solid"/>
            <a:tailEnd type="triangle" w="lg" len="lg"/>
          </a:ln>
        </p:spPr>
        <p:style>
          <a:lnRef idx="1">
            <a:schemeClr val="accent1"/>
          </a:lnRef>
          <a:fillRef idx="0">
            <a:schemeClr val="accent1"/>
          </a:fillRef>
          <a:effectRef idx="0">
            <a:schemeClr val="accent1"/>
          </a:effectRef>
          <a:fontRef idx="minor">
            <a:schemeClr val="tx1"/>
          </a:fontRef>
        </p:style>
      </p:cxnSp>
      <p:cxnSp>
        <p:nvCxnSpPr>
          <p:cNvPr id="248" name="直接箭头连接符 247">
            <a:extLst>
              <a:ext uri="{FF2B5EF4-FFF2-40B4-BE49-F238E27FC236}">
                <a16:creationId xmlns:a16="http://schemas.microsoft.com/office/drawing/2014/main" id="{35FED454-C84B-4EAF-8269-35735A3711BA}"/>
              </a:ext>
            </a:extLst>
          </p:cNvPr>
          <p:cNvCxnSpPr>
            <a:cxnSpLocks/>
            <a:stCxn id="250" idx="3"/>
            <a:endCxn id="251" idx="1"/>
          </p:cNvCxnSpPr>
          <p:nvPr/>
        </p:nvCxnSpPr>
        <p:spPr>
          <a:xfrm flipV="1">
            <a:off x="5779859" y="7704903"/>
            <a:ext cx="448522" cy="416937"/>
          </a:xfrm>
          <a:prstGeom prst="straightConnector1">
            <a:avLst/>
          </a:prstGeom>
          <a:ln w="28575">
            <a:solidFill>
              <a:schemeClr val="tx1">
                <a:lumMod val="50000"/>
                <a:lumOff val="50000"/>
              </a:schemeClr>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249" name="直接箭头连接符 248">
            <a:extLst>
              <a:ext uri="{FF2B5EF4-FFF2-40B4-BE49-F238E27FC236}">
                <a16:creationId xmlns:a16="http://schemas.microsoft.com/office/drawing/2014/main" id="{4D7AFFFF-92C3-4D4B-A677-1DC33C2D1E47}"/>
              </a:ext>
            </a:extLst>
          </p:cNvPr>
          <p:cNvCxnSpPr>
            <a:cxnSpLocks/>
            <a:stCxn id="250" idx="3"/>
            <a:endCxn id="252" idx="1"/>
          </p:cNvCxnSpPr>
          <p:nvPr/>
        </p:nvCxnSpPr>
        <p:spPr>
          <a:xfrm>
            <a:off x="5779859" y="8121840"/>
            <a:ext cx="448523" cy="456281"/>
          </a:xfrm>
          <a:prstGeom prst="straightConnector1">
            <a:avLst/>
          </a:prstGeom>
          <a:ln w="28575">
            <a:solidFill>
              <a:schemeClr val="tx1">
                <a:lumMod val="50000"/>
                <a:lumOff val="50000"/>
              </a:schemeClr>
            </a:solidFill>
            <a:tailEnd type="triangle" w="lg" len="lg"/>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50" name="矩形 249">
                <a:extLst>
                  <a:ext uri="{FF2B5EF4-FFF2-40B4-BE49-F238E27FC236}">
                    <a16:creationId xmlns:a16="http://schemas.microsoft.com/office/drawing/2014/main" id="{343544DD-8CF2-4E36-B491-C2954C02230A}"/>
                  </a:ext>
                </a:extLst>
              </p:cNvPr>
              <p:cNvSpPr/>
              <p:nvPr/>
            </p:nvSpPr>
            <p:spPr>
              <a:xfrm>
                <a:off x="4092488" y="7660175"/>
                <a:ext cx="1687371" cy="923330"/>
              </a:xfrm>
              <a:prstGeom prst="rect">
                <a:avLst/>
              </a:prstGeom>
              <a:ln>
                <a:solidFill>
                  <a:schemeClr val="tx1"/>
                </a:solidFill>
              </a:ln>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altLang="zh-CN" sz="1800" b="1" i="1" smtClean="0">
                              <a:solidFill>
                                <a:schemeClr val="tx1">
                                  <a:lumMod val="75000"/>
                                  <a:lumOff val="25000"/>
                                </a:schemeClr>
                              </a:solidFill>
                              <a:latin typeface="Cambria Math" panose="02040503050406030204" pitchFamily="18" charset="0"/>
                            </a:rPr>
                          </m:ctrlPr>
                        </m:sSubPr>
                        <m:e>
                          <m:r>
                            <a:rPr lang="en-US" altLang="zh-CN" sz="1800" b="1" i="1" smtClean="0">
                              <a:solidFill>
                                <a:schemeClr val="tx1">
                                  <a:lumMod val="75000"/>
                                  <a:lumOff val="25000"/>
                                </a:schemeClr>
                              </a:solidFill>
                              <a:latin typeface="Cambria Math" panose="02040503050406030204" pitchFamily="18" charset="0"/>
                            </a:rPr>
                            <m:t>𝒇</m:t>
                          </m:r>
                        </m:e>
                        <m:sub>
                          <m:r>
                            <a:rPr lang="en-US" altLang="zh-CN" sz="1800" b="1" i="1" smtClean="0">
                              <a:solidFill>
                                <a:schemeClr val="tx1">
                                  <a:lumMod val="75000"/>
                                  <a:lumOff val="25000"/>
                                </a:schemeClr>
                              </a:solidFill>
                              <a:latin typeface="Cambria Math" panose="02040503050406030204" pitchFamily="18" charset="0"/>
                            </a:rPr>
                            <m:t>𝑳𝑳</m:t>
                          </m:r>
                        </m:sub>
                      </m:sSub>
                      <m:r>
                        <a:rPr lang="en-US" altLang="zh-CN" sz="1800" b="1" i="1" smtClean="0">
                          <a:solidFill>
                            <a:schemeClr val="tx1">
                              <a:lumMod val="75000"/>
                              <a:lumOff val="25000"/>
                            </a:schemeClr>
                          </a:solidFill>
                          <a:latin typeface="Cambria Math" panose="02040503050406030204" pitchFamily="18" charset="0"/>
                        </a:rPr>
                        <m:t>=</m:t>
                      </m:r>
                      <m:r>
                        <a:rPr lang="en-US" altLang="zh-CN" sz="1800" b="1" i="1" smtClean="0">
                          <a:solidFill>
                            <a:schemeClr val="tx1">
                              <a:lumMod val="75000"/>
                              <a:lumOff val="25000"/>
                            </a:schemeClr>
                          </a:solidFill>
                          <a:latin typeface="Cambria Math" panose="02040503050406030204" pitchFamily="18" charset="0"/>
                        </a:rPr>
                        <m:t>𝟐</m:t>
                      </m:r>
                      <m:r>
                        <a:rPr lang="en-US" altLang="zh-CN" sz="1800" b="1" i="1" smtClean="0">
                          <a:solidFill>
                            <a:schemeClr val="tx1">
                              <a:lumMod val="75000"/>
                              <a:lumOff val="25000"/>
                            </a:schemeClr>
                          </a:solidFill>
                          <a:latin typeface="Cambria Math" panose="02040503050406030204" pitchFamily="18" charset="0"/>
                        </a:rPr>
                        <m:t>.</m:t>
                      </m:r>
                      <m:r>
                        <a:rPr lang="en-US" altLang="zh-CN" sz="1800" b="1" i="1" smtClean="0">
                          <a:solidFill>
                            <a:schemeClr val="tx1">
                              <a:lumMod val="75000"/>
                              <a:lumOff val="25000"/>
                            </a:schemeClr>
                          </a:solidFill>
                          <a:latin typeface="Cambria Math" panose="02040503050406030204" pitchFamily="18" charset="0"/>
                        </a:rPr>
                        <m:t>𝟑𝟓</m:t>
                      </m:r>
                      <m:r>
                        <a:rPr lang="en-US" altLang="zh-CN" sz="1800" b="1" i="1" smtClean="0">
                          <a:solidFill>
                            <a:schemeClr val="tx1">
                              <a:lumMod val="75000"/>
                              <a:lumOff val="25000"/>
                            </a:schemeClr>
                          </a:solidFill>
                          <a:latin typeface="Cambria Math" panose="02040503050406030204" pitchFamily="18" charset="0"/>
                        </a:rPr>
                        <m:t>%</m:t>
                      </m:r>
                    </m:oMath>
                  </m:oMathPara>
                </a14:m>
                <a:endParaRPr lang="en-US" altLang="zh-CN" sz="1800" b="1" dirty="0">
                  <a:solidFill>
                    <a:schemeClr val="tx1">
                      <a:lumMod val="75000"/>
                      <a:lumOff val="25000"/>
                    </a:schemeClr>
                  </a:solidFill>
                </a:endParaRPr>
              </a:p>
              <a:p>
                <a:pPr/>
                <a14:m>
                  <m:oMathPara xmlns:m="http://schemas.openxmlformats.org/officeDocument/2006/math">
                    <m:oMathParaPr>
                      <m:jc m:val="centerGroup"/>
                    </m:oMathParaPr>
                    <m:oMath xmlns:m="http://schemas.openxmlformats.org/officeDocument/2006/math">
                      <m:r>
                        <a:rPr lang="en-US" altLang="zh-CN" sz="1800" b="1" i="1" smtClean="0">
                          <a:solidFill>
                            <a:schemeClr val="tx1">
                              <a:lumMod val="75000"/>
                              <a:lumOff val="25000"/>
                            </a:schemeClr>
                          </a:solidFill>
                          <a:latin typeface="Cambria Math" panose="02040503050406030204" pitchFamily="18" charset="0"/>
                        </a:rPr>
                        <m:t>𝑪</m:t>
                      </m:r>
                      <m:r>
                        <a:rPr lang="en-US" altLang="zh-CN" sz="1800" b="1" i="1">
                          <a:solidFill>
                            <a:schemeClr val="tx1">
                              <a:lumMod val="75000"/>
                              <a:lumOff val="25000"/>
                            </a:schemeClr>
                          </a:solidFill>
                          <a:latin typeface="Cambria Math" panose="02040503050406030204" pitchFamily="18" charset="0"/>
                        </a:rPr>
                        <m:t>=</m:t>
                      </m:r>
                      <m:r>
                        <a:rPr lang="en-US" altLang="zh-CN" sz="1800" b="1" i="1" smtClean="0">
                          <a:solidFill>
                            <a:schemeClr val="tx1">
                              <a:lumMod val="75000"/>
                              <a:lumOff val="25000"/>
                            </a:schemeClr>
                          </a:solidFill>
                          <a:latin typeface="Cambria Math" panose="02040503050406030204" pitchFamily="18" charset="0"/>
                        </a:rPr>
                        <m:t>𝟒</m:t>
                      </m:r>
                    </m:oMath>
                  </m:oMathPara>
                </a14:m>
                <a:endParaRPr lang="en-US" altLang="zh-CN" sz="1800" b="1" dirty="0">
                  <a:solidFill>
                    <a:schemeClr val="tx1">
                      <a:lumMod val="75000"/>
                      <a:lumOff val="25000"/>
                    </a:schemeClr>
                  </a:solidFill>
                </a:endParaRPr>
              </a:p>
              <a:p>
                <a:pPr/>
                <a14:m>
                  <m:oMathPara xmlns:m="http://schemas.openxmlformats.org/officeDocument/2006/math">
                    <m:oMathParaPr>
                      <m:jc m:val="centerGroup"/>
                    </m:oMathParaPr>
                    <m:oMath xmlns:m="http://schemas.openxmlformats.org/officeDocument/2006/math">
                      <m:sSub>
                        <m:sSubPr>
                          <m:ctrlPr>
                            <a:rPr lang="en-US" altLang="zh-CN" sz="1800" b="1" i="1" smtClean="0">
                              <a:solidFill>
                                <a:srgbClr val="C00000"/>
                              </a:solidFill>
                              <a:latin typeface="Cambria Math" panose="02040503050406030204" pitchFamily="18" charset="0"/>
                            </a:rPr>
                          </m:ctrlPr>
                        </m:sSubPr>
                        <m:e>
                          <m:r>
                            <a:rPr lang="en-US" altLang="zh-CN" sz="1800" b="1" i="1">
                              <a:solidFill>
                                <a:srgbClr val="C00000"/>
                              </a:solidFill>
                              <a:latin typeface="Cambria Math" panose="02040503050406030204" pitchFamily="18" charset="0"/>
                            </a:rPr>
                            <m:t>𝑷</m:t>
                          </m:r>
                        </m:e>
                        <m:sub>
                          <m:r>
                            <a:rPr lang="en-US" altLang="zh-CN" sz="1800" b="1" i="1" smtClean="0">
                              <a:solidFill>
                                <a:srgbClr val="C00000"/>
                              </a:solidFill>
                              <a:latin typeface="Cambria Math" panose="02040503050406030204" pitchFamily="18" charset="0"/>
                            </a:rPr>
                            <m:t>𝑳𝑳</m:t>
                          </m:r>
                        </m:sub>
                      </m:sSub>
                      <m:r>
                        <a:rPr lang="en-US" altLang="zh-CN" sz="1800" b="1" i="1">
                          <a:solidFill>
                            <a:srgbClr val="C00000"/>
                          </a:solidFill>
                          <a:latin typeface="Cambria Math" panose="02040503050406030204" pitchFamily="18" charset="0"/>
                        </a:rPr>
                        <m:t>=</m:t>
                      </m:r>
                      <m:r>
                        <a:rPr lang="en-US" altLang="zh-CN" sz="1800" b="1" i="0" smtClean="0">
                          <a:solidFill>
                            <a:srgbClr val="C00000"/>
                          </a:solidFill>
                          <a:latin typeface="Cambria Math" panose="02040503050406030204" pitchFamily="18" charset="0"/>
                        </a:rPr>
                        <m:t>𝟏𝟎𝟏</m:t>
                      </m:r>
                    </m:oMath>
                  </m:oMathPara>
                </a14:m>
                <a:endParaRPr lang="zh-CN" altLang="en-US" sz="1800" b="1" dirty="0">
                  <a:solidFill>
                    <a:schemeClr val="tx1">
                      <a:lumMod val="75000"/>
                      <a:lumOff val="25000"/>
                    </a:schemeClr>
                  </a:solidFill>
                </a:endParaRPr>
              </a:p>
            </p:txBody>
          </p:sp>
        </mc:Choice>
        <mc:Fallback xmlns="">
          <p:sp>
            <p:nvSpPr>
              <p:cNvPr id="250" name="矩形 249">
                <a:extLst>
                  <a:ext uri="{FF2B5EF4-FFF2-40B4-BE49-F238E27FC236}">
                    <a16:creationId xmlns:a16="http://schemas.microsoft.com/office/drawing/2014/main" id="{343544DD-8CF2-4E36-B491-C2954C02230A}"/>
                  </a:ext>
                </a:extLst>
              </p:cNvPr>
              <p:cNvSpPr>
                <a:spLocks noRot="1" noChangeAspect="1" noMove="1" noResize="1" noEditPoints="1" noAdjustHandles="1" noChangeArrowheads="1" noChangeShapeType="1" noTextEdit="1"/>
              </p:cNvSpPr>
              <p:nvPr/>
            </p:nvSpPr>
            <p:spPr>
              <a:xfrm>
                <a:off x="4092488" y="7660175"/>
                <a:ext cx="1687371" cy="923330"/>
              </a:xfrm>
              <a:prstGeom prst="rect">
                <a:avLst/>
              </a:prstGeom>
              <a:blipFill>
                <a:blip r:embed="rId12"/>
                <a:stretch>
                  <a:fillRect/>
                </a:stretch>
              </a:blipFill>
              <a:ln>
                <a:solidFill>
                  <a:schemeClr val="tx1"/>
                </a:solidFill>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51" name="矩形 250">
                <a:extLst>
                  <a:ext uri="{FF2B5EF4-FFF2-40B4-BE49-F238E27FC236}">
                    <a16:creationId xmlns:a16="http://schemas.microsoft.com/office/drawing/2014/main" id="{D311D78D-75F7-4A17-B46C-85520305E6E4}"/>
                  </a:ext>
                </a:extLst>
              </p:cNvPr>
              <p:cNvSpPr/>
              <p:nvPr/>
            </p:nvSpPr>
            <p:spPr>
              <a:xfrm>
                <a:off x="6228381" y="7243238"/>
                <a:ext cx="1899619" cy="923330"/>
              </a:xfrm>
              <a:prstGeom prst="rect">
                <a:avLst/>
              </a:prstGeom>
              <a:ln>
                <a:solidFill>
                  <a:schemeClr val="tx1"/>
                </a:solidFill>
              </a:ln>
            </p:spPr>
            <p:txBody>
              <a:bodyPr wrap="square">
                <a:spAutoFit/>
              </a:bodyPr>
              <a:lstStyle/>
              <a:p>
                <a:pPr algn="ctr"/>
                <a14:m>
                  <m:oMathPara xmlns:m="http://schemas.openxmlformats.org/officeDocument/2006/math">
                    <m:oMathParaPr>
                      <m:jc m:val="centerGroup"/>
                    </m:oMathParaPr>
                    <m:oMath xmlns:m="http://schemas.openxmlformats.org/officeDocument/2006/math">
                      <m:sSub>
                        <m:sSubPr>
                          <m:ctrlPr>
                            <a:rPr lang="en-US" altLang="zh-CN" sz="1800" b="1" i="1" smtClean="0">
                              <a:solidFill>
                                <a:schemeClr val="tx1">
                                  <a:lumMod val="75000"/>
                                  <a:lumOff val="25000"/>
                                </a:schemeClr>
                              </a:solidFill>
                              <a:latin typeface="Cambria Math" panose="02040503050406030204" pitchFamily="18" charset="0"/>
                            </a:rPr>
                          </m:ctrlPr>
                        </m:sSubPr>
                        <m:e>
                          <m:r>
                            <a:rPr lang="en-US" altLang="zh-CN" sz="1800" b="1" i="1" smtClean="0">
                              <a:solidFill>
                                <a:schemeClr val="tx1">
                                  <a:lumMod val="75000"/>
                                  <a:lumOff val="25000"/>
                                </a:schemeClr>
                              </a:solidFill>
                              <a:latin typeface="Cambria Math" panose="02040503050406030204" pitchFamily="18" charset="0"/>
                            </a:rPr>
                            <m:t>𝒇</m:t>
                          </m:r>
                        </m:e>
                        <m:sub>
                          <m:r>
                            <a:rPr lang="en-US" altLang="zh-CN" sz="1800" b="1" i="1" smtClean="0">
                              <a:solidFill>
                                <a:schemeClr val="tx1">
                                  <a:lumMod val="75000"/>
                                  <a:lumOff val="25000"/>
                                </a:schemeClr>
                              </a:solidFill>
                              <a:latin typeface="Cambria Math" panose="02040503050406030204" pitchFamily="18" charset="0"/>
                            </a:rPr>
                            <m:t>𝑳𝑳𝑯</m:t>
                          </m:r>
                        </m:sub>
                      </m:sSub>
                      <m:r>
                        <a:rPr lang="en-US" altLang="zh-CN" sz="1800" b="1" i="1" smtClean="0">
                          <a:solidFill>
                            <a:schemeClr val="tx1">
                              <a:lumMod val="75000"/>
                              <a:lumOff val="25000"/>
                            </a:schemeClr>
                          </a:solidFill>
                          <a:latin typeface="Cambria Math" panose="02040503050406030204" pitchFamily="18" charset="0"/>
                        </a:rPr>
                        <m:t>=</m:t>
                      </m:r>
                    </m:oMath>
                  </m:oMathPara>
                </a14:m>
                <a:endParaRPr lang="en-US" altLang="zh-CN" sz="1800" b="1" dirty="0">
                  <a:solidFill>
                    <a:schemeClr val="tx1">
                      <a:lumMod val="75000"/>
                      <a:lumOff val="25000"/>
                    </a:schemeClr>
                  </a:solidFill>
                </a:endParaRPr>
              </a:p>
              <a:p>
                <a:pPr algn="ctr"/>
                <a14:m>
                  <m:oMathPara xmlns:m="http://schemas.openxmlformats.org/officeDocument/2006/math">
                    <m:oMathParaPr>
                      <m:jc m:val="centerGroup"/>
                    </m:oMathParaPr>
                    <m:oMath xmlns:m="http://schemas.openxmlformats.org/officeDocument/2006/math">
                      <m:r>
                        <a:rPr lang="en-US" altLang="zh-CN" sz="1800" b="1" i="1" smtClean="0">
                          <a:solidFill>
                            <a:schemeClr val="tx1">
                              <a:lumMod val="75000"/>
                              <a:lumOff val="25000"/>
                            </a:schemeClr>
                          </a:solidFill>
                          <a:latin typeface="Cambria Math" panose="02040503050406030204" pitchFamily="18" charset="0"/>
                        </a:rPr>
                        <m:t>𝑪</m:t>
                      </m:r>
                      <m:r>
                        <a:rPr lang="en-US" altLang="zh-CN" sz="1800" b="1" i="1">
                          <a:solidFill>
                            <a:schemeClr val="tx1">
                              <a:lumMod val="75000"/>
                              <a:lumOff val="25000"/>
                            </a:schemeClr>
                          </a:solidFill>
                          <a:latin typeface="Cambria Math" panose="02040503050406030204" pitchFamily="18" charset="0"/>
                        </a:rPr>
                        <m:t>=</m:t>
                      </m:r>
                      <m:r>
                        <a:rPr lang="en-US" altLang="zh-CN" sz="1800" b="1" i="1" smtClean="0">
                          <a:solidFill>
                            <a:schemeClr val="tx1">
                              <a:lumMod val="75000"/>
                              <a:lumOff val="25000"/>
                            </a:schemeClr>
                          </a:solidFill>
                          <a:latin typeface="Cambria Math" panose="02040503050406030204" pitchFamily="18" charset="0"/>
                        </a:rPr>
                        <m:t>𝟒</m:t>
                      </m:r>
                    </m:oMath>
                  </m:oMathPara>
                </a14:m>
                <a:endParaRPr lang="en-US" altLang="zh-CN" sz="1800" b="1" dirty="0">
                  <a:solidFill>
                    <a:schemeClr val="tx1">
                      <a:lumMod val="75000"/>
                      <a:lumOff val="25000"/>
                    </a:schemeClr>
                  </a:solidFill>
                </a:endParaRPr>
              </a:p>
              <a:p>
                <a:pPr algn="ctr"/>
                <a14:m>
                  <m:oMathPara xmlns:m="http://schemas.openxmlformats.org/officeDocument/2006/math">
                    <m:oMathParaPr>
                      <m:jc m:val="centerGroup"/>
                    </m:oMathParaPr>
                    <m:oMath xmlns:m="http://schemas.openxmlformats.org/officeDocument/2006/math">
                      <m:sSub>
                        <m:sSubPr>
                          <m:ctrlPr>
                            <a:rPr lang="en-US" altLang="zh-CN" sz="1800" b="1" i="1" smtClean="0">
                              <a:solidFill>
                                <a:schemeClr val="tx1">
                                  <a:lumMod val="75000"/>
                                  <a:lumOff val="25000"/>
                                </a:schemeClr>
                              </a:solidFill>
                              <a:latin typeface="Cambria Math" panose="02040503050406030204" pitchFamily="18" charset="0"/>
                            </a:rPr>
                          </m:ctrlPr>
                        </m:sSubPr>
                        <m:e>
                          <m:r>
                            <a:rPr lang="en-US" altLang="zh-CN" sz="1800" b="1" i="1" smtClean="0">
                              <a:solidFill>
                                <a:schemeClr val="tx1">
                                  <a:lumMod val="75000"/>
                                  <a:lumOff val="25000"/>
                                </a:schemeClr>
                              </a:solidFill>
                              <a:latin typeface="Cambria Math" panose="02040503050406030204" pitchFamily="18" charset="0"/>
                            </a:rPr>
                            <m:t>𝑷</m:t>
                          </m:r>
                        </m:e>
                        <m:sub>
                          <m:r>
                            <a:rPr lang="en-US" altLang="zh-CN" sz="1800" b="1" i="1" smtClean="0">
                              <a:solidFill>
                                <a:schemeClr val="tx1">
                                  <a:lumMod val="75000"/>
                                  <a:lumOff val="25000"/>
                                </a:schemeClr>
                              </a:solidFill>
                              <a:latin typeface="Cambria Math" panose="02040503050406030204" pitchFamily="18" charset="0"/>
                            </a:rPr>
                            <m:t>𝟏</m:t>
                          </m:r>
                          <m:r>
                            <a:rPr lang="en-US" altLang="zh-CN" sz="1800" b="1" i="1" smtClean="0">
                              <a:solidFill>
                                <a:schemeClr val="tx1">
                                  <a:lumMod val="75000"/>
                                  <a:lumOff val="25000"/>
                                </a:schemeClr>
                              </a:solidFill>
                              <a:latin typeface="Cambria Math" panose="02040503050406030204" pitchFamily="18" charset="0"/>
                            </a:rPr>
                            <m:t>𝑯</m:t>
                          </m:r>
                        </m:sub>
                      </m:sSub>
                      <m:r>
                        <a:rPr lang="en-US" altLang="zh-CN" sz="1800" b="1" i="1">
                          <a:solidFill>
                            <a:schemeClr val="tx1">
                              <a:lumMod val="75000"/>
                              <a:lumOff val="25000"/>
                            </a:schemeClr>
                          </a:solidFill>
                          <a:latin typeface="Cambria Math" panose="02040503050406030204" pitchFamily="18" charset="0"/>
                        </a:rPr>
                        <m:t>=</m:t>
                      </m:r>
                      <m:r>
                        <a:rPr lang="en-US" altLang="zh-CN" sz="1800" b="1" i="1" smtClean="0">
                          <a:solidFill>
                            <a:schemeClr val="tx1">
                              <a:lumMod val="75000"/>
                              <a:lumOff val="25000"/>
                            </a:schemeClr>
                          </a:solidFill>
                          <a:latin typeface="Cambria Math" panose="02040503050406030204" pitchFamily="18" charset="0"/>
                        </a:rPr>
                        <m:t>𝟏𝟎𝟎</m:t>
                      </m:r>
                    </m:oMath>
                  </m:oMathPara>
                </a14:m>
                <a:endParaRPr lang="zh-CN" altLang="en-US" sz="1800" b="1" dirty="0">
                  <a:solidFill>
                    <a:schemeClr val="tx1">
                      <a:lumMod val="75000"/>
                      <a:lumOff val="25000"/>
                    </a:schemeClr>
                  </a:solidFill>
                </a:endParaRPr>
              </a:p>
            </p:txBody>
          </p:sp>
        </mc:Choice>
        <mc:Fallback xmlns="">
          <p:sp>
            <p:nvSpPr>
              <p:cNvPr id="251" name="矩形 250">
                <a:extLst>
                  <a:ext uri="{FF2B5EF4-FFF2-40B4-BE49-F238E27FC236}">
                    <a16:creationId xmlns:a16="http://schemas.microsoft.com/office/drawing/2014/main" id="{D311D78D-75F7-4A17-B46C-85520305E6E4}"/>
                  </a:ext>
                </a:extLst>
              </p:cNvPr>
              <p:cNvSpPr>
                <a:spLocks noRot="1" noChangeAspect="1" noMove="1" noResize="1" noEditPoints="1" noAdjustHandles="1" noChangeArrowheads="1" noChangeShapeType="1" noTextEdit="1"/>
              </p:cNvSpPr>
              <p:nvPr/>
            </p:nvSpPr>
            <p:spPr>
              <a:xfrm>
                <a:off x="6228381" y="7243238"/>
                <a:ext cx="1899619" cy="923330"/>
              </a:xfrm>
              <a:prstGeom prst="rect">
                <a:avLst/>
              </a:prstGeom>
              <a:blipFill>
                <a:blip r:embed="rId13"/>
                <a:stretch>
                  <a:fillRect/>
                </a:stretch>
              </a:blipFill>
              <a:ln>
                <a:solidFill>
                  <a:schemeClr val="tx1"/>
                </a:solidFill>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52" name="矩形 251">
                <a:extLst>
                  <a:ext uri="{FF2B5EF4-FFF2-40B4-BE49-F238E27FC236}">
                    <a16:creationId xmlns:a16="http://schemas.microsoft.com/office/drawing/2014/main" id="{94AA858C-F737-4658-BA20-D6BA11E9E358}"/>
                  </a:ext>
                </a:extLst>
              </p:cNvPr>
              <p:cNvSpPr/>
              <p:nvPr/>
            </p:nvSpPr>
            <p:spPr>
              <a:xfrm>
                <a:off x="6228382" y="8116456"/>
                <a:ext cx="1899619" cy="923330"/>
              </a:xfrm>
              <a:prstGeom prst="rect">
                <a:avLst/>
              </a:prstGeom>
              <a:ln>
                <a:solidFill>
                  <a:schemeClr val="tx1"/>
                </a:solidFill>
              </a:ln>
            </p:spPr>
            <p:txBody>
              <a:bodyPr wrap="square">
                <a:spAutoFit/>
              </a:bodyPr>
              <a:lstStyle/>
              <a:p>
                <a:pPr algn="ctr"/>
                <a14:m>
                  <m:oMathPara xmlns:m="http://schemas.openxmlformats.org/officeDocument/2006/math">
                    <m:oMathParaPr>
                      <m:jc m:val="centerGroup"/>
                    </m:oMathParaPr>
                    <m:oMath xmlns:m="http://schemas.openxmlformats.org/officeDocument/2006/math">
                      <m:sSub>
                        <m:sSubPr>
                          <m:ctrlPr>
                            <a:rPr lang="en-US" altLang="zh-CN" sz="1800" b="1" i="1" smtClean="0">
                              <a:solidFill>
                                <a:schemeClr val="tx1">
                                  <a:lumMod val="75000"/>
                                  <a:lumOff val="25000"/>
                                </a:schemeClr>
                              </a:solidFill>
                              <a:latin typeface="Cambria Math" panose="02040503050406030204" pitchFamily="18" charset="0"/>
                            </a:rPr>
                          </m:ctrlPr>
                        </m:sSubPr>
                        <m:e>
                          <m:r>
                            <a:rPr lang="en-US" altLang="zh-CN" sz="1800" b="1" i="1" smtClean="0">
                              <a:solidFill>
                                <a:schemeClr val="tx1">
                                  <a:lumMod val="75000"/>
                                  <a:lumOff val="25000"/>
                                </a:schemeClr>
                              </a:solidFill>
                              <a:latin typeface="Cambria Math" panose="02040503050406030204" pitchFamily="18" charset="0"/>
                            </a:rPr>
                            <m:t>𝒇</m:t>
                          </m:r>
                        </m:e>
                        <m:sub>
                          <m:r>
                            <a:rPr lang="en-US" altLang="zh-CN" sz="1800" b="1" i="1" smtClean="0">
                              <a:solidFill>
                                <a:schemeClr val="tx1">
                                  <a:lumMod val="75000"/>
                                  <a:lumOff val="25000"/>
                                </a:schemeClr>
                              </a:solidFill>
                              <a:latin typeface="Cambria Math" panose="02040503050406030204" pitchFamily="18" charset="0"/>
                            </a:rPr>
                            <m:t>𝑳𝑳𝑳</m:t>
                          </m:r>
                        </m:sub>
                      </m:sSub>
                      <m:r>
                        <a:rPr lang="en-US" altLang="zh-CN" sz="1800" b="1" i="1" smtClean="0">
                          <a:solidFill>
                            <a:schemeClr val="tx1">
                              <a:lumMod val="75000"/>
                              <a:lumOff val="25000"/>
                            </a:schemeClr>
                          </a:solidFill>
                          <a:latin typeface="Cambria Math" panose="02040503050406030204" pitchFamily="18" charset="0"/>
                        </a:rPr>
                        <m:t>=</m:t>
                      </m:r>
                    </m:oMath>
                  </m:oMathPara>
                </a14:m>
                <a:endParaRPr lang="en-US" altLang="zh-CN" sz="1800" b="1" dirty="0">
                  <a:solidFill>
                    <a:schemeClr val="tx1">
                      <a:lumMod val="75000"/>
                      <a:lumOff val="25000"/>
                    </a:schemeClr>
                  </a:solidFill>
                </a:endParaRPr>
              </a:p>
              <a:p>
                <a:pPr algn="ctr"/>
                <a14:m>
                  <m:oMathPara xmlns:m="http://schemas.openxmlformats.org/officeDocument/2006/math">
                    <m:oMathParaPr>
                      <m:jc m:val="centerGroup"/>
                    </m:oMathParaPr>
                    <m:oMath xmlns:m="http://schemas.openxmlformats.org/officeDocument/2006/math">
                      <m:r>
                        <a:rPr lang="en-US" altLang="zh-CN" sz="1800" b="1" i="1" smtClean="0">
                          <a:solidFill>
                            <a:schemeClr val="tx1">
                              <a:lumMod val="75000"/>
                              <a:lumOff val="25000"/>
                            </a:schemeClr>
                          </a:solidFill>
                          <a:latin typeface="Cambria Math" panose="02040503050406030204" pitchFamily="18" charset="0"/>
                        </a:rPr>
                        <m:t>𝑪</m:t>
                      </m:r>
                      <m:r>
                        <a:rPr lang="en-US" altLang="zh-CN" sz="1800" b="1" i="1">
                          <a:solidFill>
                            <a:schemeClr val="tx1">
                              <a:lumMod val="75000"/>
                              <a:lumOff val="25000"/>
                            </a:schemeClr>
                          </a:solidFill>
                          <a:latin typeface="Cambria Math" panose="02040503050406030204" pitchFamily="18" charset="0"/>
                        </a:rPr>
                        <m:t>=</m:t>
                      </m:r>
                      <m:r>
                        <a:rPr lang="en-US" altLang="zh-CN" sz="1800" b="1" i="1" smtClean="0">
                          <a:solidFill>
                            <a:schemeClr val="tx1">
                              <a:lumMod val="75000"/>
                              <a:lumOff val="25000"/>
                            </a:schemeClr>
                          </a:solidFill>
                          <a:latin typeface="Cambria Math" panose="02040503050406030204" pitchFamily="18" charset="0"/>
                        </a:rPr>
                        <m:t>𝟒</m:t>
                      </m:r>
                    </m:oMath>
                  </m:oMathPara>
                </a14:m>
                <a:endParaRPr lang="en-US" altLang="zh-CN" sz="1800" b="1" dirty="0">
                  <a:solidFill>
                    <a:schemeClr val="tx1">
                      <a:lumMod val="75000"/>
                      <a:lumOff val="25000"/>
                    </a:schemeClr>
                  </a:solidFill>
                </a:endParaRPr>
              </a:p>
              <a:p>
                <a:pPr algn="ctr"/>
                <a14:m>
                  <m:oMathPara xmlns:m="http://schemas.openxmlformats.org/officeDocument/2006/math">
                    <m:oMathParaPr>
                      <m:jc m:val="centerGroup"/>
                    </m:oMathParaPr>
                    <m:oMath xmlns:m="http://schemas.openxmlformats.org/officeDocument/2006/math">
                      <m:sSub>
                        <m:sSubPr>
                          <m:ctrlPr>
                            <a:rPr lang="en-US" altLang="zh-CN" sz="1800" b="1" i="1" smtClean="0">
                              <a:solidFill>
                                <a:schemeClr val="tx1">
                                  <a:lumMod val="75000"/>
                                  <a:lumOff val="25000"/>
                                </a:schemeClr>
                              </a:solidFill>
                              <a:latin typeface="Cambria Math" panose="02040503050406030204" pitchFamily="18" charset="0"/>
                            </a:rPr>
                          </m:ctrlPr>
                        </m:sSubPr>
                        <m:e>
                          <m:r>
                            <a:rPr lang="en-US" altLang="zh-CN" sz="1800" b="1" i="1" smtClean="0">
                              <a:solidFill>
                                <a:schemeClr val="tx1">
                                  <a:lumMod val="75000"/>
                                  <a:lumOff val="25000"/>
                                </a:schemeClr>
                              </a:solidFill>
                              <a:latin typeface="Cambria Math" panose="02040503050406030204" pitchFamily="18" charset="0"/>
                            </a:rPr>
                            <m:t>𝑷</m:t>
                          </m:r>
                        </m:e>
                        <m:sub>
                          <m:r>
                            <a:rPr lang="en-US" altLang="zh-CN" sz="1800" b="1" i="1" smtClean="0">
                              <a:solidFill>
                                <a:schemeClr val="tx1">
                                  <a:lumMod val="75000"/>
                                  <a:lumOff val="25000"/>
                                </a:schemeClr>
                              </a:solidFill>
                              <a:latin typeface="Cambria Math" panose="02040503050406030204" pitchFamily="18" charset="0"/>
                            </a:rPr>
                            <m:t>𝟏</m:t>
                          </m:r>
                          <m:r>
                            <a:rPr lang="en-US" altLang="zh-CN" sz="1800" b="1" i="1" smtClean="0">
                              <a:solidFill>
                                <a:schemeClr val="tx1">
                                  <a:lumMod val="75000"/>
                                  <a:lumOff val="25000"/>
                                </a:schemeClr>
                              </a:solidFill>
                              <a:latin typeface="Cambria Math" panose="02040503050406030204" pitchFamily="18" charset="0"/>
                            </a:rPr>
                            <m:t>𝑳</m:t>
                          </m:r>
                        </m:sub>
                      </m:sSub>
                      <m:r>
                        <a:rPr lang="en-US" altLang="zh-CN" sz="1800" b="1" i="1">
                          <a:solidFill>
                            <a:schemeClr val="tx1">
                              <a:lumMod val="75000"/>
                              <a:lumOff val="25000"/>
                            </a:schemeClr>
                          </a:solidFill>
                          <a:latin typeface="Cambria Math" panose="02040503050406030204" pitchFamily="18" charset="0"/>
                        </a:rPr>
                        <m:t>=</m:t>
                      </m:r>
                      <m:r>
                        <a:rPr lang="en-US" altLang="zh-CN" sz="1800" b="1" i="1" smtClean="0">
                          <a:solidFill>
                            <a:schemeClr val="tx1">
                              <a:lumMod val="75000"/>
                              <a:lumOff val="25000"/>
                            </a:schemeClr>
                          </a:solidFill>
                          <a:latin typeface="Cambria Math" panose="02040503050406030204" pitchFamily="18" charset="0"/>
                        </a:rPr>
                        <m:t>𝟏𝟎𝟎</m:t>
                      </m:r>
                    </m:oMath>
                  </m:oMathPara>
                </a14:m>
                <a:endParaRPr lang="zh-CN" altLang="en-US" sz="1800" b="1" dirty="0">
                  <a:solidFill>
                    <a:schemeClr val="tx1">
                      <a:lumMod val="75000"/>
                      <a:lumOff val="25000"/>
                    </a:schemeClr>
                  </a:solidFill>
                </a:endParaRPr>
              </a:p>
            </p:txBody>
          </p:sp>
        </mc:Choice>
        <mc:Fallback xmlns="">
          <p:sp>
            <p:nvSpPr>
              <p:cNvPr id="252" name="矩形 251">
                <a:extLst>
                  <a:ext uri="{FF2B5EF4-FFF2-40B4-BE49-F238E27FC236}">
                    <a16:creationId xmlns:a16="http://schemas.microsoft.com/office/drawing/2014/main" id="{94AA858C-F737-4658-BA20-D6BA11E9E358}"/>
                  </a:ext>
                </a:extLst>
              </p:cNvPr>
              <p:cNvSpPr>
                <a:spLocks noRot="1" noChangeAspect="1" noMove="1" noResize="1" noEditPoints="1" noAdjustHandles="1" noChangeArrowheads="1" noChangeShapeType="1" noTextEdit="1"/>
              </p:cNvSpPr>
              <p:nvPr/>
            </p:nvSpPr>
            <p:spPr>
              <a:xfrm>
                <a:off x="6228382" y="8116456"/>
                <a:ext cx="1899619" cy="923330"/>
              </a:xfrm>
              <a:prstGeom prst="rect">
                <a:avLst/>
              </a:prstGeom>
              <a:blipFill>
                <a:blip r:embed="rId14"/>
                <a:stretch>
                  <a:fillRect/>
                </a:stretch>
              </a:blipFill>
              <a:ln>
                <a:solidFill>
                  <a:schemeClr val="tx1"/>
                </a:solidFill>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9" name="矩形 28">
                <a:extLst>
                  <a:ext uri="{FF2B5EF4-FFF2-40B4-BE49-F238E27FC236}">
                    <a16:creationId xmlns:a16="http://schemas.microsoft.com/office/drawing/2014/main" id="{99FCFD1A-93E4-4BF4-BA79-8B488F7CAEDA}"/>
                  </a:ext>
                </a:extLst>
              </p:cNvPr>
              <p:cNvSpPr/>
              <p:nvPr/>
            </p:nvSpPr>
            <p:spPr>
              <a:xfrm>
                <a:off x="2196939" y="8216378"/>
                <a:ext cx="1607541" cy="923330"/>
              </a:xfrm>
              <a:prstGeom prst="rect">
                <a:avLst/>
              </a:prstGeom>
              <a:solidFill>
                <a:schemeClr val="accent1">
                  <a:lumMod val="20000"/>
                  <a:lumOff val="80000"/>
                </a:schemeClr>
              </a:solidFill>
              <a:ln>
                <a:solidFill>
                  <a:schemeClr val="tx1"/>
                </a:solidFill>
              </a:ln>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altLang="zh-CN" sz="1800" b="1" i="1" smtClean="0">
                              <a:solidFill>
                                <a:schemeClr val="tx1">
                                  <a:lumMod val="75000"/>
                                  <a:lumOff val="25000"/>
                                </a:schemeClr>
                              </a:solidFill>
                              <a:latin typeface="Cambria Math" panose="02040503050406030204" pitchFamily="18" charset="0"/>
                            </a:rPr>
                          </m:ctrlPr>
                        </m:sSubPr>
                        <m:e>
                          <m:r>
                            <a:rPr lang="en-US" altLang="zh-CN" sz="1800" b="1" i="1" smtClean="0">
                              <a:solidFill>
                                <a:schemeClr val="tx1">
                                  <a:lumMod val="75000"/>
                                  <a:lumOff val="25000"/>
                                </a:schemeClr>
                              </a:solidFill>
                              <a:latin typeface="Cambria Math" panose="02040503050406030204" pitchFamily="18" charset="0"/>
                            </a:rPr>
                            <m:t>𝒇</m:t>
                          </m:r>
                        </m:e>
                        <m:sub>
                          <m:r>
                            <a:rPr lang="en-US" altLang="zh-CN" sz="1800" b="1" i="1" smtClean="0">
                              <a:solidFill>
                                <a:schemeClr val="tx1">
                                  <a:lumMod val="75000"/>
                                  <a:lumOff val="25000"/>
                                </a:schemeClr>
                              </a:solidFill>
                              <a:latin typeface="Cambria Math" panose="02040503050406030204" pitchFamily="18" charset="0"/>
                            </a:rPr>
                            <m:t>𝑳</m:t>
                          </m:r>
                        </m:sub>
                      </m:sSub>
                      <m:r>
                        <a:rPr lang="en-US" altLang="zh-CN" sz="1800" b="1" i="1" smtClean="0">
                          <a:solidFill>
                            <a:schemeClr val="tx1">
                              <a:lumMod val="75000"/>
                              <a:lumOff val="25000"/>
                            </a:schemeClr>
                          </a:solidFill>
                          <a:latin typeface="Cambria Math" panose="02040503050406030204" pitchFamily="18" charset="0"/>
                        </a:rPr>
                        <m:t>=</m:t>
                      </m:r>
                      <m:r>
                        <a:rPr lang="en-US" altLang="zh-CN" sz="1800" b="1" i="1" smtClean="0">
                          <a:solidFill>
                            <a:schemeClr val="tx1">
                              <a:lumMod val="75000"/>
                              <a:lumOff val="25000"/>
                            </a:schemeClr>
                          </a:solidFill>
                          <a:latin typeface="Cambria Math" panose="02040503050406030204" pitchFamily="18" charset="0"/>
                        </a:rPr>
                        <m:t>𝟐</m:t>
                      </m:r>
                      <m:r>
                        <a:rPr lang="en-US" altLang="zh-CN" sz="1800" b="1" i="1" smtClean="0">
                          <a:solidFill>
                            <a:schemeClr val="tx1">
                              <a:lumMod val="75000"/>
                              <a:lumOff val="25000"/>
                            </a:schemeClr>
                          </a:solidFill>
                          <a:latin typeface="Cambria Math" panose="02040503050406030204" pitchFamily="18" charset="0"/>
                        </a:rPr>
                        <m:t>.</m:t>
                      </m:r>
                      <m:r>
                        <a:rPr lang="en-US" altLang="zh-CN" sz="1800" b="1" i="1" smtClean="0">
                          <a:solidFill>
                            <a:schemeClr val="tx1">
                              <a:lumMod val="75000"/>
                              <a:lumOff val="25000"/>
                            </a:schemeClr>
                          </a:solidFill>
                          <a:latin typeface="Cambria Math" panose="02040503050406030204" pitchFamily="18" charset="0"/>
                        </a:rPr>
                        <m:t>𝟖𝟕</m:t>
                      </m:r>
                      <m:r>
                        <a:rPr lang="en-US" altLang="zh-CN" sz="1800" b="1" i="1" smtClean="0">
                          <a:solidFill>
                            <a:schemeClr val="tx1">
                              <a:lumMod val="75000"/>
                              <a:lumOff val="25000"/>
                            </a:schemeClr>
                          </a:solidFill>
                          <a:latin typeface="Cambria Math" panose="02040503050406030204" pitchFamily="18" charset="0"/>
                        </a:rPr>
                        <m:t>%</m:t>
                      </m:r>
                    </m:oMath>
                  </m:oMathPara>
                </a14:m>
                <a:endParaRPr lang="en-US" altLang="zh-CN" sz="1800" b="1" dirty="0">
                  <a:solidFill>
                    <a:schemeClr val="tx1">
                      <a:lumMod val="75000"/>
                      <a:lumOff val="25000"/>
                    </a:schemeClr>
                  </a:solidFill>
                </a:endParaRPr>
              </a:p>
              <a:p>
                <a:pPr/>
                <a14:m>
                  <m:oMathPara xmlns:m="http://schemas.openxmlformats.org/officeDocument/2006/math">
                    <m:oMathParaPr>
                      <m:jc m:val="centerGroup"/>
                    </m:oMathParaPr>
                    <m:oMath xmlns:m="http://schemas.openxmlformats.org/officeDocument/2006/math">
                      <m:r>
                        <a:rPr lang="en-US" altLang="zh-CN" sz="1800" b="1" i="1" smtClean="0">
                          <a:solidFill>
                            <a:schemeClr val="tx1">
                              <a:lumMod val="75000"/>
                              <a:lumOff val="25000"/>
                            </a:schemeClr>
                          </a:solidFill>
                          <a:latin typeface="Cambria Math" panose="02040503050406030204" pitchFamily="18" charset="0"/>
                        </a:rPr>
                        <m:t>𝑪</m:t>
                      </m:r>
                      <m:r>
                        <a:rPr lang="en-US" altLang="zh-CN" sz="1800" b="1" i="1">
                          <a:solidFill>
                            <a:schemeClr val="tx1">
                              <a:lumMod val="75000"/>
                              <a:lumOff val="25000"/>
                            </a:schemeClr>
                          </a:solidFill>
                          <a:latin typeface="Cambria Math" panose="02040503050406030204" pitchFamily="18" charset="0"/>
                        </a:rPr>
                        <m:t>=</m:t>
                      </m:r>
                      <m:r>
                        <a:rPr lang="en-US" altLang="zh-CN" sz="1800" b="1" i="1" smtClean="0">
                          <a:solidFill>
                            <a:schemeClr val="tx1">
                              <a:lumMod val="75000"/>
                              <a:lumOff val="25000"/>
                            </a:schemeClr>
                          </a:solidFill>
                          <a:latin typeface="Cambria Math" panose="02040503050406030204" pitchFamily="18" charset="0"/>
                        </a:rPr>
                        <m:t>𝟒</m:t>
                      </m:r>
                    </m:oMath>
                  </m:oMathPara>
                </a14:m>
                <a:endParaRPr lang="en-US" altLang="zh-CN" sz="1800" b="1" dirty="0">
                  <a:solidFill>
                    <a:schemeClr val="tx1">
                      <a:lumMod val="75000"/>
                      <a:lumOff val="25000"/>
                    </a:schemeClr>
                  </a:solidFill>
                </a:endParaRPr>
              </a:p>
              <a:p>
                <a:pPr/>
                <a14:m>
                  <m:oMathPara xmlns:m="http://schemas.openxmlformats.org/officeDocument/2006/math">
                    <m:oMathParaPr>
                      <m:jc m:val="centerGroup"/>
                    </m:oMathParaPr>
                    <m:oMath xmlns:m="http://schemas.openxmlformats.org/officeDocument/2006/math">
                      <m:sSub>
                        <m:sSubPr>
                          <m:ctrlPr>
                            <a:rPr lang="en-US" altLang="zh-CN" sz="1800" b="1" i="1" smtClean="0">
                              <a:solidFill>
                                <a:srgbClr val="7030A0"/>
                              </a:solidFill>
                              <a:latin typeface="Cambria Math" panose="02040503050406030204" pitchFamily="18" charset="0"/>
                            </a:rPr>
                          </m:ctrlPr>
                        </m:sSubPr>
                        <m:e>
                          <m:r>
                            <a:rPr lang="en-US" altLang="zh-CN" sz="1800" b="1" i="1" smtClean="0">
                              <a:solidFill>
                                <a:srgbClr val="7030A0"/>
                              </a:solidFill>
                              <a:latin typeface="Cambria Math" panose="02040503050406030204" pitchFamily="18" charset="0"/>
                            </a:rPr>
                            <m:t>𝑷</m:t>
                          </m:r>
                        </m:e>
                        <m:sub>
                          <m:r>
                            <a:rPr lang="en-US" altLang="zh-CN" sz="1800" b="1" i="1" smtClean="0">
                              <a:solidFill>
                                <a:srgbClr val="7030A0"/>
                              </a:solidFill>
                              <a:latin typeface="Cambria Math" panose="02040503050406030204" pitchFamily="18" charset="0"/>
                            </a:rPr>
                            <m:t>𝑳</m:t>
                          </m:r>
                        </m:sub>
                      </m:sSub>
                      <m:r>
                        <a:rPr lang="en-US" altLang="zh-CN" sz="1800" b="1" i="1">
                          <a:solidFill>
                            <a:srgbClr val="7030A0"/>
                          </a:solidFill>
                          <a:latin typeface="Cambria Math" panose="02040503050406030204" pitchFamily="18" charset="0"/>
                        </a:rPr>
                        <m:t>=</m:t>
                      </m:r>
                      <m:r>
                        <a:rPr lang="en-US" altLang="zh-CN" sz="1800" b="1" i="1" smtClean="0">
                          <a:solidFill>
                            <a:srgbClr val="7030A0"/>
                          </a:solidFill>
                          <a:latin typeface="Cambria Math" panose="02040503050406030204" pitchFamily="18" charset="0"/>
                        </a:rPr>
                        <m:t>𝟏𝟎𝟏</m:t>
                      </m:r>
                    </m:oMath>
                  </m:oMathPara>
                </a14:m>
                <a:endParaRPr lang="zh-CN" altLang="en-US" sz="1800" b="1" dirty="0">
                  <a:solidFill>
                    <a:schemeClr val="tx1">
                      <a:lumMod val="75000"/>
                      <a:lumOff val="25000"/>
                    </a:schemeClr>
                  </a:solidFill>
                </a:endParaRPr>
              </a:p>
            </p:txBody>
          </p:sp>
        </mc:Choice>
        <mc:Fallback xmlns="">
          <p:sp>
            <p:nvSpPr>
              <p:cNvPr id="29" name="矩形 28">
                <a:extLst>
                  <a:ext uri="{FF2B5EF4-FFF2-40B4-BE49-F238E27FC236}">
                    <a16:creationId xmlns:a16="http://schemas.microsoft.com/office/drawing/2014/main" id="{99FCFD1A-93E4-4BF4-BA79-8B488F7CAEDA}"/>
                  </a:ext>
                </a:extLst>
              </p:cNvPr>
              <p:cNvSpPr>
                <a:spLocks noRot="1" noChangeAspect="1" noMove="1" noResize="1" noEditPoints="1" noAdjustHandles="1" noChangeArrowheads="1" noChangeShapeType="1" noTextEdit="1"/>
              </p:cNvSpPr>
              <p:nvPr/>
            </p:nvSpPr>
            <p:spPr>
              <a:xfrm>
                <a:off x="2196939" y="8216378"/>
                <a:ext cx="1607541" cy="923330"/>
              </a:xfrm>
              <a:prstGeom prst="rect">
                <a:avLst/>
              </a:prstGeom>
              <a:blipFill>
                <a:blip r:embed="rId15"/>
                <a:stretch>
                  <a:fillRect/>
                </a:stretch>
              </a:blipFill>
              <a:ln>
                <a:solidFill>
                  <a:schemeClr val="tx1"/>
                </a:solidFill>
              </a:ln>
            </p:spPr>
            <p:txBody>
              <a:bodyPr/>
              <a:lstStyle/>
              <a:p>
                <a:r>
                  <a:rPr lang="zh-CN" altLang="en-US">
                    <a:noFill/>
                  </a:rPr>
                  <a:t> </a:t>
                </a:r>
              </a:p>
            </p:txBody>
          </p:sp>
        </mc:Fallback>
      </mc:AlternateContent>
      <p:cxnSp>
        <p:nvCxnSpPr>
          <p:cNvPr id="30" name="直接箭头连接符 29">
            <a:extLst>
              <a:ext uri="{FF2B5EF4-FFF2-40B4-BE49-F238E27FC236}">
                <a16:creationId xmlns:a16="http://schemas.microsoft.com/office/drawing/2014/main" id="{7F89C030-0508-4C31-AE9B-B0CF94631357}"/>
              </a:ext>
            </a:extLst>
          </p:cNvPr>
          <p:cNvCxnSpPr>
            <a:cxnSpLocks/>
            <a:stCxn id="62" idx="3"/>
            <a:endCxn id="29" idx="1"/>
          </p:cNvCxnSpPr>
          <p:nvPr/>
        </p:nvCxnSpPr>
        <p:spPr>
          <a:xfrm>
            <a:off x="1955165" y="5887498"/>
            <a:ext cx="241774" cy="2790545"/>
          </a:xfrm>
          <a:prstGeom prst="straightConnector1">
            <a:avLst/>
          </a:prstGeom>
          <a:ln w="28575">
            <a:solidFill>
              <a:schemeClr val="tx1">
                <a:lumMod val="50000"/>
                <a:lumOff val="50000"/>
              </a:schemeClr>
            </a:solidFill>
            <a:prstDash val="solid"/>
            <a:tailEnd type="triangle" w="lg" len="lg"/>
          </a:ln>
        </p:spPr>
        <p:style>
          <a:lnRef idx="1">
            <a:schemeClr val="accent1"/>
          </a:lnRef>
          <a:fillRef idx="0">
            <a:schemeClr val="accent1"/>
          </a:fillRef>
          <a:effectRef idx="0">
            <a:schemeClr val="accent1"/>
          </a:effectRef>
          <a:fontRef idx="minor">
            <a:schemeClr val="tx1"/>
          </a:fontRef>
        </p:style>
      </p:cxnSp>
      <p:sp>
        <p:nvSpPr>
          <p:cNvPr id="3" name="箭头: 上下 2">
            <a:extLst>
              <a:ext uri="{FF2B5EF4-FFF2-40B4-BE49-F238E27FC236}">
                <a16:creationId xmlns:a16="http://schemas.microsoft.com/office/drawing/2014/main" id="{8FF4DDAC-A2AC-4EA0-8B22-B521FAC6087D}"/>
              </a:ext>
            </a:extLst>
          </p:cNvPr>
          <p:cNvSpPr/>
          <p:nvPr/>
        </p:nvSpPr>
        <p:spPr>
          <a:xfrm>
            <a:off x="2806700" y="7532933"/>
            <a:ext cx="383337" cy="633635"/>
          </a:xfrm>
          <a:prstGeom prst="upDownArrow">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2" name="椭圆 31">
            <a:extLst>
              <a:ext uri="{FF2B5EF4-FFF2-40B4-BE49-F238E27FC236}">
                <a16:creationId xmlns:a16="http://schemas.microsoft.com/office/drawing/2014/main" id="{A7B3A67D-487F-4813-AB3F-EC4FC91A7D8C}"/>
              </a:ext>
            </a:extLst>
          </p:cNvPr>
          <p:cNvSpPr/>
          <p:nvPr/>
        </p:nvSpPr>
        <p:spPr>
          <a:xfrm>
            <a:off x="4151227" y="8212851"/>
            <a:ext cx="1651685" cy="674504"/>
          </a:xfrm>
          <a:prstGeom prst="ellipse">
            <a:avLst/>
          </a:prstGeom>
          <a:noFill/>
          <a:ln w="28575">
            <a:solidFill>
              <a:srgbClr val="00B0F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3" name="椭圆 32">
            <a:extLst>
              <a:ext uri="{FF2B5EF4-FFF2-40B4-BE49-F238E27FC236}">
                <a16:creationId xmlns:a16="http://schemas.microsoft.com/office/drawing/2014/main" id="{F8D80009-E17D-4BBA-AB34-C97217AE2C33}"/>
              </a:ext>
            </a:extLst>
          </p:cNvPr>
          <p:cNvSpPr/>
          <p:nvPr/>
        </p:nvSpPr>
        <p:spPr>
          <a:xfrm>
            <a:off x="2188323" y="8724244"/>
            <a:ext cx="1651685" cy="674504"/>
          </a:xfrm>
          <a:prstGeom prst="ellipse">
            <a:avLst/>
          </a:prstGeom>
          <a:noFill/>
          <a:ln w="28575">
            <a:solidFill>
              <a:srgbClr val="00B0F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203062218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A78ADE0-BFA5-48C4-ACC5-ADB392AF5BF3}"/>
              </a:ext>
            </a:extLst>
          </p:cNvPr>
          <p:cNvSpPr>
            <a:spLocks noGrp="1"/>
          </p:cNvSpPr>
          <p:nvPr>
            <p:ph type="title"/>
          </p:nvPr>
        </p:nvSpPr>
        <p:spPr/>
        <p:txBody>
          <a:bodyPr/>
          <a:lstStyle/>
          <a:p>
            <a:r>
              <a:rPr lang="zh-CN" altLang="en-US" dirty="0"/>
              <a:t>（三）可转债定价</a:t>
            </a:r>
          </a:p>
        </p:txBody>
      </p:sp>
      <p:sp>
        <p:nvSpPr>
          <p:cNvPr id="3" name="文本占位符 2">
            <a:extLst>
              <a:ext uri="{FF2B5EF4-FFF2-40B4-BE49-F238E27FC236}">
                <a16:creationId xmlns:a16="http://schemas.microsoft.com/office/drawing/2014/main" id="{800BA740-FF96-4300-BEB6-71D9CB6B961F}"/>
              </a:ext>
            </a:extLst>
          </p:cNvPr>
          <p:cNvSpPr>
            <a:spLocks noGrp="1"/>
          </p:cNvSpPr>
          <p:nvPr>
            <p:ph type="body" idx="1"/>
          </p:nvPr>
        </p:nvSpPr>
        <p:spPr/>
        <p:txBody>
          <a:bodyPr/>
          <a:lstStyle/>
          <a:p>
            <a:r>
              <a:rPr lang="zh-CN" altLang="en-US" dirty="0"/>
              <a:t>可转换债券的持有者可在约定条件下，将债券转换为股票，因而具有两种证券的特性</a:t>
            </a:r>
          </a:p>
        </p:txBody>
      </p:sp>
    </p:spTree>
    <p:extLst>
      <p:ext uri="{BB962C8B-B14F-4D97-AF65-F5344CB8AC3E}">
        <p14:creationId xmlns:p14="http://schemas.microsoft.com/office/powerpoint/2010/main" val="243539944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a:extLst>
              <a:ext uri="{FF2B5EF4-FFF2-40B4-BE49-F238E27FC236}">
                <a16:creationId xmlns:a16="http://schemas.microsoft.com/office/drawing/2014/main" id="{BB814841-A811-42CC-B2F4-8A346DCC4CF4}"/>
              </a:ext>
            </a:extLst>
          </p:cNvPr>
          <p:cNvSpPr>
            <a:spLocks noGrp="1"/>
          </p:cNvSpPr>
          <p:nvPr>
            <p:ph type="title"/>
          </p:nvPr>
        </p:nvSpPr>
        <p:spPr/>
        <p:txBody>
          <a:bodyPr/>
          <a:lstStyle/>
          <a:p>
            <a:r>
              <a:rPr lang="zh-CN" altLang="en-US" dirty="0"/>
              <a:t>主要条款</a:t>
            </a:r>
          </a:p>
        </p:txBody>
      </p:sp>
      <mc:AlternateContent xmlns:mc="http://schemas.openxmlformats.org/markup-compatibility/2006" xmlns:a14="http://schemas.microsoft.com/office/drawing/2010/main">
        <mc:Choice Requires="a14">
          <p:sp>
            <p:nvSpPr>
              <p:cNvPr id="5" name="内容占位符 4">
                <a:extLst>
                  <a:ext uri="{FF2B5EF4-FFF2-40B4-BE49-F238E27FC236}">
                    <a16:creationId xmlns:a16="http://schemas.microsoft.com/office/drawing/2014/main" id="{A9E64359-ACAD-4023-8080-8425820AC484}"/>
                  </a:ext>
                </a:extLst>
              </p:cNvPr>
              <p:cNvSpPr>
                <a:spLocks noGrp="1"/>
              </p:cNvSpPr>
              <p:nvPr>
                <p:ph idx="1"/>
              </p:nvPr>
            </p:nvSpPr>
            <p:spPr/>
            <p:txBody>
              <a:bodyPr>
                <a:normAutofit/>
              </a:bodyPr>
              <a:lstStyle/>
              <a:p>
                <a:r>
                  <a:rPr lang="zh-CN" altLang="en-US" b="1" dirty="0"/>
                  <a:t>转换条款</a:t>
                </a:r>
                <a:r>
                  <a:rPr lang="zh-CN" altLang="en-US" dirty="0"/>
                  <a:t>：在可转换时间窗口，债券可按照约定</a:t>
                </a:r>
                <a:r>
                  <a:rPr lang="zh-CN" altLang="en-US" b="1" dirty="0"/>
                  <a:t>转换系数</a:t>
                </a:r>
                <a:r>
                  <a:rPr lang="zh-CN" altLang="en-US" dirty="0"/>
                  <a:t>转为相应股票，转换比率会根据股票存在派发股息、股票拆分等进行调整。</a:t>
                </a:r>
                <a:endParaRPr lang="en-US" altLang="zh-CN" dirty="0"/>
              </a:p>
              <a:p>
                <a:pPr marL="0" indent="0">
                  <a:buNone/>
                </a:pPr>
                <a14:m>
                  <m:oMathPara xmlns:m="http://schemas.openxmlformats.org/officeDocument/2006/math">
                    <m:oMathParaPr>
                      <m:jc m:val="centerGroup"/>
                    </m:oMathParaPr>
                    <m:oMath xmlns:m="http://schemas.openxmlformats.org/officeDocument/2006/math">
                      <m:r>
                        <m:rPr>
                          <m:nor/>
                        </m:rPr>
                        <a:rPr lang="zh-CN" altLang="en-US" dirty="0" smtClean="0">
                          <a:solidFill>
                            <a:srgbClr val="C00000"/>
                          </a:solidFill>
                        </a:rPr>
                        <m:t>转股价格</m:t>
                      </m:r>
                      <m:r>
                        <a:rPr lang="en-US" altLang="zh-CN" b="0" i="1" dirty="0" smtClean="0">
                          <a:solidFill>
                            <a:srgbClr val="C00000"/>
                          </a:solidFill>
                          <a:latin typeface="Cambria Math" panose="02040503050406030204" pitchFamily="18" charset="0"/>
                        </a:rPr>
                        <m:t>=</m:t>
                      </m:r>
                      <m:f>
                        <m:fPr>
                          <m:ctrlPr>
                            <a:rPr lang="en-US" altLang="zh-CN" i="1" dirty="0" smtClean="0">
                              <a:solidFill>
                                <a:srgbClr val="C00000"/>
                              </a:solidFill>
                              <a:latin typeface="Cambria Math" panose="02040503050406030204" pitchFamily="18" charset="0"/>
                            </a:rPr>
                          </m:ctrlPr>
                        </m:fPr>
                        <m:num>
                          <m:r>
                            <a:rPr lang="zh-CN" altLang="en-US" b="0" i="1" dirty="0">
                              <a:solidFill>
                                <a:srgbClr val="C00000"/>
                              </a:solidFill>
                              <a:latin typeface="Cambria Math" panose="02040503050406030204" pitchFamily="18" charset="0"/>
                            </a:rPr>
                            <m:t>可转债</m:t>
                          </m:r>
                          <m:r>
                            <a:rPr lang="zh-CN" altLang="en-US" b="0" i="1" dirty="0" smtClean="0">
                              <a:solidFill>
                                <a:srgbClr val="C00000"/>
                              </a:solidFill>
                              <a:latin typeface="Cambria Math" panose="02040503050406030204" pitchFamily="18" charset="0"/>
                            </a:rPr>
                            <m:t>面值</m:t>
                          </m:r>
                        </m:num>
                        <m:den>
                          <m:r>
                            <a:rPr lang="zh-CN" altLang="en-US" b="0" i="1" dirty="0">
                              <a:solidFill>
                                <a:srgbClr val="C00000"/>
                              </a:solidFill>
                              <a:latin typeface="Cambria Math" panose="02040503050406030204" pitchFamily="18" charset="0"/>
                            </a:rPr>
                            <m:t>转换</m:t>
                          </m:r>
                          <m:r>
                            <a:rPr lang="zh-CN" altLang="en-US" b="0" i="1" dirty="0" smtClean="0">
                              <a:solidFill>
                                <a:srgbClr val="C00000"/>
                              </a:solidFill>
                              <a:latin typeface="Cambria Math" panose="02040503050406030204" pitchFamily="18" charset="0"/>
                            </a:rPr>
                            <m:t>比率</m:t>
                          </m:r>
                        </m:den>
                      </m:f>
                    </m:oMath>
                  </m:oMathPara>
                </a14:m>
                <a:endParaRPr lang="en-US" altLang="zh-CN" dirty="0"/>
              </a:p>
              <a:p>
                <a:r>
                  <a:rPr lang="zh-CN" altLang="en-US" b="1" dirty="0"/>
                  <a:t>可赎回条款</a:t>
                </a:r>
                <a:endParaRPr lang="en-US" altLang="zh-CN" b="1" dirty="0"/>
              </a:p>
              <a:p>
                <a:pPr lvl="1"/>
                <a:r>
                  <a:rPr lang="zh-CN" altLang="en-US" dirty="0"/>
                  <a:t>可转债条款中，通常也会规定可转换窗口内的特定日期段，发行人可以赎回可转换债券；若赎回权没有限制，则称为</a:t>
                </a:r>
                <a:r>
                  <a:rPr lang="zh-CN" altLang="en-US" b="1" dirty="0"/>
                  <a:t>无条件赎回</a:t>
                </a:r>
                <a:r>
                  <a:rPr lang="zh-CN" altLang="en-US" dirty="0"/>
                  <a:t>；若约定仅当股价超过约定价格等条件时，发行人才可赎回，则称为</a:t>
                </a:r>
                <a:r>
                  <a:rPr lang="zh-CN" altLang="en-US" b="1" dirty="0"/>
                  <a:t>有条件赎回</a:t>
                </a:r>
                <a:endParaRPr lang="en-US" altLang="zh-CN" dirty="0"/>
              </a:p>
              <a:p>
                <a:pPr lvl="1"/>
                <a:r>
                  <a:rPr lang="zh-CN" altLang="en-US" dirty="0"/>
                  <a:t>发行人认为股价严重低估，避免股权稀释，同时在股价上涨时期，赎回以减弱转股对股价的冲击</a:t>
                </a:r>
                <a:endParaRPr lang="en-US" altLang="zh-CN" dirty="0"/>
              </a:p>
              <a:p>
                <a:pPr lvl="1"/>
                <a:r>
                  <a:rPr lang="zh-CN" altLang="en-US" dirty="0"/>
                  <a:t>若发行人被收购，则可转债持有人将丧失权利</a:t>
                </a:r>
                <a:endParaRPr lang="en-US" altLang="zh-CN" dirty="0"/>
              </a:p>
              <a:p>
                <a:r>
                  <a:rPr lang="zh-CN" altLang="en-US" b="1" dirty="0"/>
                  <a:t>回售条款</a:t>
                </a:r>
                <a:r>
                  <a:rPr lang="zh-CN" altLang="en-US" dirty="0"/>
                  <a:t>：若发行人也允许持有人，在特定日期可按约定价格卖回债券，使用现金交割的称为硬回售；使用非现金资产交割的称为软回售</a:t>
                </a:r>
                <a:endParaRPr lang="en-US" altLang="zh-CN" dirty="0"/>
              </a:p>
              <a:p>
                <a:r>
                  <a:rPr lang="zh-CN" altLang="en-US" b="1" dirty="0"/>
                  <a:t>转股条款</a:t>
                </a:r>
                <a:r>
                  <a:rPr lang="zh-CN" altLang="en-US" dirty="0"/>
                  <a:t>：在可转换时间窗口且股价满足特定条件，债券持有人才能行使转换权，称为或有可转债（</a:t>
                </a:r>
                <a:r>
                  <a:rPr lang="en-US" altLang="zh-CN" dirty="0" err="1"/>
                  <a:t>CoCos</a:t>
                </a:r>
                <a:r>
                  <a:rPr lang="zh-CN" altLang="en-US" dirty="0"/>
                  <a:t>）</a:t>
                </a:r>
                <a:endParaRPr lang="en-US" altLang="zh-CN" dirty="0"/>
              </a:p>
              <a:p>
                <a:endParaRPr lang="zh-CN" altLang="en-US" dirty="0"/>
              </a:p>
            </p:txBody>
          </p:sp>
        </mc:Choice>
        <mc:Fallback xmlns="">
          <p:sp>
            <p:nvSpPr>
              <p:cNvPr id="5" name="内容占位符 4">
                <a:extLst>
                  <a:ext uri="{FF2B5EF4-FFF2-40B4-BE49-F238E27FC236}">
                    <a16:creationId xmlns:a16="http://schemas.microsoft.com/office/drawing/2014/main" id="{A9E64359-ACAD-4023-8080-8425820AC484}"/>
                  </a:ext>
                </a:extLst>
              </p:cNvPr>
              <p:cNvSpPr>
                <a:spLocks noGrp="1" noRot="1" noChangeAspect="1" noMove="1" noResize="1" noEditPoints="1" noAdjustHandles="1" noChangeArrowheads="1" noChangeShapeType="1" noTextEdit="1"/>
              </p:cNvSpPr>
              <p:nvPr>
                <p:ph idx="1"/>
              </p:nvPr>
            </p:nvSpPr>
            <p:spPr>
              <a:blipFill>
                <a:blip r:embed="rId2"/>
                <a:stretch>
                  <a:fillRect l="-555" r="-1387"/>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365937909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a:extLst>
              <a:ext uri="{FF2B5EF4-FFF2-40B4-BE49-F238E27FC236}">
                <a16:creationId xmlns:a16="http://schemas.microsoft.com/office/drawing/2014/main" id="{EB0E630D-62F8-4A3C-B3D0-B987FEBF0A87}"/>
              </a:ext>
            </a:extLst>
          </p:cNvPr>
          <p:cNvSpPr>
            <a:spLocks noGrp="1"/>
          </p:cNvSpPr>
          <p:nvPr>
            <p:ph type="title"/>
          </p:nvPr>
        </p:nvSpPr>
        <p:spPr/>
        <p:txBody>
          <a:bodyPr/>
          <a:lstStyle/>
          <a:p>
            <a:r>
              <a:rPr lang="en-US" altLang="zh-CN" dirty="0"/>
              <a:t> </a:t>
            </a:r>
            <a:r>
              <a:rPr lang="zh-CN" altLang="en-US" dirty="0"/>
              <a:t>格力转债</a:t>
            </a:r>
            <a:r>
              <a:rPr lang="en-US" altLang="zh-CN" dirty="0"/>
              <a:t>110030.SH</a:t>
            </a:r>
            <a:r>
              <a:rPr lang="zh-CN" altLang="en-US" dirty="0"/>
              <a:t>基本条款</a:t>
            </a:r>
          </a:p>
        </p:txBody>
      </p:sp>
      <p:pic>
        <p:nvPicPr>
          <p:cNvPr id="8" name="内容占位符 7">
            <a:extLst>
              <a:ext uri="{FF2B5EF4-FFF2-40B4-BE49-F238E27FC236}">
                <a16:creationId xmlns:a16="http://schemas.microsoft.com/office/drawing/2014/main" id="{BD5C602C-40EE-43D7-954C-84BDEEB91BD4}"/>
              </a:ext>
            </a:extLst>
          </p:cNvPr>
          <p:cNvPicPr>
            <a:picLocks noGrp="1" noChangeAspect="1"/>
          </p:cNvPicPr>
          <p:nvPr>
            <p:ph idx="1"/>
          </p:nvPr>
        </p:nvPicPr>
        <p:blipFill rotWithShape="1">
          <a:blip r:embed="rId2"/>
          <a:srcRect l="515" b="2209"/>
          <a:stretch/>
        </p:blipFill>
        <p:spPr>
          <a:xfrm>
            <a:off x="924675" y="1604972"/>
            <a:ext cx="15647542" cy="8030002"/>
          </a:xfrm>
          <a:prstGeom prst="rect">
            <a:avLst/>
          </a:prstGeom>
          <a:ln>
            <a:solidFill>
              <a:schemeClr val="accent1"/>
            </a:solidFill>
          </a:ln>
        </p:spPr>
      </p:pic>
    </p:spTree>
    <p:extLst>
      <p:ext uri="{BB962C8B-B14F-4D97-AF65-F5344CB8AC3E}">
        <p14:creationId xmlns:p14="http://schemas.microsoft.com/office/powerpoint/2010/main" val="243428946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4979B77-8369-4D46-BB81-910AA7953773}"/>
              </a:ext>
            </a:extLst>
          </p:cNvPr>
          <p:cNvSpPr>
            <a:spLocks noGrp="1"/>
          </p:cNvSpPr>
          <p:nvPr>
            <p:ph type="title"/>
          </p:nvPr>
        </p:nvSpPr>
        <p:spPr/>
        <p:txBody>
          <a:bodyPr/>
          <a:lstStyle/>
          <a:p>
            <a:r>
              <a:rPr lang="en-US" altLang="zh-CN" dirty="0"/>
              <a:t> </a:t>
            </a:r>
            <a:r>
              <a:rPr lang="zh-CN" altLang="en-US" dirty="0"/>
              <a:t>格力转债</a:t>
            </a:r>
            <a:r>
              <a:rPr lang="en-US" altLang="zh-CN" dirty="0"/>
              <a:t>110030.SH</a:t>
            </a:r>
            <a:r>
              <a:rPr lang="zh-CN" altLang="en-US" dirty="0"/>
              <a:t>转换条款</a:t>
            </a:r>
          </a:p>
        </p:txBody>
      </p:sp>
      <p:graphicFrame>
        <p:nvGraphicFramePr>
          <p:cNvPr id="6" name="内容占位符 5">
            <a:extLst>
              <a:ext uri="{FF2B5EF4-FFF2-40B4-BE49-F238E27FC236}">
                <a16:creationId xmlns:a16="http://schemas.microsoft.com/office/drawing/2014/main" id="{6FC7ABB3-A11A-4FEE-A0A5-946839C5EE89}"/>
              </a:ext>
            </a:extLst>
          </p:cNvPr>
          <p:cNvGraphicFramePr>
            <a:graphicFrameLocks noGrp="1"/>
          </p:cNvGraphicFramePr>
          <p:nvPr>
            <p:ph idx="1"/>
            <p:extLst>
              <p:ext uri="{D42A27DB-BD31-4B8C-83A1-F6EECF244321}">
                <p14:modId xmlns:p14="http://schemas.microsoft.com/office/powerpoint/2010/main" val="3073559181"/>
              </p:ext>
            </p:extLst>
          </p:nvPr>
        </p:nvGraphicFramePr>
        <p:xfrm>
          <a:off x="246580" y="1674813"/>
          <a:ext cx="16705780" cy="7873653"/>
        </p:xfrm>
        <a:graphic>
          <a:graphicData uri="http://schemas.openxmlformats.org/drawingml/2006/table">
            <a:tbl>
              <a:tblPr/>
              <a:tblGrid>
                <a:gridCol w="1171254">
                  <a:extLst>
                    <a:ext uri="{9D8B030D-6E8A-4147-A177-3AD203B41FA5}">
                      <a16:colId xmlns:a16="http://schemas.microsoft.com/office/drawing/2014/main" val="1617716781"/>
                    </a:ext>
                  </a:extLst>
                </a:gridCol>
                <a:gridCol w="15534526">
                  <a:extLst>
                    <a:ext uri="{9D8B030D-6E8A-4147-A177-3AD203B41FA5}">
                      <a16:colId xmlns:a16="http://schemas.microsoft.com/office/drawing/2014/main" val="2634154033"/>
                    </a:ext>
                  </a:extLst>
                </a:gridCol>
              </a:tblGrid>
              <a:tr h="193824">
                <a:tc>
                  <a:txBody>
                    <a:bodyPr/>
                    <a:lstStyle/>
                    <a:p>
                      <a:pPr algn="ctr"/>
                      <a:r>
                        <a:rPr lang="zh-CN" altLang="en-US" sz="1400" dirty="0">
                          <a:effectLst/>
                        </a:rPr>
                        <a:t>利率</a:t>
                      </a:r>
                    </a:p>
                  </a:txBody>
                  <a:tcPr marL="19698" marR="19698" marT="15758" marB="7879" anchor="ctr">
                    <a:lnL w="6350" cap="flat" cmpd="sng" algn="ctr">
                      <a:solidFill>
                        <a:srgbClr val="BDD1EA"/>
                      </a:solidFill>
                      <a:prstDash val="solid"/>
                      <a:round/>
                      <a:headEnd type="none" w="med" len="med"/>
                      <a:tailEnd type="none" w="med" len="med"/>
                    </a:lnL>
                    <a:lnR w="6350" cap="flat" cmpd="sng" algn="ctr">
                      <a:solidFill>
                        <a:srgbClr val="BDD1EA"/>
                      </a:solidFill>
                      <a:prstDash val="solid"/>
                      <a:round/>
                      <a:headEnd type="none" w="med" len="med"/>
                      <a:tailEnd type="none" w="med" len="med"/>
                    </a:lnR>
                    <a:lnT w="6350" cap="flat" cmpd="sng" algn="ctr">
                      <a:solidFill>
                        <a:srgbClr val="BDD1EA"/>
                      </a:solidFill>
                      <a:prstDash val="solid"/>
                      <a:round/>
                      <a:headEnd type="none" w="med" len="med"/>
                      <a:tailEnd type="none" w="med" len="med"/>
                    </a:lnT>
                    <a:lnB w="6350" cap="flat" cmpd="sng" algn="ctr">
                      <a:solidFill>
                        <a:srgbClr val="BDD1EA"/>
                      </a:solidFill>
                      <a:prstDash val="solid"/>
                      <a:round/>
                      <a:headEnd type="none" w="med" len="med"/>
                      <a:tailEnd type="none" w="med" len="med"/>
                    </a:lnB>
                    <a:solidFill>
                      <a:srgbClr val="F6F9FF"/>
                    </a:solidFill>
                  </a:tcPr>
                </a:tc>
                <a:tc>
                  <a:txBody>
                    <a:bodyPr/>
                    <a:lstStyle/>
                    <a:p>
                      <a:pPr algn="l"/>
                      <a:r>
                        <a:rPr lang="zh-CN" altLang="en-US" sz="1400">
                          <a:effectLst/>
                        </a:rPr>
                        <a:t>票面利率为第一年</a:t>
                      </a:r>
                      <a:r>
                        <a:rPr lang="en-US" altLang="zh-CN" sz="1400">
                          <a:effectLst/>
                        </a:rPr>
                        <a:t>0.6%,</a:t>
                      </a:r>
                      <a:r>
                        <a:rPr lang="zh-CN" altLang="en-US" sz="1400">
                          <a:effectLst/>
                        </a:rPr>
                        <a:t>第二年</a:t>
                      </a:r>
                      <a:r>
                        <a:rPr lang="en-US" altLang="zh-CN" sz="1400">
                          <a:effectLst/>
                        </a:rPr>
                        <a:t>0.8%,</a:t>
                      </a:r>
                      <a:r>
                        <a:rPr lang="zh-CN" altLang="en-US" sz="1400">
                          <a:effectLst/>
                        </a:rPr>
                        <a:t>第三年</a:t>
                      </a:r>
                      <a:r>
                        <a:rPr lang="en-US" altLang="zh-CN" sz="1400">
                          <a:effectLst/>
                        </a:rPr>
                        <a:t>1%,</a:t>
                      </a:r>
                      <a:r>
                        <a:rPr lang="zh-CN" altLang="en-US" sz="1400">
                          <a:effectLst/>
                        </a:rPr>
                        <a:t>第四年</a:t>
                      </a:r>
                      <a:r>
                        <a:rPr lang="en-US" altLang="zh-CN" sz="1400">
                          <a:effectLst/>
                        </a:rPr>
                        <a:t>1.5%,</a:t>
                      </a:r>
                      <a:r>
                        <a:rPr lang="zh-CN" altLang="en-US" sz="1400">
                          <a:effectLst/>
                        </a:rPr>
                        <a:t>第五年</a:t>
                      </a:r>
                      <a:r>
                        <a:rPr lang="en-US" altLang="zh-CN" sz="1400">
                          <a:effectLst/>
                        </a:rPr>
                        <a:t>2%.</a:t>
                      </a:r>
                    </a:p>
                  </a:txBody>
                  <a:tcPr marL="19698" marR="19698" marT="15758" marB="7879" anchor="ctr">
                    <a:lnL w="6350" cap="flat" cmpd="sng" algn="ctr">
                      <a:solidFill>
                        <a:srgbClr val="BDD1EA"/>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BDD1EA"/>
                      </a:solidFill>
                      <a:prstDash val="solid"/>
                      <a:round/>
                      <a:headEnd type="none" w="med" len="med"/>
                      <a:tailEnd type="none" w="med" len="med"/>
                    </a:lnT>
                    <a:lnB w="6350" cap="flat" cmpd="sng" algn="ctr">
                      <a:solidFill>
                        <a:srgbClr val="BDD1EA"/>
                      </a:solidFill>
                      <a:prstDash val="solid"/>
                      <a:round/>
                      <a:headEnd type="none" w="med" len="med"/>
                      <a:tailEnd type="none" w="med" len="med"/>
                    </a:lnB>
                    <a:solidFill>
                      <a:srgbClr val="FFFFFF"/>
                    </a:solidFill>
                  </a:tcPr>
                </a:tc>
                <a:extLst>
                  <a:ext uri="{0D108BD9-81ED-4DB2-BD59-A6C34878D82A}">
                    <a16:rowId xmlns:a16="http://schemas.microsoft.com/office/drawing/2014/main" val="2691265339"/>
                  </a:ext>
                </a:extLst>
              </a:tr>
              <a:tr h="364011">
                <a:tc>
                  <a:txBody>
                    <a:bodyPr/>
                    <a:lstStyle/>
                    <a:p>
                      <a:pPr algn="ctr"/>
                      <a:r>
                        <a:rPr lang="zh-CN" altLang="en-US" sz="1400">
                          <a:effectLst/>
                        </a:rPr>
                        <a:t>补偿利率</a:t>
                      </a:r>
                    </a:p>
                  </a:txBody>
                  <a:tcPr marL="19698" marR="19698" marT="15758" marB="7879" anchor="ctr">
                    <a:lnL w="6350" cap="flat" cmpd="sng" algn="ctr">
                      <a:solidFill>
                        <a:srgbClr val="BDD1EA"/>
                      </a:solidFill>
                      <a:prstDash val="solid"/>
                      <a:round/>
                      <a:headEnd type="none" w="med" len="med"/>
                      <a:tailEnd type="none" w="med" len="med"/>
                    </a:lnL>
                    <a:lnR w="6350" cap="flat" cmpd="sng" algn="ctr">
                      <a:solidFill>
                        <a:srgbClr val="BDD1EA"/>
                      </a:solidFill>
                      <a:prstDash val="solid"/>
                      <a:round/>
                      <a:headEnd type="none" w="med" len="med"/>
                      <a:tailEnd type="none" w="med" len="med"/>
                    </a:lnR>
                    <a:lnT w="6350" cap="flat" cmpd="sng" algn="ctr">
                      <a:solidFill>
                        <a:srgbClr val="BDD1EA"/>
                      </a:solidFill>
                      <a:prstDash val="solid"/>
                      <a:round/>
                      <a:headEnd type="none" w="med" len="med"/>
                      <a:tailEnd type="none" w="med" len="med"/>
                    </a:lnT>
                    <a:lnB w="6350" cap="flat" cmpd="sng" algn="ctr">
                      <a:solidFill>
                        <a:srgbClr val="BDD1EA"/>
                      </a:solidFill>
                      <a:prstDash val="solid"/>
                      <a:round/>
                      <a:headEnd type="none" w="med" len="med"/>
                      <a:tailEnd type="none" w="med" len="med"/>
                    </a:lnB>
                    <a:solidFill>
                      <a:srgbClr val="F6F9FF"/>
                    </a:solidFill>
                  </a:tcPr>
                </a:tc>
                <a:tc>
                  <a:txBody>
                    <a:bodyPr/>
                    <a:lstStyle/>
                    <a:p>
                      <a:pPr algn="l"/>
                      <a:r>
                        <a:rPr lang="zh-CN" altLang="en-US" sz="1400">
                          <a:effectLst/>
                        </a:rPr>
                        <a:t>在本次发行的可转债期满后五个交易日内，本公司将以本次发行的可转债的票面面值的 </a:t>
                      </a:r>
                      <a:r>
                        <a:rPr lang="en-US" altLang="zh-CN" sz="1400">
                          <a:effectLst/>
                        </a:rPr>
                        <a:t>106%</a:t>
                      </a:r>
                      <a:r>
                        <a:rPr lang="zh-CN" altLang="en-US" sz="1400">
                          <a:effectLst/>
                        </a:rPr>
                        <a:t>（含最后一期利息）的价格向投资者赎回全部未转股的可转债。</a:t>
                      </a:r>
                    </a:p>
                  </a:txBody>
                  <a:tcPr marL="19698" marR="19698" marT="15758" marB="7879" anchor="ctr">
                    <a:lnL w="6350" cap="flat" cmpd="sng" algn="ctr">
                      <a:solidFill>
                        <a:srgbClr val="BDD1EA"/>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BDD1EA"/>
                      </a:solidFill>
                      <a:prstDash val="solid"/>
                      <a:round/>
                      <a:headEnd type="none" w="med" len="med"/>
                      <a:tailEnd type="none" w="med" len="med"/>
                    </a:lnT>
                    <a:lnB w="6350" cap="flat" cmpd="sng" algn="ctr">
                      <a:solidFill>
                        <a:srgbClr val="BDD1EA"/>
                      </a:solidFill>
                      <a:prstDash val="solid"/>
                      <a:round/>
                      <a:headEnd type="none" w="med" len="med"/>
                      <a:tailEnd type="none" w="med" len="med"/>
                    </a:lnB>
                    <a:solidFill>
                      <a:srgbClr val="FFFFFF"/>
                    </a:solidFill>
                  </a:tcPr>
                </a:tc>
                <a:extLst>
                  <a:ext uri="{0D108BD9-81ED-4DB2-BD59-A6C34878D82A}">
                    <a16:rowId xmlns:a16="http://schemas.microsoft.com/office/drawing/2014/main" val="1476096142"/>
                  </a:ext>
                </a:extLst>
              </a:tr>
              <a:tr h="50833">
                <a:tc>
                  <a:txBody>
                    <a:bodyPr/>
                    <a:lstStyle/>
                    <a:p>
                      <a:pPr algn="ctr"/>
                      <a:r>
                        <a:rPr lang="zh-CN" altLang="en-US" sz="1400" dirty="0">
                          <a:effectLst/>
                        </a:rPr>
                        <a:t>初始转股价格（元）</a:t>
                      </a:r>
                    </a:p>
                  </a:txBody>
                  <a:tcPr marL="19698" marR="19698" marT="15758" marB="7879" anchor="ctr">
                    <a:lnL w="6350" cap="flat" cmpd="sng" algn="ctr">
                      <a:solidFill>
                        <a:srgbClr val="BDD1EA"/>
                      </a:solidFill>
                      <a:prstDash val="solid"/>
                      <a:round/>
                      <a:headEnd type="none" w="med" len="med"/>
                      <a:tailEnd type="none" w="med" len="med"/>
                    </a:lnL>
                    <a:lnR w="6350" cap="flat" cmpd="sng" algn="ctr">
                      <a:solidFill>
                        <a:srgbClr val="BDD1EA"/>
                      </a:solidFill>
                      <a:prstDash val="solid"/>
                      <a:round/>
                      <a:headEnd type="none" w="med" len="med"/>
                      <a:tailEnd type="none" w="med" len="med"/>
                    </a:lnR>
                    <a:lnT w="6350" cap="flat" cmpd="sng" algn="ctr">
                      <a:solidFill>
                        <a:srgbClr val="BDD1EA"/>
                      </a:solidFill>
                      <a:prstDash val="solid"/>
                      <a:round/>
                      <a:headEnd type="none" w="med" len="med"/>
                      <a:tailEnd type="none" w="med" len="med"/>
                    </a:lnT>
                    <a:lnB w="6350" cap="flat" cmpd="sng" algn="ctr">
                      <a:solidFill>
                        <a:srgbClr val="BDD1EA"/>
                      </a:solidFill>
                      <a:prstDash val="solid"/>
                      <a:round/>
                      <a:headEnd type="none" w="med" len="med"/>
                      <a:tailEnd type="none" w="med" len="med"/>
                    </a:lnB>
                    <a:solidFill>
                      <a:srgbClr val="F6F9FF"/>
                    </a:solidFill>
                  </a:tcPr>
                </a:tc>
                <a:tc>
                  <a:txBody>
                    <a:bodyPr/>
                    <a:lstStyle/>
                    <a:p>
                      <a:pPr algn="l"/>
                      <a:r>
                        <a:rPr lang="en-US" altLang="zh-CN" sz="1400">
                          <a:effectLst/>
                        </a:rPr>
                        <a:t>20.90</a:t>
                      </a:r>
                    </a:p>
                  </a:txBody>
                  <a:tcPr marL="19698" marR="19698" marT="15758" marB="7879" anchor="ctr">
                    <a:lnL w="6350" cap="flat" cmpd="sng" algn="ctr">
                      <a:solidFill>
                        <a:srgbClr val="BDD1EA"/>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BDD1EA"/>
                      </a:solidFill>
                      <a:prstDash val="solid"/>
                      <a:round/>
                      <a:headEnd type="none" w="med" len="med"/>
                      <a:tailEnd type="none" w="med" len="med"/>
                    </a:lnT>
                    <a:lnB w="6350" cap="flat" cmpd="sng" algn="ctr">
                      <a:solidFill>
                        <a:srgbClr val="BDD1EA"/>
                      </a:solidFill>
                      <a:prstDash val="solid"/>
                      <a:round/>
                      <a:headEnd type="none" w="med" len="med"/>
                      <a:tailEnd type="none" w="med" len="med"/>
                    </a:lnB>
                    <a:solidFill>
                      <a:srgbClr val="FFFFFF"/>
                    </a:solidFill>
                  </a:tcPr>
                </a:tc>
                <a:extLst>
                  <a:ext uri="{0D108BD9-81ED-4DB2-BD59-A6C34878D82A}">
                    <a16:rowId xmlns:a16="http://schemas.microsoft.com/office/drawing/2014/main" val="1238716414"/>
                  </a:ext>
                </a:extLst>
              </a:tr>
              <a:tr h="364011">
                <a:tc>
                  <a:txBody>
                    <a:bodyPr/>
                    <a:lstStyle/>
                    <a:p>
                      <a:pPr algn="ctr"/>
                      <a:r>
                        <a:rPr lang="zh-CN" altLang="en-US" sz="1400">
                          <a:effectLst/>
                        </a:rPr>
                        <a:t>初始转股比例</a:t>
                      </a:r>
                    </a:p>
                  </a:txBody>
                  <a:tcPr marL="19698" marR="19698" marT="15758" marB="7879" anchor="ctr">
                    <a:lnL w="6350" cap="flat" cmpd="sng" algn="ctr">
                      <a:solidFill>
                        <a:srgbClr val="BDD1EA"/>
                      </a:solidFill>
                      <a:prstDash val="solid"/>
                      <a:round/>
                      <a:headEnd type="none" w="med" len="med"/>
                      <a:tailEnd type="none" w="med" len="med"/>
                    </a:lnL>
                    <a:lnR w="6350" cap="flat" cmpd="sng" algn="ctr">
                      <a:solidFill>
                        <a:srgbClr val="BDD1EA"/>
                      </a:solidFill>
                      <a:prstDash val="solid"/>
                      <a:round/>
                      <a:headEnd type="none" w="med" len="med"/>
                      <a:tailEnd type="none" w="med" len="med"/>
                    </a:lnR>
                    <a:lnT w="6350" cap="flat" cmpd="sng" algn="ctr">
                      <a:solidFill>
                        <a:srgbClr val="BDD1EA"/>
                      </a:solidFill>
                      <a:prstDash val="solid"/>
                      <a:round/>
                      <a:headEnd type="none" w="med" len="med"/>
                      <a:tailEnd type="none" w="med" len="med"/>
                    </a:lnT>
                    <a:lnB w="6350" cap="flat" cmpd="sng" algn="ctr">
                      <a:solidFill>
                        <a:srgbClr val="BDD1EA"/>
                      </a:solidFill>
                      <a:prstDash val="solid"/>
                      <a:round/>
                      <a:headEnd type="none" w="med" len="med"/>
                      <a:tailEnd type="none" w="med" len="med"/>
                    </a:lnB>
                    <a:solidFill>
                      <a:srgbClr val="F6F9FF"/>
                    </a:solidFill>
                  </a:tcPr>
                </a:tc>
                <a:tc>
                  <a:txBody>
                    <a:bodyPr/>
                    <a:lstStyle/>
                    <a:p>
                      <a:pPr algn="l"/>
                      <a:r>
                        <a:rPr lang="en-US" altLang="zh-CN" sz="1400" dirty="0">
                          <a:effectLst/>
                        </a:rPr>
                        <a:t>4.78</a:t>
                      </a:r>
                    </a:p>
                  </a:txBody>
                  <a:tcPr marL="19698" marR="19698" marT="15758" marB="7879" anchor="ctr">
                    <a:lnL w="6350" cap="flat" cmpd="sng" algn="ctr">
                      <a:solidFill>
                        <a:srgbClr val="BDD1EA"/>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BDD1EA"/>
                      </a:solidFill>
                      <a:prstDash val="solid"/>
                      <a:round/>
                      <a:headEnd type="none" w="med" len="med"/>
                      <a:tailEnd type="none" w="med" len="med"/>
                    </a:lnT>
                    <a:lnB w="6350" cap="flat" cmpd="sng" algn="ctr">
                      <a:solidFill>
                        <a:srgbClr val="BDD1EA"/>
                      </a:solidFill>
                      <a:prstDash val="solid"/>
                      <a:round/>
                      <a:headEnd type="none" w="med" len="med"/>
                      <a:tailEnd type="none" w="med" len="med"/>
                    </a:lnB>
                    <a:solidFill>
                      <a:srgbClr val="FFFFFF"/>
                    </a:solidFill>
                  </a:tcPr>
                </a:tc>
                <a:extLst>
                  <a:ext uri="{0D108BD9-81ED-4DB2-BD59-A6C34878D82A}">
                    <a16:rowId xmlns:a16="http://schemas.microsoft.com/office/drawing/2014/main" val="1411653802"/>
                  </a:ext>
                </a:extLst>
              </a:tr>
              <a:tr h="1385133">
                <a:tc>
                  <a:txBody>
                    <a:bodyPr/>
                    <a:lstStyle/>
                    <a:p>
                      <a:pPr algn="ctr"/>
                      <a:r>
                        <a:rPr lang="zh-CN" altLang="en-US" sz="1400" dirty="0">
                          <a:effectLst/>
                        </a:rPr>
                        <a:t>转股价格调整原则</a:t>
                      </a:r>
                    </a:p>
                  </a:txBody>
                  <a:tcPr marL="19698" marR="19698" marT="15758" marB="7879" anchor="ctr">
                    <a:lnL w="6350" cap="flat" cmpd="sng" algn="ctr">
                      <a:solidFill>
                        <a:srgbClr val="BDD1EA"/>
                      </a:solidFill>
                      <a:prstDash val="solid"/>
                      <a:round/>
                      <a:headEnd type="none" w="med" len="med"/>
                      <a:tailEnd type="none" w="med" len="med"/>
                    </a:lnL>
                    <a:lnR w="6350" cap="flat" cmpd="sng" algn="ctr">
                      <a:solidFill>
                        <a:srgbClr val="BDD1EA"/>
                      </a:solidFill>
                      <a:prstDash val="solid"/>
                      <a:round/>
                      <a:headEnd type="none" w="med" len="med"/>
                      <a:tailEnd type="none" w="med" len="med"/>
                    </a:lnR>
                    <a:lnT w="6350" cap="flat" cmpd="sng" algn="ctr">
                      <a:solidFill>
                        <a:srgbClr val="BDD1EA"/>
                      </a:solidFill>
                      <a:prstDash val="solid"/>
                      <a:round/>
                      <a:headEnd type="none" w="med" len="med"/>
                      <a:tailEnd type="none" w="med" len="med"/>
                    </a:lnT>
                    <a:lnB w="6350" cap="flat" cmpd="sng" algn="ctr">
                      <a:solidFill>
                        <a:srgbClr val="BDD1EA"/>
                      </a:solidFill>
                      <a:prstDash val="solid"/>
                      <a:round/>
                      <a:headEnd type="none" w="med" len="med"/>
                      <a:tailEnd type="none" w="med" len="med"/>
                    </a:lnB>
                    <a:solidFill>
                      <a:srgbClr val="F6F9FF"/>
                    </a:solidFill>
                  </a:tcPr>
                </a:tc>
                <a:tc>
                  <a:txBody>
                    <a:bodyPr/>
                    <a:lstStyle/>
                    <a:p>
                      <a:pPr algn="l"/>
                      <a:r>
                        <a:rPr lang="zh-CN" altLang="en-US" sz="1400" dirty="0">
                          <a:effectLst/>
                        </a:rPr>
                        <a:t>在本次发行之后，当公司发生送红股、转增股本、增发新股（不包括因本次发行的可转债转股而增加的股本）、配股以及派发现金股利等情况时，公司将按上述条件出现的先后顺序，依次对转股价格进行</a:t>
                      </a:r>
                      <a:r>
                        <a:rPr lang="zh-CN" altLang="en-US" sz="1400" b="1" dirty="0">
                          <a:effectLst/>
                        </a:rPr>
                        <a:t>累积调整</a:t>
                      </a:r>
                      <a:r>
                        <a:rPr lang="zh-CN" altLang="en-US" sz="1400" dirty="0">
                          <a:effectLst/>
                        </a:rPr>
                        <a:t>，具体调整办法如下： 送红股或转增股本：</a:t>
                      </a:r>
                      <a:r>
                        <a:rPr lang="en-US" altLang="zh-CN" sz="1400" dirty="0">
                          <a:effectLst/>
                        </a:rPr>
                        <a:t>P1=P0/</a:t>
                      </a:r>
                      <a:r>
                        <a:rPr lang="zh-CN" altLang="en-US" sz="1400" dirty="0">
                          <a:effectLst/>
                        </a:rPr>
                        <a:t>（</a:t>
                      </a:r>
                      <a:r>
                        <a:rPr lang="en-US" altLang="zh-CN" sz="1400" dirty="0">
                          <a:effectLst/>
                        </a:rPr>
                        <a:t>1+n</a:t>
                      </a:r>
                      <a:r>
                        <a:rPr lang="zh-CN" altLang="en-US" sz="1400" dirty="0">
                          <a:effectLst/>
                        </a:rPr>
                        <a:t>）； 增发新股或配股：</a:t>
                      </a:r>
                      <a:r>
                        <a:rPr lang="en-US" altLang="zh-CN" sz="1400" dirty="0">
                          <a:effectLst/>
                        </a:rPr>
                        <a:t>P1=</a:t>
                      </a:r>
                      <a:r>
                        <a:rPr lang="zh-CN" altLang="en-US" sz="1400" dirty="0">
                          <a:effectLst/>
                        </a:rPr>
                        <a:t>（</a:t>
                      </a:r>
                      <a:r>
                        <a:rPr lang="en-US" altLang="zh-CN" sz="1400" dirty="0">
                          <a:effectLst/>
                        </a:rPr>
                        <a:t>P0+A×k</a:t>
                      </a:r>
                      <a:r>
                        <a:rPr lang="zh-CN" altLang="en-US" sz="1400" dirty="0">
                          <a:effectLst/>
                        </a:rPr>
                        <a:t>）</a:t>
                      </a:r>
                      <a:r>
                        <a:rPr lang="en-US" altLang="zh-CN" sz="1400" dirty="0">
                          <a:effectLst/>
                        </a:rPr>
                        <a:t>/</a:t>
                      </a:r>
                      <a:r>
                        <a:rPr lang="zh-CN" altLang="en-US" sz="1400" dirty="0">
                          <a:effectLst/>
                        </a:rPr>
                        <a:t>（</a:t>
                      </a:r>
                      <a:r>
                        <a:rPr lang="en-US" altLang="zh-CN" sz="1400" dirty="0">
                          <a:effectLst/>
                        </a:rPr>
                        <a:t>1+k</a:t>
                      </a:r>
                      <a:r>
                        <a:rPr lang="zh-CN" altLang="en-US" sz="1400" dirty="0">
                          <a:effectLst/>
                        </a:rPr>
                        <a:t>）； 上述两项同时进行：</a:t>
                      </a:r>
                      <a:r>
                        <a:rPr lang="en-US" altLang="zh-CN" sz="1400" dirty="0">
                          <a:effectLst/>
                        </a:rPr>
                        <a:t>P1=</a:t>
                      </a:r>
                      <a:r>
                        <a:rPr lang="zh-CN" altLang="en-US" sz="1400" dirty="0">
                          <a:effectLst/>
                        </a:rPr>
                        <a:t>（</a:t>
                      </a:r>
                      <a:r>
                        <a:rPr lang="en-US" altLang="zh-CN" sz="1400" dirty="0">
                          <a:effectLst/>
                        </a:rPr>
                        <a:t>P0+A×k</a:t>
                      </a:r>
                      <a:r>
                        <a:rPr lang="zh-CN" altLang="en-US" sz="1400" dirty="0">
                          <a:effectLst/>
                        </a:rPr>
                        <a:t>）</a:t>
                      </a:r>
                      <a:r>
                        <a:rPr lang="en-US" altLang="zh-CN" sz="1400" dirty="0">
                          <a:effectLst/>
                        </a:rPr>
                        <a:t>/</a:t>
                      </a:r>
                      <a:r>
                        <a:rPr lang="zh-CN" altLang="en-US" sz="1400" dirty="0">
                          <a:effectLst/>
                        </a:rPr>
                        <a:t>（</a:t>
                      </a:r>
                      <a:r>
                        <a:rPr lang="en-US" altLang="zh-CN" sz="1400" dirty="0">
                          <a:effectLst/>
                        </a:rPr>
                        <a:t>1+n+k</a:t>
                      </a:r>
                      <a:r>
                        <a:rPr lang="zh-CN" altLang="en-US" sz="1400" dirty="0">
                          <a:effectLst/>
                        </a:rPr>
                        <a:t>）； 派发现金股利：</a:t>
                      </a:r>
                      <a:r>
                        <a:rPr lang="en-US" altLang="zh-CN" sz="1400" dirty="0">
                          <a:effectLst/>
                        </a:rPr>
                        <a:t>P1=P0-D</a:t>
                      </a:r>
                      <a:r>
                        <a:rPr lang="zh-CN" altLang="en-US" sz="1400" dirty="0">
                          <a:effectLst/>
                        </a:rPr>
                        <a:t>； 上述三项同时进行：</a:t>
                      </a:r>
                      <a:r>
                        <a:rPr lang="en-US" altLang="zh-CN" sz="1400" dirty="0">
                          <a:effectLst/>
                        </a:rPr>
                        <a:t>P1</a:t>
                      </a:r>
                      <a:r>
                        <a:rPr lang="zh-CN" altLang="en-US" sz="1400" dirty="0">
                          <a:effectLst/>
                        </a:rPr>
                        <a:t>＝（</a:t>
                      </a:r>
                      <a:r>
                        <a:rPr lang="en-US" altLang="zh-CN" sz="1400" dirty="0">
                          <a:effectLst/>
                        </a:rPr>
                        <a:t>P0</a:t>
                      </a:r>
                      <a:r>
                        <a:rPr lang="zh-CN" altLang="en-US" sz="1400" dirty="0">
                          <a:effectLst/>
                        </a:rPr>
                        <a:t>－</a:t>
                      </a:r>
                      <a:r>
                        <a:rPr lang="en-US" altLang="zh-CN" sz="1400" dirty="0">
                          <a:effectLst/>
                        </a:rPr>
                        <a:t>D</a:t>
                      </a:r>
                      <a:r>
                        <a:rPr lang="zh-CN" altLang="en-US" sz="1400" dirty="0">
                          <a:effectLst/>
                        </a:rPr>
                        <a:t>＋</a:t>
                      </a:r>
                      <a:r>
                        <a:rPr lang="en-US" altLang="zh-CN" sz="1400" dirty="0" err="1">
                          <a:effectLst/>
                        </a:rPr>
                        <a:t>A×k</a:t>
                      </a:r>
                      <a:r>
                        <a:rPr lang="zh-CN" altLang="en-US" sz="1400" dirty="0">
                          <a:effectLst/>
                        </a:rPr>
                        <a:t>）</a:t>
                      </a:r>
                      <a:r>
                        <a:rPr lang="en-US" altLang="zh-CN" sz="1400" dirty="0">
                          <a:effectLst/>
                        </a:rPr>
                        <a:t>/</a:t>
                      </a:r>
                      <a:r>
                        <a:rPr lang="zh-CN" altLang="en-US" sz="1400" dirty="0">
                          <a:effectLst/>
                        </a:rPr>
                        <a:t>（</a:t>
                      </a:r>
                      <a:r>
                        <a:rPr lang="en-US" altLang="zh-CN" sz="1400" dirty="0">
                          <a:effectLst/>
                        </a:rPr>
                        <a:t>1+n+k</a:t>
                      </a:r>
                      <a:r>
                        <a:rPr lang="zh-CN" altLang="en-US" sz="1400" dirty="0">
                          <a:effectLst/>
                        </a:rPr>
                        <a:t>）。 其中：</a:t>
                      </a:r>
                      <a:r>
                        <a:rPr lang="en-US" altLang="zh-CN" sz="1400" dirty="0">
                          <a:effectLst/>
                        </a:rPr>
                        <a:t>P0</a:t>
                      </a:r>
                      <a:r>
                        <a:rPr lang="zh-CN" altLang="en-US" sz="1400" dirty="0">
                          <a:effectLst/>
                        </a:rPr>
                        <a:t>为调整前有效的转股价，</a:t>
                      </a:r>
                      <a:r>
                        <a:rPr lang="en-US" altLang="zh-CN" sz="1400" dirty="0">
                          <a:effectLst/>
                        </a:rPr>
                        <a:t>n</a:t>
                      </a:r>
                      <a:r>
                        <a:rPr lang="zh-CN" altLang="en-US" sz="1400" dirty="0">
                          <a:effectLst/>
                        </a:rPr>
                        <a:t>为该次送股率或转增股本率，</a:t>
                      </a:r>
                      <a:r>
                        <a:rPr lang="en-US" altLang="zh-CN" sz="1400" dirty="0">
                          <a:effectLst/>
                        </a:rPr>
                        <a:t>k</a:t>
                      </a:r>
                      <a:r>
                        <a:rPr lang="zh-CN" altLang="en-US" sz="1400" dirty="0">
                          <a:effectLst/>
                        </a:rPr>
                        <a:t>为该次增发新股率或配股率，</a:t>
                      </a:r>
                      <a:r>
                        <a:rPr lang="en-US" altLang="zh-CN" sz="1400" dirty="0">
                          <a:effectLst/>
                        </a:rPr>
                        <a:t>A</a:t>
                      </a:r>
                      <a:r>
                        <a:rPr lang="zh-CN" altLang="en-US" sz="1400" dirty="0">
                          <a:effectLst/>
                        </a:rPr>
                        <a:t>为该次增发新股价或配股价，</a:t>
                      </a:r>
                      <a:r>
                        <a:rPr lang="en-US" altLang="zh-CN" sz="1400" dirty="0">
                          <a:effectLst/>
                        </a:rPr>
                        <a:t>D</a:t>
                      </a:r>
                      <a:r>
                        <a:rPr lang="zh-CN" altLang="en-US" sz="1400" dirty="0">
                          <a:effectLst/>
                        </a:rPr>
                        <a:t>为该次每股派送现金股利，</a:t>
                      </a:r>
                      <a:r>
                        <a:rPr lang="en-US" altLang="zh-CN" sz="1400" dirty="0">
                          <a:effectLst/>
                        </a:rPr>
                        <a:t>P1</a:t>
                      </a:r>
                      <a:r>
                        <a:rPr lang="zh-CN" altLang="en-US" sz="1400" dirty="0">
                          <a:effectLst/>
                        </a:rPr>
                        <a:t>为调整后有效的转股价。 公司出现上述股份和</a:t>
                      </a:r>
                      <a:r>
                        <a:rPr lang="en-US" altLang="zh-CN" sz="1400" dirty="0">
                          <a:effectLst/>
                        </a:rPr>
                        <a:t>/</a:t>
                      </a:r>
                      <a:r>
                        <a:rPr lang="zh-CN" altLang="en-US" sz="1400" dirty="0">
                          <a:effectLst/>
                        </a:rPr>
                        <a:t>或股东权益变化时，将依次进行转股价格调整，并在中国证监会指定的上市公司信息披露媒体上刊登董事会决议公告，并于公告中载明转股价格调整日、调整办法及暂停转股期间（如需）。当转股价格调整日为本次发行的可转债持有人转股申请日或之后，转换股份登记日之前，则该持有人的转股申请按公司调整后的转股价格执行。</a:t>
                      </a:r>
                    </a:p>
                  </a:txBody>
                  <a:tcPr marL="19698" marR="19698" marT="15758" marB="7879" anchor="ctr">
                    <a:lnL w="6350" cap="flat" cmpd="sng" algn="ctr">
                      <a:solidFill>
                        <a:srgbClr val="BDD1EA"/>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BDD1EA"/>
                      </a:solidFill>
                      <a:prstDash val="solid"/>
                      <a:round/>
                      <a:headEnd type="none" w="med" len="med"/>
                      <a:tailEnd type="none" w="med" len="med"/>
                    </a:lnT>
                    <a:lnB w="6350" cap="flat" cmpd="sng" algn="ctr">
                      <a:solidFill>
                        <a:srgbClr val="BDD1EA"/>
                      </a:solidFill>
                      <a:prstDash val="solid"/>
                      <a:round/>
                      <a:headEnd type="none" w="med" len="med"/>
                      <a:tailEnd type="none" w="med" len="med"/>
                    </a:lnB>
                    <a:solidFill>
                      <a:srgbClr val="FFFFFF"/>
                    </a:solidFill>
                  </a:tcPr>
                </a:tc>
                <a:extLst>
                  <a:ext uri="{0D108BD9-81ED-4DB2-BD59-A6C34878D82A}">
                    <a16:rowId xmlns:a16="http://schemas.microsoft.com/office/drawing/2014/main" val="2666440143"/>
                  </a:ext>
                </a:extLst>
              </a:tr>
              <a:tr h="193824">
                <a:tc>
                  <a:txBody>
                    <a:bodyPr/>
                    <a:lstStyle/>
                    <a:p>
                      <a:pPr algn="ctr"/>
                      <a:r>
                        <a:rPr lang="zh-CN" altLang="en-US" sz="1400" dirty="0">
                          <a:effectLst/>
                        </a:rPr>
                        <a:t>转股期间</a:t>
                      </a:r>
                    </a:p>
                  </a:txBody>
                  <a:tcPr marL="19698" marR="19698" marT="15758" marB="7879" anchor="ctr">
                    <a:lnL w="6350" cap="flat" cmpd="sng" algn="ctr">
                      <a:solidFill>
                        <a:srgbClr val="BDD1EA"/>
                      </a:solidFill>
                      <a:prstDash val="solid"/>
                      <a:round/>
                      <a:headEnd type="none" w="med" len="med"/>
                      <a:tailEnd type="none" w="med" len="med"/>
                    </a:lnL>
                    <a:lnR w="6350" cap="flat" cmpd="sng" algn="ctr">
                      <a:solidFill>
                        <a:srgbClr val="BDD1EA"/>
                      </a:solidFill>
                      <a:prstDash val="solid"/>
                      <a:round/>
                      <a:headEnd type="none" w="med" len="med"/>
                      <a:tailEnd type="none" w="med" len="med"/>
                    </a:lnR>
                    <a:lnT w="6350" cap="flat" cmpd="sng" algn="ctr">
                      <a:solidFill>
                        <a:srgbClr val="BDD1EA"/>
                      </a:solidFill>
                      <a:prstDash val="solid"/>
                      <a:round/>
                      <a:headEnd type="none" w="med" len="med"/>
                      <a:tailEnd type="none" w="med" len="med"/>
                    </a:lnT>
                    <a:lnB w="6350" cap="flat" cmpd="sng" algn="ctr">
                      <a:solidFill>
                        <a:srgbClr val="BDD1EA"/>
                      </a:solidFill>
                      <a:prstDash val="solid"/>
                      <a:round/>
                      <a:headEnd type="none" w="med" len="med"/>
                      <a:tailEnd type="none" w="med" len="med"/>
                    </a:lnB>
                    <a:solidFill>
                      <a:srgbClr val="F6F9FF"/>
                    </a:solidFill>
                  </a:tcPr>
                </a:tc>
                <a:tc>
                  <a:txBody>
                    <a:bodyPr/>
                    <a:lstStyle/>
                    <a:p>
                      <a:pPr algn="l"/>
                      <a:r>
                        <a:rPr lang="zh-CN" altLang="en-US" sz="1400" b="1" dirty="0">
                          <a:effectLst/>
                        </a:rPr>
                        <a:t>发行</a:t>
                      </a:r>
                      <a:r>
                        <a:rPr lang="en-US" altLang="zh-CN" sz="1400" b="1" dirty="0">
                          <a:effectLst/>
                        </a:rPr>
                        <a:t>6</a:t>
                      </a:r>
                      <a:r>
                        <a:rPr lang="zh-CN" altLang="en-US" sz="1400" b="1" dirty="0">
                          <a:effectLst/>
                        </a:rPr>
                        <a:t>个月</a:t>
                      </a:r>
                      <a:r>
                        <a:rPr lang="zh-CN" altLang="en-US" sz="1400" dirty="0">
                          <a:effectLst/>
                        </a:rPr>
                        <a:t>后</a:t>
                      </a:r>
                    </a:p>
                  </a:txBody>
                  <a:tcPr marL="19698" marR="19698" marT="15758" marB="7879" anchor="ctr">
                    <a:lnL w="6350" cap="flat" cmpd="sng" algn="ctr">
                      <a:solidFill>
                        <a:srgbClr val="BDD1EA"/>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BDD1EA"/>
                      </a:solidFill>
                      <a:prstDash val="solid"/>
                      <a:round/>
                      <a:headEnd type="none" w="med" len="med"/>
                      <a:tailEnd type="none" w="med" len="med"/>
                    </a:lnT>
                    <a:lnB w="6350" cap="flat" cmpd="sng" algn="ctr">
                      <a:solidFill>
                        <a:srgbClr val="BDD1EA"/>
                      </a:solidFill>
                      <a:prstDash val="solid"/>
                      <a:round/>
                      <a:headEnd type="none" w="med" len="med"/>
                      <a:tailEnd type="none" w="med" len="med"/>
                    </a:lnB>
                    <a:solidFill>
                      <a:srgbClr val="FFFFFF"/>
                    </a:solidFill>
                  </a:tcPr>
                </a:tc>
                <a:extLst>
                  <a:ext uri="{0D108BD9-81ED-4DB2-BD59-A6C34878D82A}">
                    <a16:rowId xmlns:a16="http://schemas.microsoft.com/office/drawing/2014/main" val="2972586883"/>
                  </a:ext>
                </a:extLst>
              </a:tr>
              <a:tr h="1385133">
                <a:tc>
                  <a:txBody>
                    <a:bodyPr/>
                    <a:lstStyle/>
                    <a:p>
                      <a:pPr algn="ctr"/>
                      <a:r>
                        <a:rPr lang="zh-CN" altLang="en-US" sz="1400">
                          <a:effectLst/>
                        </a:rPr>
                        <a:t>特别向下修正条款</a:t>
                      </a:r>
                    </a:p>
                  </a:txBody>
                  <a:tcPr marL="19698" marR="19698" marT="15758" marB="7879" anchor="ctr">
                    <a:lnL w="6350" cap="flat" cmpd="sng" algn="ctr">
                      <a:solidFill>
                        <a:srgbClr val="BDD1EA"/>
                      </a:solidFill>
                      <a:prstDash val="solid"/>
                      <a:round/>
                      <a:headEnd type="none" w="med" len="med"/>
                      <a:tailEnd type="none" w="med" len="med"/>
                    </a:lnL>
                    <a:lnR w="6350" cap="flat" cmpd="sng" algn="ctr">
                      <a:solidFill>
                        <a:srgbClr val="BDD1EA"/>
                      </a:solidFill>
                      <a:prstDash val="solid"/>
                      <a:round/>
                      <a:headEnd type="none" w="med" len="med"/>
                      <a:tailEnd type="none" w="med" len="med"/>
                    </a:lnR>
                    <a:lnT w="6350" cap="flat" cmpd="sng" algn="ctr">
                      <a:solidFill>
                        <a:srgbClr val="BDD1EA"/>
                      </a:solidFill>
                      <a:prstDash val="solid"/>
                      <a:round/>
                      <a:headEnd type="none" w="med" len="med"/>
                      <a:tailEnd type="none" w="med" len="med"/>
                    </a:lnT>
                    <a:lnB w="6350" cap="flat" cmpd="sng" algn="ctr">
                      <a:solidFill>
                        <a:srgbClr val="BDD1EA"/>
                      </a:solidFill>
                      <a:prstDash val="solid"/>
                      <a:round/>
                      <a:headEnd type="none" w="med" len="med"/>
                      <a:tailEnd type="none" w="med" len="med"/>
                    </a:lnB>
                    <a:solidFill>
                      <a:srgbClr val="F6F9FF"/>
                    </a:solidFill>
                  </a:tcPr>
                </a:tc>
                <a:tc>
                  <a:txBody>
                    <a:bodyPr/>
                    <a:lstStyle/>
                    <a:p>
                      <a:pPr algn="l"/>
                      <a:r>
                        <a:rPr lang="zh-CN" altLang="en-US" sz="1400" dirty="0">
                          <a:effectLst/>
                        </a:rPr>
                        <a:t>（</a:t>
                      </a:r>
                      <a:r>
                        <a:rPr lang="en-US" altLang="zh-CN" sz="1400" dirty="0">
                          <a:effectLst/>
                        </a:rPr>
                        <a:t>1</a:t>
                      </a:r>
                      <a:r>
                        <a:rPr lang="zh-CN" altLang="en-US" sz="1400" dirty="0">
                          <a:effectLst/>
                        </a:rPr>
                        <a:t>）修正权限与修正幅度在本次发行的可转债存续期间，当公司股票在任意</a:t>
                      </a:r>
                      <a:r>
                        <a:rPr lang="en-US" altLang="zh-CN" sz="1400" b="1" dirty="0">
                          <a:effectLst/>
                        </a:rPr>
                        <a:t>20</a:t>
                      </a:r>
                      <a:r>
                        <a:rPr lang="zh-CN" altLang="en-US" sz="1400" b="1" dirty="0">
                          <a:effectLst/>
                        </a:rPr>
                        <a:t>个连续交易日中至少</a:t>
                      </a:r>
                      <a:r>
                        <a:rPr lang="en-US" altLang="zh-CN" sz="1400" b="1" dirty="0">
                          <a:effectLst/>
                        </a:rPr>
                        <a:t>10</a:t>
                      </a:r>
                      <a:r>
                        <a:rPr lang="zh-CN" altLang="en-US" sz="1400" b="1" dirty="0">
                          <a:effectLst/>
                        </a:rPr>
                        <a:t>个交易日的收盘价格低于当期转股价格的</a:t>
                      </a:r>
                      <a:r>
                        <a:rPr lang="en-US" altLang="zh-CN" sz="1400" b="1" dirty="0">
                          <a:effectLst/>
                        </a:rPr>
                        <a:t>90%</a:t>
                      </a:r>
                      <a:r>
                        <a:rPr lang="zh-CN" altLang="en-US" sz="1400" dirty="0">
                          <a:effectLst/>
                        </a:rPr>
                        <a:t>时，公司董事会有权提出转股价格向下修正方案并提交公司股东大会表决，该方案须经出席会议的股东所持表决权的三分之二以上通过方可实施。股东大会进行表决时，持有本可转债的股东应当回避；修正后的转股价格应不低于该次股东大会召开日前</a:t>
                      </a:r>
                      <a:r>
                        <a:rPr lang="en-US" altLang="zh-CN" sz="1400" dirty="0">
                          <a:effectLst/>
                        </a:rPr>
                        <a:t>20</a:t>
                      </a:r>
                      <a:r>
                        <a:rPr lang="zh-CN" altLang="en-US" sz="1400" dirty="0">
                          <a:effectLst/>
                        </a:rPr>
                        <a:t>个交易日公司股票交易均价和前一交易日的公司股票交易均价，同时修正后的转股价格不低于最近一期经审计的每股净资产值和股票面值。 若在前述</a:t>
                      </a:r>
                      <a:r>
                        <a:rPr lang="en-US" altLang="zh-CN" sz="1400" dirty="0">
                          <a:effectLst/>
                        </a:rPr>
                        <a:t>20</a:t>
                      </a:r>
                      <a:r>
                        <a:rPr lang="zh-CN" altLang="en-US" sz="1400" dirty="0">
                          <a:effectLst/>
                        </a:rPr>
                        <a:t>个交易日内发生过转股价格调整的情形，则在调整前的交易日按调整前的转股价格和收盘价格计算，调整后的交易日按调整后的转股价格和收盘价格计算。 （</a:t>
                      </a:r>
                      <a:r>
                        <a:rPr lang="en-US" altLang="zh-CN" sz="1400" dirty="0">
                          <a:effectLst/>
                        </a:rPr>
                        <a:t>2</a:t>
                      </a:r>
                      <a:r>
                        <a:rPr lang="zh-CN" altLang="en-US" sz="1400" dirty="0">
                          <a:effectLst/>
                        </a:rPr>
                        <a:t>）修正程序公司向下修正转股价格时，公司须在中国证监会指定的上市公司信息披露媒体上刊登股东大会决议公告，公告修正幅度、股权登记日及暂停转股期间。从股权登记日后的第一个交易日（即转股价格修正日），开始恢复转股申请并执行修正后的转股价格。 若转股价格修正日为转股申请日或之后，转换股份登记日之前，该类转股申请应按修正后的转股价格执行。</a:t>
                      </a:r>
                    </a:p>
                  </a:txBody>
                  <a:tcPr marL="19698" marR="19698" marT="15758" marB="7879" anchor="ctr">
                    <a:lnL w="6350" cap="flat" cmpd="sng" algn="ctr">
                      <a:solidFill>
                        <a:srgbClr val="BDD1EA"/>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BDD1EA"/>
                      </a:solidFill>
                      <a:prstDash val="solid"/>
                      <a:round/>
                      <a:headEnd type="none" w="med" len="med"/>
                      <a:tailEnd type="none" w="med" len="med"/>
                    </a:lnT>
                    <a:lnB w="6350" cap="flat" cmpd="sng" algn="ctr">
                      <a:solidFill>
                        <a:srgbClr val="BDD1EA"/>
                      </a:solidFill>
                      <a:prstDash val="solid"/>
                      <a:round/>
                      <a:headEnd type="none" w="med" len="med"/>
                      <a:tailEnd type="none" w="med" len="med"/>
                    </a:lnB>
                    <a:solidFill>
                      <a:srgbClr val="FFFFFF"/>
                    </a:solidFill>
                  </a:tcPr>
                </a:tc>
                <a:extLst>
                  <a:ext uri="{0D108BD9-81ED-4DB2-BD59-A6C34878D82A}">
                    <a16:rowId xmlns:a16="http://schemas.microsoft.com/office/drawing/2014/main" val="4038137003"/>
                  </a:ext>
                </a:extLst>
              </a:tr>
              <a:tr h="1214946">
                <a:tc>
                  <a:txBody>
                    <a:bodyPr/>
                    <a:lstStyle/>
                    <a:p>
                      <a:pPr algn="ctr"/>
                      <a:r>
                        <a:rPr lang="zh-CN" altLang="en-US" sz="1400" dirty="0">
                          <a:effectLst/>
                        </a:rPr>
                        <a:t>赎回条款</a:t>
                      </a:r>
                    </a:p>
                  </a:txBody>
                  <a:tcPr marL="19698" marR="19698" marT="15758" marB="7879" anchor="ctr">
                    <a:lnL w="6350" cap="flat" cmpd="sng" algn="ctr">
                      <a:solidFill>
                        <a:srgbClr val="BDD1EA"/>
                      </a:solidFill>
                      <a:prstDash val="solid"/>
                      <a:round/>
                      <a:headEnd type="none" w="med" len="med"/>
                      <a:tailEnd type="none" w="med" len="med"/>
                    </a:lnL>
                    <a:lnR w="6350" cap="flat" cmpd="sng" algn="ctr">
                      <a:solidFill>
                        <a:srgbClr val="BDD1EA"/>
                      </a:solidFill>
                      <a:prstDash val="solid"/>
                      <a:round/>
                      <a:headEnd type="none" w="med" len="med"/>
                      <a:tailEnd type="none" w="med" len="med"/>
                    </a:lnR>
                    <a:lnT w="6350" cap="flat" cmpd="sng" algn="ctr">
                      <a:solidFill>
                        <a:srgbClr val="BDD1EA"/>
                      </a:solidFill>
                      <a:prstDash val="solid"/>
                      <a:round/>
                      <a:headEnd type="none" w="med" len="med"/>
                      <a:tailEnd type="none" w="med" len="med"/>
                    </a:lnT>
                    <a:lnB w="6350" cap="flat" cmpd="sng" algn="ctr">
                      <a:solidFill>
                        <a:srgbClr val="BDD1EA"/>
                      </a:solidFill>
                      <a:prstDash val="solid"/>
                      <a:round/>
                      <a:headEnd type="none" w="med" len="med"/>
                      <a:tailEnd type="none" w="med" len="med"/>
                    </a:lnB>
                    <a:solidFill>
                      <a:srgbClr val="F6F9FF"/>
                    </a:solidFill>
                  </a:tcPr>
                </a:tc>
                <a:tc>
                  <a:txBody>
                    <a:bodyPr/>
                    <a:lstStyle/>
                    <a:p>
                      <a:pPr algn="l"/>
                      <a:r>
                        <a:rPr lang="zh-CN" altLang="en-US" sz="1400" dirty="0">
                          <a:effectLst/>
                        </a:rPr>
                        <a:t>（</a:t>
                      </a:r>
                      <a:r>
                        <a:rPr lang="en-US" altLang="zh-CN" sz="1400" dirty="0">
                          <a:effectLst/>
                        </a:rPr>
                        <a:t>1</a:t>
                      </a:r>
                      <a:r>
                        <a:rPr lang="zh-CN" altLang="en-US" sz="1400" dirty="0">
                          <a:effectLst/>
                        </a:rPr>
                        <a:t>）到期赎回条款在本次发行的可转债期满后五个交易日内，本公司将以本次发行的可转债的</a:t>
                      </a:r>
                      <a:r>
                        <a:rPr lang="zh-CN" altLang="en-US" sz="1400" b="1" dirty="0">
                          <a:effectLst/>
                        </a:rPr>
                        <a:t>票面面值的</a:t>
                      </a:r>
                      <a:r>
                        <a:rPr lang="en-US" altLang="zh-CN" sz="1400" b="1" dirty="0">
                          <a:effectLst/>
                        </a:rPr>
                        <a:t>106%</a:t>
                      </a:r>
                      <a:r>
                        <a:rPr lang="zh-CN" altLang="en-US" sz="1400" b="1" dirty="0">
                          <a:effectLst/>
                        </a:rPr>
                        <a:t>（含最后一期利息）的价格向投资者赎回</a:t>
                      </a:r>
                      <a:r>
                        <a:rPr lang="zh-CN" altLang="en-US" sz="1400" dirty="0">
                          <a:effectLst/>
                        </a:rPr>
                        <a:t>全部未转股的可转债。 （</a:t>
                      </a:r>
                      <a:r>
                        <a:rPr lang="en-US" altLang="zh-CN" sz="1400" dirty="0">
                          <a:effectLst/>
                        </a:rPr>
                        <a:t>2</a:t>
                      </a:r>
                      <a:r>
                        <a:rPr lang="zh-CN" altLang="en-US" sz="1400" dirty="0">
                          <a:effectLst/>
                        </a:rPr>
                        <a:t>）有条件赎回条款在转股期内，当下述情形的任意一种出现时，公司有权决定按照以面值加当期应计利息的价格赎回全部或部分未转股的可转债： </a:t>
                      </a:r>
                      <a:r>
                        <a:rPr lang="en-US" altLang="zh-CN" sz="1400" dirty="0">
                          <a:effectLst/>
                        </a:rPr>
                        <a:t>A.</a:t>
                      </a:r>
                      <a:r>
                        <a:rPr lang="zh-CN" altLang="en-US" sz="1400" dirty="0">
                          <a:effectLst/>
                        </a:rPr>
                        <a:t>在转股期内，如果公司股票在任何连续</a:t>
                      </a:r>
                      <a:r>
                        <a:rPr lang="en-US" altLang="zh-CN" sz="1400" dirty="0">
                          <a:effectLst/>
                        </a:rPr>
                        <a:t>30</a:t>
                      </a:r>
                      <a:r>
                        <a:rPr lang="zh-CN" altLang="en-US" sz="1400" dirty="0">
                          <a:effectLst/>
                        </a:rPr>
                        <a:t>个交易日中至少</a:t>
                      </a:r>
                      <a:r>
                        <a:rPr lang="en-US" altLang="zh-CN" sz="1400" dirty="0">
                          <a:effectLst/>
                        </a:rPr>
                        <a:t>15</a:t>
                      </a:r>
                      <a:r>
                        <a:rPr lang="zh-CN" altLang="en-US" sz="1400" dirty="0">
                          <a:effectLst/>
                        </a:rPr>
                        <a:t>个交易日的</a:t>
                      </a:r>
                      <a:r>
                        <a:rPr lang="zh-CN" altLang="en-US" sz="1400" b="1" dirty="0">
                          <a:effectLst/>
                        </a:rPr>
                        <a:t>收盘价格不低于当期转股价格的</a:t>
                      </a:r>
                      <a:r>
                        <a:rPr lang="en-US" altLang="zh-CN" sz="1400" b="1" dirty="0">
                          <a:effectLst/>
                        </a:rPr>
                        <a:t>130%</a:t>
                      </a:r>
                      <a:r>
                        <a:rPr lang="zh-CN" altLang="en-US" sz="1400" b="1" dirty="0">
                          <a:effectLst/>
                        </a:rPr>
                        <a:t>（含</a:t>
                      </a:r>
                      <a:r>
                        <a:rPr lang="en-US" altLang="zh-CN" sz="1400" b="1" dirty="0">
                          <a:effectLst/>
                        </a:rPr>
                        <a:t>130%</a:t>
                      </a:r>
                      <a:r>
                        <a:rPr lang="zh-CN" altLang="en-US" sz="1400" b="1" dirty="0">
                          <a:effectLst/>
                        </a:rPr>
                        <a:t>）</a:t>
                      </a:r>
                      <a:r>
                        <a:rPr lang="zh-CN" altLang="en-US" sz="1400" dirty="0">
                          <a:effectLst/>
                        </a:rPr>
                        <a:t>；</a:t>
                      </a:r>
                      <a:r>
                        <a:rPr lang="en-US" altLang="zh-CN" sz="1400" dirty="0">
                          <a:effectLst/>
                        </a:rPr>
                        <a:t>B.</a:t>
                      </a:r>
                      <a:r>
                        <a:rPr lang="zh-CN" altLang="en-US" sz="1400" dirty="0">
                          <a:effectLst/>
                        </a:rPr>
                        <a:t>当本次发行的</a:t>
                      </a:r>
                      <a:r>
                        <a:rPr lang="zh-CN" altLang="en-US" sz="1400" b="1" dirty="0">
                          <a:effectLst/>
                        </a:rPr>
                        <a:t>可转债未转股余额不足</a:t>
                      </a:r>
                      <a:r>
                        <a:rPr lang="en-US" altLang="zh-CN" sz="1400" b="1" dirty="0">
                          <a:effectLst/>
                        </a:rPr>
                        <a:t>3,000</a:t>
                      </a:r>
                      <a:r>
                        <a:rPr lang="zh-CN" altLang="en-US" sz="1400" b="1" dirty="0">
                          <a:effectLst/>
                        </a:rPr>
                        <a:t>万元时</a:t>
                      </a:r>
                      <a:r>
                        <a:rPr lang="zh-CN" altLang="en-US" sz="1400" dirty="0">
                          <a:effectLst/>
                        </a:rPr>
                        <a:t>。 当期应计利息的计算公式为：</a:t>
                      </a:r>
                      <a:r>
                        <a:rPr lang="en-US" altLang="zh-CN" sz="1400" dirty="0">
                          <a:effectLst/>
                        </a:rPr>
                        <a:t>IA=</a:t>
                      </a:r>
                      <a:r>
                        <a:rPr lang="en-US" altLang="zh-CN" sz="1400" dirty="0" err="1">
                          <a:effectLst/>
                        </a:rPr>
                        <a:t>B×i×t</a:t>
                      </a:r>
                      <a:r>
                        <a:rPr lang="en-US" altLang="zh-CN" sz="1400" dirty="0">
                          <a:effectLst/>
                        </a:rPr>
                        <a:t>/365IA</a:t>
                      </a:r>
                      <a:r>
                        <a:rPr lang="zh-CN" altLang="en-US" sz="1400" dirty="0">
                          <a:effectLst/>
                        </a:rPr>
                        <a:t>：指当期应计利息；</a:t>
                      </a:r>
                      <a:r>
                        <a:rPr lang="en-US" altLang="zh-CN" sz="1400" dirty="0">
                          <a:effectLst/>
                        </a:rPr>
                        <a:t>B</a:t>
                      </a:r>
                      <a:r>
                        <a:rPr lang="zh-CN" altLang="en-US" sz="1400" dirty="0">
                          <a:effectLst/>
                        </a:rPr>
                        <a:t>：指本次发行的可转债持有人持有的将赎回的可转债票面总金额；</a:t>
                      </a:r>
                      <a:r>
                        <a:rPr lang="en-US" altLang="zh-CN" sz="1400" dirty="0" err="1">
                          <a:effectLst/>
                        </a:rPr>
                        <a:t>i</a:t>
                      </a:r>
                      <a:r>
                        <a:rPr lang="zh-CN" altLang="en-US" sz="1400" dirty="0">
                          <a:effectLst/>
                        </a:rPr>
                        <a:t>：指可转债当年票面利率；</a:t>
                      </a:r>
                      <a:r>
                        <a:rPr lang="en-US" altLang="zh-CN" sz="1400" dirty="0">
                          <a:effectLst/>
                        </a:rPr>
                        <a:t>t</a:t>
                      </a:r>
                      <a:r>
                        <a:rPr lang="zh-CN" altLang="en-US" sz="1400" dirty="0">
                          <a:effectLst/>
                        </a:rPr>
                        <a:t>：指计息天数，即从上一个付息日起至本计息年度赎回日止的实际日历天数（算头不算尾）。 若在前述</a:t>
                      </a:r>
                      <a:r>
                        <a:rPr lang="en-US" altLang="zh-CN" sz="1400" dirty="0">
                          <a:effectLst/>
                        </a:rPr>
                        <a:t>30</a:t>
                      </a:r>
                      <a:r>
                        <a:rPr lang="zh-CN" altLang="en-US" sz="1400" dirty="0">
                          <a:effectLst/>
                        </a:rPr>
                        <a:t>个交易日内发生过转股价格调整的情形，则在调整前的交易日按调整前的转股价格和收盘价格计算，调整后的交易日按调整后的转股价格和收盘价格计算。</a:t>
                      </a:r>
                    </a:p>
                  </a:txBody>
                  <a:tcPr marL="19698" marR="19698" marT="15758" marB="7879" anchor="ctr">
                    <a:lnL w="6350" cap="flat" cmpd="sng" algn="ctr">
                      <a:solidFill>
                        <a:srgbClr val="BDD1EA"/>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BDD1EA"/>
                      </a:solidFill>
                      <a:prstDash val="solid"/>
                      <a:round/>
                      <a:headEnd type="none" w="med" len="med"/>
                      <a:tailEnd type="none" w="med" len="med"/>
                    </a:lnT>
                    <a:lnB w="6350" cap="flat" cmpd="sng" algn="ctr">
                      <a:solidFill>
                        <a:srgbClr val="BDD1EA"/>
                      </a:solidFill>
                      <a:prstDash val="solid"/>
                      <a:round/>
                      <a:headEnd type="none" w="med" len="med"/>
                      <a:tailEnd type="none" w="med" len="med"/>
                    </a:lnB>
                    <a:solidFill>
                      <a:srgbClr val="FFFFFF"/>
                    </a:solidFill>
                  </a:tcPr>
                </a:tc>
                <a:extLst>
                  <a:ext uri="{0D108BD9-81ED-4DB2-BD59-A6C34878D82A}">
                    <a16:rowId xmlns:a16="http://schemas.microsoft.com/office/drawing/2014/main" val="1768043009"/>
                  </a:ext>
                </a:extLst>
              </a:tr>
              <a:tr h="2236068">
                <a:tc>
                  <a:txBody>
                    <a:bodyPr/>
                    <a:lstStyle/>
                    <a:p>
                      <a:pPr algn="ctr"/>
                      <a:r>
                        <a:rPr lang="zh-CN" altLang="en-US" sz="1400" dirty="0">
                          <a:effectLst/>
                        </a:rPr>
                        <a:t>回售条款</a:t>
                      </a:r>
                    </a:p>
                  </a:txBody>
                  <a:tcPr marL="19698" marR="19698" marT="15758" marB="7879" anchor="ctr">
                    <a:lnL w="6350" cap="flat" cmpd="sng" algn="ctr">
                      <a:solidFill>
                        <a:srgbClr val="BDD1EA"/>
                      </a:solidFill>
                      <a:prstDash val="solid"/>
                      <a:round/>
                      <a:headEnd type="none" w="med" len="med"/>
                      <a:tailEnd type="none" w="med" len="med"/>
                    </a:lnL>
                    <a:lnR w="6350" cap="flat" cmpd="sng" algn="ctr">
                      <a:solidFill>
                        <a:srgbClr val="BDD1EA"/>
                      </a:solidFill>
                      <a:prstDash val="solid"/>
                      <a:round/>
                      <a:headEnd type="none" w="med" len="med"/>
                      <a:tailEnd type="none" w="med" len="med"/>
                    </a:lnR>
                    <a:lnT w="6350" cap="flat" cmpd="sng" algn="ctr">
                      <a:solidFill>
                        <a:srgbClr val="BDD1EA"/>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6F9FF"/>
                    </a:solidFill>
                  </a:tcPr>
                </a:tc>
                <a:tc>
                  <a:txBody>
                    <a:bodyPr/>
                    <a:lstStyle/>
                    <a:p>
                      <a:pPr algn="l"/>
                      <a:r>
                        <a:rPr lang="zh-CN" altLang="en-US" sz="1400" dirty="0">
                          <a:effectLst/>
                        </a:rPr>
                        <a:t>（</a:t>
                      </a:r>
                      <a:r>
                        <a:rPr lang="en-US" altLang="zh-CN" sz="1400" dirty="0">
                          <a:effectLst/>
                        </a:rPr>
                        <a:t>1</a:t>
                      </a:r>
                      <a:r>
                        <a:rPr lang="zh-CN" altLang="en-US" sz="1400" dirty="0">
                          <a:effectLst/>
                        </a:rPr>
                        <a:t>）</a:t>
                      </a:r>
                      <a:r>
                        <a:rPr lang="zh-CN" altLang="en-US" sz="1400" b="1" dirty="0">
                          <a:effectLst/>
                        </a:rPr>
                        <a:t>条件回售条款</a:t>
                      </a:r>
                      <a:r>
                        <a:rPr lang="zh-CN" altLang="en-US" sz="1400" dirty="0">
                          <a:effectLst/>
                        </a:rPr>
                        <a:t>：自本次可转债第三个计息年度起，如果公司股票在任何连续</a:t>
                      </a:r>
                      <a:r>
                        <a:rPr lang="en-US" altLang="zh-CN" sz="1400" dirty="0">
                          <a:effectLst/>
                        </a:rPr>
                        <a:t>30</a:t>
                      </a:r>
                      <a:r>
                        <a:rPr lang="zh-CN" altLang="en-US" sz="1400" dirty="0">
                          <a:effectLst/>
                        </a:rPr>
                        <a:t>个交易日的收盘价格</a:t>
                      </a:r>
                      <a:r>
                        <a:rPr lang="zh-CN" altLang="en-US" sz="1400" b="1" dirty="0">
                          <a:effectLst/>
                        </a:rPr>
                        <a:t>低于当期转股价格的</a:t>
                      </a:r>
                      <a:r>
                        <a:rPr lang="en-US" altLang="zh-CN" sz="1400" b="1" dirty="0">
                          <a:effectLst/>
                        </a:rPr>
                        <a:t>70%</a:t>
                      </a:r>
                      <a:r>
                        <a:rPr lang="zh-CN" altLang="en-US" sz="1400" b="1" dirty="0">
                          <a:effectLst/>
                        </a:rPr>
                        <a:t>，</a:t>
                      </a:r>
                      <a:r>
                        <a:rPr lang="zh-CN" altLang="en-US" sz="1400" dirty="0">
                          <a:effectLst/>
                        </a:rPr>
                        <a:t>可转债持有人有权将全部或部分其持有的可转债按照</a:t>
                      </a:r>
                      <a:r>
                        <a:rPr lang="en-US" altLang="zh-CN" sz="1400" dirty="0">
                          <a:effectLst/>
                        </a:rPr>
                        <a:t>103</a:t>
                      </a:r>
                      <a:r>
                        <a:rPr lang="zh-CN" altLang="en-US" sz="1400" dirty="0">
                          <a:effectLst/>
                        </a:rPr>
                        <a:t>元（含当期应计利息）的价格回售给公司。 若在上述交易日内发生过转股价格因发生送红股、转增股本、增发新股（不包括因本次发行的可转债转股而增加的股本）、配股以及派发现金股利等情况而调整的情形，则在调整前的交易日按调整前的转股价格和收盘价格计算，在调整后的交易日按调整后的转股价格和收盘价格计算。如果出现转股价格向下修正的情况，则上述“连续</a:t>
                      </a:r>
                      <a:r>
                        <a:rPr lang="en-US" altLang="zh-CN" sz="1400" dirty="0">
                          <a:effectLst/>
                        </a:rPr>
                        <a:t>30</a:t>
                      </a:r>
                      <a:r>
                        <a:rPr lang="zh-CN" altLang="en-US" sz="1400" dirty="0">
                          <a:effectLst/>
                        </a:rPr>
                        <a:t>个交易日”须从转股价格调整之后的第一个交易日起重新计算。 自本次可转债第三个计息年度起，可转债持有人在每年回售条件首次满足后可按上述约定条件行使回售权一次，若在首次满足回售条件而可转债持有人未在公司届时公告的回售申报期内申报并实施回售的，该计息年度不应再行使回售权。可转债持有人不能多次行使部分回售权。 （</a:t>
                      </a:r>
                      <a:r>
                        <a:rPr lang="en-US" altLang="zh-CN" sz="1400" dirty="0">
                          <a:effectLst/>
                        </a:rPr>
                        <a:t>2</a:t>
                      </a:r>
                      <a:r>
                        <a:rPr lang="zh-CN" altLang="en-US" sz="1400" dirty="0">
                          <a:effectLst/>
                        </a:rPr>
                        <a:t>）时点回售条款： （</a:t>
                      </a:r>
                      <a:r>
                        <a:rPr lang="en-US" altLang="zh-CN" sz="1400" dirty="0">
                          <a:effectLst/>
                        </a:rPr>
                        <a:t>3</a:t>
                      </a:r>
                      <a:r>
                        <a:rPr lang="zh-CN" altLang="en-US" sz="1400" dirty="0">
                          <a:effectLst/>
                        </a:rPr>
                        <a:t>）附加回售条件：若公司本次发行的可转债募集资金投资项目的实施情况与公司在募集说明书中的承诺情况相比</a:t>
                      </a:r>
                      <a:r>
                        <a:rPr lang="zh-CN" altLang="en-US" sz="1400" b="1" dirty="0">
                          <a:effectLst/>
                        </a:rPr>
                        <a:t>出现重大变化</a:t>
                      </a:r>
                      <a:r>
                        <a:rPr lang="zh-CN" altLang="en-US" sz="1400" dirty="0">
                          <a:effectLst/>
                        </a:rPr>
                        <a:t>，根据中国证监会的相关规定被视作改变募集资金用途或被中国证监会认定为改变募集资金用途的，可转债持有人享有一次回售的权利。 （</a:t>
                      </a:r>
                      <a:r>
                        <a:rPr lang="en-US" altLang="zh-CN" sz="1400" dirty="0">
                          <a:effectLst/>
                        </a:rPr>
                        <a:t>4</a:t>
                      </a:r>
                      <a:r>
                        <a:rPr lang="zh-CN" altLang="en-US" sz="1400" dirty="0">
                          <a:effectLst/>
                        </a:rPr>
                        <a:t>）附加回售价格说明：若公司本次发行的可转债募集资金投资项目的实施情况与公司在募集说明书中的承诺情况相比出现重大变化，根据中国证监会的相关规定被</a:t>
                      </a:r>
                      <a:r>
                        <a:rPr lang="zh-CN" altLang="en-US" sz="1400" b="1" dirty="0">
                          <a:effectLst/>
                        </a:rPr>
                        <a:t>视作改变募集资金用途</a:t>
                      </a:r>
                      <a:r>
                        <a:rPr lang="zh-CN" altLang="en-US" sz="1400" dirty="0">
                          <a:effectLst/>
                        </a:rPr>
                        <a:t>或被中国证监会认定为改变募集资金用途的，可转债持有人享有一次回售的权利。可转债持有人有权将其持有的可转债全部或部分按照</a:t>
                      </a:r>
                      <a:r>
                        <a:rPr lang="en-US" altLang="zh-CN" sz="1400" dirty="0">
                          <a:effectLst/>
                        </a:rPr>
                        <a:t>103</a:t>
                      </a:r>
                      <a:r>
                        <a:rPr lang="zh-CN" altLang="en-US" sz="1400" dirty="0">
                          <a:effectLst/>
                        </a:rPr>
                        <a:t>元（含当期应计利息）的价格回售给公司。持有人在附加回售条件满足后，可以在公司公告后的附加回售申报期内进行回售，本次附加回售申报期内不实施回售的，不应再行使附加回售权。</a:t>
                      </a:r>
                    </a:p>
                  </a:txBody>
                  <a:tcPr marL="19698" marR="19698" marT="15758" marB="7879" anchor="ctr">
                    <a:lnL w="6350" cap="flat" cmpd="sng" algn="ctr">
                      <a:solidFill>
                        <a:srgbClr val="BDD1EA"/>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BDD1EA"/>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extLst>
                  <a:ext uri="{0D108BD9-81ED-4DB2-BD59-A6C34878D82A}">
                    <a16:rowId xmlns:a16="http://schemas.microsoft.com/office/drawing/2014/main" val="1713578027"/>
                  </a:ext>
                </a:extLst>
              </a:tr>
            </a:tbl>
          </a:graphicData>
        </a:graphic>
      </p:graphicFrame>
    </p:spTree>
    <p:extLst>
      <p:ext uri="{BB962C8B-B14F-4D97-AF65-F5344CB8AC3E}">
        <p14:creationId xmlns:p14="http://schemas.microsoft.com/office/powerpoint/2010/main" val="127672097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52271A0-CF4B-4C82-B005-AEFE22346B95}"/>
              </a:ext>
            </a:extLst>
          </p:cNvPr>
          <p:cNvSpPr>
            <a:spLocks noGrp="1"/>
          </p:cNvSpPr>
          <p:nvPr>
            <p:ph type="title"/>
          </p:nvPr>
        </p:nvSpPr>
        <p:spPr/>
        <p:txBody>
          <a:bodyPr/>
          <a:lstStyle/>
          <a:p>
            <a:r>
              <a:rPr lang="en-US" altLang="zh-CN" dirty="0"/>
              <a:t> </a:t>
            </a:r>
            <a:r>
              <a:rPr lang="zh-CN" altLang="en-US" dirty="0"/>
              <a:t>格力转债</a:t>
            </a:r>
            <a:r>
              <a:rPr lang="en-US" altLang="zh-CN" dirty="0"/>
              <a:t>110030.SH</a:t>
            </a:r>
            <a:r>
              <a:rPr lang="zh-CN" altLang="en-US" dirty="0"/>
              <a:t>转股价格调整</a:t>
            </a:r>
          </a:p>
        </p:txBody>
      </p:sp>
      <p:graphicFrame>
        <p:nvGraphicFramePr>
          <p:cNvPr id="4" name="内容占位符 3">
            <a:extLst>
              <a:ext uri="{FF2B5EF4-FFF2-40B4-BE49-F238E27FC236}">
                <a16:creationId xmlns:a16="http://schemas.microsoft.com/office/drawing/2014/main" id="{5B88B850-B0A4-4768-92D7-96964AAC75F6}"/>
              </a:ext>
            </a:extLst>
          </p:cNvPr>
          <p:cNvGraphicFramePr>
            <a:graphicFrameLocks noGrp="1"/>
          </p:cNvGraphicFramePr>
          <p:nvPr>
            <p:ph idx="1"/>
            <p:extLst>
              <p:ext uri="{D42A27DB-BD31-4B8C-83A1-F6EECF244321}">
                <p14:modId xmlns:p14="http://schemas.microsoft.com/office/powerpoint/2010/main" val="2962942386"/>
              </p:ext>
            </p:extLst>
          </p:nvPr>
        </p:nvGraphicFramePr>
        <p:xfrm>
          <a:off x="452063" y="1849347"/>
          <a:ext cx="16397555" cy="7243282"/>
        </p:xfrm>
        <a:graphic>
          <a:graphicData uri="http://schemas.openxmlformats.org/drawingml/2006/table">
            <a:tbl>
              <a:tblPr/>
              <a:tblGrid>
                <a:gridCol w="1388115">
                  <a:extLst>
                    <a:ext uri="{9D8B030D-6E8A-4147-A177-3AD203B41FA5}">
                      <a16:colId xmlns:a16="http://schemas.microsoft.com/office/drawing/2014/main" val="1559628849"/>
                    </a:ext>
                  </a:extLst>
                </a:gridCol>
                <a:gridCol w="1200973">
                  <a:extLst>
                    <a:ext uri="{9D8B030D-6E8A-4147-A177-3AD203B41FA5}">
                      <a16:colId xmlns:a16="http://schemas.microsoft.com/office/drawing/2014/main" val="3933706085"/>
                    </a:ext>
                  </a:extLst>
                </a:gridCol>
                <a:gridCol w="12244777">
                  <a:extLst>
                    <a:ext uri="{9D8B030D-6E8A-4147-A177-3AD203B41FA5}">
                      <a16:colId xmlns:a16="http://schemas.microsoft.com/office/drawing/2014/main" val="3307173599"/>
                    </a:ext>
                  </a:extLst>
                </a:gridCol>
                <a:gridCol w="1563690">
                  <a:extLst>
                    <a:ext uri="{9D8B030D-6E8A-4147-A177-3AD203B41FA5}">
                      <a16:colId xmlns:a16="http://schemas.microsoft.com/office/drawing/2014/main" val="2052850474"/>
                    </a:ext>
                  </a:extLst>
                </a:gridCol>
              </a:tblGrid>
              <a:tr h="589728">
                <a:tc>
                  <a:txBody>
                    <a:bodyPr/>
                    <a:lstStyle/>
                    <a:p>
                      <a:pPr algn="ctr"/>
                      <a:r>
                        <a:rPr lang="zh-CN" altLang="en-US" sz="1800" dirty="0">
                          <a:solidFill>
                            <a:srgbClr val="336699"/>
                          </a:solidFill>
                          <a:effectLst/>
                        </a:rPr>
                        <a:t>调整日期</a:t>
                      </a:r>
                    </a:p>
                  </a:txBody>
                  <a:tcPr marL="31750" marR="31750" marT="19050" marB="19050" anchor="ctr">
                    <a:lnL w="6350" cap="flat" cmpd="sng" algn="ctr">
                      <a:solidFill>
                        <a:srgbClr val="BDD1EA"/>
                      </a:solidFill>
                      <a:prstDash val="solid"/>
                      <a:round/>
                      <a:headEnd type="none" w="med" len="med"/>
                      <a:tailEnd type="none" w="med" len="med"/>
                    </a:lnL>
                    <a:lnR w="6350" cap="flat" cmpd="sng" algn="ctr">
                      <a:solidFill>
                        <a:srgbClr val="BDD1EA"/>
                      </a:solidFill>
                      <a:prstDash val="solid"/>
                      <a:round/>
                      <a:headEnd type="none" w="med" len="med"/>
                      <a:tailEnd type="none" w="med" len="med"/>
                    </a:lnR>
                    <a:lnT w="6350" cap="flat" cmpd="sng" algn="ctr">
                      <a:solidFill>
                        <a:srgbClr val="BDD1EA"/>
                      </a:solidFill>
                      <a:prstDash val="solid"/>
                      <a:round/>
                      <a:headEnd type="none" w="med" len="med"/>
                      <a:tailEnd type="none" w="med" len="med"/>
                    </a:lnT>
                    <a:lnB w="6350" cap="flat" cmpd="sng" algn="ctr">
                      <a:solidFill>
                        <a:srgbClr val="BDD1EA"/>
                      </a:solidFill>
                      <a:prstDash val="solid"/>
                      <a:round/>
                      <a:headEnd type="none" w="med" len="med"/>
                      <a:tailEnd type="none" w="med" len="med"/>
                    </a:lnB>
                    <a:solidFill>
                      <a:srgbClr val="F2F8FF"/>
                    </a:solidFill>
                  </a:tcPr>
                </a:tc>
                <a:tc>
                  <a:txBody>
                    <a:bodyPr/>
                    <a:lstStyle/>
                    <a:p>
                      <a:pPr algn="ctr"/>
                      <a:r>
                        <a:rPr lang="zh-CN" altLang="en-US" sz="1800">
                          <a:solidFill>
                            <a:srgbClr val="336699"/>
                          </a:solidFill>
                          <a:effectLst/>
                        </a:rPr>
                        <a:t>转股价格</a:t>
                      </a:r>
                      <a:r>
                        <a:rPr lang="en-US" altLang="zh-CN" sz="1800">
                          <a:solidFill>
                            <a:srgbClr val="336699"/>
                          </a:solidFill>
                          <a:effectLst/>
                        </a:rPr>
                        <a:t>(</a:t>
                      </a:r>
                      <a:r>
                        <a:rPr lang="zh-CN" altLang="en-US" sz="1800">
                          <a:solidFill>
                            <a:srgbClr val="336699"/>
                          </a:solidFill>
                          <a:effectLst/>
                        </a:rPr>
                        <a:t>元</a:t>
                      </a:r>
                      <a:r>
                        <a:rPr lang="en-US" altLang="zh-CN" sz="1800">
                          <a:solidFill>
                            <a:srgbClr val="336699"/>
                          </a:solidFill>
                          <a:effectLst/>
                        </a:rPr>
                        <a:t>)</a:t>
                      </a:r>
                    </a:p>
                  </a:txBody>
                  <a:tcPr marL="31750" marR="31750" marT="19050" marB="19050" anchor="ctr">
                    <a:lnL w="6350" cap="flat" cmpd="sng" algn="ctr">
                      <a:solidFill>
                        <a:srgbClr val="BDD1EA"/>
                      </a:solidFill>
                      <a:prstDash val="solid"/>
                      <a:round/>
                      <a:headEnd type="none" w="med" len="med"/>
                      <a:tailEnd type="none" w="med" len="med"/>
                    </a:lnL>
                    <a:lnR w="6350" cap="flat" cmpd="sng" algn="ctr">
                      <a:solidFill>
                        <a:srgbClr val="BDD1EA"/>
                      </a:solidFill>
                      <a:prstDash val="solid"/>
                      <a:round/>
                      <a:headEnd type="none" w="med" len="med"/>
                      <a:tailEnd type="none" w="med" len="med"/>
                    </a:lnR>
                    <a:lnT w="6350" cap="flat" cmpd="sng" algn="ctr">
                      <a:solidFill>
                        <a:srgbClr val="BDD1EA"/>
                      </a:solidFill>
                      <a:prstDash val="solid"/>
                      <a:round/>
                      <a:headEnd type="none" w="med" len="med"/>
                      <a:tailEnd type="none" w="med" len="med"/>
                    </a:lnT>
                    <a:lnB w="6350" cap="flat" cmpd="sng" algn="ctr">
                      <a:solidFill>
                        <a:srgbClr val="BDD1EA"/>
                      </a:solidFill>
                      <a:prstDash val="solid"/>
                      <a:round/>
                      <a:headEnd type="none" w="med" len="med"/>
                      <a:tailEnd type="none" w="med" len="med"/>
                    </a:lnB>
                    <a:solidFill>
                      <a:srgbClr val="F2F8FF"/>
                    </a:solidFill>
                  </a:tcPr>
                </a:tc>
                <a:tc>
                  <a:txBody>
                    <a:bodyPr/>
                    <a:lstStyle/>
                    <a:p>
                      <a:pPr algn="ctr"/>
                      <a:r>
                        <a:rPr lang="zh-CN" altLang="en-US" sz="1800" dirty="0">
                          <a:solidFill>
                            <a:srgbClr val="336699"/>
                          </a:solidFill>
                          <a:effectLst/>
                        </a:rPr>
                        <a:t>调整原因</a:t>
                      </a:r>
                    </a:p>
                  </a:txBody>
                  <a:tcPr marL="31750" marR="31750" marT="19050" marB="19050" anchor="ctr">
                    <a:lnL w="6350" cap="flat" cmpd="sng" algn="ctr">
                      <a:solidFill>
                        <a:srgbClr val="BDD1EA"/>
                      </a:solidFill>
                      <a:prstDash val="solid"/>
                      <a:round/>
                      <a:headEnd type="none" w="med" len="med"/>
                      <a:tailEnd type="none" w="med" len="med"/>
                    </a:lnL>
                    <a:lnR w="6350" cap="flat" cmpd="sng" algn="ctr">
                      <a:solidFill>
                        <a:srgbClr val="BDD1EA"/>
                      </a:solidFill>
                      <a:prstDash val="solid"/>
                      <a:round/>
                      <a:headEnd type="none" w="med" len="med"/>
                      <a:tailEnd type="none" w="med" len="med"/>
                    </a:lnR>
                    <a:lnT w="6350" cap="flat" cmpd="sng" algn="ctr">
                      <a:solidFill>
                        <a:srgbClr val="BDD1EA"/>
                      </a:solidFill>
                      <a:prstDash val="solid"/>
                      <a:round/>
                      <a:headEnd type="none" w="med" len="med"/>
                      <a:tailEnd type="none" w="med" len="med"/>
                    </a:lnT>
                    <a:lnB w="6350" cap="flat" cmpd="sng" algn="ctr">
                      <a:solidFill>
                        <a:srgbClr val="BDD1EA"/>
                      </a:solidFill>
                      <a:prstDash val="solid"/>
                      <a:round/>
                      <a:headEnd type="none" w="med" len="med"/>
                      <a:tailEnd type="none" w="med" len="med"/>
                    </a:lnB>
                    <a:solidFill>
                      <a:srgbClr val="F2F8FF"/>
                    </a:solidFill>
                  </a:tcPr>
                </a:tc>
                <a:tc>
                  <a:txBody>
                    <a:bodyPr/>
                    <a:lstStyle/>
                    <a:p>
                      <a:pPr algn="ctr"/>
                      <a:r>
                        <a:rPr lang="zh-CN" altLang="en-US" sz="1800" dirty="0">
                          <a:solidFill>
                            <a:srgbClr val="336699"/>
                          </a:solidFill>
                          <a:effectLst/>
                        </a:rPr>
                        <a:t>公告日期</a:t>
                      </a:r>
                    </a:p>
                  </a:txBody>
                  <a:tcPr marL="31750" marR="31750" marT="19050" marB="19050" anchor="ctr">
                    <a:lnL w="6350" cap="flat" cmpd="sng" algn="ctr">
                      <a:solidFill>
                        <a:srgbClr val="BDD1EA"/>
                      </a:solidFill>
                      <a:prstDash val="solid"/>
                      <a:round/>
                      <a:headEnd type="none" w="med" len="med"/>
                      <a:tailEnd type="none" w="med" len="med"/>
                    </a:lnL>
                    <a:lnR w="6350" cap="flat" cmpd="sng" algn="ctr">
                      <a:solidFill>
                        <a:srgbClr val="D0DCEB"/>
                      </a:solidFill>
                      <a:prstDash val="solid"/>
                      <a:round/>
                      <a:headEnd type="none" w="med" len="med"/>
                      <a:tailEnd type="none" w="med" len="med"/>
                    </a:lnR>
                    <a:lnT w="6350" cap="flat" cmpd="sng" algn="ctr">
                      <a:solidFill>
                        <a:srgbClr val="BDD1EA"/>
                      </a:solidFill>
                      <a:prstDash val="solid"/>
                      <a:round/>
                      <a:headEnd type="none" w="med" len="med"/>
                      <a:tailEnd type="none" w="med" len="med"/>
                    </a:lnT>
                    <a:lnB w="6350" cap="flat" cmpd="sng" algn="ctr">
                      <a:solidFill>
                        <a:srgbClr val="BDD1EA"/>
                      </a:solidFill>
                      <a:prstDash val="solid"/>
                      <a:round/>
                      <a:headEnd type="none" w="med" len="med"/>
                      <a:tailEnd type="none" w="med" len="med"/>
                    </a:lnB>
                    <a:solidFill>
                      <a:srgbClr val="F2F8FF"/>
                    </a:solidFill>
                  </a:tcPr>
                </a:tc>
                <a:extLst>
                  <a:ext uri="{0D108BD9-81ED-4DB2-BD59-A6C34878D82A}">
                    <a16:rowId xmlns:a16="http://schemas.microsoft.com/office/drawing/2014/main" val="574904069"/>
                  </a:ext>
                </a:extLst>
              </a:tr>
              <a:tr h="2806175">
                <a:tc>
                  <a:txBody>
                    <a:bodyPr/>
                    <a:lstStyle/>
                    <a:p>
                      <a:pPr algn="ctr"/>
                      <a:r>
                        <a:rPr lang="en-US" altLang="zh-CN" sz="1800" dirty="0">
                          <a:effectLst/>
                        </a:rPr>
                        <a:t>2017-07-11</a:t>
                      </a:r>
                    </a:p>
                  </a:txBody>
                  <a:tcPr marL="31750" marR="31750" marT="25400" marB="12700" anchor="ctr">
                    <a:lnL w="6350" cap="flat" cmpd="sng" algn="ctr">
                      <a:solidFill>
                        <a:srgbClr val="BDD1EA"/>
                      </a:solidFill>
                      <a:prstDash val="solid"/>
                      <a:round/>
                      <a:headEnd type="none" w="med" len="med"/>
                      <a:tailEnd type="none" w="med" len="med"/>
                    </a:lnL>
                    <a:lnR w="6350" cap="flat" cmpd="sng" algn="ctr">
                      <a:solidFill>
                        <a:srgbClr val="BDD1EA"/>
                      </a:solidFill>
                      <a:prstDash val="solid"/>
                      <a:round/>
                      <a:headEnd type="none" w="med" len="med"/>
                      <a:tailEnd type="none" w="med" len="med"/>
                    </a:lnR>
                    <a:lnT w="6350" cap="flat" cmpd="sng" algn="ctr">
                      <a:solidFill>
                        <a:srgbClr val="BDD1EA"/>
                      </a:solidFill>
                      <a:prstDash val="solid"/>
                      <a:round/>
                      <a:headEnd type="none" w="med" len="med"/>
                      <a:tailEnd type="none" w="med" len="med"/>
                    </a:lnT>
                    <a:lnB w="6350" cap="flat" cmpd="sng" algn="ctr">
                      <a:solidFill>
                        <a:srgbClr val="BDD1EA"/>
                      </a:solidFill>
                      <a:prstDash val="solid"/>
                      <a:round/>
                      <a:headEnd type="none" w="med" len="med"/>
                      <a:tailEnd type="none" w="med" len="med"/>
                    </a:lnB>
                    <a:solidFill>
                      <a:srgbClr val="FFFFFF"/>
                    </a:solidFill>
                  </a:tcPr>
                </a:tc>
                <a:tc>
                  <a:txBody>
                    <a:bodyPr/>
                    <a:lstStyle/>
                    <a:p>
                      <a:pPr algn="ctr"/>
                      <a:r>
                        <a:rPr lang="en-US" altLang="zh-CN" sz="1800" dirty="0">
                          <a:effectLst/>
                        </a:rPr>
                        <a:t>7.24</a:t>
                      </a:r>
                    </a:p>
                  </a:txBody>
                  <a:tcPr marL="31750" marR="31750" marT="25400" marB="12700" anchor="ctr">
                    <a:lnL w="6350" cap="flat" cmpd="sng" algn="ctr">
                      <a:solidFill>
                        <a:srgbClr val="BDD1EA"/>
                      </a:solidFill>
                      <a:prstDash val="solid"/>
                      <a:round/>
                      <a:headEnd type="none" w="med" len="med"/>
                      <a:tailEnd type="none" w="med" len="med"/>
                    </a:lnL>
                    <a:lnR w="6350" cap="flat" cmpd="sng" algn="ctr">
                      <a:solidFill>
                        <a:srgbClr val="BDD1EA"/>
                      </a:solidFill>
                      <a:prstDash val="solid"/>
                      <a:round/>
                      <a:headEnd type="none" w="med" len="med"/>
                      <a:tailEnd type="none" w="med" len="med"/>
                    </a:lnR>
                    <a:lnT w="6350" cap="flat" cmpd="sng" algn="ctr">
                      <a:solidFill>
                        <a:srgbClr val="BDD1EA"/>
                      </a:solidFill>
                      <a:prstDash val="solid"/>
                      <a:round/>
                      <a:headEnd type="none" w="med" len="med"/>
                      <a:tailEnd type="none" w="med" len="med"/>
                    </a:lnT>
                    <a:lnB w="6350" cap="flat" cmpd="sng" algn="ctr">
                      <a:solidFill>
                        <a:srgbClr val="BDD1EA"/>
                      </a:solidFill>
                      <a:prstDash val="solid"/>
                      <a:round/>
                      <a:headEnd type="none" w="med" len="med"/>
                      <a:tailEnd type="none" w="med" len="med"/>
                    </a:lnB>
                    <a:solidFill>
                      <a:srgbClr val="FFFFFF"/>
                    </a:solidFill>
                  </a:tcPr>
                </a:tc>
                <a:tc>
                  <a:txBody>
                    <a:bodyPr/>
                    <a:lstStyle/>
                    <a:p>
                      <a:pPr algn="l"/>
                      <a:r>
                        <a:rPr lang="en-US" altLang="zh-CN" sz="1800" dirty="0">
                          <a:effectLst/>
                        </a:rPr>
                        <a:t>2017</a:t>
                      </a:r>
                      <a:r>
                        <a:rPr lang="zh-CN" altLang="en-US" sz="1800" dirty="0">
                          <a:effectLst/>
                        </a:rPr>
                        <a:t>年</a:t>
                      </a:r>
                      <a:r>
                        <a:rPr lang="en-US" altLang="zh-CN" sz="1800" dirty="0">
                          <a:effectLst/>
                        </a:rPr>
                        <a:t>6</a:t>
                      </a:r>
                      <a:r>
                        <a:rPr lang="zh-CN" altLang="en-US" sz="1800" dirty="0">
                          <a:effectLst/>
                        </a:rPr>
                        <a:t>月</a:t>
                      </a:r>
                      <a:r>
                        <a:rPr lang="en-US" altLang="zh-CN" sz="1800" dirty="0">
                          <a:effectLst/>
                        </a:rPr>
                        <a:t>16</a:t>
                      </a:r>
                      <a:r>
                        <a:rPr lang="zh-CN" altLang="en-US" sz="1800" dirty="0">
                          <a:effectLst/>
                        </a:rPr>
                        <a:t>日，公司</a:t>
                      </a:r>
                      <a:r>
                        <a:rPr lang="en-US" altLang="zh-CN" sz="1800" dirty="0">
                          <a:effectLst/>
                        </a:rPr>
                        <a:t>2016</a:t>
                      </a:r>
                      <a:r>
                        <a:rPr lang="zh-CN" altLang="en-US" sz="1800" dirty="0">
                          <a:effectLst/>
                        </a:rPr>
                        <a:t>年年度股东大会审议通过了</a:t>
                      </a:r>
                      <a:r>
                        <a:rPr lang="en-US" altLang="zh-CN" sz="1800" dirty="0">
                          <a:effectLst/>
                        </a:rPr>
                        <a:t>《</a:t>
                      </a:r>
                      <a:r>
                        <a:rPr lang="zh-CN" altLang="en-US" sz="1800" dirty="0">
                          <a:effectLst/>
                        </a:rPr>
                        <a:t>关于</a:t>
                      </a:r>
                      <a:r>
                        <a:rPr lang="en-US" altLang="zh-CN" sz="1800" dirty="0">
                          <a:effectLst/>
                        </a:rPr>
                        <a:t>2016</a:t>
                      </a:r>
                      <a:r>
                        <a:rPr lang="zh-CN" altLang="en-US" sz="1800" dirty="0">
                          <a:effectLst/>
                        </a:rPr>
                        <a:t>年度利润分配预案的议案</a:t>
                      </a:r>
                      <a:r>
                        <a:rPr lang="en-US" altLang="zh-CN" sz="1800" dirty="0">
                          <a:effectLst/>
                        </a:rPr>
                        <a:t>》</a:t>
                      </a:r>
                      <a:r>
                        <a:rPr lang="zh-CN" altLang="en-US" sz="1800" dirty="0">
                          <a:effectLst/>
                        </a:rPr>
                        <a:t>，本次利润分配方案以截至股权登记日（</a:t>
                      </a:r>
                      <a:r>
                        <a:rPr lang="en-US" altLang="zh-CN" sz="1800" dirty="0">
                          <a:effectLst/>
                        </a:rPr>
                        <a:t>2017</a:t>
                      </a:r>
                      <a:r>
                        <a:rPr lang="zh-CN" altLang="en-US" sz="1800" dirty="0">
                          <a:effectLst/>
                        </a:rPr>
                        <a:t>年</a:t>
                      </a:r>
                      <a:r>
                        <a:rPr lang="en-US" altLang="zh-CN" sz="1800" dirty="0">
                          <a:effectLst/>
                        </a:rPr>
                        <a:t>7</a:t>
                      </a:r>
                      <a:r>
                        <a:rPr lang="zh-CN" altLang="en-US" sz="1800" dirty="0">
                          <a:effectLst/>
                        </a:rPr>
                        <a:t>月</a:t>
                      </a:r>
                      <a:r>
                        <a:rPr lang="en-US" altLang="zh-CN" sz="1800" dirty="0">
                          <a:effectLst/>
                        </a:rPr>
                        <a:t>10</a:t>
                      </a:r>
                      <a:r>
                        <a:rPr lang="zh-CN" altLang="en-US" sz="1800" dirty="0">
                          <a:effectLst/>
                        </a:rPr>
                        <a:t>日）下午上海证券交易所收市后的总股本为基数，向全体股东每</a:t>
                      </a:r>
                      <a:r>
                        <a:rPr lang="en-US" altLang="zh-CN" sz="1800" dirty="0">
                          <a:effectLst/>
                        </a:rPr>
                        <a:t>10</a:t>
                      </a:r>
                      <a:r>
                        <a:rPr lang="zh-CN" altLang="en-US" sz="1800" dirty="0">
                          <a:effectLst/>
                        </a:rPr>
                        <a:t>股派发现金股利</a:t>
                      </a:r>
                      <a:r>
                        <a:rPr lang="en-US" altLang="zh-CN" sz="1800" dirty="0">
                          <a:effectLst/>
                        </a:rPr>
                        <a:t>0.20</a:t>
                      </a:r>
                      <a:r>
                        <a:rPr lang="zh-CN" altLang="en-US" sz="1800" dirty="0">
                          <a:effectLst/>
                        </a:rPr>
                        <a:t>元（含税）。具体实施时间详见公司同日披露的</a:t>
                      </a:r>
                      <a:r>
                        <a:rPr lang="en-US" altLang="zh-CN" sz="1800" dirty="0">
                          <a:effectLst/>
                        </a:rPr>
                        <a:t>《2016</a:t>
                      </a:r>
                      <a:r>
                        <a:rPr lang="zh-CN" altLang="en-US" sz="1800" dirty="0">
                          <a:effectLst/>
                        </a:rPr>
                        <a:t>年度利润分配实施公告</a:t>
                      </a:r>
                      <a:r>
                        <a:rPr lang="en-US" altLang="zh-CN" sz="1800" dirty="0">
                          <a:effectLst/>
                        </a:rPr>
                        <a:t>》</a:t>
                      </a:r>
                      <a:r>
                        <a:rPr lang="zh-CN" altLang="en-US" sz="1800" dirty="0">
                          <a:effectLst/>
                        </a:rPr>
                        <a:t>。 根据</a:t>
                      </a:r>
                      <a:r>
                        <a:rPr lang="en-US" altLang="zh-CN" sz="1800" dirty="0">
                          <a:effectLst/>
                        </a:rPr>
                        <a:t>《</a:t>
                      </a:r>
                      <a:r>
                        <a:rPr lang="zh-CN" altLang="en-US" sz="1800" dirty="0">
                          <a:effectLst/>
                        </a:rPr>
                        <a:t>格力地产股份有限公司公开发行可转换公司债券募集说明书</a:t>
                      </a:r>
                      <a:r>
                        <a:rPr lang="en-US" altLang="zh-CN" sz="1800" dirty="0">
                          <a:effectLst/>
                        </a:rPr>
                        <a:t>》</a:t>
                      </a:r>
                      <a:r>
                        <a:rPr lang="zh-CN" altLang="en-US" sz="1800" dirty="0">
                          <a:effectLst/>
                        </a:rPr>
                        <a:t>（于</a:t>
                      </a:r>
                      <a:r>
                        <a:rPr lang="en-US" altLang="zh-CN" sz="1800" dirty="0">
                          <a:effectLst/>
                        </a:rPr>
                        <a:t>2014</a:t>
                      </a:r>
                      <a:r>
                        <a:rPr lang="zh-CN" altLang="en-US" sz="1800" dirty="0">
                          <a:effectLst/>
                        </a:rPr>
                        <a:t>年</a:t>
                      </a:r>
                      <a:r>
                        <a:rPr lang="en-US" altLang="zh-CN" sz="1800" dirty="0">
                          <a:effectLst/>
                        </a:rPr>
                        <a:t>12</a:t>
                      </a:r>
                      <a:r>
                        <a:rPr lang="zh-CN" altLang="en-US" sz="1800" dirty="0">
                          <a:effectLst/>
                        </a:rPr>
                        <a:t>月</a:t>
                      </a:r>
                      <a:r>
                        <a:rPr lang="en-US" altLang="zh-CN" sz="1800" dirty="0">
                          <a:effectLst/>
                        </a:rPr>
                        <a:t>23</a:t>
                      </a:r>
                      <a:r>
                        <a:rPr lang="zh-CN" altLang="en-US" sz="1800" dirty="0">
                          <a:effectLst/>
                        </a:rPr>
                        <a:t>日披露于上海证券交易所网站）相关条款的规定，在“格力转债”发行之后，当公司发生送红股、转增股本、增发新股（不包括因本次发行的可转债转股而增加的股本）、配股以及派发现金股利等情况时，公司将按上述条件出现的先后顺序，依次对转股价格进行累积调整。 </a:t>
                      </a:r>
                    </a:p>
                  </a:txBody>
                  <a:tcPr marL="31750" marR="31750" marT="25400" marB="12700" anchor="ctr">
                    <a:lnL w="6350" cap="flat" cmpd="sng" algn="ctr">
                      <a:solidFill>
                        <a:srgbClr val="BDD1EA"/>
                      </a:solidFill>
                      <a:prstDash val="solid"/>
                      <a:round/>
                      <a:headEnd type="none" w="med" len="med"/>
                      <a:tailEnd type="none" w="med" len="med"/>
                    </a:lnL>
                    <a:lnR w="6350" cap="flat" cmpd="sng" algn="ctr">
                      <a:solidFill>
                        <a:srgbClr val="BDD1EA"/>
                      </a:solidFill>
                      <a:prstDash val="solid"/>
                      <a:round/>
                      <a:headEnd type="none" w="med" len="med"/>
                      <a:tailEnd type="none" w="med" len="med"/>
                    </a:lnR>
                    <a:lnT w="6350" cap="flat" cmpd="sng" algn="ctr">
                      <a:solidFill>
                        <a:srgbClr val="BDD1EA"/>
                      </a:solidFill>
                      <a:prstDash val="solid"/>
                      <a:round/>
                      <a:headEnd type="none" w="med" len="med"/>
                      <a:tailEnd type="none" w="med" len="med"/>
                    </a:lnT>
                    <a:lnB w="6350" cap="flat" cmpd="sng" algn="ctr">
                      <a:solidFill>
                        <a:srgbClr val="BDD1EA"/>
                      </a:solidFill>
                      <a:prstDash val="solid"/>
                      <a:round/>
                      <a:headEnd type="none" w="med" len="med"/>
                      <a:tailEnd type="none" w="med" len="med"/>
                    </a:lnB>
                    <a:solidFill>
                      <a:srgbClr val="FFFFFF"/>
                    </a:solidFill>
                  </a:tcPr>
                </a:tc>
                <a:tc>
                  <a:txBody>
                    <a:bodyPr/>
                    <a:lstStyle/>
                    <a:p>
                      <a:pPr algn="ctr"/>
                      <a:r>
                        <a:rPr lang="en-US" altLang="zh-CN" sz="1800" dirty="0">
                          <a:effectLst/>
                        </a:rPr>
                        <a:t>2017-07-05</a:t>
                      </a:r>
                    </a:p>
                  </a:txBody>
                  <a:tcPr marL="31750" marR="31750" marT="25400" marB="12700" anchor="ctr">
                    <a:lnL w="6350" cap="flat" cmpd="sng" algn="ctr">
                      <a:solidFill>
                        <a:srgbClr val="BDD1EA"/>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BDD1EA"/>
                      </a:solidFill>
                      <a:prstDash val="solid"/>
                      <a:round/>
                      <a:headEnd type="none" w="med" len="med"/>
                      <a:tailEnd type="none" w="med" len="med"/>
                    </a:lnT>
                    <a:lnB w="6350" cap="flat" cmpd="sng" algn="ctr">
                      <a:solidFill>
                        <a:srgbClr val="BDD1EA"/>
                      </a:solidFill>
                      <a:prstDash val="solid"/>
                      <a:round/>
                      <a:headEnd type="none" w="med" len="med"/>
                      <a:tailEnd type="none" w="med" len="med"/>
                    </a:lnB>
                    <a:solidFill>
                      <a:srgbClr val="FFFFFF"/>
                    </a:solidFill>
                  </a:tcPr>
                </a:tc>
                <a:extLst>
                  <a:ext uri="{0D108BD9-81ED-4DB2-BD59-A6C34878D82A}">
                    <a16:rowId xmlns:a16="http://schemas.microsoft.com/office/drawing/2014/main" val="595701248"/>
                  </a:ext>
                </a:extLst>
              </a:tr>
              <a:tr h="977717">
                <a:tc>
                  <a:txBody>
                    <a:bodyPr/>
                    <a:lstStyle/>
                    <a:p>
                      <a:pPr algn="ctr"/>
                      <a:r>
                        <a:rPr lang="en-US" altLang="zh-CN" sz="1800" dirty="0">
                          <a:effectLst/>
                        </a:rPr>
                        <a:t>2016-08-25</a:t>
                      </a:r>
                    </a:p>
                  </a:txBody>
                  <a:tcPr marL="31750" marR="31750" marT="25400" marB="12700" anchor="ctr">
                    <a:lnL w="6350" cap="flat" cmpd="sng" algn="ctr">
                      <a:solidFill>
                        <a:srgbClr val="BDD1EA"/>
                      </a:solidFill>
                      <a:prstDash val="solid"/>
                      <a:round/>
                      <a:headEnd type="none" w="med" len="med"/>
                      <a:tailEnd type="none" w="med" len="med"/>
                    </a:lnL>
                    <a:lnR w="6350" cap="flat" cmpd="sng" algn="ctr">
                      <a:solidFill>
                        <a:srgbClr val="BDD1EA"/>
                      </a:solidFill>
                      <a:prstDash val="solid"/>
                      <a:round/>
                      <a:headEnd type="none" w="med" len="med"/>
                      <a:tailEnd type="none" w="med" len="med"/>
                    </a:lnR>
                    <a:lnT w="6350" cap="flat" cmpd="sng" algn="ctr">
                      <a:solidFill>
                        <a:srgbClr val="BDD1EA"/>
                      </a:solidFill>
                      <a:prstDash val="solid"/>
                      <a:round/>
                      <a:headEnd type="none" w="med" len="med"/>
                      <a:tailEnd type="none" w="med" len="med"/>
                    </a:lnT>
                    <a:lnB w="6350" cap="flat" cmpd="sng" algn="ctr">
                      <a:solidFill>
                        <a:srgbClr val="BDD1EA"/>
                      </a:solidFill>
                      <a:prstDash val="solid"/>
                      <a:round/>
                      <a:headEnd type="none" w="med" len="med"/>
                      <a:tailEnd type="none" w="med" len="med"/>
                    </a:lnB>
                    <a:solidFill>
                      <a:srgbClr val="FFFFFF"/>
                    </a:solidFill>
                  </a:tcPr>
                </a:tc>
                <a:tc>
                  <a:txBody>
                    <a:bodyPr/>
                    <a:lstStyle/>
                    <a:p>
                      <a:pPr algn="ctr"/>
                      <a:r>
                        <a:rPr lang="en-US" altLang="zh-CN" sz="1800" dirty="0">
                          <a:effectLst/>
                        </a:rPr>
                        <a:t>7.26</a:t>
                      </a:r>
                    </a:p>
                  </a:txBody>
                  <a:tcPr marL="31750" marR="31750" marT="25400" marB="12700" anchor="ctr">
                    <a:lnL w="6350" cap="flat" cmpd="sng" algn="ctr">
                      <a:solidFill>
                        <a:srgbClr val="BDD1EA"/>
                      </a:solidFill>
                      <a:prstDash val="solid"/>
                      <a:round/>
                      <a:headEnd type="none" w="med" len="med"/>
                      <a:tailEnd type="none" w="med" len="med"/>
                    </a:lnL>
                    <a:lnR w="6350" cap="flat" cmpd="sng" algn="ctr">
                      <a:solidFill>
                        <a:srgbClr val="BDD1EA"/>
                      </a:solidFill>
                      <a:prstDash val="solid"/>
                      <a:round/>
                      <a:headEnd type="none" w="med" len="med"/>
                      <a:tailEnd type="none" w="med" len="med"/>
                    </a:lnR>
                    <a:lnT w="6350" cap="flat" cmpd="sng" algn="ctr">
                      <a:solidFill>
                        <a:srgbClr val="BDD1EA"/>
                      </a:solidFill>
                      <a:prstDash val="solid"/>
                      <a:round/>
                      <a:headEnd type="none" w="med" len="med"/>
                      <a:tailEnd type="none" w="med" len="med"/>
                    </a:lnT>
                    <a:lnB w="6350" cap="flat" cmpd="sng" algn="ctr">
                      <a:solidFill>
                        <a:srgbClr val="BDD1EA"/>
                      </a:solidFill>
                      <a:prstDash val="solid"/>
                      <a:round/>
                      <a:headEnd type="none" w="med" len="med"/>
                      <a:tailEnd type="none" w="med" len="med"/>
                    </a:lnB>
                    <a:solidFill>
                      <a:srgbClr val="FFFFFF"/>
                    </a:solidFill>
                  </a:tcPr>
                </a:tc>
                <a:tc>
                  <a:txBody>
                    <a:bodyPr/>
                    <a:lstStyle/>
                    <a:p>
                      <a:pPr algn="l"/>
                      <a:r>
                        <a:rPr lang="zh-CN" altLang="en-US" sz="1800" dirty="0">
                          <a:effectLst/>
                        </a:rPr>
                        <a:t>“格力转债”的转股价格由</a:t>
                      </a:r>
                      <a:r>
                        <a:rPr lang="en-US" altLang="zh-CN" sz="1800" dirty="0">
                          <a:effectLst/>
                        </a:rPr>
                        <a:t>7.39</a:t>
                      </a:r>
                      <a:r>
                        <a:rPr lang="zh-CN" altLang="en-US" sz="1800" dirty="0">
                          <a:effectLst/>
                        </a:rPr>
                        <a:t>元</a:t>
                      </a:r>
                      <a:r>
                        <a:rPr lang="en-US" altLang="zh-CN" sz="1800" dirty="0">
                          <a:effectLst/>
                        </a:rPr>
                        <a:t>/</a:t>
                      </a:r>
                      <a:r>
                        <a:rPr lang="zh-CN" altLang="en-US" sz="1800" dirty="0">
                          <a:effectLst/>
                        </a:rPr>
                        <a:t>股调整为</a:t>
                      </a:r>
                      <a:r>
                        <a:rPr lang="en-US" altLang="zh-CN" sz="1800" dirty="0">
                          <a:effectLst/>
                        </a:rPr>
                        <a:t>7.26</a:t>
                      </a:r>
                      <a:r>
                        <a:rPr lang="zh-CN" altLang="en-US" sz="1800" dirty="0">
                          <a:effectLst/>
                        </a:rPr>
                        <a:t>元</a:t>
                      </a:r>
                      <a:r>
                        <a:rPr lang="en-US" altLang="zh-CN" sz="1800" dirty="0">
                          <a:effectLst/>
                        </a:rPr>
                        <a:t>/</a:t>
                      </a:r>
                      <a:r>
                        <a:rPr lang="zh-CN" altLang="en-US" sz="1800" dirty="0">
                          <a:effectLst/>
                        </a:rPr>
                        <a:t>股。“格力转债”</a:t>
                      </a:r>
                      <a:r>
                        <a:rPr lang="en-US" altLang="zh-CN" sz="1800" dirty="0">
                          <a:effectLst/>
                        </a:rPr>
                        <a:t>2016</a:t>
                      </a:r>
                      <a:r>
                        <a:rPr lang="zh-CN" altLang="en-US" sz="1800" dirty="0">
                          <a:effectLst/>
                        </a:rPr>
                        <a:t>年</a:t>
                      </a:r>
                      <a:r>
                        <a:rPr lang="en-US" altLang="zh-CN" sz="1800" dirty="0">
                          <a:effectLst/>
                        </a:rPr>
                        <a:t>8</a:t>
                      </a:r>
                      <a:r>
                        <a:rPr lang="zh-CN" altLang="en-US" sz="1800" dirty="0">
                          <a:effectLst/>
                        </a:rPr>
                        <a:t>月</a:t>
                      </a:r>
                      <a:r>
                        <a:rPr lang="en-US" altLang="zh-CN" sz="1800" dirty="0">
                          <a:effectLst/>
                        </a:rPr>
                        <a:t>24</a:t>
                      </a:r>
                      <a:r>
                        <a:rPr lang="zh-CN" altLang="en-US" sz="1800" dirty="0">
                          <a:effectLst/>
                        </a:rPr>
                        <a:t>日暂停转股一天，</a:t>
                      </a:r>
                      <a:r>
                        <a:rPr lang="en-US" altLang="zh-CN" sz="1800" dirty="0">
                          <a:effectLst/>
                        </a:rPr>
                        <a:t>2016</a:t>
                      </a:r>
                      <a:r>
                        <a:rPr lang="zh-CN" altLang="en-US" sz="1800" dirty="0">
                          <a:effectLst/>
                        </a:rPr>
                        <a:t>年</a:t>
                      </a:r>
                      <a:r>
                        <a:rPr lang="en-US" altLang="zh-CN" sz="1800" dirty="0">
                          <a:effectLst/>
                        </a:rPr>
                        <a:t>8</a:t>
                      </a:r>
                      <a:r>
                        <a:rPr lang="zh-CN" altLang="en-US" sz="1800" dirty="0">
                          <a:effectLst/>
                        </a:rPr>
                        <a:t>月</a:t>
                      </a:r>
                      <a:r>
                        <a:rPr lang="en-US" altLang="zh-CN" sz="1800" dirty="0">
                          <a:effectLst/>
                        </a:rPr>
                        <a:t>25</a:t>
                      </a:r>
                      <a:r>
                        <a:rPr lang="zh-CN" altLang="en-US" sz="1800" dirty="0">
                          <a:effectLst/>
                        </a:rPr>
                        <a:t>日恢复转股。调整后的转股价格自</a:t>
                      </a:r>
                      <a:r>
                        <a:rPr lang="en-US" altLang="zh-CN" sz="1800" dirty="0">
                          <a:effectLst/>
                        </a:rPr>
                        <a:t>2016</a:t>
                      </a:r>
                      <a:r>
                        <a:rPr lang="zh-CN" altLang="en-US" sz="1800" dirty="0">
                          <a:effectLst/>
                        </a:rPr>
                        <a:t>年</a:t>
                      </a:r>
                      <a:r>
                        <a:rPr lang="en-US" altLang="zh-CN" sz="1800" dirty="0">
                          <a:effectLst/>
                        </a:rPr>
                        <a:t>8</a:t>
                      </a:r>
                      <a:r>
                        <a:rPr lang="zh-CN" altLang="en-US" sz="1800" dirty="0">
                          <a:effectLst/>
                        </a:rPr>
                        <a:t>月</a:t>
                      </a:r>
                      <a:r>
                        <a:rPr lang="en-US" altLang="zh-CN" sz="1800" dirty="0">
                          <a:effectLst/>
                        </a:rPr>
                        <a:t>25</a:t>
                      </a:r>
                      <a:r>
                        <a:rPr lang="zh-CN" altLang="en-US" sz="1800" dirty="0">
                          <a:effectLst/>
                        </a:rPr>
                        <a:t>日起生效。</a:t>
                      </a:r>
                    </a:p>
                  </a:txBody>
                  <a:tcPr marL="31750" marR="31750" marT="25400" marB="12700" anchor="ctr">
                    <a:lnL w="6350" cap="flat" cmpd="sng" algn="ctr">
                      <a:solidFill>
                        <a:srgbClr val="BDD1EA"/>
                      </a:solidFill>
                      <a:prstDash val="solid"/>
                      <a:round/>
                      <a:headEnd type="none" w="med" len="med"/>
                      <a:tailEnd type="none" w="med" len="med"/>
                    </a:lnL>
                    <a:lnR w="6350" cap="flat" cmpd="sng" algn="ctr">
                      <a:solidFill>
                        <a:srgbClr val="BDD1EA"/>
                      </a:solidFill>
                      <a:prstDash val="solid"/>
                      <a:round/>
                      <a:headEnd type="none" w="med" len="med"/>
                      <a:tailEnd type="none" w="med" len="med"/>
                    </a:lnR>
                    <a:lnT w="6350" cap="flat" cmpd="sng" algn="ctr">
                      <a:solidFill>
                        <a:srgbClr val="BDD1EA"/>
                      </a:solidFill>
                      <a:prstDash val="solid"/>
                      <a:round/>
                      <a:headEnd type="none" w="med" len="med"/>
                      <a:tailEnd type="none" w="med" len="med"/>
                    </a:lnT>
                    <a:lnB w="6350" cap="flat" cmpd="sng" algn="ctr">
                      <a:solidFill>
                        <a:srgbClr val="BDD1EA"/>
                      </a:solidFill>
                      <a:prstDash val="solid"/>
                      <a:round/>
                      <a:headEnd type="none" w="med" len="med"/>
                      <a:tailEnd type="none" w="med" len="med"/>
                    </a:lnB>
                    <a:solidFill>
                      <a:srgbClr val="FFFFFF"/>
                    </a:solidFill>
                  </a:tcPr>
                </a:tc>
                <a:tc>
                  <a:txBody>
                    <a:bodyPr/>
                    <a:lstStyle/>
                    <a:p>
                      <a:pPr algn="ctr"/>
                      <a:r>
                        <a:rPr lang="en-US" altLang="zh-CN" sz="1800" dirty="0">
                          <a:effectLst/>
                        </a:rPr>
                        <a:t>2016-08-24</a:t>
                      </a:r>
                    </a:p>
                  </a:txBody>
                  <a:tcPr marL="31750" marR="31750" marT="25400" marB="12700" anchor="ctr">
                    <a:lnL w="6350" cap="flat" cmpd="sng" algn="ctr">
                      <a:solidFill>
                        <a:srgbClr val="BDD1EA"/>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BDD1EA"/>
                      </a:solidFill>
                      <a:prstDash val="solid"/>
                      <a:round/>
                      <a:headEnd type="none" w="med" len="med"/>
                      <a:tailEnd type="none" w="med" len="med"/>
                    </a:lnT>
                    <a:lnB w="6350" cap="flat" cmpd="sng" algn="ctr">
                      <a:solidFill>
                        <a:srgbClr val="BDD1EA"/>
                      </a:solidFill>
                      <a:prstDash val="solid"/>
                      <a:round/>
                      <a:headEnd type="none" w="med" len="med"/>
                      <a:tailEnd type="none" w="med" len="med"/>
                    </a:lnB>
                    <a:solidFill>
                      <a:srgbClr val="FFFFFF"/>
                    </a:solidFill>
                  </a:tcPr>
                </a:tc>
                <a:extLst>
                  <a:ext uri="{0D108BD9-81ED-4DB2-BD59-A6C34878D82A}">
                    <a16:rowId xmlns:a16="http://schemas.microsoft.com/office/drawing/2014/main" val="3095067210"/>
                  </a:ext>
                </a:extLst>
              </a:tr>
              <a:tr h="977717">
                <a:tc>
                  <a:txBody>
                    <a:bodyPr/>
                    <a:lstStyle/>
                    <a:p>
                      <a:pPr algn="ctr"/>
                      <a:r>
                        <a:rPr lang="en-US" altLang="zh-CN" sz="1800">
                          <a:effectLst/>
                        </a:rPr>
                        <a:t>2016-05-26</a:t>
                      </a:r>
                    </a:p>
                  </a:txBody>
                  <a:tcPr marL="31750" marR="31750" marT="25400" marB="12700" anchor="ctr">
                    <a:lnL w="6350" cap="flat" cmpd="sng" algn="ctr">
                      <a:solidFill>
                        <a:srgbClr val="BDD1EA"/>
                      </a:solidFill>
                      <a:prstDash val="solid"/>
                      <a:round/>
                      <a:headEnd type="none" w="med" len="med"/>
                      <a:tailEnd type="none" w="med" len="med"/>
                    </a:lnL>
                    <a:lnR w="6350" cap="flat" cmpd="sng" algn="ctr">
                      <a:solidFill>
                        <a:srgbClr val="BDD1EA"/>
                      </a:solidFill>
                      <a:prstDash val="solid"/>
                      <a:round/>
                      <a:headEnd type="none" w="med" len="med"/>
                      <a:tailEnd type="none" w="med" len="med"/>
                    </a:lnR>
                    <a:lnT w="6350" cap="flat" cmpd="sng" algn="ctr">
                      <a:solidFill>
                        <a:srgbClr val="BDD1EA"/>
                      </a:solidFill>
                      <a:prstDash val="solid"/>
                      <a:round/>
                      <a:headEnd type="none" w="med" len="med"/>
                      <a:tailEnd type="none" w="med" len="med"/>
                    </a:lnT>
                    <a:lnB w="6350" cap="flat" cmpd="sng" algn="ctr">
                      <a:solidFill>
                        <a:srgbClr val="BDD1EA"/>
                      </a:solidFill>
                      <a:prstDash val="solid"/>
                      <a:round/>
                      <a:headEnd type="none" w="med" len="med"/>
                      <a:tailEnd type="none" w="med" len="med"/>
                    </a:lnB>
                    <a:solidFill>
                      <a:srgbClr val="FFFFFF"/>
                    </a:solidFill>
                  </a:tcPr>
                </a:tc>
                <a:tc>
                  <a:txBody>
                    <a:bodyPr/>
                    <a:lstStyle/>
                    <a:p>
                      <a:pPr algn="ctr"/>
                      <a:r>
                        <a:rPr lang="en-US" altLang="zh-CN" sz="1800" dirty="0">
                          <a:effectLst/>
                        </a:rPr>
                        <a:t>7.39</a:t>
                      </a:r>
                    </a:p>
                  </a:txBody>
                  <a:tcPr marL="31750" marR="31750" marT="25400" marB="12700" anchor="ctr">
                    <a:lnL w="6350" cap="flat" cmpd="sng" algn="ctr">
                      <a:solidFill>
                        <a:srgbClr val="BDD1EA"/>
                      </a:solidFill>
                      <a:prstDash val="solid"/>
                      <a:round/>
                      <a:headEnd type="none" w="med" len="med"/>
                      <a:tailEnd type="none" w="med" len="med"/>
                    </a:lnL>
                    <a:lnR w="6350" cap="flat" cmpd="sng" algn="ctr">
                      <a:solidFill>
                        <a:srgbClr val="BDD1EA"/>
                      </a:solidFill>
                      <a:prstDash val="solid"/>
                      <a:round/>
                      <a:headEnd type="none" w="med" len="med"/>
                      <a:tailEnd type="none" w="med" len="med"/>
                    </a:lnR>
                    <a:lnT w="6350" cap="flat" cmpd="sng" algn="ctr">
                      <a:solidFill>
                        <a:srgbClr val="BDD1EA"/>
                      </a:solidFill>
                      <a:prstDash val="solid"/>
                      <a:round/>
                      <a:headEnd type="none" w="med" len="med"/>
                      <a:tailEnd type="none" w="med" len="med"/>
                    </a:lnT>
                    <a:lnB w="6350" cap="flat" cmpd="sng" algn="ctr">
                      <a:solidFill>
                        <a:srgbClr val="BDD1EA"/>
                      </a:solidFill>
                      <a:prstDash val="solid"/>
                      <a:round/>
                      <a:headEnd type="none" w="med" len="med"/>
                      <a:tailEnd type="none" w="med" len="med"/>
                    </a:lnB>
                    <a:solidFill>
                      <a:srgbClr val="FFFFFF"/>
                    </a:solidFill>
                  </a:tcPr>
                </a:tc>
                <a:tc>
                  <a:txBody>
                    <a:bodyPr/>
                    <a:lstStyle/>
                    <a:p>
                      <a:pPr algn="l"/>
                      <a:r>
                        <a:rPr lang="zh-CN" altLang="en-US" sz="1800" dirty="0">
                          <a:effectLst/>
                        </a:rPr>
                        <a:t>“格力转债”的转股价格由</a:t>
                      </a:r>
                      <a:r>
                        <a:rPr lang="en-US" altLang="zh-CN" sz="1800" dirty="0">
                          <a:effectLst/>
                        </a:rPr>
                        <a:t>20.90</a:t>
                      </a:r>
                      <a:r>
                        <a:rPr lang="zh-CN" altLang="en-US" sz="1800" dirty="0">
                          <a:effectLst/>
                        </a:rPr>
                        <a:t>元</a:t>
                      </a:r>
                      <a:r>
                        <a:rPr lang="en-US" altLang="zh-CN" sz="1800" dirty="0">
                          <a:effectLst/>
                        </a:rPr>
                        <a:t>/</a:t>
                      </a:r>
                      <a:r>
                        <a:rPr lang="zh-CN" altLang="en-US" sz="1800" dirty="0">
                          <a:effectLst/>
                        </a:rPr>
                        <a:t>股调整为</a:t>
                      </a:r>
                      <a:r>
                        <a:rPr lang="en-US" altLang="zh-CN" sz="1800" dirty="0">
                          <a:effectLst/>
                        </a:rPr>
                        <a:t>7.39</a:t>
                      </a:r>
                      <a:r>
                        <a:rPr lang="zh-CN" altLang="en-US" sz="1800" dirty="0">
                          <a:effectLst/>
                        </a:rPr>
                        <a:t>元</a:t>
                      </a:r>
                      <a:r>
                        <a:rPr lang="en-US" altLang="zh-CN" sz="1800" dirty="0">
                          <a:effectLst/>
                        </a:rPr>
                        <a:t>/</a:t>
                      </a:r>
                      <a:r>
                        <a:rPr lang="zh-CN" altLang="en-US" sz="1800" dirty="0">
                          <a:effectLst/>
                        </a:rPr>
                        <a:t>股。 “格力转债”自</a:t>
                      </a:r>
                      <a:r>
                        <a:rPr lang="en-US" altLang="zh-CN" sz="1800" dirty="0">
                          <a:effectLst/>
                        </a:rPr>
                        <a:t>2016</a:t>
                      </a:r>
                      <a:r>
                        <a:rPr lang="zh-CN" altLang="en-US" sz="1800" dirty="0">
                          <a:effectLst/>
                        </a:rPr>
                        <a:t>年</a:t>
                      </a:r>
                      <a:r>
                        <a:rPr lang="en-US" altLang="zh-CN" sz="1800" dirty="0">
                          <a:effectLst/>
                        </a:rPr>
                        <a:t>5</a:t>
                      </a:r>
                      <a:r>
                        <a:rPr lang="zh-CN" altLang="en-US" sz="1800" dirty="0">
                          <a:effectLst/>
                        </a:rPr>
                        <a:t>月</a:t>
                      </a:r>
                      <a:r>
                        <a:rPr lang="en-US" altLang="zh-CN" sz="1800" dirty="0">
                          <a:effectLst/>
                        </a:rPr>
                        <a:t>19</a:t>
                      </a:r>
                      <a:r>
                        <a:rPr lang="zh-CN" altLang="en-US" sz="1800" dirty="0">
                          <a:effectLst/>
                        </a:rPr>
                        <a:t>日至</a:t>
                      </a:r>
                      <a:r>
                        <a:rPr lang="en-US" altLang="zh-CN" sz="1800" dirty="0">
                          <a:effectLst/>
                        </a:rPr>
                        <a:t>2016</a:t>
                      </a:r>
                      <a:r>
                        <a:rPr lang="zh-CN" altLang="en-US" sz="1800" dirty="0">
                          <a:effectLst/>
                        </a:rPr>
                        <a:t>年</a:t>
                      </a:r>
                      <a:r>
                        <a:rPr lang="en-US" altLang="zh-CN" sz="1800" dirty="0">
                          <a:effectLst/>
                        </a:rPr>
                        <a:t>5</a:t>
                      </a:r>
                      <a:r>
                        <a:rPr lang="zh-CN" altLang="en-US" sz="1800" dirty="0">
                          <a:effectLst/>
                        </a:rPr>
                        <a:t>月</a:t>
                      </a:r>
                      <a:r>
                        <a:rPr lang="en-US" altLang="zh-CN" sz="1800" dirty="0">
                          <a:effectLst/>
                        </a:rPr>
                        <a:t>25</a:t>
                      </a:r>
                      <a:r>
                        <a:rPr lang="zh-CN" altLang="en-US" sz="1800" dirty="0">
                          <a:effectLst/>
                        </a:rPr>
                        <a:t>日暂停转股，</a:t>
                      </a:r>
                      <a:r>
                        <a:rPr lang="en-US" altLang="zh-CN" sz="1800" dirty="0">
                          <a:effectLst/>
                        </a:rPr>
                        <a:t>2016</a:t>
                      </a:r>
                      <a:r>
                        <a:rPr lang="zh-CN" altLang="en-US" sz="1800" dirty="0">
                          <a:effectLst/>
                        </a:rPr>
                        <a:t>年</a:t>
                      </a:r>
                      <a:r>
                        <a:rPr lang="en-US" altLang="zh-CN" sz="1800" dirty="0">
                          <a:effectLst/>
                        </a:rPr>
                        <a:t>5</a:t>
                      </a:r>
                      <a:r>
                        <a:rPr lang="zh-CN" altLang="en-US" sz="1800" dirty="0">
                          <a:effectLst/>
                        </a:rPr>
                        <a:t>月</a:t>
                      </a:r>
                      <a:r>
                        <a:rPr lang="en-US" altLang="zh-CN" sz="1800" dirty="0">
                          <a:effectLst/>
                        </a:rPr>
                        <a:t>26</a:t>
                      </a:r>
                      <a:r>
                        <a:rPr lang="zh-CN" altLang="en-US" sz="1800" dirty="0">
                          <a:effectLst/>
                        </a:rPr>
                        <a:t>日恢复转股。调整后的转股价格自</a:t>
                      </a:r>
                      <a:r>
                        <a:rPr lang="en-US" altLang="zh-CN" sz="1800" dirty="0">
                          <a:effectLst/>
                        </a:rPr>
                        <a:t>2016</a:t>
                      </a:r>
                      <a:r>
                        <a:rPr lang="zh-CN" altLang="en-US" sz="1800" dirty="0">
                          <a:effectLst/>
                        </a:rPr>
                        <a:t>年</a:t>
                      </a:r>
                      <a:r>
                        <a:rPr lang="en-US" altLang="zh-CN" sz="1800" dirty="0">
                          <a:effectLst/>
                        </a:rPr>
                        <a:t>5</a:t>
                      </a:r>
                      <a:r>
                        <a:rPr lang="zh-CN" altLang="en-US" sz="1800" dirty="0">
                          <a:effectLst/>
                        </a:rPr>
                        <a:t>月</a:t>
                      </a:r>
                      <a:r>
                        <a:rPr lang="en-US" altLang="zh-CN" sz="1800" dirty="0">
                          <a:effectLst/>
                        </a:rPr>
                        <a:t>26</a:t>
                      </a:r>
                      <a:r>
                        <a:rPr lang="zh-CN" altLang="en-US" sz="1800" dirty="0">
                          <a:effectLst/>
                        </a:rPr>
                        <a:t>日起生效。</a:t>
                      </a:r>
                    </a:p>
                  </a:txBody>
                  <a:tcPr marL="31750" marR="31750" marT="25400" marB="12700" anchor="ctr">
                    <a:lnL w="6350" cap="flat" cmpd="sng" algn="ctr">
                      <a:solidFill>
                        <a:srgbClr val="BDD1EA"/>
                      </a:solidFill>
                      <a:prstDash val="solid"/>
                      <a:round/>
                      <a:headEnd type="none" w="med" len="med"/>
                      <a:tailEnd type="none" w="med" len="med"/>
                    </a:lnL>
                    <a:lnR w="6350" cap="flat" cmpd="sng" algn="ctr">
                      <a:solidFill>
                        <a:srgbClr val="BDD1EA"/>
                      </a:solidFill>
                      <a:prstDash val="solid"/>
                      <a:round/>
                      <a:headEnd type="none" w="med" len="med"/>
                      <a:tailEnd type="none" w="med" len="med"/>
                    </a:lnR>
                    <a:lnT w="6350" cap="flat" cmpd="sng" algn="ctr">
                      <a:solidFill>
                        <a:srgbClr val="BDD1EA"/>
                      </a:solidFill>
                      <a:prstDash val="solid"/>
                      <a:round/>
                      <a:headEnd type="none" w="med" len="med"/>
                      <a:tailEnd type="none" w="med" len="med"/>
                    </a:lnT>
                    <a:lnB w="6350" cap="flat" cmpd="sng" algn="ctr">
                      <a:solidFill>
                        <a:srgbClr val="BDD1EA"/>
                      </a:solidFill>
                      <a:prstDash val="solid"/>
                      <a:round/>
                      <a:headEnd type="none" w="med" len="med"/>
                      <a:tailEnd type="none" w="med" len="med"/>
                    </a:lnB>
                    <a:solidFill>
                      <a:srgbClr val="FFFFFF"/>
                    </a:solidFill>
                  </a:tcPr>
                </a:tc>
                <a:tc>
                  <a:txBody>
                    <a:bodyPr/>
                    <a:lstStyle/>
                    <a:p>
                      <a:pPr algn="ctr"/>
                      <a:r>
                        <a:rPr lang="en-US" altLang="zh-CN" sz="1800" dirty="0">
                          <a:effectLst/>
                        </a:rPr>
                        <a:t>2016-05-20</a:t>
                      </a:r>
                    </a:p>
                  </a:txBody>
                  <a:tcPr marL="31750" marR="31750" marT="25400" marB="12700" anchor="ctr">
                    <a:lnL w="6350" cap="flat" cmpd="sng" algn="ctr">
                      <a:solidFill>
                        <a:srgbClr val="BDD1EA"/>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BDD1EA"/>
                      </a:solidFill>
                      <a:prstDash val="solid"/>
                      <a:round/>
                      <a:headEnd type="none" w="med" len="med"/>
                      <a:tailEnd type="none" w="med" len="med"/>
                    </a:lnT>
                    <a:lnB w="6350" cap="flat" cmpd="sng" algn="ctr">
                      <a:solidFill>
                        <a:srgbClr val="BDD1EA"/>
                      </a:solidFill>
                      <a:prstDash val="solid"/>
                      <a:round/>
                      <a:headEnd type="none" w="med" len="med"/>
                      <a:tailEnd type="none" w="med" len="med"/>
                    </a:lnB>
                    <a:solidFill>
                      <a:srgbClr val="FFFFFF"/>
                    </a:solidFill>
                  </a:tcPr>
                </a:tc>
                <a:extLst>
                  <a:ext uri="{0D108BD9-81ED-4DB2-BD59-A6C34878D82A}">
                    <a16:rowId xmlns:a16="http://schemas.microsoft.com/office/drawing/2014/main" val="942976174"/>
                  </a:ext>
                </a:extLst>
              </a:tr>
              <a:tr h="1891945">
                <a:tc>
                  <a:txBody>
                    <a:bodyPr/>
                    <a:lstStyle/>
                    <a:p>
                      <a:pPr algn="ctr"/>
                      <a:r>
                        <a:rPr lang="en-US" altLang="zh-CN" sz="1800">
                          <a:effectLst/>
                        </a:rPr>
                        <a:t>2015-01-13</a:t>
                      </a:r>
                    </a:p>
                  </a:txBody>
                  <a:tcPr marL="31750" marR="31750" marT="25400" marB="12700" anchor="ctr">
                    <a:lnL w="6350" cap="flat" cmpd="sng" algn="ctr">
                      <a:solidFill>
                        <a:srgbClr val="BDD1EA"/>
                      </a:solidFill>
                      <a:prstDash val="solid"/>
                      <a:round/>
                      <a:headEnd type="none" w="med" len="med"/>
                      <a:tailEnd type="none" w="med" len="med"/>
                    </a:lnL>
                    <a:lnR w="6350" cap="flat" cmpd="sng" algn="ctr">
                      <a:solidFill>
                        <a:srgbClr val="BDD1EA"/>
                      </a:solidFill>
                      <a:prstDash val="solid"/>
                      <a:round/>
                      <a:headEnd type="none" w="med" len="med"/>
                      <a:tailEnd type="none" w="med" len="med"/>
                    </a:lnR>
                    <a:lnT w="6350" cap="flat" cmpd="sng" algn="ctr">
                      <a:solidFill>
                        <a:srgbClr val="BDD1EA"/>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algn="ctr"/>
                      <a:r>
                        <a:rPr lang="en-US" altLang="zh-CN" sz="1800" dirty="0">
                          <a:effectLst/>
                        </a:rPr>
                        <a:t>20.90</a:t>
                      </a:r>
                    </a:p>
                  </a:txBody>
                  <a:tcPr marL="31750" marR="31750" marT="25400" marB="12700" anchor="ctr">
                    <a:lnL w="6350" cap="flat" cmpd="sng" algn="ctr">
                      <a:solidFill>
                        <a:srgbClr val="BDD1EA"/>
                      </a:solidFill>
                      <a:prstDash val="solid"/>
                      <a:round/>
                      <a:headEnd type="none" w="med" len="med"/>
                      <a:tailEnd type="none" w="med" len="med"/>
                    </a:lnL>
                    <a:lnR w="6350" cap="flat" cmpd="sng" algn="ctr">
                      <a:solidFill>
                        <a:srgbClr val="BDD1EA"/>
                      </a:solidFill>
                      <a:prstDash val="solid"/>
                      <a:round/>
                      <a:headEnd type="none" w="med" len="med"/>
                      <a:tailEnd type="none" w="med" len="med"/>
                    </a:lnR>
                    <a:lnT w="6350" cap="flat" cmpd="sng" algn="ctr">
                      <a:solidFill>
                        <a:srgbClr val="BDD1EA"/>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algn="l"/>
                      <a:r>
                        <a:rPr lang="zh-CN" altLang="en-US" sz="1800" dirty="0">
                          <a:effectLst/>
                        </a:rPr>
                        <a:t>本次可转债的初始转股价格为</a:t>
                      </a:r>
                      <a:r>
                        <a:rPr lang="en-US" altLang="zh-CN" sz="1800" dirty="0">
                          <a:effectLst/>
                        </a:rPr>
                        <a:t>20.90</a:t>
                      </a:r>
                      <a:r>
                        <a:rPr lang="zh-CN" altLang="en-US" sz="1800" dirty="0">
                          <a:effectLst/>
                        </a:rPr>
                        <a:t>元</a:t>
                      </a:r>
                      <a:r>
                        <a:rPr lang="en-US" altLang="zh-CN" sz="1800" dirty="0">
                          <a:effectLst/>
                        </a:rPr>
                        <a:t>/</a:t>
                      </a:r>
                      <a:r>
                        <a:rPr lang="zh-CN" altLang="en-US" sz="1800" dirty="0">
                          <a:effectLst/>
                        </a:rPr>
                        <a:t>股，不低于募集说明书公告日前</a:t>
                      </a:r>
                      <a:r>
                        <a:rPr lang="en-US" altLang="zh-CN" sz="1800" dirty="0">
                          <a:effectLst/>
                        </a:rPr>
                        <a:t>20</a:t>
                      </a:r>
                      <a:r>
                        <a:rPr lang="zh-CN" altLang="en-US" sz="1800" dirty="0">
                          <a:effectLst/>
                        </a:rPr>
                        <a:t>个交易日公司股票交易均价（若在该</a:t>
                      </a:r>
                      <a:r>
                        <a:rPr lang="en-US" altLang="zh-CN" sz="1800" dirty="0">
                          <a:effectLst/>
                        </a:rPr>
                        <a:t>20</a:t>
                      </a:r>
                      <a:r>
                        <a:rPr lang="zh-CN" altLang="en-US" sz="1800" dirty="0">
                          <a:effectLst/>
                        </a:rPr>
                        <a:t>个交易日内发生过因除权、除息引起股价调整的情形，则对调整前交易日的收盘价按经过相应除权、除息调整后的价格计算）和前一个交易日公司股票交易均价。 前</a:t>
                      </a:r>
                      <a:r>
                        <a:rPr lang="en-US" altLang="zh-CN" sz="1800" dirty="0">
                          <a:effectLst/>
                        </a:rPr>
                        <a:t>20</a:t>
                      </a:r>
                      <a:r>
                        <a:rPr lang="zh-CN" altLang="en-US" sz="1800" dirty="0">
                          <a:effectLst/>
                        </a:rPr>
                        <a:t>个交易日公司股票交易均价</a:t>
                      </a:r>
                      <a:r>
                        <a:rPr lang="en-US" altLang="zh-CN" sz="1800" dirty="0">
                          <a:effectLst/>
                        </a:rPr>
                        <a:t>=</a:t>
                      </a:r>
                      <a:r>
                        <a:rPr lang="zh-CN" altLang="en-US" sz="1800" dirty="0">
                          <a:effectLst/>
                        </a:rPr>
                        <a:t>前</a:t>
                      </a:r>
                      <a:r>
                        <a:rPr lang="en-US" altLang="zh-CN" sz="1800" dirty="0">
                          <a:effectLst/>
                        </a:rPr>
                        <a:t>20</a:t>
                      </a:r>
                      <a:r>
                        <a:rPr lang="zh-CN" altLang="en-US" sz="1800" dirty="0">
                          <a:effectLst/>
                        </a:rPr>
                        <a:t>个交易日公司股票交易总额</a:t>
                      </a:r>
                      <a:r>
                        <a:rPr lang="en-US" altLang="zh-CN" sz="1800" dirty="0">
                          <a:effectLst/>
                        </a:rPr>
                        <a:t>/</a:t>
                      </a:r>
                      <a:r>
                        <a:rPr lang="zh-CN" altLang="en-US" sz="1800" dirty="0">
                          <a:effectLst/>
                        </a:rPr>
                        <a:t>该</a:t>
                      </a:r>
                      <a:r>
                        <a:rPr lang="en-US" altLang="zh-CN" sz="1800" dirty="0">
                          <a:effectLst/>
                        </a:rPr>
                        <a:t>20</a:t>
                      </a:r>
                      <a:r>
                        <a:rPr lang="zh-CN" altLang="en-US" sz="1800" dirty="0">
                          <a:effectLst/>
                        </a:rPr>
                        <a:t>个交易日公司股票交易总量；前一交易日公司股票交易均价</a:t>
                      </a:r>
                      <a:r>
                        <a:rPr lang="en-US" altLang="zh-CN" sz="1800" dirty="0">
                          <a:effectLst/>
                        </a:rPr>
                        <a:t>=</a:t>
                      </a:r>
                      <a:r>
                        <a:rPr lang="zh-CN" altLang="en-US" sz="1800" dirty="0">
                          <a:effectLst/>
                        </a:rPr>
                        <a:t>前一交易日公司股票交易总额</a:t>
                      </a:r>
                      <a:r>
                        <a:rPr lang="en-US" altLang="zh-CN" sz="1800" dirty="0">
                          <a:effectLst/>
                        </a:rPr>
                        <a:t>/</a:t>
                      </a:r>
                      <a:r>
                        <a:rPr lang="zh-CN" altLang="en-US" sz="1800" dirty="0">
                          <a:effectLst/>
                        </a:rPr>
                        <a:t>该日公司股票交易总量。</a:t>
                      </a:r>
                    </a:p>
                  </a:txBody>
                  <a:tcPr marL="31750" marR="31750" marT="25400" marB="12700" anchor="ctr">
                    <a:lnL w="6350" cap="flat" cmpd="sng" algn="ctr">
                      <a:solidFill>
                        <a:srgbClr val="BDD1EA"/>
                      </a:solidFill>
                      <a:prstDash val="solid"/>
                      <a:round/>
                      <a:headEnd type="none" w="med" len="med"/>
                      <a:tailEnd type="none" w="med" len="med"/>
                    </a:lnL>
                    <a:lnR w="6350" cap="flat" cmpd="sng" algn="ctr">
                      <a:solidFill>
                        <a:srgbClr val="BDD1EA"/>
                      </a:solidFill>
                      <a:prstDash val="solid"/>
                      <a:round/>
                      <a:headEnd type="none" w="med" len="med"/>
                      <a:tailEnd type="none" w="med" len="med"/>
                    </a:lnR>
                    <a:lnT w="6350" cap="flat" cmpd="sng" algn="ctr">
                      <a:solidFill>
                        <a:srgbClr val="BDD1EA"/>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r>
                        <a:rPr lang="en-US" altLang="zh-CN" sz="1800" dirty="0">
                          <a:effectLst/>
                        </a:rPr>
                        <a:t>2015-01-09</a:t>
                      </a:r>
                    </a:p>
                  </a:txBody>
                  <a:tcPr marL="31750" marR="31750" marT="25400" marB="12700" anchor="ctr">
                    <a:lnL w="6350" cap="flat" cmpd="sng" algn="ctr">
                      <a:solidFill>
                        <a:srgbClr val="BDD1EA"/>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BDD1EA"/>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extLst>
                  <a:ext uri="{0D108BD9-81ED-4DB2-BD59-A6C34878D82A}">
                    <a16:rowId xmlns:a16="http://schemas.microsoft.com/office/drawing/2014/main" val="2196487847"/>
                  </a:ext>
                </a:extLst>
              </a:tr>
            </a:tbl>
          </a:graphicData>
        </a:graphic>
      </p:graphicFrame>
    </p:spTree>
    <p:extLst>
      <p:ext uri="{BB962C8B-B14F-4D97-AF65-F5344CB8AC3E}">
        <p14:creationId xmlns:p14="http://schemas.microsoft.com/office/powerpoint/2010/main" val="383723964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0" name="直接连接符 19">
            <a:extLst>
              <a:ext uri="{FF2B5EF4-FFF2-40B4-BE49-F238E27FC236}">
                <a16:creationId xmlns:a16="http://schemas.microsoft.com/office/drawing/2014/main" id="{B9962DA2-A008-4124-95AB-BAC581849AFC}"/>
              </a:ext>
            </a:extLst>
          </p:cNvPr>
          <p:cNvCxnSpPr/>
          <p:nvPr/>
        </p:nvCxnSpPr>
        <p:spPr>
          <a:xfrm flipV="1">
            <a:off x="1529174" y="2185643"/>
            <a:ext cx="14451561" cy="6184954"/>
          </a:xfrm>
          <a:prstGeom prst="line">
            <a:avLst/>
          </a:prstGeom>
          <a:ln w="254000">
            <a:solidFill>
              <a:schemeClr val="accent1">
                <a:alpha val="40000"/>
              </a:schemeClr>
            </a:solidFill>
          </a:ln>
        </p:spPr>
        <p:style>
          <a:lnRef idx="1">
            <a:schemeClr val="accent1"/>
          </a:lnRef>
          <a:fillRef idx="0">
            <a:schemeClr val="accent1"/>
          </a:fillRef>
          <a:effectRef idx="0">
            <a:schemeClr val="accent1"/>
          </a:effectRef>
          <a:fontRef idx="minor">
            <a:schemeClr val="tx1"/>
          </a:fontRef>
        </p:style>
      </p:cxnSp>
      <p:sp>
        <p:nvSpPr>
          <p:cNvPr id="4" name="标题 3">
            <a:extLst>
              <a:ext uri="{FF2B5EF4-FFF2-40B4-BE49-F238E27FC236}">
                <a16:creationId xmlns:a16="http://schemas.microsoft.com/office/drawing/2014/main" id="{E8B470F3-FC6A-4EFB-8EE3-6CC6346AE03A}"/>
              </a:ext>
            </a:extLst>
          </p:cNvPr>
          <p:cNvSpPr>
            <a:spLocks noGrp="1"/>
          </p:cNvSpPr>
          <p:nvPr>
            <p:ph type="title"/>
          </p:nvPr>
        </p:nvSpPr>
        <p:spPr/>
        <p:txBody>
          <a:bodyPr/>
          <a:lstStyle/>
          <a:p>
            <a:r>
              <a:rPr lang="zh-CN" altLang="en-US" dirty="0"/>
              <a:t>转债价格结构</a:t>
            </a:r>
          </a:p>
        </p:txBody>
      </p:sp>
      <p:grpSp>
        <p:nvGrpSpPr>
          <p:cNvPr id="49" name="组合 48">
            <a:extLst>
              <a:ext uri="{FF2B5EF4-FFF2-40B4-BE49-F238E27FC236}">
                <a16:creationId xmlns:a16="http://schemas.microsoft.com/office/drawing/2014/main" id="{97063E71-C0AA-40D5-BBEE-69E5A2B0356F}"/>
              </a:ext>
            </a:extLst>
          </p:cNvPr>
          <p:cNvGrpSpPr/>
          <p:nvPr/>
        </p:nvGrpSpPr>
        <p:grpSpPr>
          <a:xfrm>
            <a:off x="949497" y="1914497"/>
            <a:ext cx="15378696" cy="7295714"/>
            <a:chOff x="6143893" y="2059817"/>
            <a:chExt cx="7806079" cy="6619920"/>
          </a:xfrm>
        </p:grpSpPr>
        <p:grpSp>
          <p:nvGrpSpPr>
            <p:cNvPr id="6" name="组合 5">
              <a:extLst>
                <a:ext uri="{FF2B5EF4-FFF2-40B4-BE49-F238E27FC236}">
                  <a16:creationId xmlns:a16="http://schemas.microsoft.com/office/drawing/2014/main" id="{FA4CEE5C-BDB6-424C-BFA6-86B7495CF0AD}"/>
                </a:ext>
              </a:extLst>
            </p:cNvPr>
            <p:cNvGrpSpPr/>
            <p:nvPr/>
          </p:nvGrpSpPr>
          <p:grpSpPr>
            <a:xfrm>
              <a:off x="6143893" y="2059817"/>
              <a:ext cx="7806079" cy="6619920"/>
              <a:chOff x="2153117" y="1923793"/>
              <a:chExt cx="4957296" cy="4204020"/>
            </a:xfrm>
          </p:grpSpPr>
          <p:sp>
            <p:nvSpPr>
              <p:cNvPr id="7" name="Rectangle 2">
                <a:extLst>
                  <a:ext uri="{FF2B5EF4-FFF2-40B4-BE49-F238E27FC236}">
                    <a16:creationId xmlns:a16="http://schemas.microsoft.com/office/drawing/2014/main" id="{60CFA896-EF32-4660-8B30-7FC9E9984C80}"/>
                  </a:ext>
                </a:extLst>
              </p:cNvPr>
              <p:cNvSpPr>
                <a:spLocks noChangeArrowheads="1"/>
              </p:cNvSpPr>
              <p:nvPr/>
            </p:nvSpPr>
            <p:spPr bwMode="auto">
              <a:xfrm>
                <a:off x="2333625" y="2136775"/>
                <a:ext cx="4776788" cy="3662363"/>
              </a:xfrm>
              <a:prstGeom prst="rect">
                <a:avLst/>
              </a:prstGeom>
              <a:noFill/>
              <a:ln w="9525">
                <a:solidFill>
                  <a:srgbClr val="00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TW" altLang="en-US" sz="2400">
                  <a:latin typeface="+mn-ea"/>
                </a:endParaRPr>
              </a:p>
            </p:txBody>
          </p:sp>
          <p:sp>
            <p:nvSpPr>
              <p:cNvPr id="8" name="Line 3">
                <a:extLst>
                  <a:ext uri="{FF2B5EF4-FFF2-40B4-BE49-F238E27FC236}">
                    <a16:creationId xmlns:a16="http://schemas.microsoft.com/office/drawing/2014/main" id="{2FB606F6-CAED-49E1-8091-A817E0F18A2F}"/>
                  </a:ext>
                </a:extLst>
              </p:cNvPr>
              <p:cNvSpPr>
                <a:spLocks noChangeShapeType="1"/>
              </p:cNvSpPr>
              <p:nvPr/>
            </p:nvSpPr>
            <p:spPr bwMode="auto">
              <a:xfrm flipV="1">
                <a:off x="2357437" y="2136775"/>
                <a:ext cx="4752975" cy="3621160"/>
              </a:xfrm>
              <a:prstGeom prst="line">
                <a:avLst/>
              </a:prstGeom>
              <a:noFill/>
              <a:ln w="127000">
                <a:solidFill>
                  <a:srgbClr val="C00000"/>
                </a:solidFill>
                <a:prstDash val="sysDot"/>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TW" altLang="en-US" sz="2400">
                  <a:latin typeface="+mn-ea"/>
                </a:endParaRPr>
              </a:p>
            </p:txBody>
          </p:sp>
          <p:sp>
            <p:nvSpPr>
              <p:cNvPr id="9" name="Text Box 4">
                <a:extLst>
                  <a:ext uri="{FF2B5EF4-FFF2-40B4-BE49-F238E27FC236}">
                    <a16:creationId xmlns:a16="http://schemas.microsoft.com/office/drawing/2014/main" id="{2547819B-FAF8-47EC-A09C-1CC19B5FE5A3}"/>
                  </a:ext>
                </a:extLst>
              </p:cNvPr>
              <p:cNvSpPr txBox="1">
                <a:spLocks noChangeArrowheads="1"/>
              </p:cNvSpPr>
              <p:nvPr/>
            </p:nvSpPr>
            <p:spPr bwMode="auto">
              <a:xfrm>
                <a:off x="4428740" y="5861787"/>
                <a:ext cx="287403" cy="2660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FFFF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zh-TW" altLang="en-US" sz="2400" dirty="0">
                    <a:solidFill>
                      <a:srgbClr val="C00000"/>
                    </a:solidFill>
                    <a:latin typeface="+mn-ea"/>
                  </a:rPr>
                  <a:t>股 价</a:t>
                </a:r>
              </a:p>
            </p:txBody>
          </p:sp>
          <p:sp>
            <p:nvSpPr>
              <p:cNvPr id="10" name="Text Box 5">
                <a:extLst>
                  <a:ext uri="{FF2B5EF4-FFF2-40B4-BE49-F238E27FC236}">
                    <a16:creationId xmlns:a16="http://schemas.microsoft.com/office/drawing/2014/main" id="{571A338D-5D0F-4F04-97D6-36FAE1BAC7B0}"/>
                  </a:ext>
                </a:extLst>
              </p:cNvPr>
              <p:cNvSpPr txBox="1">
                <a:spLocks noChangeArrowheads="1"/>
              </p:cNvSpPr>
              <p:nvPr/>
            </p:nvSpPr>
            <p:spPr bwMode="auto">
              <a:xfrm>
                <a:off x="2153117" y="2263504"/>
                <a:ext cx="160728" cy="9044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FFFF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ctr"/>
                <a:r>
                  <a:rPr lang="zh-CN" altLang="en-US" sz="2400" b="1" dirty="0">
                    <a:solidFill>
                      <a:srgbClr val="0070C0"/>
                    </a:solidFill>
                    <a:latin typeface="+mn-ea"/>
                  </a:rPr>
                  <a:t>转债</a:t>
                </a:r>
                <a:r>
                  <a:rPr lang="zh-TW" altLang="en-US" sz="2400" b="1" dirty="0">
                    <a:solidFill>
                      <a:srgbClr val="0070C0"/>
                    </a:solidFill>
                    <a:latin typeface="+mn-ea"/>
                  </a:rPr>
                  <a:t>价格</a:t>
                </a:r>
              </a:p>
            </p:txBody>
          </p:sp>
          <p:sp>
            <p:nvSpPr>
              <p:cNvPr id="11" name="Text Box 6">
                <a:extLst>
                  <a:ext uri="{FF2B5EF4-FFF2-40B4-BE49-F238E27FC236}">
                    <a16:creationId xmlns:a16="http://schemas.microsoft.com/office/drawing/2014/main" id="{4D322E02-8C3C-4CCE-83FA-0C6F380064BB}"/>
                  </a:ext>
                </a:extLst>
              </p:cNvPr>
              <p:cNvSpPr txBox="1">
                <a:spLocks noChangeArrowheads="1"/>
              </p:cNvSpPr>
              <p:nvPr/>
            </p:nvSpPr>
            <p:spPr bwMode="auto">
              <a:xfrm>
                <a:off x="2153117" y="5644001"/>
                <a:ext cx="186858" cy="2660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FFFF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TW" sz="2400" dirty="0">
                    <a:latin typeface="+mn-ea"/>
                  </a:rPr>
                  <a:t>0</a:t>
                </a:r>
              </a:p>
            </p:txBody>
          </p:sp>
          <p:sp>
            <p:nvSpPr>
              <p:cNvPr id="12" name="Line 7">
                <a:extLst>
                  <a:ext uri="{FF2B5EF4-FFF2-40B4-BE49-F238E27FC236}">
                    <a16:creationId xmlns:a16="http://schemas.microsoft.com/office/drawing/2014/main" id="{23DEDB50-CF1B-4FD9-A135-B023D6CF7F32}"/>
                  </a:ext>
                </a:extLst>
              </p:cNvPr>
              <p:cNvSpPr>
                <a:spLocks noChangeShapeType="1"/>
              </p:cNvSpPr>
              <p:nvPr/>
            </p:nvSpPr>
            <p:spPr bwMode="auto">
              <a:xfrm flipV="1">
                <a:off x="2339975" y="4508500"/>
                <a:ext cx="4752975" cy="0"/>
              </a:xfrm>
              <a:prstGeom prst="line">
                <a:avLst/>
              </a:prstGeom>
              <a:noFill/>
              <a:ln w="127000">
                <a:solidFill>
                  <a:schemeClr val="tx1">
                    <a:lumMod val="50000"/>
                    <a:lumOff val="50000"/>
                  </a:schemeClr>
                </a:solidFill>
                <a:prstDash val="sysDot"/>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TW" altLang="en-US" sz="2400">
                  <a:latin typeface="+mn-ea"/>
                </a:endParaRPr>
              </a:p>
            </p:txBody>
          </p:sp>
          <p:sp>
            <p:nvSpPr>
              <p:cNvPr id="13" name="Line 8">
                <a:extLst>
                  <a:ext uri="{FF2B5EF4-FFF2-40B4-BE49-F238E27FC236}">
                    <a16:creationId xmlns:a16="http://schemas.microsoft.com/office/drawing/2014/main" id="{C3842D8E-7B32-4E5A-ADB5-7BC8F63BC0F5}"/>
                  </a:ext>
                </a:extLst>
              </p:cNvPr>
              <p:cNvSpPr>
                <a:spLocks noChangeShapeType="1"/>
              </p:cNvSpPr>
              <p:nvPr/>
            </p:nvSpPr>
            <p:spPr bwMode="auto">
              <a:xfrm flipH="1">
                <a:off x="4341813" y="2295525"/>
                <a:ext cx="2490787" cy="1752600"/>
              </a:xfrm>
              <a:prstGeom prst="line">
                <a:avLst/>
              </a:prstGeom>
              <a:noFill/>
              <a:ln w="76200">
                <a:solidFill>
                  <a:srgbClr val="00B0F0"/>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TW" altLang="en-US" sz="2400">
                  <a:latin typeface="+mn-ea"/>
                </a:endParaRPr>
              </a:p>
            </p:txBody>
          </p:sp>
          <p:sp>
            <p:nvSpPr>
              <p:cNvPr id="14" name="Freeform 9">
                <a:extLst>
                  <a:ext uri="{FF2B5EF4-FFF2-40B4-BE49-F238E27FC236}">
                    <a16:creationId xmlns:a16="http://schemas.microsoft.com/office/drawing/2014/main" id="{10FA7DCF-C3CA-4861-AC81-698F841801D8}"/>
                  </a:ext>
                </a:extLst>
              </p:cNvPr>
              <p:cNvSpPr>
                <a:spLocks/>
              </p:cNvSpPr>
              <p:nvPr/>
            </p:nvSpPr>
            <p:spPr bwMode="auto">
              <a:xfrm>
                <a:off x="2662175" y="4048125"/>
                <a:ext cx="1679637" cy="506460"/>
              </a:xfrm>
              <a:custGeom>
                <a:avLst/>
                <a:gdLst>
                  <a:gd name="T0" fmla="*/ 1200 w 1200"/>
                  <a:gd name="T1" fmla="*/ 0 h 344"/>
                  <a:gd name="T2" fmla="*/ 768 w 1200"/>
                  <a:gd name="T3" fmla="*/ 288 h 344"/>
                  <a:gd name="T4" fmla="*/ 0 w 1200"/>
                  <a:gd name="T5" fmla="*/ 336 h 344"/>
                  <a:gd name="connsiteX0" fmla="*/ 9689 w 9689"/>
                  <a:gd name="connsiteY0" fmla="*/ 0 h 11266"/>
                  <a:gd name="connsiteX1" fmla="*/ 6089 w 9689"/>
                  <a:gd name="connsiteY1" fmla="*/ 8372 h 11266"/>
                  <a:gd name="connsiteX2" fmla="*/ 0 w 9689"/>
                  <a:gd name="connsiteY2" fmla="*/ 11266 h 11266"/>
                </a:gdLst>
                <a:ahLst/>
                <a:cxnLst>
                  <a:cxn ang="0">
                    <a:pos x="connsiteX0" y="connsiteY0"/>
                  </a:cxn>
                  <a:cxn ang="0">
                    <a:pos x="connsiteX1" y="connsiteY1"/>
                  </a:cxn>
                  <a:cxn ang="0">
                    <a:pos x="connsiteX2" y="connsiteY2"/>
                  </a:cxn>
                </a:cxnLst>
                <a:rect l="l" t="t" r="r" b="b"/>
                <a:pathLst>
                  <a:path w="9689" h="11266">
                    <a:moveTo>
                      <a:pt x="9689" y="0"/>
                    </a:moveTo>
                    <a:cubicBezTo>
                      <a:pt x="8722" y="3372"/>
                      <a:pt x="7756" y="6744"/>
                      <a:pt x="6089" y="8372"/>
                    </a:cubicBezTo>
                    <a:cubicBezTo>
                      <a:pt x="4422" y="10000"/>
                      <a:pt x="1067" y="11034"/>
                      <a:pt x="0" y="11266"/>
                    </a:cubicBezTo>
                  </a:path>
                </a:pathLst>
              </a:custGeom>
              <a:noFill/>
              <a:ln w="76200" cap="flat" cmpd="sng">
                <a:solidFill>
                  <a:srgbClr val="00B0F0"/>
                </a:solidFill>
                <a:prstDash val="solid"/>
                <a:miter lim="800000"/>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TW" altLang="en-US" sz="2400">
                  <a:latin typeface="+mn-ea"/>
                </a:endParaRPr>
              </a:p>
            </p:txBody>
          </p:sp>
          <p:sp>
            <p:nvSpPr>
              <p:cNvPr id="15" name="Freeform 10">
                <a:extLst>
                  <a:ext uri="{FF2B5EF4-FFF2-40B4-BE49-F238E27FC236}">
                    <a16:creationId xmlns:a16="http://schemas.microsoft.com/office/drawing/2014/main" id="{01E70F5C-6462-43B3-9B26-2D419E4F41C0}"/>
                  </a:ext>
                </a:extLst>
              </p:cNvPr>
              <p:cNvSpPr>
                <a:spLocks/>
              </p:cNvSpPr>
              <p:nvPr/>
            </p:nvSpPr>
            <p:spPr bwMode="auto">
              <a:xfrm>
                <a:off x="2333624" y="4554585"/>
                <a:ext cx="325850" cy="847677"/>
              </a:xfrm>
              <a:custGeom>
                <a:avLst/>
                <a:gdLst>
                  <a:gd name="T0" fmla="*/ 144 w 144"/>
                  <a:gd name="T1" fmla="*/ 0 h 576"/>
                  <a:gd name="T2" fmla="*/ 48 w 144"/>
                  <a:gd name="T3" fmla="*/ 192 h 576"/>
                  <a:gd name="T4" fmla="*/ 0 w 144"/>
                  <a:gd name="T5" fmla="*/ 576 h 576"/>
                </a:gdLst>
                <a:ahLst/>
                <a:cxnLst>
                  <a:cxn ang="0">
                    <a:pos x="T0" y="T1"/>
                  </a:cxn>
                  <a:cxn ang="0">
                    <a:pos x="T2" y="T3"/>
                  </a:cxn>
                  <a:cxn ang="0">
                    <a:pos x="T4" y="T5"/>
                  </a:cxn>
                </a:cxnLst>
                <a:rect l="0" t="0" r="r" b="b"/>
                <a:pathLst>
                  <a:path w="144" h="576">
                    <a:moveTo>
                      <a:pt x="144" y="0"/>
                    </a:moveTo>
                    <a:cubicBezTo>
                      <a:pt x="108" y="48"/>
                      <a:pt x="72" y="96"/>
                      <a:pt x="48" y="192"/>
                    </a:cubicBezTo>
                    <a:cubicBezTo>
                      <a:pt x="24" y="288"/>
                      <a:pt x="12" y="432"/>
                      <a:pt x="0" y="576"/>
                    </a:cubicBezTo>
                  </a:path>
                </a:pathLst>
              </a:custGeom>
              <a:noFill/>
              <a:ln w="76200" cap="flat" cmpd="sng">
                <a:solidFill>
                  <a:srgbClr val="00B0F0"/>
                </a:solidFill>
                <a:prstDash val="solid"/>
                <a:miter lim="800000"/>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TW" altLang="en-US" sz="2400">
                  <a:latin typeface="+mn-ea"/>
                </a:endParaRPr>
              </a:p>
            </p:txBody>
          </p:sp>
          <p:sp>
            <p:nvSpPr>
              <p:cNvPr id="16" name="Text Box 11">
                <a:extLst>
                  <a:ext uri="{FF2B5EF4-FFF2-40B4-BE49-F238E27FC236}">
                    <a16:creationId xmlns:a16="http://schemas.microsoft.com/office/drawing/2014/main" id="{DC8ADC39-95BC-44F8-8206-9AA7172EC940}"/>
                  </a:ext>
                </a:extLst>
              </p:cNvPr>
              <p:cNvSpPr txBox="1">
                <a:spLocks noChangeArrowheads="1"/>
              </p:cNvSpPr>
              <p:nvPr/>
            </p:nvSpPr>
            <p:spPr bwMode="auto">
              <a:xfrm>
                <a:off x="2153117" y="4074330"/>
                <a:ext cx="179044" cy="9044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FFFF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lang="zh-CN" altLang="en-US" sz="2400" dirty="0">
                    <a:solidFill>
                      <a:schemeClr val="tx1">
                        <a:lumMod val="65000"/>
                        <a:lumOff val="35000"/>
                      </a:schemeClr>
                    </a:solidFill>
                    <a:latin typeface="+mn-ea"/>
                  </a:rPr>
                  <a:t>债券面值</a:t>
                </a:r>
              </a:p>
            </p:txBody>
          </p:sp>
          <p:sp>
            <p:nvSpPr>
              <p:cNvPr id="17" name="Text Box 12">
                <a:extLst>
                  <a:ext uri="{FF2B5EF4-FFF2-40B4-BE49-F238E27FC236}">
                    <a16:creationId xmlns:a16="http://schemas.microsoft.com/office/drawing/2014/main" id="{6B9B9EE4-E663-4650-BB3A-A5DFCA59FAEC}"/>
                  </a:ext>
                </a:extLst>
              </p:cNvPr>
              <p:cNvSpPr txBox="1">
                <a:spLocks noChangeArrowheads="1"/>
              </p:cNvSpPr>
              <p:nvPr/>
            </p:nvSpPr>
            <p:spPr bwMode="auto">
              <a:xfrm>
                <a:off x="5781676" y="3143989"/>
                <a:ext cx="458787" cy="2660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FFFF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lang="zh-CN" altLang="en-US" sz="2400" dirty="0">
                    <a:solidFill>
                      <a:srgbClr val="C00000"/>
                    </a:solidFill>
                    <a:latin typeface="+mn-ea"/>
                  </a:rPr>
                  <a:t>平价</a:t>
                </a:r>
                <a:endParaRPr lang="en-US" altLang="zh-TW" sz="2400" dirty="0">
                  <a:solidFill>
                    <a:srgbClr val="C00000"/>
                  </a:solidFill>
                  <a:latin typeface="+mn-ea"/>
                </a:endParaRPr>
              </a:p>
            </p:txBody>
          </p:sp>
          <p:sp>
            <p:nvSpPr>
              <p:cNvPr id="18" name="Text Box 13">
                <a:extLst>
                  <a:ext uri="{FF2B5EF4-FFF2-40B4-BE49-F238E27FC236}">
                    <a16:creationId xmlns:a16="http://schemas.microsoft.com/office/drawing/2014/main" id="{2BFD2B2B-4FA6-4993-B60B-6F9A4E1F0EA1}"/>
                  </a:ext>
                </a:extLst>
              </p:cNvPr>
              <p:cNvSpPr txBox="1">
                <a:spLocks noChangeArrowheads="1"/>
              </p:cNvSpPr>
              <p:nvPr/>
            </p:nvSpPr>
            <p:spPr bwMode="auto">
              <a:xfrm>
                <a:off x="5219700" y="2596444"/>
                <a:ext cx="553845" cy="47884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FFFF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zh-CN" altLang="en-US" sz="2400" dirty="0">
                    <a:solidFill>
                      <a:srgbClr val="0070C0"/>
                    </a:solidFill>
                    <a:latin typeface="+mn-ea"/>
                  </a:rPr>
                  <a:t>转债</a:t>
                </a:r>
                <a:endParaRPr lang="en-US" altLang="zh-CN" sz="2400" dirty="0">
                  <a:solidFill>
                    <a:srgbClr val="0070C0"/>
                  </a:solidFill>
                  <a:latin typeface="+mn-ea"/>
                </a:endParaRPr>
              </a:p>
              <a:p>
                <a:r>
                  <a:rPr lang="zh-CN" altLang="en-US" sz="2400" dirty="0">
                    <a:solidFill>
                      <a:srgbClr val="0070C0"/>
                    </a:solidFill>
                    <a:latin typeface="+mn-ea"/>
                  </a:rPr>
                  <a:t>成交价</a:t>
                </a:r>
                <a:endParaRPr lang="en-US" altLang="zh-TW" sz="2400" dirty="0">
                  <a:solidFill>
                    <a:srgbClr val="0070C0"/>
                  </a:solidFill>
                  <a:latin typeface="+mn-ea"/>
                </a:endParaRPr>
              </a:p>
            </p:txBody>
          </p:sp>
          <p:sp>
            <p:nvSpPr>
              <p:cNvPr id="21" name="Text Box 16">
                <a:extLst>
                  <a:ext uri="{FF2B5EF4-FFF2-40B4-BE49-F238E27FC236}">
                    <a16:creationId xmlns:a16="http://schemas.microsoft.com/office/drawing/2014/main" id="{C3993894-7B36-4BDC-9E43-A3EDE4B1BECB}"/>
                  </a:ext>
                </a:extLst>
              </p:cNvPr>
              <p:cNvSpPr txBox="1">
                <a:spLocks noChangeArrowheads="1"/>
              </p:cNvSpPr>
              <p:nvPr/>
            </p:nvSpPr>
            <p:spPr bwMode="auto">
              <a:xfrm>
                <a:off x="3912808" y="3519554"/>
                <a:ext cx="553845" cy="47884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FFFF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zh-CN" altLang="en-US" sz="2400" dirty="0">
                    <a:solidFill>
                      <a:srgbClr val="0070C0"/>
                    </a:solidFill>
                    <a:latin typeface="+mn-ea"/>
                  </a:rPr>
                  <a:t>转债</a:t>
                </a:r>
                <a:endParaRPr lang="en-US" altLang="zh-CN" sz="2400" dirty="0">
                  <a:solidFill>
                    <a:srgbClr val="0070C0"/>
                  </a:solidFill>
                  <a:latin typeface="+mn-ea"/>
                </a:endParaRPr>
              </a:p>
              <a:p>
                <a:r>
                  <a:rPr lang="zh-CN" altLang="en-US" sz="2400" dirty="0">
                    <a:solidFill>
                      <a:srgbClr val="0070C0"/>
                    </a:solidFill>
                    <a:latin typeface="+mn-ea"/>
                  </a:rPr>
                  <a:t>发行价</a:t>
                </a:r>
                <a:endParaRPr lang="en-US" altLang="zh-TW" sz="2400" dirty="0">
                  <a:solidFill>
                    <a:srgbClr val="0070C0"/>
                  </a:solidFill>
                  <a:latin typeface="+mn-ea"/>
                </a:endParaRPr>
              </a:p>
            </p:txBody>
          </p:sp>
          <p:sp>
            <p:nvSpPr>
              <p:cNvPr id="22" name="Oval 17">
                <a:extLst>
                  <a:ext uri="{FF2B5EF4-FFF2-40B4-BE49-F238E27FC236}">
                    <a16:creationId xmlns:a16="http://schemas.microsoft.com/office/drawing/2014/main" id="{ED2FD6AA-A276-417B-B296-AC580991654E}"/>
                  </a:ext>
                </a:extLst>
              </p:cNvPr>
              <p:cNvSpPr>
                <a:spLocks noChangeArrowheads="1"/>
              </p:cNvSpPr>
              <p:nvPr/>
            </p:nvSpPr>
            <p:spPr bwMode="auto">
              <a:xfrm>
                <a:off x="4201705" y="4064446"/>
                <a:ext cx="85642" cy="134683"/>
              </a:xfrm>
              <a:prstGeom prst="ellipse">
                <a:avLst/>
              </a:prstGeom>
              <a:solidFill>
                <a:srgbClr val="00B0F0"/>
              </a:solidFill>
              <a:ln w="635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TW" altLang="en-US" sz="2400">
                  <a:latin typeface="+mn-ea"/>
                </a:endParaRPr>
              </a:p>
            </p:txBody>
          </p:sp>
          <p:sp>
            <p:nvSpPr>
              <p:cNvPr id="23" name="Line 18">
                <a:extLst>
                  <a:ext uri="{FF2B5EF4-FFF2-40B4-BE49-F238E27FC236}">
                    <a16:creationId xmlns:a16="http://schemas.microsoft.com/office/drawing/2014/main" id="{EEE85201-1397-4C89-85A5-4B6B6ADC7E50}"/>
                  </a:ext>
                </a:extLst>
              </p:cNvPr>
              <p:cNvSpPr>
                <a:spLocks noChangeShapeType="1"/>
              </p:cNvSpPr>
              <p:nvPr/>
            </p:nvSpPr>
            <p:spPr bwMode="auto">
              <a:xfrm>
                <a:off x="3779838" y="2133600"/>
                <a:ext cx="0" cy="3671888"/>
              </a:xfrm>
              <a:prstGeom prst="line">
                <a:avLst/>
              </a:prstGeom>
              <a:noFill/>
              <a:ln w="19050">
                <a:solidFill>
                  <a:srgbClr val="33CCCC"/>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TW" altLang="en-US" sz="2400">
                  <a:latin typeface="+mn-ea"/>
                </a:endParaRPr>
              </a:p>
            </p:txBody>
          </p:sp>
          <p:sp>
            <p:nvSpPr>
              <p:cNvPr id="25" name="Line 20">
                <a:extLst>
                  <a:ext uri="{FF2B5EF4-FFF2-40B4-BE49-F238E27FC236}">
                    <a16:creationId xmlns:a16="http://schemas.microsoft.com/office/drawing/2014/main" id="{5ECFDAB2-C0EE-4EC7-9F86-EAD8E03145AE}"/>
                  </a:ext>
                </a:extLst>
              </p:cNvPr>
              <p:cNvSpPr>
                <a:spLocks noChangeShapeType="1"/>
              </p:cNvSpPr>
              <p:nvPr/>
            </p:nvSpPr>
            <p:spPr bwMode="auto">
              <a:xfrm>
                <a:off x="5219700" y="2133600"/>
                <a:ext cx="0" cy="3671888"/>
              </a:xfrm>
              <a:prstGeom prst="line">
                <a:avLst/>
              </a:prstGeom>
              <a:noFill/>
              <a:ln w="19050">
                <a:solidFill>
                  <a:srgbClr val="339966"/>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TW" altLang="en-US" sz="2400">
                  <a:latin typeface="+mn-ea"/>
                </a:endParaRPr>
              </a:p>
            </p:txBody>
          </p:sp>
          <p:sp>
            <p:nvSpPr>
              <p:cNvPr id="26" name="Line 21">
                <a:extLst>
                  <a:ext uri="{FF2B5EF4-FFF2-40B4-BE49-F238E27FC236}">
                    <a16:creationId xmlns:a16="http://schemas.microsoft.com/office/drawing/2014/main" id="{65E77D0E-0400-49B1-A127-2C5C42725508}"/>
                  </a:ext>
                </a:extLst>
              </p:cNvPr>
              <p:cNvSpPr>
                <a:spLocks noChangeShapeType="1"/>
              </p:cNvSpPr>
              <p:nvPr/>
            </p:nvSpPr>
            <p:spPr bwMode="auto">
              <a:xfrm>
                <a:off x="6516688" y="2133600"/>
                <a:ext cx="0" cy="3671888"/>
              </a:xfrm>
              <a:prstGeom prst="line">
                <a:avLst/>
              </a:prstGeom>
              <a:noFill/>
              <a:ln w="19050">
                <a:solidFill>
                  <a:srgbClr val="FF99CC"/>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TW" altLang="en-US" sz="2400">
                  <a:latin typeface="+mn-ea"/>
                </a:endParaRPr>
              </a:p>
            </p:txBody>
          </p:sp>
          <p:sp>
            <p:nvSpPr>
              <p:cNvPr id="27" name="Text Box 22">
                <a:extLst>
                  <a:ext uri="{FF2B5EF4-FFF2-40B4-BE49-F238E27FC236}">
                    <a16:creationId xmlns:a16="http://schemas.microsoft.com/office/drawing/2014/main" id="{DE4710C0-78A4-4326-898D-C00D4F28F145}"/>
                  </a:ext>
                </a:extLst>
              </p:cNvPr>
              <p:cNvSpPr txBox="1">
                <a:spLocks noChangeArrowheads="1"/>
              </p:cNvSpPr>
              <p:nvPr/>
            </p:nvSpPr>
            <p:spPr bwMode="auto">
              <a:xfrm>
                <a:off x="2891999" y="1923794"/>
                <a:ext cx="887839" cy="266026"/>
              </a:xfrm>
              <a:prstGeom prst="rect">
                <a:avLst/>
              </a:prstGeom>
              <a:solidFill>
                <a:srgbClr val="CCECFF"/>
              </a:solidFill>
              <a:ln>
                <a:noFill/>
              </a:ln>
              <a:effectLst/>
              <a:extLst>
                <a:ext uri="{91240B29-F687-4F45-9708-019B960494DF}">
                  <a14:hiddenLine xmlns:a14="http://schemas.microsoft.com/office/drawing/2010/main" w="9525">
                    <a:solidFill>
                      <a:srgbClr val="FFFF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ctr"/>
                <a:r>
                  <a:rPr lang="en-US" altLang="zh-TW" sz="2400" dirty="0">
                    <a:latin typeface="+mn-ea"/>
                  </a:rPr>
                  <a:t>OTM</a:t>
                </a:r>
              </a:p>
            </p:txBody>
          </p:sp>
          <p:sp>
            <p:nvSpPr>
              <p:cNvPr id="28" name="Text Box 23">
                <a:extLst>
                  <a:ext uri="{FF2B5EF4-FFF2-40B4-BE49-F238E27FC236}">
                    <a16:creationId xmlns:a16="http://schemas.microsoft.com/office/drawing/2014/main" id="{82D05497-58CC-4603-85AA-0A5948919BB2}"/>
                  </a:ext>
                </a:extLst>
              </p:cNvPr>
              <p:cNvSpPr txBox="1">
                <a:spLocks noChangeArrowheads="1"/>
              </p:cNvSpPr>
              <p:nvPr/>
            </p:nvSpPr>
            <p:spPr bwMode="auto">
              <a:xfrm>
                <a:off x="3779837" y="1923794"/>
                <a:ext cx="1433511" cy="266026"/>
              </a:xfrm>
              <a:prstGeom prst="rect">
                <a:avLst/>
              </a:prstGeom>
              <a:solidFill>
                <a:srgbClr val="92D050"/>
              </a:solidFill>
              <a:ln>
                <a:noFill/>
              </a:ln>
              <a:effectLst/>
              <a:extLst>
                <a:ext uri="{91240B29-F687-4F45-9708-019B960494DF}">
                  <a14:hiddenLine xmlns:a14="http://schemas.microsoft.com/office/drawing/2010/main" w="9525">
                    <a:solidFill>
                      <a:srgbClr val="FFFF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ctr"/>
                <a:r>
                  <a:rPr lang="en-US" altLang="zh-TW" sz="2400" dirty="0">
                    <a:latin typeface="+mn-ea"/>
                  </a:rPr>
                  <a:t>ATM</a:t>
                </a:r>
              </a:p>
            </p:txBody>
          </p:sp>
          <p:sp>
            <p:nvSpPr>
              <p:cNvPr id="29" name="Text Box 24">
                <a:extLst>
                  <a:ext uri="{FF2B5EF4-FFF2-40B4-BE49-F238E27FC236}">
                    <a16:creationId xmlns:a16="http://schemas.microsoft.com/office/drawing/2014/main" id="{CD784AB3-0338-423E-89BD-7FF51595D02F}"/>
                  </a:ext>
                </a:extLst>
              </p:cNvPr>
              <p:cNvSpPr txBox="1">
                <a:spLocks noChangeArrowheads="1"/>
              </p:cNvSpPr>
              <p:nvPr/>
            </p:nvSpPr>
            <p:spPr bwMode="auto">
              <a:xfrm>
                <a:off x="5213348" y="1923794"/>
                <a:ext cx="1303338" cy="266026"/>
              </a:xfrm>
              <a:prstGeom prst="rect">
                <a:avLst/>
              </a:prstGeom>
              <a:solidFill>
                <a:srgbClr val="00B050"/>
              </a:solidFill>
              <a:ln>
                <a:noFill/>
              </a:ln>
              <a:effectLst/>
              <a:extLst>
                <a:ext uri="{91240B29-F687-4F45-9708-019B960494DF}">
                  <a14:hiddenLine xmlns:a14="http://schemas.microsoft.com/office/drawing/2010/main" w="9525">
                    <a:solidFill>
                      <a:srgbClr val="FFFF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ctr"/>
                <a:r>
                  <a:rPr lang="en-US" altLang="zh-TW" sz="2400" dirty="0">
                    <a:latin typeface="+mn-ea"/>
                  </a:rPr>
                  <a:t>ITM</a:t>
                </a:r>
              </a:p>
            </p:txBody>
          </p:sp>
          <p:sp>
            <p:nvSpPr>
              <p:cNvPr id="30" name="Text Box 25">
                <a:extLst>
                  <a:ext uri="{FF2B5EF4-FFF2-40B4-BE49-F238E27FC236}">
                    <a16:creationId xmlns:a16="http://schemas.microsoft.com/office/drawing/2014/main" id="{EAAD753F-694D-4A1F-9399-D81E4A090753}"/>
                  </a:ext>
                </a:extLst>
              </p:cNvPr>
              <p:cNvSpPr txBox="1">
                <a:spLocks noChangeArrowheads="1"/>
              </p:cNvSpPr>
              <p:nvPr/>
            </p:nvSpPr>
            <p:spPr bwMode="auto">
              <a:xfrm>
                <a:off x="6516689" y="1923794"/>
                <a:ext cx="593724" cy="266026"/>
              </a:xfrm>
              <a:prstGeom prst="rect">
                <a:avLst/>
              </a:prstGeom>
              <a:solidFill>
                <a:srgbClr val="FFC000"/>
              </a:solidFill>
              <a:ln>
                <a:noFill/>
              </a:ln>
              <a:effectLst/>
              <a:extLst>
                <a:ext uri="{91240B29-F687-4F45-9708-019B960494DF}">
                  <a14:hiddenLine xmlns:a14="http://schemas.microsoft.com/office/drawing/2010/main" w="9525">
                    <a:solidFill>
                      <a:srgbClr val="FFFF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ctr"/>
                <a:r>
                  <a:rPr lang="zh-CN" altLang="en-US" sz="2400" dirty="0">
                    <a:latin typeface="+mn-ea"/>
                  </a:rPr>
                  <a:t>贴现</a:t>
                </a:r>
                <a:endParaRPr lang="en-US" altLang="zh-TW" sz="2400" dirty="0">
                  <a:latin typeface="+mn-ea"/>
                </a:endParaRPr>
              </a:p>
            </p:txBody>
          </p:sp>
          <p:sp>
            <p:nvSpPr>
              <p:cNvPr id="31" name="Text Box 26">
                <a:extLst>
                  <a:ext uri="{FF2B5EF4-FFF2-40B4-BE49-F238E27FC236}">
                    <a16:creationId xmlns:a16="http://schemas.microsoft.com/office/drawing/2014/main" id="{6D35793D-3E8A-4474-8CBD-C3D816363A62}"/>
                  </a:ext>
                </a:extLst>
              </p:cNvPr>
              <p:cNvSpPr txBox="1">
                <a:spLocks noChangeArrowheads="1"/>
              </p:cNvSpPr>
              <p:nvPr/>
            </p:nvSpPr>
            <p:spPr bwMode="auto">
              <a:xfrm>
                <a:off x="2331911" y="1923793"/>
                <a:ext cx="570328" cy="266026"/>
              </a:xfrm>
              <a:prstGeom prst="rect">
                <a:avLst/>
              </a:prstGeom>
              <a:solidFill>
                <a:schemeClr val="accent1"/>
              </a:solidFill>
              <a:ln>
                <a:noFill/>
              </a:ln>
              <a:effectLst/>
              <a:extLst>
                <a:ext uri="{91240B29-F687-4F45-9708-019B960494DF}">
                  <a14:hiddenLine xmlns:a14="http://schemas.microsoft.com/office/drawing/2010/main" w="9525">
                    <a:solidFill>
                      <a:srgbClr val="FFFF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ctr"/>
                <a:r>
                  <a:rPr lang="zh-CN" altLang="en-US" sz="2400" dirty="0">
                    <a:latin typeface="+mn-ea"/>
                  </a:rPr>
                  <a:t>折价</a:t>
                </a:r>
                <a:endParaRPr lang="en-US" altLang="zh-TW" sz="2400" dirty="0">
                  <a:latin typeface="+mn-ea"/>
                </a:endParaRPr>
              </a:p>
            </p:txBody>
          </p:sp>
        </p:grpSp>
        <p:grpSp>
          <p:nvGrpSpPr>
            <p:cNvPr id="48" name="组合 47">
              <a:extLst>
                <a:ext uri="{FF2B5EF4-FFF2-40B4-BE49-F238E27FC236}">
                  <a16:creationId xmlns:a16="http://schemas.microsoft.com/office/drawing/2014/main" id="{93E3D975-5757-4F55-8E35-80D82BDF3F5A}"/>
                </a:ext>
              </a:extLst>
            </p:cNvPr>
            <p:cNvGrpSpPr/>
            <p:nvPr/>
          </p:nvGrpSpPr>
          <p:grpSpPr>
            <a:xfrm>
              <a:off x="6443892" y="2305847"/>
              <a:ext cx="7506077" cy="5890952"/>
              <a:chOff x="6443892" y="2305806"/>
              <a:chExt cx="7506077" cy="5894287"/>
            </a:xfrm>
          </p:grpSpPr>
          <p:sp>
            <p:nvSpPr>
              <p:cNvPr id="43" name="矩形 42">
                <a:extLst>
                  <a:ext uri="{FF2B5EF4-FFF2-40B4-BE49-F238E27FC236}">
                    <a16:creationId xmlns:a16="http://schemas.microsoft.com/office/drawing/2014/main" id="{F1686C35-7B10-4518-8735-0656574D0CB7}"/>
                  </a:ext>
                </a:extLst>
              </p:cNvPr>
              <p:cNvSpPr/>
              <p:nvPr/>
            </p:nvSpPr>
            <p:spPr>
              <a:xfrm>
                <a:off x="6443892" y="2370572"/>
                <a:ext cx="893172" cy="5804891"/>
              </a:xfrm>
              <a:prstGeom prst="rect">
                <a:avLst/>
              </a:prstGeom>
              <a:solidFill>
                <a:schemeClr val="accent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latin typeface="+mn-ea"/>
                </a:endParaRPr>
              </a:p>
            </p:txBody>
          </p:sp>
          <p:sp>
            <p:nvSpPr>
              <p:cNvPr id="44" name="矩形 43">
                <a:extLst>
                  <a:ext uri="{FF2B5EF4-FFF2-40B4-BE49-F238E27FC236}">
                    <a16:creationId xmlns:a16="http://schemas.microsoft.com/office/drawing/2014/main" id="{4A2854C0-3E83-4756-AEB2-F9D9F69B82D7}"/>
                  </a:ext>
                </a:extLst>
              </p:cNvPr>
              <p:cNvSpPr/>
              <p:nvPr/>
            </p:nvSpPr>
            <p:spPr>
              <a:xfrm>
                <a:off x="7319491" y="2442452"/>
                <a:ext cx="1378773" cy="5757641"/>
              </a:xfrm>
              <a:prstGeom prst="rect">
                <a:avLst/>
              </a:prstGeom>
              <a:solidFill>
                <a:srgbClr val="CCECFF">
                  <a:alpha val="2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latin typeface="+mn-ea"/>
                </a:endParaRPr>
              </a:p>
            </p:txBody>
          </p:sp>
          <p:sp>
            <p:nvSpPr>
              <p:cNvPr id="45" name="矩形 44">
                <a:extLst>
                  <a:ext uri="{FF2B5EF4-FFF2-40B4-BE49-F238E27FC236}">
                    <a16:creationId xmlns:a16="http://schemas.microsoft.com/office/drawing/2014/main" id="{BFB27CEF-E0E4-4FF0-89C3-77A755A1536C}"/>
                  </a:ext>
                </a:extLst>
              </p:cNvPr>
              <p:cNvSpPr/>
              <p:nvPr/>
            </p:nvSpPr>
            <p:spPr>
              <a:xfrm>
                <a:off x="8713837" y="2305806"/>
                <a:ext cx="2251594" cy="5859653"/>
              </a:xfrm>
              <a:prstGeom prst="rect">
                <a:avLst/>
              </a:prstGeom>
              <a:solidFill>
                <a:srgbClr val="92D050">
                  <a:alpha val="2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dirty="0">
                  <a:latin typeface="+mn-ea"/>
                </a:endParaRPr>
              </a:p>
            </p:txBody>
          </p:sp>
          <p:sp>
            <p:nvSpPr>
              <p:cNvPr id="46" name="矩形 45">
                <a:extLst>
                  <a:ext uri="{FF2B5EF4-FFF2-40B4-BE49-F238E27FC236}">
                    <a16:creationId xmlns:a16="http://schemas.microsoft.com/office/drawing/2014/main" id="{DE20FBA3-CEBC-4B88-9E38-E3CE221E0244}"/>
                  </a:ext>
                </a:extLst>
              </p:cNvPr>
              <p:cNvSpPr/>
              <p:nvPr/>
            </p:nvSpPr>
            <p:spPr>
              <a:xfrm>
                <a:off x="10976986" y="2403386"/>
                <a:ext cx="2041917" cy="5748692"/>
              </a:xfrm>
              <a:prstGeom prst="rect">
                <a:avLst/>
              </a:prstGeom>
              <a:solidFill>
                <a:srgbClr val="00B050">
                  <a:alpha val="2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latin typeface="+mn-ea"/>
                </a:endParaRPr>
              </a:p>
            </p:txBody>
          </p:sp>
          <p:sp>
            <p:nvSpPr>
              <p:cNvPr id="47" name="矩形 46">
                <a:extLst>
                  <a:ext uri="{FF2B5EF4-FFF2-40B4-BE49-F238E27FC236}">
                    <a16:creationId xmlns:a16="http://schemas.microsoft.com/office/drawing/2014/main" id="{50965A34-C6D7-42EE-8476-BF94F299CC13}"/>
                  </a:ext>
                </a:extLst>
              </p:cNvPr>
              <p:cNvSpPr/>
              <p:nvPr/>
            </p:nvSpPr>
            <p:spPr>
              <a:xfrm>
                <a:off x="13015052" y="2385192"/>
                <a:ext cx="934917" cy="5748692"/>
              </a:xfrm>
              <a:prstGeom prst="rect">
                <a:avLst/>
              </a:prstGeom>
              <a:solidFill>
                <a:srgbClr val="FFC000">
                  <a:alpha val="2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latin typeface="+mn-ea"/>
                </a:endParaRPr>
              </a:p>
            </p:txBody>
          </p:sp>
        </p:grpSp>
      </p:grpSp>
    </p:spTree>
    <p:extLst>
      <p:ext uri="{BB962C8B-B14F-4D97-AF65-F5344CB8AC3E}">
        <p14:creationId xmlns:p14="http://schemas.microsoft.com/office/powerpoint/2010/main" val="274868226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990EC55-FD9B-4CB7-A8E9-5C3648123E67}"/>
              </a:ext>
            </a:extLst>
          </p:cNvPr>
          <p:cNvSpPr>
            <a:spLocks noGrp="1"/>
          </p:cNvSpPr>
          <p:nvPr>
            <p:ph type="title"/>
          </p:nvPr>
        </p:nvSpPr>
        <p:spPr/>
        <p:txBody>
          <a:bodyPr/>
          <a:lstStyle/>
          <a:p>
            <a:r>
              <a:rPr lang="zh-CN" altLang="en-US" dirty="0"/>
              <a:t>比较定价法</a:t>
            </a:r>
          </a:p>
        </p:txBody>
      </p:sp>
      <mc:AlternateContent xmlns:mc="http://schemas.openxmlformats.org/markup-compatibility/2006">
        <mc:Choice xmlns:a14="http://schemas.microsoft.com/office/drawing/2010/main" Requires="a14">
          <p:sp>
            <p:nvSpPr>
              <p:cNvPr id="3" name="内容占位符 2">
                <a:extLst>
                  <a:ext uri="{FF2B5EF4-FFF2-40B4-BE49-F238E27FC236}">
                    <a16:creationId xmlns:a16="http://schemas.microsoft.com/office/drawing/2014/main" id="{EF93736F-1F70-4B25-9E09-1957F022C3AE}"/>
                  </a:ext>
                </a:extLst>
              </p:cNvPr>
              <p:cNvSpPr>
                <a:spLocks noGrp="1"/>
              </p:cNvSpPr>
              <p:nvPr>
                <p:ph idx="1"/>
              </p:nvPr>
            </p:nvSpPr>
            <p:spPr/>
            <p:txBody>
              <a:bodyPr>
                <a:normAutofit/>
              </a:bodyPr>
              <a:lstStyle/>
              <a:p>
                <a:r>
                  <a:rPr lang="zh-CN" altLang="en-US" dirty="0"/>
                  <a:t>可转债的债券价值（同资质普通债现价）也称为</a:t>
                </a:r>
                <a:r>
                  <a:rPr lang="zh-CN" altLang="en-US" b="1" dirty="0"/>
                  <a:t>直接价值</a:t>
                </a:r>
                <a:r>
                  <a:rPr lang="zh-CN" altLang="en-US" dirty="0"/>
                  <a:t>，是可转债的底线，而转换权相当于一个股票看涨期权。</a:t>
                </a:r>
                <a:endParaRPr lang="en-US" altLang="zh-CN" dirty="0"/>
              </a:p>
              <a:p>
                <a:pPr lvl="1"/>
                <a14:m>
                  <m:oMath xmlns:m="http://schemas.openxmlformats.org/officeDocument/2006/math">
                    <m:r>
                      <m:rPr>
                        <m:nor/>
                      </m:rPr>
                      <a:rPr lang="zh-CN" altLang="en-US" dirty="0" smtClean="0">
                        <a:solidFill>
                          <a:srgbClr val="C00000"/>
                        </a:solidFill>
                      </a:rPr>
                      <m:t>可转债价格</m:t>
                    </m:r>
                    <m:r>
                      <a:rPr lang="en-US" altLang="zh-CN" b="0" i="0" smtClean="0">
                        <a:solidFill>
                          <a:srgbClr val="C00000"/>
                        </a:solidFill>
                        <a:latin typeface="Cambria Math" panose="02040503050406030204" pitchFamily="18" charset="0"/>
                      </a:rPr>
                      <m:t>≥</m:t>
                    </m:r>
                    <m:func>
                      <m:funcPr>
                        <m:ctrlPr>
                          <a:rPr lang="en-US" altLang="zh-CN" b="0" i="1" smtClean="0">
                            <a:solidFill>
                              <a:srgbClr val="C00000"/>
                            </a:solidFill>
                            <a:latin typeface="Cambria Math" panose="02040503050406030204" pitchFamily="18" charset="0"/>
                          </a:rPr>
                        </m:ctrlPr>
                      </m:funcPr>
                      <m:fName>
                        <m:r>
                          <m:rPr>
                            <m:sty m:val="p"/>
                          </m:rPr>
                          <a:rPr lang="en-US" altLang="zh-CN" b="0" i="0" smtClean="0">
                            <a:solidFill>
                              <a:srgbClr val="C00000"/>
                            </a:solidFill>
                            <a:latin typeface="Cambria Math" panose="02040503050406030204" pitchFamily="18" charset="0"/>
                          </a:rPr>
                          <m:t>max</m:t>
                        </m:r>
                      </m:fName>
                      <m:e>
                        <m:d>
                          <m:dPr>
                            <m:begChr m:val="{"/>
                            <m:endChr m:val="}"/>
                            <m:ctrlPr>
                              <a:rPr lang="en-US" altLang="zh-CN" b="0" i="1" smtClean="0">
                                <a:solidFill>
                                  <a:srgbClr val="C00000"/>
                                </a:solidFill>
                                <a:latin typeface="Cambria Math" panose="02040503050406030204" pitchFamily="18" charset="0"/>
                              </a:rPr>
                            </m:ctrlPr>
                          </m:dPr>
                          <m:e>
                            <m:r>
                              <a:rPr lang="zh-CN" altLang="en-US" i="1">
                                <a:solidFill>
                                  <a:srgbClr val="C00000"/>
                                </a:solidFill>
                                <a:latin typeface="Cambria Math" panose="02040503050406030204" pitchFamily="18" charset="0"/>
                              </a:rPr>
                              <m:t>股票</m:t>
                            </m:r>
                            <m:r>
                              <a:rPr lang="zh-CN" altLang="en-US" i="1" smtClean="0">
                                <a:solidFill>
                                  <a:srgbClr val="C00000"/>
                                </a:solidFill>
                                <a:latin typeface="Cambria Math" panose="02040503050406030204" pitchFamily="18" charset="0"/>
                              </a:rPr>
                              <m:t>市场价</m:t>
                            </m:r>
                            <m:r>
                              <a:rPr lang="en-US" altLang="zh-CN" b="0" i="1" smtClean="0">
                                <a:solidFill>
                                  <a:srgbClr val="C00000"/>
                                </a:solidFill>
                                <a:latin typeface="Cambria Math" panose="02040503050406030204" pitchFamily="18" charset="0"/>
                              </a:rPr>
                              <m:t>×</m:t>
                            </m:r>
                            <m:r>
                              <a:rPr lang="zh-CN" altLang="en-US" i="1">
                                <a:solidFill>
                                  <a:srgbClr val="C00000"/>
                                </a:solidFill>
                                <a:latin typeface="Cambria Math" panose="02040503050406030204" pitchFamily="18" charset="0"/>
                              </a:rPr>
                              <m:t>转换</m:t>
                            </m:r>
                            <m:r>
                              <a:rPr lang="zh-CN" altLang="en-US" i="1" smtClean="0">
                                <a:solidFill>
                                  <a:srgbClr val="C00000"/>
                                </a:solidFill>
                                <a:latin typeface="Cambria Math" panose="02040503050406030204" pitchFamily="18" charset="0"/>
                              </a:rPr>
                              <m:t>比率</m:t>
                            </m:r>
                            <m:r>
                              <a:rPr lang="en-US" altLang="zh-CN" b="0" i="1" smtClean="0">
                                <a:solidFill>
                                  <a:srgbClr val="C00000"/>
                                </a:solidFill>
                                <a:latin typeface="Cambria Math" panose="02040503050406030204" pitchFamily="18" charset="0"/>
                              </a:rPr>
                              <m:t>, </m:t>
                            </m:r>
                            <m:r>
                              <a:rPr lang="zh-CN" altLang="en-US" i="1">
                                <a:solidFill>
                                  <a:srgbClr val="C00000"/>
                                </a:solidFill>
                                <a:latin typeface="Cambria Math" panose="02040503050406030204" pitchFamily="18" charset="0"/>
                              </a:rPr>
                              <m:t>同资质</m:t>
                            </m:r>
                            <m:r>
                              <a:rPr lang="zh-CN" altLang="en-US" i="1" smtClean="0">
                                <a:solidFill>
                                  <a:srgbClr val="C00000"/>
                                </a:solidFill>
                                <a:latin typeface="Cambria Math" panose="02040503050406030204" pitchFamily="18" charset="0"/>
                              </a:rPr>
                              <m:t>普通债</m:t>
                            </m:r>
                            <m:r>
                              <a:rPr lang="zh-CN" altLang="en-US" i="1">
                                <a:solidFill>
                                  <a:srgbClr val="C00000"/>
                                </a:solidFill>
                                <a:latin typeface="Cambria Math" panose="02040503050406030204" pitchFamily="18" charset="0"/>
                              </a:rPr>
                              <m:t>现价</m:t>
                            </m:r>
                          </m:e>
                        </m:d>
                      </m:e>
                    </m:func>
                  </m:oMath>
                </a14:m>
                <a:endParaRPr lang="en-US" altLang="zh-CN" dirty="0">
                  <a:solidFill>
                    <a:srgbClr val="C00000"/>
                  </a:solidFill>
                </a:endParaRPr>
              </a:p>
              <a:p>
                <a:r>
                  <a:rPr lang="zh-CN" altLang="en-US" dirty="0"/>
                  <a:t>可转债市价高于债券价值的溢价，可视为期权费。但普通看涨期权有明确的损失金额，但转换权只能保证持有人获得债券价值，但债券价值是变化的。要从多个角度进行比较：</a:t>
                </a:r>
                <a:endParaRPr lang="en-US" altLang="zh-CN" dirty="0"/>
              </a:p>
              <a:p>
                <a:pPr lvl="1"/>
                <a:r>
                  <a:rPr lang="zh-CN" altLang="en-US" dirty="0"/>
                  <a:t>考虑当前绝对收益：</a:t>
                </a:r>
                <a14:m>
                  <m:oMath xmlns:m="http://schemas.openxmlformats.org/officeDocument/2006/math">
                    <m:r>
                      <m:rPr>
                        <m:nor/>
                      </m:rPr>
                      <a:rPr lang="zh-CN" altLang="en-US" dirty="0">
                        <a:solidFill>
                          <a:srgbClr val="C00000"/>
                        </a:solidFill>
                      </a:rPr>
                      <m:t>每股市场转换溢价</m:t>
                    </m:r>
                    <m:r>
                      <a:rPr lang="en-US" altLang="zh-CN" i="1" dirty="0">
                        <a:solidFill>
                          <a:srgbClr val="C00000"/>
                        </a:solidFill>
                        <a:latin typeface="Cambria Math" panose="02040503050406030204" pitchFamily="18" charset="0"/>
                      </a:rPr>
                      <m:t>=</m:t>
                    </m:r>
                    <m:f>
                      <m:fPr>
                        <m:ctrlPr>
                          <a:rPr lang="en-US" altLang="zh-CN" i="1" dirty="0" smtClean="0">
                            <a:solidFill>
                              <a:srgbClr val="C00000"/>
                            </a:solidFill>
                            <a:latin typeface="Cambria Math" panose="02040503050406030204" pitchFamily="18" charset="0"/>
                          </a:rPr>
                        </m:ctrlPr>
                      </m:fPr>
                      <m:num>
                        <m:r>
                          <a:rPr lang="zh-CN" altLang="en-US" i="1" dirty="0">
                            <a:solidFill>
                              <a:srgbClr val="C00000"/>
                            </a:solidFill>
                            <a:latin typeface="Cambria Math" panose="02040503050406030204" pitchFamily="18" charset="0"/>
                          </a:rPr>
                          <m:t>可转债</m:t>
                        </m:r>
                        <m:r>
                          <a:rPr lang="zh-CN" altLang="en-US" i="1" dirty="0" smtClean="0">
                            <a:solidFill>
                              <a:srgbClr val="C00000"/>
                            </a:solidFill>
                            <a:latin typeface="Cambria Math" panose="02040503050406030204" pitchFamily="18" charset="0"/>
                          </a:rPr>
                          <m:t>市价</m:t>
                        </m:r>
                      </m:num>
                      <m:den>
                        <m:r>
                          <a:rPr lang="zh-CN" altLang="en-US" i="1" dirty="0">
                            <a:solidFill>
                              <a:srgbClr val="C00000"/>
                            </a:solidFill>
                            <a:latin typeface="Cambria Math" panose="02040503050406030204" pitchFamily="18" charset="0"/>
                          </a:rPr>
                          <m:t>转换</m:t>
                        </m:r>
                        <m:r>
                          <a:rPr lang="zh-CN" altLang="en-US" i="1" dirty="0" smtClean="0">
                            <a:solidFill>
                              <a:srgbClr val="C00000"/>
                            </a:solidFill>
                            <a:latin typeface="Cambria Math" panose="02040503050406030204" pitchFamily="18" charset="0"/>
                          </a:rPr>
                          <m:t>比率</m:t>
                        </m:r>
                      </m:den>
                    </m:f>
                    <m:r>
                      <a:rPr lang="en-US" altLang="zh-CN" b="0" i="1" dirty="0" smtClean="0">
                        <a:solidFill>
                          <a:srgbClr val="C00000"/>
                        </a:solidFill>
                        <a:latin typeface="Cambria Math" panose="02040503050406030204" pitchFamily="18" charset="0"/>
                      </a:rPr>
                      <m:t>−</m:t>
                    </m:r>
                    <m:r>
                      <m:rPr>
                        <m:nor/>
                      </m:rPr>
                      <a:rPr lang="zh-CN" altLang="en-US" dirty="0">
                        <a:solidFill>
                          <a:srgbClr val="C00000"/>
                        </a:solidFill>
                      </a:rPr>
                      <m:t>每股市价</m:t>
                    </m:r>
                  </m:oMath>
                </a14:m>
                <a:endParaRPr lang="en-US" altLang="zh-CN" dirty="0">
                  <a:solidFill>
                    <a:srgbClr val="C00000"/>
                  </a:solidFill>
                </a:endParaRPr>
              </a:p>
              <a:p>
                <a:pPr lvl="1"/>
                <a:r>
                  <a:rPr lang="zh-CN" altLang="en-US" dirty="0"/>
                  <a:t>考虑当前相对收益率：</a:t>
                </a:r>
                <a14:m>
                  <m:oMath xmlns:m="http://schemas.openxmlformats.org/officeDocument/2006/math">
                    <m:r>
                      <m:rPr>
                        <m:nor/>
                      </m:rPr>
                      <a:rPr lang="zh-CN" altLang="en-US" dirty="0">
                        <a:solidFill>
                          <a:srgbClr val="C00000"/>
                        </a:solidFill>
                      </a:rPr>
                      <m:t>每股市场转换溢价率</m:t>
                    </m:r>
                    <m:r>
                      <a:rPr lang="en-US" altLang="zh-CN" i="1" dirty="0">
                        <a:solidFill>
                          <a:srgbClr val="C00000"/>
                        </a:solidFill>
                        <a:latin typeface="Cambria Math" panose="02040503050406030204" pitchFamily="18" charset="0"/>
                      </a:rPr>
                      <m:t>=</m:t>
                    </m:r>
                    <m:f>
                      <m:fPr>
                        <m:type m:val="skw"/>
                        <m:ctrlPr>
                          <a:rPr lang="en-US" altLang="zh-CN" i="1" dirty="0" smtClean="0">
                            <a:solidFill>
                              <a:srgbClr val="C00000"/>
                            </a:solidFill>
                            <a:latin typeface="Cambria Math" panose="02040503050406030204" pitchFamily="18" charset="0"/>
                          </a:rPr>
                        </m:ctrlPr>
                      </m:fPr>
                      <m:num>
                        <m:f>
                          <m:fPr>
                            <m:ctrlPr>
                              <a:rPr lang="en-US" altLang="zh-CN" i="1" dirty="0" smtClean="0">
                                <a:solidFill>
                                  <a:srgbClr val="C00000"/>
                                </a:solidFill>
                                <a:latin typeface="Cambria Math" panose="02040503050406030204" pitchFamily="18" charset="0"/>
                              </a:rPr>
                            </m:ctrlPr>
                          </m:fPr>
                          <m:num>
                            <m:r>
                              <a:rPr lang="zh-CN" altLang="en-US" i="1" dirty="0">
                                <a:solidFill>
                                  <a:srgbClr val="C00000"/>
                                </a:solidFill>
                                <a:latin typeface="Cambria Math" panose="02040503050406030204" pitchFamily="18" charset="0"/>
                              </a:rPr>
                              <m:t>可转债市价</m:t>
                            </m:r>
                          </m:num>
                          <m:den>
                            <m:r>
                              <a:rPr lang="zh-CN" altLang="en-US" i="1" dirty="0">
                                <a:solidFill>
                                  <a:srgbClr val="C00000"/>
                                </a:solidFill>
                                <a:latin typeface="Cambria Math" panose="02040503050406030204" pitchFamily="18" charset="0"/>
                              </a:rPr>
                              <m:t>转换比率</m:t>
                            </m:r>
                          </m:den>
                        </m:f>
                      </m:num>
                      <m:den>
                        <m:r>
                          <m:rPr>
                            <m:nor/>
                          </m:rPr>
                          <a:rPr lang="zh-CN" altLang="en-US" dirty="0">
                            <a:solidFill>
                              <a:srgbClr val="C00000"/>
                            </a:solidFill>
                          </a:rPr>
                          <m:t>每股市价 </m:t>
                        </m:r>
                      </m:den>
                    </m:f>
                  </m:oMath>
                </a14:m>
                <a:endParaRPr lang="en-US" altLang="zh-CN" dirty="0">
                  <a:solidFill>
                    <a:srgbClr val="C00000"/>
                  </a:solidFill>
                </a:endParaRPr>
              </a:p>
              <a:p>
                <a:pPr lvl="1"/>
                <a:r>
                  <a:rPr lang="zh-CN" altLang="en-US" dirty="0"/>
                  <a:t>考虑未来累计收益：</a:t>
                </a:r>
                <a14:m>
                  <m:oMath xmlns:m="http://schemas.openxmlformats.org/officeDocument/2006/math">
                    <m:r>
                      <a:rPr lang="zh-CN" altLang="en-US" i="1" dirty="0">
                        <a:solidFill>
                          <a:srgbClr val="C00000"/>
                        </a:solidFill>
                        <a:latin typeface="Cambria Math" panose="02040503050406030204" pitchFamily="18" charset="0"/>
                      </a:rPr>
                      <m:t>溢价</m:t>
                    </m:r>
                    <m:r>
                      <a:rPr lang="zh-CN" altLang="en-US" i="1" dirty="0" smtClean="0">
                        <a:solidFill>
                          <a:srgbClr val="C00000"/>
                        </a:solidFill>
                        <a:latin typeface="Cambria Math" panose="02040503050406030204" pitchFamily="18" charset="0"/>
                      </a:rPr>
                      <m:t>偿还</m:t>
                    </m:r>
                    <m:r>
                      <a:rPr lang="zh-CN" altLang="en-US" i="1" dirty="0">
                        <a:solidFill>
                          <a:srgbClr val="C00000"/>
                        </a:solidFill>
                        <a:latin typeface="Cambria Math" panose="02040503050406030204" pitchFamily="18" charset="0"/>
                      </a:rPr>
                      <m:t>时间</m:t>
                    </m:r>
                    <m:r>
                      <a:rPr lang="en-US" altLang="zh-CN" i="1" dirty="0" smtClean="0">
                        <a:solidFill>
                          <a:srgbClr val="C00000"/>
                        </a:solidFill>
                        <a:latin typeface="Cambria Math" panose="02040503050406030204" pitchFamily="18" charset="0"/>
                      </a:rPr>
                      <m:t>=</m:t>
                    </m:r>
                    <m:f>
                      <m:fPr>
                        <m:ctrlPr>
                          <a:rPr lang="en-US" altLang="zh-CN" i="1" dirty="0">
                            <a:solidFill>
                              <a:srgbClr val="C00000"/>
                            </a:solidFill>
                            <a:latin typeface="Cambria Math" panose="02040503050406030204" pitchFamily="18" charset="0"/>
                          </a:rPr>
                        </m:ctrlPr>
                      </m:fPr>
                      <m:num>
                        <m:r>
                          <m:rPr>
                            <m:nor/>
                          </m:rPr>
                          <a:rPr lang="zh-CN" altLang="en-US" dirty="0">
                            <a:solidFill>
                              <a:srgbClr val="C00000"/>
                            </a:solidFill>
                          </a:rPr>
                          <m:t>每股市场转换溢价</m:t>
                        </m:r>
                      </m:num>
                      <m:den>
                        <m:r>
                          <a:rPr lang="zh-CN" altLang="en-US" i="1" dirty="0" smtClean="0">
                            <a:solidFill>
                              <a:srgbClr val="C00000"/>
                            </a:solidFill>
                            <a:latin typeface="Cambria Math" panose="02040503050406030204" pitchFamily="18" charset="0"/>
                          </a:rPr>
                          <m:t>每股</m:t>
                        </m:r>
                        <m:r>
                          <a:rPr lang="zh-CN" altLang="en-US" i="1" dirty="0">
                            <a:solidFill>
                              <a:srgbClr val="C00000"/>
                            </a:solidFill>
                            <a:latin typeface="Cambria Math" panose="02040503050406030204" pitchFamily="18" charset="0"/>
                          </a:rPr>
                          <m:t>每期收入</m:t>
                        </m:r>
                        <m:r>
                          <a:rPr lang="zh-CN" altLang="en-US" i="1" dirty="0" smtClean="0">
                            <a:solidFill>
                              <a:srgbClr val="C00000"/>
                            </a:solidFill>
                            <a:latin typeface="Cambria Math" panose="02040503050406030204" pitchFamily="18" charset="0"/>
                          </a:rPr>
                          <m:t>溢价</m:t>
                        </m:r>
                      </m:den>
                    </m:f>
                    <m:r>
                      <a:rPr lang="en-US" altLang="zh-CN" i="1" dirty="0" smtClean="0">
                        <a:solidFill>
                          <a:srgbClr val="C00000"/>
                        </a:solidFill>
                        <a:latin typeface="Cambria Math" panose="02040503050406030204" pitchFamily="18" charset="0"/>
                      </a:rPr>
                      <m:t>=</m:t>
                    </m:r>
                    <m:f>
                      <m:fPr>
                        <m:type m:val="skw"/>
                        <m:ctrlPr>
                          <a:rPr lang="en-US" altLang="zh-CN" i="1" dirty="0">
                            <a:solidFill>
                              <a:srgbClr val="C00000"/>
                            </a:solidFill>
                            <a:latin typeface="Cambria Math" panose="02040503050406030204" pitchFamily="18" charset="0"/>
                          </a:rPr>
                        </m:ctrlPr>
                      </m:fPr>
                      <m:num>
                        <m:eqArr>
                          <m:eqArrPr>
                            <m:ctrlPr>
                              <a:rPr lang="zh-CN" altLang="en-US" i="1" dirty="0">
                                <a:solidFill>
                                  <a:srgbClr val="C00000"/>
                                </a:solidFill>
                                <a:latin typeface="Cambria Math" panose="02040503050406030204" pitchFamily="18" charset="0"/>
                              </a:rPr>
                            </m:ctrlPr>
                          </m:eqArrPr>
                          <m:e>
                            <m:r>
                              <m:rPr>
                                <m:nor/>
                              </m:rPr>
                              <a:rPr lang="zh-CN" altLang="en-US" dirty="0">
                                <a:solidFill>
                                  <a:srgbClr val="C00000"/>
                                </a:solidFill>
                              </a:rPr>
                              <m:t>每股市场</m:t>
                            </m:r>
                          </m:e>
                          <m:e>
                            <m:r>
                              <m:rPr>
                                <m:nor/>
                              </m:rPr>
                              <a:rPr lang="zh-CN" altLang="en-US" dirty="0">
                                <a:solidFill>
                                  <a:srgbClr val="C00000"/>
                                </a:solidFill>
                              </a:rPr>
                              <m:t>转换溢价</m:t>
                            </m:r>
                          </m:e>
                        </m:eqArr>
                      </m:num>
                      <m:den>
                        <m:d>
                          <m:dPr>
                            <m:begChr m:val="["/>
                            <m:endChr m:val="]"/>
                            <m:ctrlPr>
                              <a:rPr lang="en-US" altLang="zh-CN" i="1" dirty="0" smtClean="0">
                                <a:solidFill>
                                  <a:srgbClr val="C00000"/>
                                </a:solidFill>
                                <a:latin typeface="Cambria Math" panose="02040503050406030204" pitchFamily="18" charset="0"/>
                              </a:rPr>
                            </m:ctrlPr>
                          </m:dPr>
                          <m:e>
                            <m:f>
                              <m:fPr>
                                <m:ctrlPr>
                                  <a:rPr lang="en-US" altLang="zh-CN" i="1" dirty="0">
                                    <a:solidFill>
                                      <a:srgbClr val="C00000"/>
                                    </a:solidFill>
                                    <a:latin typeface="Cambria Math" panose="02040503050406030204" pitchFamily="18" charset="0"/>
                                  </a:rPr>
                                </m:ctrlPr>
                              </m:fPr>
                              <m:num>
                                <m:r>
                                  <a:rPr lang="zh-CN" altLang="en-US" i="1" dirty="0">
                                    <a:solidFill>
                                      <a:srgbClr val="C00000"/>
                                    </a:solidFill>
                                    <a:latin typeface="Cambria Math" panose="02040503050406030204" pitchFamily="18" charset="0"/>
                                  </a:rPr>
                                  <m:t>可转债票息</m:t>
                                </m:r>
                              </m:num>
                              <m:den>
                                <m:r>
                                  <a:rPr lang="zh-CN" altLang="en-US" i="1" dirty="0">
                                    <a:solidFill>
                                      <a:srgbClr val="C00000"/>
                                    </a:solidFill>
                                    <a:latin typeface="Cambria Math" panose="02040503050406030204" pitchFamily="18" charset="0"/>
                                  </a:rPr>
                                  <m:t>转换比率</m:t>
                                </m:r>
                              </m:den>
                            </m:f>
                            <m:r>
                              <a:rPr lang="en-US" altLang="zh-CN" i="1" dirty="0">
                                <a:solidFill>
                                  <a:srgbClr val="C00000"/>
                                </a:solidFill>
                                <a:latin typeface="Cambria Math" panose="02040503050406030204" pitchFamily="18" charset="0"/>
                              </a:rPr>
                              <m:t>−</m:t>
                            </m:r>
                            <m:r>
                              <a:rPr lang="zh-CN" altLang="en-US" i="1" dirty="0">
                                <a:solidFill>
                                  <a:srgbClr val="C00000"/>
                                </a:solidFill>
                                <a:latin typeface="Cambria Math" panose="02040503050406030204" pitchFamily="18" charset="0"/>
                              </a:rPr>
                              <m:t>每股股利</m:t>
                            </m:r>
                          </m:e>
                        </m:d>
                      </m:den>
                    </m:f>
                  </m:oMath>
                </a14:m>
                <a:endParaRPr lang="zh-CN" altLang="en-US" dirty="0">
                  <a:solidFill>
                    <a:srgbClr val="C00000"/>
                  </a:solidFill>
                </a:endParaRPr>
              </a:p>
            </p:txBody>
          </p:sp>
        </mc:Choice>
        <mc:Fallback>
          <p:sp>
            <p:nvSpPr>
              <p:cNvPr id="3" name="内容占位符 2">
                <a:extLst>
                  <a:ext uri="{FF2B5EF4-FFF2-40B4-BE49-F238E27FC236}">
                    <a16:creationId xmlns:a16="http://schemas.microsoft.com/office/drawing/2014/main" id="{EF93736F-1F70-4B25-9E09-1957F022C3AE}"/>
                  </a:ext>
                </a:extLst>
              </p:cNvPr>
              <p:cNvSpPr>
                <a:spLocks noGrp="1" noRot="1" noChangeAspect="1" noMove="1" noResize="1" noEditPoints="1" noAdjustHandles="1" noChangeArrowheads="1" noChangeShapeType="1" noTextEdit="1"/>
              </p:cNvSpPr>
              <p:nvPr>
                <p:ph idx="1"/>
              </p:nvPr>
            </p:nvSpPr>
            <p:spPr>
              <a:blipFill>
                <a:blip r:embed="rId2"/>
                <a:stretch>
                  <a:fillRect l="-555" r="-2378"/>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389845048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990EC55-FD9B-4CB7-A8E9-5C3648123E67}"/>
              </a:ext>
            </a:extLst>
          </p:cNvPr>
          <p:cNvSpPr>
            <a:spLocks noGrp="1"/>
          </p:cNvSpPr>
          <p:nvPr>
            <p:ph type="title"/>
          </p:nvPr>
        </p:nvSpPr>
        <p:spPr/>
        <p:txBody>
          <a:bodyPr/>
          <a:lstStyle/>
          <a:p>
            <a:r>
              <a:rPr lang="zh-CN" altLang="en-US" dirty="0"/>
              <a:t>期权定价法</a:t>
            </a:r>
          </a:p>
        </p:txBody>
      </p:sp>
      <mc:AlternateContent xmlns:mc="http://schemas.openxmlformats.org/markup-compatibility/2006" xmlns:a14="http://schemas.microsoft.com/office/drawing/2010/main">
        <mc:Choice Requires="a14">
          <p:sp>
            <p:nvSpPr>
              <p:cNvPr id="3" name="内容占位符 2">
                <a:extLst>
                  <a:ext uri="{FF2B5EF4-FFF2-40B4-BE49-F238E27FC236}">
                    <a16:creationId xmlns:a16="http://schemas.microsoft.com/office/drawing/2014/main" id="{EF93736F-1F70-4B25-9E09-1957F022C3AE}"/>
                  </a:ext>
                </a:extLst>
              </p:cNvPr>
              <p:cNvSpPr>
                <a:spLocks noGrp="1"/>
              </p:cNvSpPr>
              <p:nvPr>
                <p:ph idx="1"/>
              </p:nvPr>
            </p:nvSpPr>
            <p:spPr>
              <a:solidFill>
                <a:srgbClr val="CCECFF"/>
              </a:solidFill>
            </p:spPr>
            <p:txBody>
              <a:bodyPr>
                <a:normAutofit lnSpcReduction="10000"/>
              </a:bodyPr>
              <a:lstStyle/>
              <a:p>
                <a:r>
                  <a:rPr lang="zh-CN" altLang="en-US" dirty="0">
                    <a:solidFill>
                      <a:schemeClr val="tx1">
                        <a:lumMod val="75000"/>
                        <a:lumOff val="25000"/>
                      </a:schemeClr>
                    </a:solidFill>
                  </a:rPr>
                  <a:t>可以将可转债的价格分解如下：</a:t>
                </a:r>
                <a:endParaRPr lang="en-US" altLang="zh-CN" dirty="0">
                  <a:solidFill>
                    <a:schemeClr val="tx1">
                      <a:lumMod val="75000"/>
                      <a:lumOff val="25000"/>
                    </a:schemeClr>
                  </a:solidFill>
                </a:endParaRPr>
              </a:p>
              <a:p>
                <a:pPr marL="0" indent="0">
                  <a:buNone/>
                </a:pPr>
                <a14:m>
                  <m:oMathPara xmlns:m="http://schemas.openxmlformats.org/officeDocument/2006/math">
                    <m:oMathParaPr>
                      <m:jc m:val="centerGroup"/>
                    </m:oMathParaPr>
                    <m:oMath xmlns:m="http://schemas.openxmlformats.org/officeDocument/2006/math">
                      <m:r>
                        <a:rPr lang="zh-CN" altLang="en-US" i="1" dirty="0">
                          <a:solidFill>
                            <a:schemeClr val="tx1">
                              <a:lumMod val="75000"/>
                              <a:lumOff val="25000"/>
                            </a:schemeClr>
                          </a:solidFill>
                          <a:latin typeface="Cambria Math" panose="02040503050406030204" pitchFamily="18" charset="0"/>
                        </a:rPr>
                        <m:t>可转债</m:t>
                      </m:r>
                      <m:r>
                        <a:rPr lang="zh-CN" altLang="en-US" i="1" dirty="0" smtClean="0">
                          <a:solidFill>
                            <a:schemeClr val="tx1">
                              <a:lumMod val="75000"/>
                              <a:lumOff val="25000"/>
                            </a:schemeClr>
                          </a:solidFill>
                          <a:latin typeface="Cambria Math" panose="02040503050406030204" pitchFamily="18" charset="0"/>
                        </a:rPr>
                        <m:t>价格</m:t>
                      </m:r>
                      <m:r>
                        <a:rPr lang="en-US" altLang="zh-CN" i="1" dirty="0">
                          <a:solidFill>
                            <a:schemeClr val="tx1">
                              <a:lumMod val="75000"/>
                              <a:lumOff val="25000"/>
                            </a:schemeClr>
                          </a:solidFill>
                          <a:latin typeface="Cambria Math" panose="02040503050406030204" pitchFamily="18" charset="0"/>
                        </a:rPr>
                        <m:t>=</m:t>
                      </m:r>
                      <m:r>
                        <a:rPr lang="zh-CN" altLang="en-US" i="1" dirty="0" smtClean="0">
                          <a:solidFill>
                            <a:schemeClr val="tx1">
                              <a:lumMod val="75000"/>
                              <a:lumOff val="25000"/>
                            </a:schemeClr>
                          </a:solidFill>
                          <a:latin typeface="Cambria Math" panose="02040503050406030204" pitchFamily="18" charset="0"/>
                        </a:rPr>
                        <m:t>直接</m:t>
                      </m:r>
                      <m:r>
                        <a:rPr lang="zh-CN" altLang="en-US" i="1" dirty="0">
                          <a:solidFill>
                            <a:schemeClr val="tx1">
                              <a:lumMod val="75000"/>
                              <a:lumOff val="25000"/>
                            </a:schemeClr>
                          </a:solidFill>
                          <a:latin typeface="Cambria Math" panose="02040503050406030204" pitchFamily="18" charset="0"/>
                        </a:rPr>
                        <m:t>价值</m:t>
                      </m:r>
                      <m:r>
                        <a:rPr lang="en-US" altLang="zh-CN" i="1" dirty="0" smtClean="0">
                          <a:solidFill>
                            <a:schemeClr val="tx1">
                              <a:lumMod val="75000"/>
                              <a:lumOff val="25000"/>
                            </a:schemeClr>
                          </a:solidFill>
                          <a:latin typeface="Cambria Math" panose="02040503050406030204" pitchFamily="18" charset="0"/>
                        </a:rPr>
                        <m:t>+</m:t>
                      </m:r>
                      <m:r>
                        <a:rPr lang="zh-CN" altLang="en-US" i="1" dirty="0">
                          <a:solidFill>
                            <a:schemeClr val="tx1">
                              <a:lumMod val="75000"/>
                              <a:lumOff val="25000"/>
                            </a:schemeClr>
                          </a:solidFill>
                          <a:latin typeface="Cambria Math" panose="02040503050406030204" pitchFamily="18" charset="0"/>
                        </a:rPr>
                        <m:t>股票看涨</m:t>
                      </m:r>
                      <m:r>
                        <a:rPr lang="zh-CN" altLang="en-US" i="1" dirty="0" smtClean="0">
                          <a:solidFill>
                            <a:schemeClr val="tx1">
                              <a:lumMod val="75000"/>
                              <a:lumOff val="25000"/>
                            </a:schemeClr>
                          </a:solidFill>
                          <a:latin typeface="Cambria Math" panose="02040503050406030204" pitchFamily="18" charset="0"/>
                        </a:rPr>
                        <m:t>期权</m:t>
                      </m:r>
                      <m:r>
                        <a:rPr lang="zh-CN" altLang="en-US" i="1" dirty="0">
                          <a:solidFill>
                            <a:schemeClr val="tx1">
                              <a:lumMod val="75000"/>
                              <a:lumOff val="25000"/>
                            </a:schemeClr>
                          </a:solidFill>
                          <a:latin typeface="Cambria Math" panose="02040503050406030204" pitchFamily="18" charset="0"/>
                        </a:rPr>
                        <m:t>价格</m:t>
                      </m:r>
                    </m:oMath>
                  </m:oMathPara>
                </a14:m>
                <a:endParaRPr lang="en-US" altLang="zh-CN" dirty="0">
                  <a:solidFill>
                    <a:schemeClr val="tx1">
                      <a:lumMod val="75000"/>
                      <a:lumOff val="25000"/>
                    </a:schemeClr>
                  </a:solidFill>
                </a:endParaRPr>
              </a:p>
              <a:p>
                <a:r>
                  <a:rPr lang="zh-CN" altLang="en-US" dirty="0">
                    <a:solidFill>
                      <a:schemeClr val="tx1">
                        <a:lumMod val="75000"/>
                        <a:lumOff val="25000"/>
                      </a:schemeClr>
                    </a:solidFill>
                  </a:rPr>
                  <a:t>可引用期权分析看涨期权价格</a:t>
                </a:r>
                <a:endParaRPr lang="en-US" altLang="zh-CN" dirty="0">
                  <a:solidFill>
                    <a:schemeClr val="tx1">
                      <a:lumMod val="75000"/>
                      <a:lumOff val="25000"/>
                    </a:schemeClr>
                  </a:solidFill>
                </a:endParaRPr>
              </a:p>
              <a:p>
                <a:r>
                  <a:rPr lang="en-US" altLang="zh-CN" b="1" dirty="0">
                    <a:solidFill>
                      <a:schemeClr val="tx1">
                        <a:lumMod val="75000"/>
                        <a:lumOff val="25000"/>
                      </a:schemeClr>
                    </a:solidFill>
                  </a:rPr>
                  <a:t>Delta</a:t>
                </a:r>
                <a:r>
                  <a:rPr lang="zh-CN" altLang="en-US" dirty="0">
                    <a:solidFill>
                      <a:schemeClr val="tx1">
                        <a:lumMod val="75000"/>
                        <a:lumOff val="25000"/>
                      </a:schemeClr>
                    </a:solidFill>
                  </a:rPr>
                  <a:t>：期权价格对基础资产价格变动的敏感度</a:t>
                </a:r>
                <a:endParaRPr lang="en-US" altLang="zh-CN" dirty="0">
                  <a:solidFill>
                    <a:schemeClr val="tx1">
                      <a:lumMod val="75000"/>
                      <a:lumOff val="25000"/>
                    </a:schemeClr>
                  </a:solidFill>
                </a:endParaRPr>
              </a:p>
              <a:p>
                <a:pPr marL="457198" lvl="1" indent="0">
                  <a:buNone/>
                </a:pPr>
                <a14:m>
                  <m:oMathPara xmlns:m="http://schemas.openxmlformats.org/officeDocument/2006/math">
                    <m:oMathParaPr>
                      <m:jc m:val="centerGroup"/>
                    </m:oMathParaPr>
                    <m:oMath xmlns:m="http://schemas.openxmlformats.org/officeDocument/2006/math">
                      <m:r>
                        <a:rPr lang="zh-CN" altLang="en-US" i="1" dirty="0">
                          <a:solidFill>
                            <a:schemeClr val="tx1">
                              <a:lumMod val="75000"/>
                              <a:lumOff val="25000"/>
                            </a:schemeClr>
                          </a:solidFill>
                          <a:latin typeface="Cambria Math" panose="02040503050406030204" pitchFamily="18" charset="0"/>
                        </a:rPr>
                        <m:t>可转债</m:t>
                      </m:r>
                      <m:r>
                        <a:rPr lang="zh-CN" altLang="en-US" i="1" dirty="0" smtClean="0">
                          <a:solidFill>
                            <a:schemeClr val="tx1">
                              <a:lumMod val="75000"/>
                              <a:lumOff val="25000"/>
                            </a:schemeClr>
                          </a:solidFill>
                          <a:latin typeface="Cambria Math" panose="02040503050406030204" pitchFamily="18" charset="0"/>
                        </a:rPr>
                        <m:t>价格</m:t>
                      </m:r>
                      <m:r>
                        <a:rPr lang="zh-CN" altLang="en-US" i="1" dirty="0">
                          <a:solidFill>
                            <a:schemeClr val="tx1">
                              <a:lumMod val="75000"/>
                              <a:lumOff val="25000"/>
                            </a:schemeClr>
                          </a:solidFill>
                          <a:latin typeface="Cambria Math" panose="02040503050406030204" pitchFamily="18" charset="0"/>
                        </a:rPr>
                        <m:t>变动</m:t>
                      </m:r>
                      <m:r>
                        <a:rPr lang="en-US" altLang="zh-CN" i="1" dirty="0" smtClean="0">
                          <a:solidFill>
                            <a:schemeClr val="tx1">
                              <a:lumMod val="75000"/>
                              <a:lumOff val="25000"/>
                            </a:schemeClr>
                          </a:solidFill>
                          <a:latin typeface="Cambria Math" panose="02040503050406030204" pitchFamily="18" charset="0"/>
                          <a:ea typeface="Cambria Math" panose="02040503050406030204" pitchFamily="18" charset="0"/>
                        </a:rPr>
                        <m:t>≈</m:t>
                      </m:r>
                      <m:r>
                        <a:rPr lang="zh-CN" altLang="en-US" i="1" dirty="0">
                          <a:solidFill>
                            <a:schemeClr val="tx1">
                              <a:lumMod val="75000"/>
                              <a:lumOff val="25000"/>
                            </a:schemeClr>
                          </a:solidFill>
                          <a:latin typeface="Cambria Math" panose="02040503050406030204" pitchFamily="18" charset="0"/>
                        </a:rPr>
                        <m:t>单位</m:t>
                      </m:r>
                      <m:r>
                        <a:rPr lang="zh-CN" altLang="en-US" i="1" dirty="0" smtClean="0">
                          <a:solidFill>
                            <a:schemeClr val="tx1">
                              <a:lumMod val="75000"/>
                              <a:lumOff val="25000"/>
                            </a:schemeClr>
                          </a:solidFill>
                          <a:latin typeface="Cambria Math" panose="02040503050406030204" pitchFamily="18" charset="0"/>
                        </a:rPr>
                        <m:t>股价</m:t>
                      </m:r>
                      <m:r>
                        <a:rPr lang="zh-CN" altLang="en-US" i="1" dirty="0">
                          <a:solidFill>
                            <a:schemeClr val="tx1">
                              <a:lumMod val="75000"/>
                              <a:lumOff val="25000"/>
                            </a:schemeClr>
                          </a:solidFill>
                          <a:latin typeface="Cambria Math" panose="02040503050406030204" pitchFamily="18" charset="0"/>
                        </a:rPr>
                        <m:t>变动</m:t>
                      </m:r>
                      <m:r>
                        <a:rPr lang="en-US" altLang="zh-CN" b="0" i="1" dirty="0" smtClean="0">
                          <a:solidFill>
                            <a:schemeClr val="tx1">
                              <a:lumMod val="75000"/>
                              <a:lumOff val="25000"/>
                            </a:schemeClr>
                          </a:solidFill>
                          <a:latin typeface="Cambria Math" panose="02040503050406030204" pitchFamily="18" charset="0"/>
                        </a:rPr>
                        <m:t>×</m:t>
                      </m:r>
                      <m:r>
                        <a:rPr lang="zh-CN" altLang="en-US" i="1" dirty="0">
                          <a:solidFill>
                            <a:schemeClr val="tx1">
                              <a:lumMod val="75000"/>
                              <a:lumOff val="25000"/>
                            </a:schemeClr>
                          </a:solidFill>
                          <a:latin typeface="Cambria Math" panose="02040503050406030204" pitchFamily="18" charset="0"/>
                        </a:rPr>
                        <m:t>转换比率</m:t>
                      </m:r>
                      <m:r>
                        <a:rPr lang="en-US" altLang="zh-CN" b="0" i="1" dirty="0" smtClean="0">
                          <a:solidFill>
                            <a:schemeClr val="tx1">
                              <a:lumMod val="75000"/>
                              <a:lumOff val="25000"/>
                            </a:schemeClr>
                          </a:solidFill>
                          <a:latin typeface="Cambria Math" panose="02040503050406030204" pitchFamily="18" charset="0"/>
                        </a:rPr>
                        <m:t>×</m:t>
                      </m:r>
                      <m:r>
                        <a:rPr lang="en-US" altLang="zh-CN" b="0" i="1" dirty="0" smtClean="0">
                          <a:solidFill>
                            <a:schemeClr val="tx1">
                              <a:lumMod val="75000"/>
                              <a:lumOff val="25000"/>
                            </a:schemeClr>
                          </a:solidFill>
                          <a:latin typeface="Cambria Math" panose="02040503050406030204" pitchFamily="18" charset="0"/>
                        </a:rPr>
                        <m:t>𝐷𝑒𝑙𝑡𝑎</m:t>
                      </m:r>
                    </m:oMath>
                  </m:oMathPara>
                </a14:m>
                <a:endParaRPr lang="en-US" altLang="zh-CN" dirty="0">
                  <a:solidFill>
                    <a:schemeClr val="tx1">
                      <a:lumMod val="75000"/>
                      <a:lumOff val="25000"/>
                    </a:schemeClr>
                  </a:solidFill>
                </a:endParaRPr>
              </a:p>
              <a:p>
                <a:pPr lvl="1"/>
                <a:endParaRPr lang="en-US" altLang="zh-CN" dirty="0">
                  <a:solidFill>
                    <a:schemeClr val="tx1">
                      <a:lumMod val="75000"/>
                      <a:lumOff val="25000"/>
                    </a:schemeClr>
                  </a:solidFill>
                </a:endParaRPr>
              </a:p>
              <a:p>
                <a:pPr lvl="1"/>
                <a:r>
                  <a:rPr lang="en-US" altLang="zh-CN" dirty="0">
                    <a:solidFill>
                      <a:schemeClr val="tx1">
                        <a:lumMod val="75000"/>
                        <a:lumOff val="25000"/>
                      </a:schemeClr>
                    </a:solidFill>
                  </a:rPr>
                  <a:t>delta=0</a:t>
                </a:r>
                <a:r>
                  <a:rPr lang="zh-CN" altLang="en-US" dirty="0">
                    <a:solidFill>
                      <a:schemeClr val="tx1">
                        <a:lumMod val="75000"/>
                        <a:lumOff val="25000"/>
                      </a:schemeClr>
                    </a:solidFill>
                  </a:rPr>
                  <a:t>，为普通债券；若</a:t>
                </a:r>
                <a:r>
                  <a:rPr lang="en-US" altLang="zh-CN" dirty="0">
                    <a:solidFill>
                      <a:schemeClr val="tx1">
                        <a:lumMod val="75000"/>
                        <a:lumOff val="25000"/>
                      </a:schemeClr>
                    </a:solidFill>
                  </a:rPr>
                  <a:t>delta=1</a:t>
                </a:r>
                <a:r>
                  <a:rPr lang="zh-CN" altLang="en-US" dirty="0">
                    <a:solidFill>
                      <a:schemeClr val="tx1">
                        <a:lumMod val="75000"/>
                        <a:lumOff val="25000"/>
                      </a:schemeClr>
                    </a:solidFill>
                  </a:rPr>
                  <a:t>，为股票</a:t>
                </a:r>
                <a:endParaRPr lang="en-US" altLang="zh-CN" dirty="0">
                  <a:solidFill>
                    <a:schemeClr val="tx1">
                      <a:lumMod val="75000"/>
                      <a:lumOff val="25000"/>
                    </a:schemeClr>
                  </a:solidFill>
                </a:endParaRPr>
              </a:p>
              <a:p>
                <a:pPr lvl="1"/>
                <a:r>
                  <a:rPr lang="en-US" altLang="zh-CN" dirty="0">
                    <a:solidFill>
                      <a:schemeClr val="tx1">
                        <a:lumMod val="75000"/>
                        <a:lumOff val="25000"/>
                      </a:schemeClr>
                    </a:solidFill>
                  </a:rPr>
                  <a:t>Delta</a:t>
                </a:r>
                <a:r>
                  <a:rPr lang="zh-CN" altLang="en-US" dirty="0">
                    <a:solidFill>
                      <a:schemeClr val="tx1">
                        <a:lumMod val="75000"/>
                        <a:lumOff val="25000"/>
                      </a:schemeClr>
                    </a:solidFill>
                  </a:rPr>
                  <a:t>是一个近似指标；</a:t>
                </a:r>
                <a:r>
                  <a:rPr lang="en-US" altLang="zh-CN" dirty="0">
                    <a:solidFill>
                      <a:schemeClr val="tx1">
                        <a:lumMod val="75000"/>
                        <a:lumOff val="25000"/>
                      </a:schemeClr>
                    </a:solidFill>
                  </a:rPr>
                  <a:t>delta</a:t>
                </a:r>
                <a:r>
                  <a:rPr lang="zh-CN" altLang="en-US" dirty="0">
                    <a:solidFill>
                      <a:schemeClr val="tx1">
                        <a:lumMod val="75000"/>
                        <a:lumOff val="25000"/>
                      </a:schemeClr>
                    </a:solidFill>
                  </a:rPr>
                  <a:t>是关于时间的变量</a:t>
                </a:r>
                <a:endParaRPr lang="en-US" altLang="zh-CN" dirty="0">
                  <a:solidFill>
                    <a:schemeClr val="tx1">
                      <a:lumMod val="75000"/>
                      <a:lumOff val="25000"/>
                    </a:schemeClr>
                  </a:solidFill>
                </a:endParaRPr>
              </a:p>
              <a:p>
                <a:pPr lvl="1"/>
                <a:endParaRPr lang="en-US" altLang="zh-CN" dirty="0">
                  <a:solidFill>
                    <a:schemeClr val="tx1">
                      <a:lumMod val="75000"/>
                      <a:lumOff val="25000"/>
                    </a:schemeClr>
                  </a:solidFill>
                </a:endParaRPr>
              </a:p>
              <a:p>
                <a:r>
                  <a:rPr lang="en-US" altLang="zh-CN" b="1" dirty="0">
                    <a:solidFill>
                      <a:schemeClr val="tx1">
                        <a:lumMod val="75000"/>
                        <a:lumOff val="25000"/>
                      </a:schemeClr>
                    </a:solidFill>
                  </a:rPr>
                  <a:t>Gamma</a:t>
                </a:r>
                <a:r>
                  <a:rPr lang="zh-CN" altLang="en-US" dirty="0">
                    <a:solidFill>
                      <a:schemeClr val="tx1">
                        <a:lumMod val="75000"/>
                        <a:lumOff val="25000"/>
                      </a:schemeClr>
                    </a:solidFill>
                  </a:rPr>
                  <a:t>：期权价格对</a:t>
                </a:r>
                <a:r>
                  <a:rPr lang="en-US" altLang="zh-CN" dirty="0">
                    <a:solidFill>
                      <a:schemeClr val="tx1">
                        <a:lumMod val="75000"/>
                        <a:lumOff val="25000"/>
                      </a:schemeClr>
                    </a:solidFill>
                  </a:rPr>
                  <a:t>delta</a:t>
                </a:r>
                <a:r>
                  <a:rPr lang="zh-CN" altLang="en-US" dirty="0">
                    <a:solidFill>
                      <a:schemeClr val="tx1">
                        <a:lumMod val="75000"/>
                        <a:lumOff val="25000"/>
                      </a:schemeClr>
                    </a:solidFill>
                  </a:rPr>
                  <a:t>变动的敏感度</a:t>
                </a:r>
                <a:endParaRPr lang="en-US" altLang="zh-CN" dirty="0">
                  <a:solidFill>
                    <a:schemeClr val="tx1">
                      <a:lumMod val="75000"/>
                      <a:lumOff val="25000"/>
                    </a:schemeClr>
                  </a:solidFill>
                </a:endParaRPr>
              </a:p>
              <a:p>
                <a:pPr lvl="1"/>
                <a:r>
                  <a:rPr lang="zh-CN" altLang="en-US" dirty="0">
                    <a:solidFill>
                      <a:schemeClr val="tx1">
                        <a:lumMod val="75000"/>
                        <a:lumOff val="25000"/>
                      </a:schemeClr>
                    </a:solidFill>
                  </a:rPr>
                  <a:t>相当于对基础资产价格的二阶导数</a:t>
                </a:r>
                <a:endParaRPr lang="en-US" altLang="zh-CN" dirty="0">
                  <a:solidFill>
                    <a:schemeClr val="tx1">
                      <a:lumMod val="75000"/>
                      <a:lumOff val="25000"/>
                    </a:schemeClr>
                  </a:solidFill>
                </a:endParaRPr>
              </a:p>
              <a:p>
                <a:pPr lvl="1"/>
                <a:endParaRPr lang="en-US" altLang="zh-CN" dirty="0">
                  <a:solidFill>
                    <a:schemeClr val="tx1">
                      <a:lumMod val="75000"/>
                      <a:lumOff val="25000"/>
                    </a:schemeClr>
                  </a:solidFill>
                </a:endParaRPr>
              </a:p>
              <a:p>
                <a:r>
                  <a:rPr lang="en-US" altLang="zh-CN" b="1" dirty="0">
                    <a:solidFill>
                      <a:schemeClr val="tx1">
                        <a:lumMod val="75000"/>
                        <a:lumOff val="25000"/>
                      </a:schemeClr>
                    </a:solidFill>
                  </a:rPr>
                  <a:t>Vega</a:t>
                </a:r>
                <a:r>
                  <a:rPr lang="zh-CN" altLang="en-US" dirty="0">
                    <a:solidFill>
                      <a:schemeClr val="tx1">
                        <a:lumMod val="75000"/>
                        <a:lumOff val="25000"/>
                      </a:schemeClr>
                    </a:solidFill>
                  </a:rPr>
                  <a:t>：期权价格对股票波动率变化的敏感度</a:t>
                </a:r>
                <a:endParaRPr lang="en-US" altLang="zh-CN" dirty="0">
                  <a:solidFill>
                    <a:schemeClr val="tx1">
                      <a:lumMod val="75000"/>
                      <a:lumOff val="25000"/>
                    </a:schemeClr>
                  </a:solidFill>
                </a:endParaRPr>
              </a:p>
            </p:txBody>
          </p:sp>
        </mc:Choice>
        <mc:Fallback xmlns="">
          <p:sp>
            <p:nvSpPr>
              <p:cNvPr id="3" name="内容占位符 2">
                <a:extLst>
                  <a:ext uri="{FF2B5EF4-FFF2-40B4-BE49-F238E27FC236}">
                    <a16:creationId xmlns:a16="http://schemas.microsoft.com/office/drawing/2014/main" id="{EF93736F-1F70-4B25-9E09-1957F022C3AE}"/>
                  </a:ext>
                </a:extLst>
              </p:cNvPr>
              <p:cNvSpPr>
                <a:spLocks noGrp="1" noRot="1" noChangeAspect="1" noMove="1" noResize="1" noEditPoints="1" noAdjustHandles="1" noChangeArrowheads="1" noChangeShapeType="1" noTextEdit="1"/>
              </p:cNvSpPr>
              <p:nvPr>
                <p:ph idx="1"/>
              </p:nvPr>
            </p:nvSpPr>
            <p:spPr>
              <a:blipFill>
                <a:blip r:embed="rId2"/>
                <a:stretch>
                  <a:fillRect l="-555"/>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389119073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990EC55-FD9B-4CB7-A8E9-5C3648123E67}"/>
              </a:ext>
            </a:extLst>
          </p:cNvPr>
          <p:cNvSpPr>
            <a:spLocks noGrp="1"/>
          </p:cNvSpPr>
          <p:nvPr>
            <p:ph type="title"/>
          </p:nvPr>
        </p:nvSpPr>
        <p:spPr/>
        <p:txBody>
          <a:bodyPr/>
          <a:lstStyle/>
          <a:p>
            <a:r>
              <a:rPr lang="zh-CN" altLang="en-US" dirty="0"/>
              <a:t>期权定价法</a:t>
            </a:r>
          </a:p>
        </p:txBody>
      </p:sp>
      <p:sp>
        <p:nvSpPr>
          <p:cNvPr id="3" name="内容占位符 2">
            <a:extLst>
              <a:ext uri="{FF2B5EF4-FFF2-40B4-BE49-F238E27FC236}">
                <a16:creationId xmlns:a16="http://schemas.microsoft.com/office/drawing/2014/main" id="{EF93736F-1F70-4B25-9E09-1957F022C3AE}"/>
              </a:ext>
            </a:extLst>
          </p:cNvPr>
          <p:cNvSpPr>
            <a:spLocks noGrp="1"/>
          </p:cNvSpPr>
          <p:nvPr>
            <p:ph idx="1"/>
          </p:nvPr>
        </p:nvSpPr>
        <p:spPr/>
        <p:txBody>
          <a:bodyPr>
            <a:normAutofit/>
          </a:bodyPr>
          <a:lstStyle/>
          <a:p>
            <a:r>
              <a:rPr lang="zh-CN" altLang="en-US" dirty="0"/>
              <a:t>根据可转换权的价格水平，分为</a:t>
            </a:r>
            <a:endParaRPr lang="en-US" altLang="zh-CN" dirty="0"/>
          </a:p>
          <a:p>
            <a:pPr lvl="1"/>
            <a:r>
              <a:rPr lang="zh-CN" altLang="en-US" b="1" dirty="0"/>
              <a:t>价内（</a:t>
            </a:r>
            <a:r>
              <a:rPr lang="en-US" altLang="zh-CN" b="1" dirty="0"/>
              <a:t>In-The-Money</a:t>
            </a:r>
            <a:r>
              <a:rPr lang="zh-CN" altLang="en-US" b="1" dirty="0"/>
              <a:t>）可转债</a:t>
            </a:r>
            <a:r>
              <a:rPr lang="zh-CN" altLang="en-US" dirty="0"/>
              <a:t>，股性强</a:t>
            </a:r>
            <a:endParaRPr lang="en-US" altLang="zh-CN" dirty="0"/>
          </a:p>
          <a:p>
            <a:pPr lvl="2"/>
            <a:r>
              <a:rPr lang="zh-CN" altLang="en-US" dirty="0"/>
              <a:t>股价变动对债券价格影响大，收益率对债券价格的影响较小，转换溢价较低，转换权价格较高</a:t>
            </a:r>
            <a:endParaRPr lang="en-US" altLang="zh-CN" dirty="0"/>
          </a:p>
          <a:p>
            <a:pPr lvl="2"/>
            <a:r>
              <a:rPr lang="zh-CN" altLang="en-US" dirty="0"/>
              <a:t>股价大涨、看好后市等情况</a:t>
            </a:r>
            <a:endParaRPr lang="en-US" altLang="zh-CN" dirty="0"/>
          </a:p>
          <a:p>
            <a:pPr lvl="1"/>
            <a:endParaRPr lang="en-US" altLang="zh-CN" b="1" dirty="0"/>
          </a:p>
          <a:p>
            <a:pPr lvl="1"/>
            <a:r>
              <a:rPr lang="zh-CN" altLang="en-US" b="1" dirty="0"/>
              <a:t>价外（</a:t>
            </a:r>
            <a:r>
              <a:rPr lang="en-US" altLang="zh-CN" b="1" dirty="0"/>
              <a:t>Out-The-Money</a:t>
            </a:r>
            <a:r>
              <a:rPr lang="zh-CN" altLang="en-US" b="1" dirty="0"/>
              <a:t>）可转债</a:t>
            </a:r>
            <a:r>
              <a:rPr lang="zh-CN" altLang="en-US" dirty="0"/>
              <a:t>，债性强</a:t>
            </a:r>
            <a:endParaRPr lang="en-US" altLang="zh-CN" dirty="0"/>
          </a:p>
          <a:p>
            <a:pPr lvl="2"/>
            <a:r>
              <a:rPr lang="zh-CN" altLang="en-US" dirty="0"/>
              <a:t>股价变动对债券价格影响小，收益率对债券价格的影响较大，转换溢价较高，转换权价格接近</a:t>
            </a:r>
            <a:r>
              <a:rPr lang="en-US" altLang="zh-CN" dirty="0"/>
              <a:t>0</a:t>
            </a:r>
          </a:p>
          <a:p>
            <a:pPr lvl="2"/>
            <a:r>
              <a:rPr lang="zh-CN" altLang="en-US" dirty="0"/>
              <a:t>股价大幅低于转换价格、股价不看好的情况</a:t>
            </a:r>
            <a:endParaRPr lang="en-US" altLang="zh-CN" dirty="0"/>
          </a:p>
          <a:p>
            <a:pPr lvl="1"/>
            <a:endParaRPr lang="en-US" altLang="zh-CN" b="1" dirty="0"/>
          </a:p>
          <a:p>
            <a:pPr lvl="1"/>
            <a:r>
              <a:rPr lang="zh-CN" altLang="en-US" b="1" dirty="0"/>
              <a:t>平价（</a:t>
            </a:r>
            <a:r>
              <a:rPr lang="en-US" altLang="zh-CN" b="1" dirty="0"/>
              <a:t>At-The-Money</a:t>
            </a:r>
            <a:r>
              <a:rPr lang="zh-CN" altLang="en-US" b="1" dirty="0"/>
              <a:t>）可转债</a:t>
            </a:r>
            <a:r>
              <a:rPr lang="zh-CN" altLang="en-US" dirty="0"/>
              <a:t>，股债特性均不明显</a:t>
            </a:r>
            <a:endParaRPr lang="en-US" altLang="zh-CN" dirty="0"/>
          </a:p>
          <a:p>
            <a:pPr lvl="2"/>
            <a:r>
              <a:rPr lang="zh-CN" altLang="en-US" dirty="0"/>
              <a:t>股价和收益率对债券价格的影响程度相当，转换溢价率、溢价偿还时间等指标都在同类平均水平</a:t>
            </a:r>
            <a:endParaRPr lang="en-US" altLang="zh-CN" dirty="0"/>
          </a:p>
          <a:p>
            <a:pPr lvl="2"/>
            <a:endParaRPr lang="zh-CN" altLang="en-US" dirty="0"/>
          </a:p>
        </p:txBody>
      </p:sp>
    </p:spTree>
    <p:extLst>
      <p:ext uri="{BB962C8B-B14F-4D97-AF65-F5344CB8AC3E}">
        <p14:creationId xmlns:p14="http://schemas.microsoft.com/office/powerpoint/2010/main" val="413085089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990EC55-FD9B-4CB7-A8E9-5C3648123E67}"/>
              </a:ext>
            </a:extLst>
          </p:cNvPr>
          <p:cNvSpPr>
            <a:spLocks noGrp="1"/>
          </p:cNvSpPr>
          <p:nvPr>
            <p:ph type="title"/>
          </p:nvPr>
        </p:nvSpPr>
        <p:spPr/>
        <p:txBody>
          <a:bodyPr/>
          <a:lstStyle/>
          <a:p>
            <a:r>
              <a:rPr lang="zh-CN" altLang="en-US" dirty="0"/>
              <a:t>投资优劣</a:t>
            </a:r>
          </a:p>
        </p:txBody>
      </p:sp>
      <p:sp>
        <p:nvSpPr>
          <p:cNvPr id="3" name="内容占位符 2">
            <a:extLst>
              <a:ext uri="{FF2B5EF4-FFF2-40B4-BE49-F238E27FC236}">
                <a16:creationId xmlns:a16="http://schemas.microsoft.com/office/drawing/2014/main" id="{EF93736F-1F70-4B25-9E09-1957F022C3AE}"/>
              </a:ext>
            </a:extLst>
          </p:cNvPr>
          <p:cNvSpPr>
            <a:spLocks noGrp="1"/>
          </p:cNvSpPr>
          <p:nvPr>
            <p:ph idx="1"/>
          </p:nvPr>
        </p:nvSpPr>
        <p:spPr/>
        <p:txBody>
          <a:bodyPr/>
          <a:lstStyle/>
          <a:p>
            <a:r>
              <a:rPr lang="zh-CN" altLang="en-US" dirty="0"/>
              <a:t>优势是损失有下限，最低为债券价值；劣势是转股时，要支付额外溢价</a:t>
            </a:r>
            <a:endParaRPr lang="en-US" altLang="zh-CN" dirty="0"/>
          </a:p>
          <a:p>
            <a:endParaRPr lang="en-US" altLang="zh-CN" dirty="0"/>
          </a:p>
          <a:p>
            <a:r>
              <a:rPr lang="zh-CN" altLang="en-US" dirty="0"/>
              <a:t>采取</a:t>
            </a:r>
            <a:r>
              <a:rPr lang="zh-CN" altLang="en-US" b="1" dirty="0"/>
              <a:t>情景分析法</a:t>
            </a:r>
            <a:endParaRPr lang="en-US" altLang="zh-CN" b="1" dirty="0"/>
          </a:p>
          <a:p>
            <a:pPr lvl="1"/>
            <a:r>
              <a:rPr lang="zh-CN" altLang="en-US" dirty="0"/>
              <a:t>对股价和收益率分别设置不同的组合场景</a:t>
            </a:r>
            <a:endParaRPr lang="en-US" altLang="zh-CN" dirty="0"/>
          </a:p>
          <a:p>
            <a:pPr lvl="1"/>
            <a:r>
              <a:rPr lang="zh-CN" altLang="en-US" dirty="0"/>
              <a:t>测算各个场景下可转债的各项收益指标</a:t>
            </a:r>
            <a:endParaRPr lang="en-US" altLang="zh-CN" dirty="0"/>
          </a:p>
          <a:p>
            <a:pPr lvl="1"/>
            <a:r>
              <a:rPr lang="zh-CN" altLang="en-US" dirty="0"/>
              <a:t>比较期望收益并作决策</a:t>
            </a:r>
            <a:endParaRPr lang="en-US" altLang="zh-CN" dirty="0"/>
          </a:p>
        </p:txBody>
      </p:sp>
    </p:spTree>
    <p:extLst>
      <p:ext uri="{BB962C8B-B14F-4D97-AF65-F5344CB8AC3E}">
        <p14:creationId xmlns:p14="http://schemas.microsoft.com/office/powerpoint/2010/main" val="32652959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4" name="组合 13"/>
          <p:cNvGrpSpPr/>
          <p:nvPr/>
        </p:nvGrpSpPr>
        <p:grpSpPr>
          <a:xfrm>
            <a:off x="9174738" y="2153028"/>
            <a:ext cx="4794418" cy="2358189"/>
            <a:chOff x="3379978" y="4031432"/>
            <a:chExt cx="2383983" cy="1295499"/>
          </a:xfrm>
        </p:grpSpPr>
        <p:pic>
          <p:nvPicPr>
            <p:cNvPr id="5" name="组合 3"/>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345183" y="4709226"/>
              <a:ext cx="461888" cy="6177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mpd="sng">
                  <a:solidFill>
                    <a:srgbClr val="000000"/>
                  </a:solidFill>
                  <a:miter lim="800000"/>
                  <a:headEnd/>
                  <a:tailEnd/>
                </a14:hiddenLine>
              </a:ext>
            </a:extLst>
          </p:spPr>
        </p:pic>
        <p:pic>
          <p:nvPicPr>
            <p:cNvPr id="6" name="组合 10"/>
            <p:cNvPicPr>
              <a:picLocks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4797049" y="4745955"/>
              <a:ext cx="437958" cy="5809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mpd="sng">
                  <a:solidFill>
                    <a:srgbClr val="000000"/>
                  </a:solidFill>
                  <a:miter lim="800000"/>
                  <a:headEnd/>
                  <a:tailEnd/>
                </a14:hiddenLine>
              </a:ext>
            </a:extLst>
          </p:spPr>
        </p:pic>
        <p:pic>
          <p:nvPicPr>
            <p:cNvPr id="7" name="组合 17"/>
            <p:cNvPicPr>
              <a:picLocks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4025434" y="4887187"/>
              <a:ext cx="329771" cy="4397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mpd="sng">
                  <a:solidFill>
                    <a:srgbClr val="000000"/>
                  </a:solidFill>
                  <a:miter lim="800000"/>
                  <a:headEnd/>
                  <a:tailEnd/>
                </a14:hiddenLine>
              </a:ext>
            </a:extLst>
          </p:spPr>
        </p:pic>
        <p:pic>
          <p:nvPicPr>
            <p:cNvPr id="8" name="组合 20"/>
            <p:cNvPicPr>
              <a:picLocks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3635896" y="4797152"/>
              <a:ext cx="399560" cy="5297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mpd="sng">
                  <a:solidFill>
                    <a:srgbClr val="000000"/>
                  </a:solidFill>
                  <a:miter lim="800000"/>
                  <a:headEnd/>
                  <a:tailEnd/>
                </a14:hiddenLine>
              </a:ext>
            </a:extLst>
          </p:spPr>
        </p:pic>
        <p:pic>
          <p:nvPicPr>
            <p:cNvPr id="9" name="组合 24"/>
            <p:cNvPicPr>
              <a:picLocks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5224983" y="4777675"/>
              <a:ext cx="399560" cy="5492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mpd="sng">
                  <a:solidFill>
                    <a:srgbClr val="000000"/>
                  </a:solidFill>
                  <a:miter lim="800000"/>
                  <a:headEnd/>
                  <a:tailEnd/>
                </a14:hiddenLine>
              </a:ext>
            </a:extLst>
          </p:spPr>
        </p:pic>
        <p:sp>
          <p:nvSpPr>
            <p:cNvPr id="10" name="Freeform 59"/>
            <p:cNvSpPr>
              <a:spLocks/>
            </p:cNvSpPr>
            <p:nvPr/>
          </p:nvSpPr>
          <p:spPr bwMode="auto">
            <a:xfrm>
              <a:off x="3379978" y="4235913"/>
              <a:ext cx="511681" cy="561238"/>
            </a:xfrm>
            <a:custGeom>
              <a:avLst/>
              <a:gdLst>
                <a:gd name="T0" fmla="*/ 418 w 997"/>
                <a:gd name="T1" fmla="*/ 0 h 1006"/>
                <a:gd name="T2" fmla="*/ 23 w 997"/>
                <a:gd name="T3" fmla="*/ 383 h 1006"/>
                <a:gd name="T4" fmla="*/ 364 w 997"/>
                <a:gd name="T5" fmla="*/ 736 h 1006"/>
                <a:gd name="T6" fmla="*/ 715 w 997"/>
                <a:gd name="T7" fmla="*/ 1006 h 1006"/>
                <a:gd name="T8" fmla="*/ 629 w 997"/>
                <a:gd name="T9" fmla="*/ 741 h 1006"/>
                <a:gd name="T10" fmla="*/ 671 w 997"/>
                <a:gd name="T11" fmla="*/ 745 h 1006"/>
                <a:gd name="T12" fmla="*/ 939 w 997"/>
                <a:gd name="T13" fmla="*/ 453 h 1006"/>
                <a:gd name="T14" fmla="*/ 449 w 997"/>
                <a:gd name="T15" fmla="*/ 1 h 1006"/>
                <a:gd name="T16" fmla="*/ 418 w 997"/>
                <a:gd name="T17" fmla="*/ 0 h 10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997" h="1006">
                  <a:moveTo>
                    <a:pt x="418" y="0"/>
                  </a:moveTo>
                  <a:cubicBezTo>
                    <a:pt x="242" y="0"/>
                    <a:pt x="0" y="96"/>
                    <a:pt x="23" y="383"/>
                  </a:cubicBezTo>
                  <a:cubicBezTo>
                    <a:pt x="47" y="688"/>
                    <a:pt x="364" y="736"/>
                    <a:pt x="364" y="736"/>
                  </a:cubicBezTo>
                  <a:cubicBezTo>
                    <a:pt x="451" y="931"/>
                    <a:pt x="715" y="1006"/>
                    <a:pt x="715" y="1006"/>
                  </a:cubicBezTo>
                  <a:cubicBezTo>
                    <a:pt x="547" y="769"/>
                    <a:pt x="629" y="741"/>
                    <a:pt x="629" y="741"/>
                  </a:cubicBezTo>
                  <a:cubicBezTo>
                    <a:pt x="629" y="741"/>
                    <a:pt x="645" y="745"/>
                    <a:pt x="671" y="745"/>
                  </a:cubicBezTo>
                  <a:cubicBezTo>
                    <a:pt x="745" y="745"/>
                    <a:pt x="895" y="712"/>
                    <a:pt x="939" y="453"/>
                  </a:cubicBezTo>
                  <a:cubicBezTo>
                    <a:pt x="997" y="105"/>
                    <a:pt x="626" y="13"/>
                    <a:pt x="449" y="1"/>
                  </a:cubicBezTo>
                  <a:cubicBezTo>
                    <a:pt x="439" y="0"/>
                    <a:pt x="428" y="0"/>
                    <a:pt x="418" y="0"/>
                  </a:cubicBezTo>
                </a:path>
              </a:pathLst>
            </a:custGeom>
            <a:solidFill>
              <a:srgbClr val="354B5E"/>
            </a:solidFill>
            <a:ln>
              <a:noFill/>
            </a:ln>
            <a:extLst>
              <a:ext uri="{91240B29-F687-4F45-9708-019B960494DF}">
                <a14:hiddenLine xmlns:a14="http://schemas.microsoft.com/office/drawing/2010/main" w="9525">
                  <a:solidFill>
                    <a:srgbClr val="000000"/>
                  </a:solidFill>
                  <a:round/>
                  <a:headEnd/>
                  <a:tailEnd/>
                </a14:hiddenLine>
              </a:ext>
            </a:extLst>
          </p:spPr>
          <p:txBody>
            <a:bodyPr anchor="t"/>
            <a:lstStyle/>
            <a:p>
              <a:pPr algn="ctr"/>
              <a:r>
                <a:rPr lang="zh-CN" altLang="en-US" sz="1600" b="1" dirty="0">
                  <a:solidFill>
                    <a:schemeClr val="bg1"/>
                  </a:solidFill>
                  <a:latin typeface="微软雅黑" panose="020B0503020204020204" pitchFamily="34" charset="-122"/>
                  <a:ea typeface="微软雅黑" panose="020B0503020204020204" pitchFamily="34" charset="-122"/>
                </a:rPr>
                <a:t>内容</a:t>
              </a:r>
              <a:endParaRPr lang="en-US" altLang="zh-CN" sz="1600" b="1" dirty="0">
                <a:solidFill>
                  <a:schemeClr val="bg1"/>
                </a:solidFill>
                <a:latin typeface="微软雅黑" panose="020B0503020204020204" pitchFamily="34" charset="-122"/>
                <a:ea typeface="微软雅黑" panose="020B0503020204020204" pitchFamily="34" charset="-122"/>
              </a:endParaRPr>
            </a:p>
            <a:p>
              <a:pPr algn="ctr"/>
              <a:r>
                <a:rPr lang="zh-CN" altLang="en-US" sz="1600" b="1" dirty="0">
                  <a:solidFill>
                    <a:schemeClr val="bg1"/>
                  </a:solidFill>
                  <a:latin typeface="微软雅黑" panose="020B0503020204020204" pitchFamily="34" charset="-122"/>
                  <a:ea typeface="微软雅黑" panose="020B0503020204020204" pitchFamily="34" charset="-122"/>
                </a:rPr>
                <a:t>问答</a:t>
              </a:r>
            </a:p>
          </p:txBody>
        </p:sp>
        <p:sp>
          <p:nvSpPr>
            <p:cNvPr id="11" name="Freeform 60"/>
            <p:cNvSpPr>
              <a:spLocks/>
            </p:cNvSpPr>
            <p:nvPr/>
          </p:nvSpPr>
          <p:spPr bwMode="auto">
            <a:xfrm>
              <a:off x="4545858" y="4031432"/>
              <a:ext cx="679125" cy="638568"/>
            </a:xfrm>
            <a:custGeom>
              <a:avLst/>
              <a:gdLst>
                <a:gd name="T0" fmla="*/ 493 w 911"/>
                <a:gd name="T1" fmla="*/ 0 h 858"/>
                <a:gd name="T2" fmla="*/ 236 w 911"/>
                <a:gd name="T3" fmla="*/ 61 h 858"/>
                <a:gd name="T4" fmla="*/ 94 w 911"/>
                <a:gd name="T5" fmla="*/ 465 h 858"/>
                <a:gd name="T6" fmla="*/ 444 w 911"/>
                <a:gd name="T7" fmla="*/ 730 h 858"/>
                <a:gd name="T8" fmla="*/ 447 w 911"/>
                <a:gd name="T9" fmla="*/ 730 h 858"/>
                <a:gd name="T10" fmla="*/ 381 w 911"/>
                <a:gd name="T11" fmla="*/ 858 h 858"/>
                <a:gd name="T12" fmla="*/ 894 w 911"/>
                <a:gd name="T13" fmla="*/ 343 h 858"/>
                <a:gd name="T14" fmla="*/ 493 w 911"/>
                <a:gd name="T15" fmla="*/ 0 h 858"/>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911" h="858">
                  <a:moveTo>
                    <a:pt x="493" y="0"/>
                  </a:moveTo>
                  <a:cubicBezTo>
                    <a:pt x="402" y="0"/>
                    <a:pt x="311" y="21"/>
                    <a:pt x="236" y="61"/>
                  </a:cubicBezTo>
                  <a:cubicBezTo>
                    <a:pt x="0" y="186"/>
                    <a:pt x="94" y="465"/>
                    <a:pt x="94" y="465"/>
                  </a:cubicBezTo>
                  <a:cubicBezTo>
                    <a:pt x="140" y="722"/>
                    <a:pt x="412" y="730"/>
                    <a:pt x="444" y="730"/>
                  </a:cubicBezTo>
                  <a:cubicBezTo>
                    <a:pt x="446" y="730"/>
                    <a:pt x="447" y="730"/>
                    <a:pt x="447" y="730"/>
                  </a:cubicBezTo>
                  <a:cubicBezTo>
                    <a:pt x="436" y="786"/>
                    <a:pt x="381" y="858"/>
                    <a:pt x="381" y="858"/>
                  </a:cubicBezTo>
                  <a:cubicBezTo>
                    <a:pt x="424" y="858"/>
                    <a:pt x="911" y="695"/>
                    <a:pt x="894" y="343"/>
                  </a:cubicBezTo>
                  <a:cubicBezTo>
                    <a:pt x="882" y="101"/>
                    <a:pt x="689" y="0"/>
                    <a:pt x="493" y="0"/>
                  </a:cubicBezTo>
                </a:path>
              </a:pathLst>
            </a:custGeom>
            <a:solidFill>
              <a:srgbClr val="354B5E"/>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r>
                <a:rPr lang="zh-CN" altLang="en-US" sz="1600" b="1" dirty="0">
                  <a:solidFill>
                    <a:schemeClr val="bg1"/>
                  </a:solidFill>
                  <a:latin typeface="微软雅黑" panose="020B0503020204020204" pitchFamily="34" charset="-122"/>
                  <a:ea typeface="微软雅黑" panose="020B0503020204020204" pitchFamily="34" charset="-122"/>
                </a:rPr>
                <a:t>业务</a:t>
              </a:r>
              <a:endParaRPr lang="en-US" altLang="zh-CN" sz="1600" b="1" dirty="0">
                <a:solidFill>
                  <a:schemeClr val="bg1"/>
                </a:solidFill>
                <a:latin typeface="微软雅黑" panose="020B0503020204020204" pitchFamily="34" charset="-122"/>
                <a:ea typeface="微软雅黑" panose="020B0503020204020204" pitchFamily="34" charset="-122"/>
              </a:endParaRPr>
            </a:p>
            <a:p>
              <a:pPr algn="ctr"/>
              <a:r>
                <a:rPr lang="zh-CN" altLang="en-US" sz="1600" b="1" dirty="0">
                  <a:solidFill>
                    <a:schemeClr val="bg1"/>
                  </a:solidFill>
                  <a:latin typeface="微软雅黑" panose="020B0503020204020204" pitchFamily="34" charset="-122"/>
                  <a:ea typeface="微软雅黑" panose="020B0503020204020204" pitchFamily="34" charset="-122"/>
                </a:rPr>
                <a:t>沟通</a:t>
              </a:r>
            </a:p>
          </p:txBody>
        </p:sp>
        <p:sp>
          <p:nvSpPr>
            <p:cNvPr id="12" name="Freeform 61"/>
            <p:cNvSpPr>
              <a:spLocks/>
            </p:cNvSpPr>
            <p:nvPr/>
          </p:nvSpPr>
          <p:spPr bwMode="auto">
            <a:xfrm>
              <a:off x="5214289" y="4237838"/>
              <a:ext cx="549672" cy="510775"/>
            </a:xfrm>
            <a:custGeom>
              <a:avLst/>
              <a:gdLst>
                <a:gd name="T0" fmla="*/ 733 w 1195"/>
                <a:gd name="T1" fmla="*/ 0 h 1110"/>
                <a:gd name="T2" fmla="*/ 645 w 1195"/>
                <a:gd name="T3" fmla="*/ 6 h 1110"/>
                <a:gd name="T4" fmla="*/ 105 w 1195"/>
                <a:gd name="T5" fmla="*/ 595 h 1110"/>
                <a:gd name="T6" fmla="*/ 429 w 1195"/>
                <a:gd name="T7" fmla="*/ 919 h 1110"/>
                <a:gd name="T8" fmla="*/ 504 w 1195"/>
                <a:gd name="T9" fmla="*/ 909 h 1110"/>
                <a:gd name="T10" fmla="*/ 506 w 1195"/>
                <a:gd name="T11" fmla="*/ 909 h 1110"/>
                <a:gd name="T12" fmla="*/ 559 w 1195"/>
                <a:gd name="T13" fmla="*/ 1110 h 1110"/>
                <a:gd name="T14" fmla="*/ 772 w 1195"/>
                <a:gd name="T15" fmla="*/ 882 h 1110"/>
                <a:gd name="T16" fmla="*/ 1193 w 1195"/>
                <a:gd name="T17" fmla="*/ 421 h 1110"/>
                <a:gd name="T18" fmla="*/ 733 w 1195"/>
                <a:gd name="T19" fmla="*/ 0 h 11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95" h="1110">
                  <a:moveTo>
                    <a:pt x="733" y="0"/>
                  </a:moveTo>
                  <a:cubicBezTo>
                    <a:pt x="702" y="0"/>
                    <a:pt x="673" y="2"/>
                    <a:pt x="645" y="6"/>
                  </a:cubicBezTo>
                  <a:cubicBezTo>
                    <a:pt x="435" y="38"/>
                    <a:pt x="0" y="185"/>
                    <a:pt x="105" y="595"/>
                  </a:cubicBezTo>
                  <a:cubicBezTo>
                    <a:pt x="176" y="875"/>
                    <a:pt x="335" y="919"/>
                    <a:pt x="429" y="919"/>
                  </a:cubicBezTo>
                  <a:cubicBezTo>
                    <a:pt x="474" y="919"/>
                    <a:pt x="504" y="909"/>
                    <a:pt x="504" y="909"/>
                  </a:cubicBezTo>
                  <a:cubicBezTo>
                    <a:pt x="504" y="909"/>
                    <a:pt x="505" y="909"/>
                    <a:pt x="506" y="909"/>
                  </a:cubicBezTo>
                  <a:cubicBezTo>
                    <a:pt x="522" y="909"/>
                    <a:pt x="613" y="917"/>
                    <a:pt x="559" y="1110"/>
                  </a:cubicBezTo>
                  <a:cubicBezTo>
                    <a:pt x="559" y="1110"/>
                    <a:pt x="768" y="988"/>
                    <a:pt x="772" y="882"/>
                  </a:cubicBezTo>
                  <a:cubicBezTo>
                    <a:pt x="772" y="882"/>
                    <a:pt x="1195" y="787"/>
                    <a:pt x="1193" y="421"/>
                  </a:cubicBezTo>
                  <a:cubicBezTo>
                    <a:pt x="1192" y="102"/>
                    <a:pt x="937" y="0"/>
                    <a:pt x="733" y="0"/>
                  </a:cubicBezTo>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anchor="t"/>
            <a:lstStyle/>
            <a:p>
              <a:pPr algn="ctr"/>
              <a:r>
                <a:rPr lang="zh-CN" altLang="en-US" sz="1600" b="1" dirty="0">
                  <a:solidFill>
                    <a:schemeClr val="bg1"/>
                  </a:solidFill>
                  <a:latin typeface="微软雅黑" panose="020B0503020204020204" pitchFamily="34" charset="-122"/>
                  <a:ea typeface="微软雅黑" panose="020B0503020204020204" pitchFamily="34" charset="-122"/>
                </a:rPr>
                <a:t>技术</a:t>
              </a:r>
              <a:endParaRPr lang="en-US" altLang="zh-CN" sz="1600" b="1" dirty="0">
                <a:solidFill>
                  <a:schemeClr val="bg1"/>
                </a:solidFill>
                <a:latin typeface="微软雅黑" panose="020B0503020204020204" pitchFamily="34" charset="-122"/>
                <a:ea typeface="微软雅黑" panose="020B0503020204020204" pitchFamily="34" charset="-122"/>
              </a:endParaRPr>
            </a:p>
            <a:p>
              <a:pPr algn="ctr"/>
              <a:r>
                <a:rPr lang="zh-CN" altLang="en-US" sz="1600" b="1" dirty="0">
                  <a:solidFill>
                    <a:schemeClr val="bg1"/>
                  </a:solidFill>
                  <a:latin typeface="微软雅黑" panose="020B0503020204020204" pitchFamily="34" charset="-122"/>
                  <a:ea typeface="微软雅黑" panose="020B0503020204020204" pitchFamily="34" charset="-122"/>
                </a:rPr>
                <a:t>探讨</a:t>
              </a:r>
              <a:endParaRPr lang="en-US" altLang="zh-CN" sz="1600" b="1" dirty="0">
                <a:solidFill>
                  <a:schemeClr val="bg1"/>
                </a:solidFill>
                <a:latin typeface="微软雅黑" panose="020B0503020204020204" pitchFamily="34" charset="-122"/>
                <a:ea typeface="微软雅黑" panose="020B0503020204020204" pitchFamily="34" charset="-122"/>
              </a:endParaRPr>
            </a:p>
          </p:txBody>
        </p:sp>
        <p:sp>
          <p:nvSpPr>
            <p:cNvPr id="13" name="Freeform 62"/>
            <p:cNvSpPr>
              <a:spLocks/>
            </p:cNvSpPr>
            <p:nvPr/>
          </p:nvSpPr>
          <p:spPr bwMode="auto">
            <a:xfrm>
              <a:off x="3925830" y="4156880"/>
              <a:ext cx="769383" cy="624254"/>
            </a:xfrm>
            <a:custGeom>
              <a:avLst/>
              <a:gdLst>
                <a:gd name="T0" fmla="*/ 453 w 1313"/>
                <a:gd name="T1" fmla="*/ 0 h 1064"/>
                <a:gd name="T2" fmla="*/ 32 w 1313"/>
                <a:gd name="T3" fmla="*/ 351 h 1064"/>
                <a:gd name="T4" fmla="*/ 188 w 1313"/>
                <a:gd name="T5" fmla="*/ 754 h 1064"/>
                <a:gd name="T6" fmla="*/ 771 w 1313"/>
                <a:gd name="T7" fmla="*/ 1064 h 1064"/>
                <a:gd name="T8" fmla="*/ 708 w 1313"/>
                <a:gd name="T9" fmla="*/ 914 h 1064"/>
                <a:gd name="T10" fmla="*/ 816 w 1313"/>
                <a:gd name="T11" fmla="*/ 97 h 1064"/>
                <a:gd name="T12" fmla="*/ 453 w 1313"/>
                <a:gd name="T13" fmla="*/ 0 h 1064"/>
              </a:gdLst>
              <a:ahLst/>
              <a:cxnLst>
                <a:cxn ang="0">
                  <a:pos x="T0" y="T1"/>
                </a:cxn>
                <a:cxn ang="0">
                  <a:pos x="T2" y="T3"/>
                </a:cxn>
                <a:cxn ang="0">
                  <a:pos x="T4" y="T5"/>
                </a:cxn>
                <a:cxn ang="0">
                  <a:pos x="T6" y="T7"/>
                </a:cxn>
                <a:cxn ang="0">
                  <a:pos x="T8" y="T9"/>
                </a:cxn>
                <a:cxn ang="0">
                  <a:pos x="T10" y="T11"/>
                </a:cxn>
                <a:cxn ang="0">
                  <a:pos x="T12" y="T13"/>
                </a:cxn>
              </a:cxnLst>
              <a:rect l="0" t="0" r="r" b="b"/>
              <a:pathLst>
                <a:path w="1313" h="1064">
                  <a:moveTo>
                    <a:pt x="453" y="0"/>
                  </a:moveTo>
                  <a:cubicBezTo>
                    <a:pt x="193" y="0"/>
                    <a:pt x="54" y="185"/>
                    <a:pt x="32" y="351"/>
                  </a:cubicBezTo>
                  <a:cubicBezTo>
                    <a:pt x="0" y="582"/>
                    <a:pt x="188" y="754"/>
                    <a:pt x="188" y="754"/>
                  </a:cubicBezTo>
                  <a:cubicBezTo>
                    <a:pt x="430" y="1029"/>
                    <a:pt x="771" y="1064"/>
                    <a:pt x="771" y="1064"/>
                  </a:cubicBezTo>
                  <a:cubicBezTo>
                    <a:pt x="708" y="1018"/>
                    <a:pt x="708" y="914"/>
                    <a:pt x="708" y="914"/>
                  </a:cubicBezTo>
                  <a:cubicBezTo>
                    <a:pt x="1077" y="876"/>
                    <a:pt x="1313" y="340"/>
                    <a:pt x="816" y="97"/>
                  </a:cubicBezTo>
                  <a:cubicBezTo>
                    <a:pt x="676" y="29"/>
                    <a:pt x="555" y="0"/>
                    <a:pt x="453" y="0"/>
                  </a:cubicBezTo>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r>
                <a:rPr lang="zh-CN" altLang="en-US" sz="1600" b="1" dirty="0">
                  <a:solidFill>
                    <a:schemeClr val="bg1"/>
                  </a:solidFill>
                  <a:latin typeface="微软雅黑" panose="020B0503020204020204" pitchFamily="34" charset="-122"/>
                  <a:ea typeface="微软雅黑" panose="020B0503020204020204" pitchFamily="34" charset="-122"/>
                </a:rPr>
                <a:t>观点</a:t>
              </a:r>
              <a:endParaRPr lang="en-US" altLang="zh-CN" sz="1600" b="1" dirty="0">
                <a:solidFill>
                  <a:schemeClr val="bg1"/>
                </a:solidFill>
                <a:latin typeface="微软雅黑" panose="020B0503020204020204" pitchFamily="34" charset="-122"/>
                <a:ea typeface="微软雅黑" panose="020B0503020204020204" pitchFamily="34" charset="-122"/>
              </a:endParaRPr>
            </a:p>
            <a:p>
              <a:pPr algn="ctr"/>
              <a:r>
                <a:rPr lang="zh-CN" altLang="en-US" sz="1600" b="1" dirty="0">
                  <a:solidFill>
                    <a:schemeClr val="bg1"/>
                  </a:solidFill>
                  <a:latin typeface="微软雅黑" panose="020B0503020204020204" pitchFamily="34" charset="-122"/>
                  <a:ea typeface="微软雅黑" panose="020B0503020204020204" pitchFamily="34" charset="-122"/>
                </a:rPr>
                <a:t>交流</a:t>
              </a:r>
            </a:p>
          </p:txBody>
        </p:sp>
      </p:grpSp>
      <p:sp>
        <p:nvSpPr>
          <p:cNvPr id="3" name="标题 2">
            <a:extLst>
              <a:ext uri="{FF2B5EF4-FFF2-40B4-BE49-F238E27FC236}">
                <a16:creationId xmlns:a16="http://schemas.microsoft.com/office/drawing/2014/main" id="{C89F7814-AB3A-42F7-8D35-D3C448A30926}"/>
              </a:ext>
            </a:extLst>
          </p:cNvPr>
          <p:cNvSpPr>
            <a:spLocks noGrp="1"/>
          </p:cNvSpPr>
          <p:nvPr>
            <p:ph type="ctrTitle"/>
          </p:nvPr>
        </p:nvSpPr>
        <p:spPr/>
        <p:txBody>
          <a:bodyPr/>
          <a:lstStyle/>
          <a:p>
            <a:endParaRPr lang="zh-CN" altLang="en-US" dirty="0"/>
          </a:p>
        </p:txBody>
      </p:sp>
    </p:spTree>
    <p:extLst>
      <p:ext uri="{BB962C8B-B14F-4D97-AF65-F5344CB8AC3E}">
        <p14:creationId xmlns:p14="http://schemas.microsoft.com/office/powerpoint/2010/main" val="3043763408"/>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ISLIDE TOOLS.GUIDESSETTING" val="{&quot;Id&quot;:&quot;2d4375ee-8516-45e0-8956-45702a61a9b6&quot;,&quot;Name&quot;:&quot;iSlide&quot;,&quot;HeaderHeight&quot;:15.0,&quot;FooterHeight&quot;:9.0000000000000036,&quot;SideMargin&quot;:5.4999999999999982,&quot;TopMargin&quot;:0.0,&quot;BottomMargin&quot;:0.0,&quot;IntervalMargin&quot;:1.3999999999999997}"/>
  <p:tag name="ISLIDE.THEME" val="9c5cb8d0-5353-41d0-b7da-fa70b1597a98"/>
  <p:tag name="ISLIDE.GUIDESSETTING" val="{&quot;Id&quot;:&quot;GuidesStyle_Wide&quot;,&quot;Name&quot;:&quot;宽&quot;,&quot;HeaderHeight&quot;:15.0,&quot;FooterHeight&quot;:9.0,&quot;SideMargin&quot;:5.5,&quot;TopMargin&quot;:0.0,&quot;BottomMargin&quot;:0.0,&quot;IntervalMargin&quot;:2.5}"/>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heme/theme1.xml><?xml version="1.0" encoding="utf-8"?>
<a:theme xmlns:a="http://schemas.openxmlformats.org/drawingml/2006/main" name="主题5">
  <a:themeElements>
    <a:clrScheme name="自定义 21">
      <a:dk1>
        <a:srgbClr val="000000"/>
      </a:dk1>
      <a:lt1>
        <a:srgbClr val="FFFFFF"/>
      </a:lt1>
      <a:dk2>
        <a:srgbClr val="778495"/>
      </a:dk2>
      <a:lt2>
        <a:srgbClr val="F0F0F0"/>
      </a:lt2>
      <a:accent1>
        <a:srgbClr val="FF8A65"/>
      </a:accent1>
      <a:accent2>
        <a:srgbClr val="FF7043"/>
      </a:accent2>
      <a:accent3>
        <a:srgbClr val="56687C"/>
      </a:accent3>
      <a:accent4>
        <a:srgbClr val="44546A"/>
      </a:accent4>
      <a:accent5>
        <a:srgbClr val="FF7043"/>
      </a:accent5>
      <a:accent6>
        <a:srgbClr val="FF8A65"/>
      </a:accent6>
      <a:hlink>
        <a:srgbClr val="FF8A65"/>
      </a:hlink>
      <a:folHlink>
        <a:srgbClr val="BFBFBF"/>
      </a:folHlink>
    </a:clrScheme>
    <a:fontScheme name="Temp">
      <a:majorFont>
        <a:latin typeface="Arial"/>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主题5" id="{B8EDB911-D765-4A7B-BBC7-40DBB672FBA6}" vid="{AECAB1C0-5DF6-436C-85E8-20094DBE11C0}"/>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mbria"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Override>
</file>

<file path=docProps/app.xml><?xml version="1.0" encoding="utf-8"?>
<Properties xmlns="http://schemas.openxmlformats.org/officeDocument/2006/extended-properties" xmlns:vt="http://schemas.openxmlformats.org/officeDocument/2006/docPropsVTypes">
  <Template>iSlide</Template>
  <TotalTime>25439</TotalTime>
  <Words>5670</Words>
  <Application>Microsoft Office PowerPoint</Application>
  <PresentationFormat>自定义</PresentationFormat>
  <Paragraphs>541</Paragraphs>
  <Slides>33</Slides>
  <Notes>10</Notes>
  <HiddenSlides>0</HiddenSlides>
  <MMClips>0</MMClips>
  <ScaleCrop>false</ScaleCrop>
  <HeadingPairs>
    <vt:vector size="8" baseType="variant">
      <vt:variant>
        <vt:lpstr>已用的字体</vt:lpstr>
      </vt:variant>
      <vt:variant>
        <vt:i4>7</vt:i4>
      </vt:variant>
      <vt:variant>
        <vt:lpstr>主题</vt:lpstr>
      </vt:variant>
      <vt:variant>
        <vt:i4>1</vt:i4>
      </vt:variant>
      <vt:variant>
        <vt:lpstr>嵌入 OLE 服务器</vt:lpstr>
      </vt:variant>
      <vt:variant>
        <vt:i4>1</vt:i4>
      </vt:variant>
      <vt:variant>
        <vt:lpstr>幻灯片标题</vt:lpstr>
      </vt:variant>
      <vt:variant>
        <vt:i4>33</vt:i4>
      </vt:variant>
    </vt:vector>
  </HeadingPairs>
  <TitlesOfParts>
    <vt:vector size="42" baseType="lpstr">
      <vt:lpstr>等线</vt:lpstr>
      <vt:lpstr>微软雅黑</vt:lpstr>
      <vt:lpstr>Arial</vt:lpstr>
      <vt:lpstr>Cambria Math</vt:lpstr>
      <vt:lpstr>Impact</vt:lpstr>
      <vt:lpstr>Segoe UI</vt:lpstr>
      <vt:lpstr>Wingdings</vt:lpstr>
      <vt:lpstr>主题5</vt:lpstr>
      <vt:lpstr>think-cell Slide</vt:lpstr>
      <vt:lpstr>含权债和可转债</vt:lpstr>
      <vt:lpstr>（一）选择权的价值</vt:lpstr>
      <vt:lpstr>权利类型</vt:lpstr>
      <vt:lpstr>可赎回债券</vt:lpstr>
      <vt:lpstr>可回售债券</vt:lpstr>
      <vt:lpstr>可转换债券</vt:lpstr>
      <vt:lpstr>例：通鼎转债</vt:lpstr>
      <vt:lpstr>选择权的概念</vt:lpstr>
      <vt:lpstr>不同类型选择权的盈亏结构</vt:lpstr>
      <vt:lpstr>选择权的平价关系</vt:lpstr>
      <vt:lpstr>定价方法</vt:lpstr>
      <vt:lpstr> 含权债</vt:lpstr>
      <vt:lpstr>（二）二叉树方法</vt:lpstr>
      <vt:lpstr>Bootstrap方法</vt:lpstr>
      <vt:lpstr>Bootstrap方法</vt:lpstr>
      <vt:lpstr>连续时间收益率</vt:lpstr>
      <vt:lpstr>二叉树原理</vt:lpstr>
      <vt:lpstr> 二叉树定价：普通债</vt:lpstr>
      <vt:lpstr> 二叉树定价：可回售债（1）</vt:lpstr>
      <vt:lpstr> 二叉树定价：可回售债（2）</vt:lpstr>
      <vt:lpstr> 二叉树定价：可赎回债（1）</vt:lpstr>
      <vt:lpstr> 二叉树定价：可赎回债（2）</vt:lpstr>
      <vt:lpstr>（三）可转债定价</vt:lpstr>
      <vt:lpstr>主要条款</vt:lpstr>
      <vt:lpstr> 格力转债110030.SH基本条款</vt:lpstr>
      <vt:lpstr> 格力转债110030.SH转换条款</vt:lpstr>
      <vt:lpstr> 格力转债110030.SH转股价格调整</vt:lpstr>
      <vt:lpstr>转债价格结构</vt:lpstr>
      <vt:lpstr>比较定价法</vt:lpstr>
      <vt:lpstr>期权定价法</vt:lpstr>
      <vt:lpstr>期权定价法</vt:lpstr>
      <vt:lpstr>投资优劣</vt:lpstr>
      <vt:lpstr>PowerPoint 演示文稿</vt:lpstr>
    </vt:vector>
  </TitlesOfParts>
  <Manager>iSlide</Manager>
  <Company>iSlide</Company>
  <LinksUpToDate>false</LinksUpToDate>
  <SharedDoc>false</SharedDoc>
  <HyperlinkBase>https://www.islide.cc</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iSlide</dc:creator>
  <cp:lastModifiedBy>Q Q</cp:lastModifiedBy>
  <cp:revision>892</cp:revision>
  <cp:lastPrinted>2017-08-08T16:00:00Z</cp:lastPrinted>
  <dcterms:created xsi:type="dcterms:W3CDTF">2017-08-08T16:00:00Z</dcterms:created>
  <dcterms:modified xsi:type="dcterms:W3CDTF">2018-04-03T09:29:29Z</dcterms:modified>
  <cp:category>work report</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Slide.Theme">
    <vt:lpwstr>9c5cb8d0-5353-41d0-b7da-fa70b1597a98</vt:lpwstr>
  </property>
</Properties>
</file>